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sldIdLst>
    <p:sldId id="256" r:id="rId3"/>
    <p:sldId id="301" r:id="rId5"/>
    <p:sldId id="258" r:id="rId6"/>
    <p:sldId id="302" r:id="rId7"/>
    <p:sldId id="303" r:id="rId8"/>
    <p:sldId id="304" r:id="rId9"/>
    <p:sldId id="305" r:id="rId10"/>
    <p:sldId id="273" r:id="rId11"/>
    <p:sldId id="306" r:id="rId12"/>
    <p:sldId id="307" r:id="rId13"/>
    <p:sldId id="308" r:id="rId14"/>
    <p:sldId id="309" r:id="rId15"/>
    <p:sldId id="274" r:id="rId16"/>
    <p:sldId id="310" r:id="rId17"/>
    <p:sldId id="311" r:id="rId18"/>
    <p:sldId id="312" r:id="rId19"/>
    <p:sldId id="313" r:id="rId20"/>
    <p:sldId id="275" r:id="rId21"/>
    <p:sldId id="322" r:id="rId22"/>
    <p:sldId id="317" r:id="rId23"/>
    <p:sldId id="318" r:id="rId24"/>
    <p:sldId id="321" r:id="rId25"/>
    <p:sldId id="276" r:id="rId26"/>
    <p:sldId id="319" r:id="rId27"/>
    <p:sldId id="314" r:id="rId28"/>
    <p:sldId id="323" r:id="rId29"/>
    <p:sldId id="315" r:id="rId30"/>
    <p:sldId id="325" r:id="rId31"/>
    <p:sldId id="324" r:id="rId32"/>
    <p:sldId id="316" r:id="rId33"/>
    <p:sldId id="320" r:id="rId34"/>
    <p:sldId id="283" r:id="rId35"/>
    <p:sldId id="326" r:id="rId36"/>
  </p:sldIdLst>
  <p:sldSz cx="12192000" cy="6858000"/>
  <p:notesSz cx="6858000" cy="9144000"/>
  <p:custDataLst>
    <p:tags r:id="rId4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8A00"/>
    <a:srgbClr val="CC4A4A"/>
    <a:srgbClr val="FEF3D2"/>
    <a:srgbClr val="EAEC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762" autoAdjust="0"/>
  </p:normalViewPr>
  <p:slideViewPr>
    <p:cSldViewPr snapToGrid="0">
      <p:cViewPr varScale="1">
        <p:scale>
          <a:sx n="103" d="100"/>
          <a:sy n="103" d="100"/>
        </p:scale>
        <p:origin x="276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0" Type="http://schemas.openxmlformats.org/officeDocument/2006/relationships/tags" Target="tags/tag25.xml"/><Relationship Id="rId4" Type="http://schemas.openxmlformats.org/officeDocument/2006/relationships/notesMaster" Target="notesMasters/notesMaster1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606CF4-FA77-4E71-BDBB-B62F97D483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7EA511-84E0-4AE0-9842-AB0E10994BF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7EA511-84E0-4AE0-9842-AB0E10994BF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984885"/>
            <a:ext cx="12180570" cy="4351655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00530" y="755053"/>
            <a:ext cx="4591470" cy="4591648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5378059"/>
            <a:ext cx="12180566" cy="2152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副标题 2"/>
          <p:cNvSpPr>
            <a:spLocks noGrp="1"/>
          </p:cNvSpPr>
          <p:nvPr>
            <p:ph type="subTitle" idx="1"/>
          </p:nvPr>
        </p:nvSpPr>
        <p:spPr>
          <a:xfrm>
            <a:off x="663715" y="2980691"/>
            <a:ext cx="7855511" cy="55879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2" name="标题 1"/>
          <p:cNvSpPr>
            <a:spLocks noGrp="1"/>
          </p:cNvSpPr>
          <p:nvPr>
            <p:ph type="ctrTitle"/>
          </p:nvPr>
        </p:nvSpPr>
        <p:spPr>
          <a:xfrm>
            <a:off x="663715" y="2282100"/>
            <a:ext cx="7855511" cy="69859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3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663715" y="4743999"/>
            <a:ext cx="7855511" cy="29627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  <a:endParaRPr lang="en-US" altLang="zh-CN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663715" y="5040270"/>
            <a:ext cx="7855511" cy="29627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6"/>
          <p:cNvSpPr>
            <a:spLocks noChangeArrowheads="1"/>
          </p:cNvSpPr>
          <p:nvPr userDrawn="1"/>
        </p:nvSpPr>
        <p:spPr bwMode="auto">
          <a:xfrm flipH="1">
            <a:off x="0" y="1508760"/>
            <a:ext cx="12192000" cy="25146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0" y="1601886"/>
            <a:ext cx="12180566" cy="2152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flipH="1">
            <a:off x="-10160" y="670560"/>
            <a:ext cx="3358606" cy="3358736"/>
          </a:xfrm>
          <a:prstGeom prst="rect">
            <a:avLst/>
          </a:prstGeom>
        </p:spPr>
      </p:pic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3941412" y="1990272"/>
            <a:ext cx="5419185" cy="89535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3" name="文本占位符 2"/>
          <p:cNvSpPr>
            <a:spLocks noGrp="1"/>
          </p:cNvSpPr>
          <p:nvPr>
            <p:ph type="body" idx="1"/>
          </p:nvPr>
        </p:nvSpPr>
        <p:spPr>
          <a:xfrm>
            <a:off x="3942528" y="2885622"/>
            <a:ext cx="5419185" cy="101562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5401733" y="6240463"/>
            <a:ext cx="1388536" cy="206381"/>
          </a:xfrm>
          <a:prstGeom prst="rect">
            <a:avLst/>
          </a:prstGeom>
        </p:spPr>
        <p:txBody>
          <a:bodyPr/>
          <a:lstStyle/>
          <a:p>
            <a:fld id="{6489D9C7-5DC6-4263-87FF-7C99F6FB63C3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669925" y="6240463"/>
            <a:ext cx="4140201" cy="206381"/>
          </a:xfrm>
          <a:prstGeom prst="rect">
            <a:avLst/>
          </a:prstGeom>
        </p:spPr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240463"/>
            <a:ext cx="2909888" cy="206381"/>
          </a:xfrm>
          <a:prstGeom prst="rect">
            <a:avLst/>
          </a:prstGeom>
        </p:spPr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669925" y="1130299"/>
            <a:ext cx="10850563" cy="5006975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/>
          <a:lstStyle/>
          <a:p>
            <a:fld id="{6489D9C7-5DC6-4263-87FF-7C99F6FB63C3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www.islide.cc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3290179"/>
            <a:ext cx="12180566" cy="2152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3536557"/>
            <a:ext cx="12180566" cy="3321443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00530" y="2266352"/>
            <a:ext cx="4591470" cy="4591648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ctrTitle" hasCustomPrompt="1"/>
          </p:nvPr>
        </p:nvSpPr>
        <p:spPr>
          <a:xfrm>
            <a:off x="1206951" y="3849124"/>
            <a:ext cx="5426076" cy="1621509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3" name="文本占位符 62"/>
          <p:cNvSpPr>
            <a:spLocks noGrp="1"/>
          </p:cNvSpPr>
          <p:nvPr>
            <p:ph type="body" sz="quarter" idx="18" hasCustomPrompt="1"/>
          </p:nvPr>
        </p:nvSpPr>
        <p:spPr>
          <a:xfrm>
            <a:off x="1206951" y="6155360"/>
            <a:ext cx="5426076" cy="3108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lang="zh-CN" altLang="en-US" sz="15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en-US" altLang="zh-CN" dirty="0"/>
              <a:t>Data</a:t>
            </a:r>
            <a:endParaRPr lang="en-US" altLang="zh-CN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1206952" y="5859089"/>
            <a:ext cx="5426076" cy="29627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19" name="日期占位符 3"/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89D9C7-5DC6-4263-87FF-7C99F6FB63C3}" type="datetime1">
              <a:rPr lang="zh-CN" altLang="en-US" smtClean="0"/>
            </a:fld>
            <a:endParaRPr lang="zh-CN" altLang="en-US"/>
          </a:p>
        </p:txBody>
      </p:sp>
      <p:sp>
        <p:nvSpPr>
          <p:cNvPr id="20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 smtClean="0"/>
              <a:t>www.islide.cc</a:t>
            </a:r>
            <a:endParaRPr lang="zh-CN" altLang="en-US" dirty="0"/>
          </a:p>
        </p:txBody>
      </p:sp>
      <p:sp>
        <p:nvSpPr>
          <p:cNvPr id="2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1" Type="http://schemas.openxmlformats.org/officeDocument/2006/relationships/tags" Target="../tags/tag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1" Type="http://schemas.openxmlformats.org/officeDocument/2006/relationships/tags" Target="../tags/tag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1" Type="http://schemas.openxmlformats.org/officeDocument/2006/relationships/tags" Target="../tags/tag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1" Type="http://schemas.openxmlformats.org/officeDocument/2006/relationships/tags" Target="../tags/tag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image" Target="../media/image3.png"/><Relationship Id="rId7" Type="http://schemas.openxmlformats.org/officeDocument/2006/relationships/image" Target="../media/image9.jpeg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tags" Target="../tags/tag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1" Type="http://schemas.openxmlformats.org/officeDocument/2006/relationships/tags" Target="../tags/tag11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9.jpeg"/><Relationship Id="rId3" Type="http://schemas.openxmlformats.org/officeDocument/2006/relationships/image" Target="../media/image4.jpeg"/><Relationship Id="rId2" Type="http://schemas.openxmlformats.org/officeDocument/2006/relationships/image" Target="../media/image10.jpeg"/><Relationship Id="rId1" Type="http://schemas.openxmlformats.org/officeDocument/2006/relationships/tags" Target="../tags/tag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1" Type="http://schemas.openxmlformats.org/officeDocument/2006/relationships/tags" Target="../tags/tag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1" Type="http://schemas.openxmlformats.org/officeDocument/2006/relationships/tags" Target="../tags/tag14.xml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10.jpeg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tags" Target="../tags/tag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1" Type="http://schemas.openxmlformats.org/officeDocument/2006/relationships/tags" Target="../tags/tag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1" Type="http://schemas.openxmlformats.org/officeDocument/2006/relationships/tags" Target="../tags/tag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1" Type="http://schemas.openxmlformats.org/officeDocument/2006/relationships/tags" Target="../tags/tag18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3.png"/><Relationship Id="rId2" Type="http://schemas.openxmlformats.org/officeDocument/2006/relationships/image" Target="../media/image10.jpeg"/><Relationship Id="rId1" Type="http://schemas.openxmlformats.org/officeDocument/2006/relationships/tags" Target="../tags/tag19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tags" Target="../tags/tag2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1" Type="http://schemas.openxmlformats.org/officeDocument/2006/relationships/tags" Target="../tags/tag2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1" Type="http://schemas.openxmlformats.org/officeDocument/2006/relationships/tags" Target="../tags/tag2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1" Type="http://schemas.openxmlformats.org/officeDocument/2006/relationships/tags" Target="../tags/tag2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1" Type="http://schemas.openxmlformats.org/officeDocument/2006/relationships/tags" Target="../tags/tag2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直接连接符 13"/>
          <p:cNvCxnSpPr/>
          <p:nvPr/>
        </p:nvCxnSpPr>
        <p:spPr>
          <a:xfrm>
            <a:off x="828981" y="3762088"/>
            <a:ext cx="670141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828981" y="2288888"/>
            <a:ext cx="670141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>
            <a:off x="9576389" y="3602038"/>
            <a:ext cx="2474582" cy="952873"/>
            <a:chOff x="2383834" y="4961879"/>
            <a:chExt cx="2518367" cy="969735"/>
          </a:xfrm>
        </p:grpSpPr>
        <p:grpSp>
          <p:nvGrpSpPr>
            <p:cNvPr id="11" name="组合 10"/>
            <p:cNvGrpSpPr/>
            <p:nvPr/>
          </p:nvGrpSpPr>
          <p:grpSpPr>
            <a:xfrm>
              <a:off x="2396533" y="4961879"/>
              <a:ext cx="2505668" cy="969735"/>
              <a:chOff x="5139956" y="1908357"/>
              <a:chExt cx="3957318" cy="1423337"/>
            </a:xfrm>
          </p:grpSpPr>
          <p:grpSp>
            <p:nvGrpSpPr>
              <p:cNvPr id="16" name="组合 15"/>
              <p:cNvGrpSpPr/>
              <p:nvPr/>
            </p:nvGrpSpPr>
            <p:grpSpPr>
              <a:xfrm>
                <a:off x="5139956" y="2066117"/>
                <a:ext cx="3957318" cy="1265577"/>
                <a:chOff x="1" y="2662635"/>
                <a:chExt cx="3766541" cy="1473715"/>
              </a:xfrm>
            </p:grpSpPr>
            <p:sp>
              <p:nvSpPr>
                <p:cNvPr id="21" name="文本框 20"/>
                <p:cNvSpPr txBox="1"/>
                <p:nvPr/>
              </p:nvSpPr>
              <p:spPr>
                <a:xfrm>
                  <a:off x="1" y="3229398"/>
                  <a:ext cx="3766541" cy="906952"/>
                </a:xfrm>
                <a:prstGeom prst="rect">
                  <a:avLst/>
                </a:prstGeom>
                <a:noFill/>
              </p:spPr>
              <p:txBody>
                <a:bodyPr wrap="none" rtlCol="0">
                  <a:prstTxWarp prst="textPlain">
                    <a:avLst/>
                  </a:prstTxWarp>
                  <a:spAutoFit/>
                </a:bodyPr>
                <a:lstStyle/>
                <a:p>
                  <a:r>
                    <a:rPr lang="en-US" altLang="zh-CN" sz="16600" b="1" dirty="0">
                      <a:solidFill>
                        <a:srgbClr val="273849"/>
                      </a:solidFill>
                      <a:latin typeface="+mn-lt"/>
                    </a:rPr>
                    <a:t>REPORT</a:t>
                  </a:r>
                  <a:endParaRPr lang="zh-CN" altLang="en-US" sz="16600" b="1" dirty="0">
                    <a:solidFill>
                      <a:srgbClr val="273849"/>
                    </a:solidFill>
                    <a:latin typeface="+mn-lt"/>
                  </a:endParaRPr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1" y="2662635"/>
                  <a:ext cx="1841176" cy="321360"/>
                </a:xfrm>
                <a:prstGeom prst="rect">
                  <a:avLst/>
                </a:prstGeom>
                <a:noFill/>
              </p:spPr>
              <p:txBody>
                <a:bodyPr wrap="none" numCol="1" rtlCol="0">
                  <a:prstTxWarp prst="textPlain">
                    <a:avLst/>
                  </a:prstTxWarp>
                  <a:spAutoFit/>
                </a:bodyPr>
                <a:lstStyle/>
                <a:p>
                  <a:pPr lvl="0"/>
                  <a:r>
                    <a:rPr lang="en-US" altLang="zh-CN" sz="16600" noProof="0" dirty="0">
                      <a:solidFill>
                        <a:srgbClr val="273849"/>
                      </a:solidFill>
                      <a:latin typeface="+mn-lt"/>
                    </a:rPr>
                    <a:t>BUSINESS</a:t>
                  </a:r>
                  <a:endParaRPr lang="en-US" altLang="zh-CN" sz="16600" noProof="0" dirty="0">
                    <a:solidFill>
                      <a:srgbClr val="273849"/>
                    </a:solidFill>
                    <a:latin typeface="+mn-lt"/>
                  </a:endParaRPr>
                </a:p>
              </p:txBody>
            </p:sp>
          </p:grpSp>
          <p:sp>
            <p:nvSpPr>
              <p:cNvPr id="17" name="文本框 16"/>
              <p:cNvSpPr txBox="1"/>
              <p:nvPr/>
            </p:nvSpPr>
            <p:spPr>
              <a:xfrm>
                <a:off x="7457736" y="1908357"/>
                <a:ext cx="1519191" cy="521934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Plain">
                  <a:avLst/>
                </a:prstTxWarp>
                <a:spAutoFit/>
              </a:bodyPr>
              <a:lstStyle/>
              <a:p>
                <a:r>
                  <a:rPr lang="en-US" altLang="zh-CN" sz="9600" dirty="0">
                    <a:solidFill>
                      <a:srgbClr val="273849"/>
                    </a:solidFill>
                    <a:latin typeface="Impact" panose="020B0806030902050204" pitchFamily="34" charset="0"/>
                  </a:rPr>
                  <a:t>2</a:t>
                </a:r>
                <a:r>
                  <a:rPr lang="en-US" sz="9600" dirty="0">
                    <a:solidFill>
                      <a:srgbClr val="273849"/>
                    </a:solidFill>
                    <a:latin typeface="Impact" panose="020B0806030902050204" pitchFamily="34" charset="0"/>
                  </a:rPr>
                  <a:t>020</a:t>
                </a:r>
                <a:endParaRPr lang="en-US" sz="9600" dirty="0">
                  <a:solidFill>
                    <a:srgbClr val="273849"/>
                  </a:solidFill>
                  <a:latin typeface="Impact" panose="020B0806030902050204" pitchFamily="34" charset="0"/>
                </a:endParaRPr>
              </a:p>
            </p:txBody>
          </p:sp>
        </p:grpSp>
        <p:cxnSp>
          <p:nvCxnSpPr>
            <p:cNvPr id="12" name="直接连接符 11"/>
            <p:cNvCxnSpPr/>
            <p:nvPr/>
          </p:nvCxnSpPr>
          <p:spPr>
            <a:xfrm>
              <a:off x="2383834" y="4961879"/>
              <a:ext cx="1426168" cy="0"/>
            </a:xfrm>
            <a:prstGeom prst="line">
              <a:avLst/>
            </a:prstGeom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2383834" y="5317480"/>
              <a:ext cx="1426168" cy="0"/>
            </a:xfrm>
            <a:prstGeom prst="line">
              <a:avLst/>
            </a:prstGeom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副标题 4"/>
          <p:cNvSpPr>
            <a:spLocks noGrp="1"/>
          </p:cNvSpPr>
          <p:nvPr>
            <p:ph type="subTitle" idx="1"/>
          </p:nvPr>
        </p:nvSpPr>
        <p:spPr>
          <a:xfrm>
            <a:off x="775834" y="3777440"/>
            <a:ext cx="6157596" cy="558799"/>
          </a:xfrm>
        </p:spPr>
        <p:txBody>
          <a:bodyPr/>
          <a:lstStyle/>
          <a:p>
            <a:r>
              <a:rPr lang="en-US" altLang="zh-CN" dirty="0"/>
              <a:t>Subtitle here</a:t>
            </a:r>
            <a:endParaRPr lang="en-US" altLang="zh-CN" dirty="0"/>
          </a:p>
        </p:txBody>
      </p:sp>
      <p:sp>
        <p:nvSpPr>
          <p:cNvPr id="24" name="标题 3"/>
          <p:cNvSpPr>
            <a:spLocks noGrp="1"/>
          </p:cNvSpPr>
          <p:nvPr>
            <p:ph type="ctrTitle"/>
          </p:nvPr>
        </p:nvSpPr>
        <p:spPr>
          <a:xfrm>
            <a:off x="4317229" y="963779"/>
            <a:ext cx="6157596" cy="1325284"/>
          </a:xfrm>
        </p:spPr>
        <p:txBody>
          <a:bodyPr>
            <a:normAutofit/>
          </a:bodyPr>
          <a:lstStyle/>
          <a:p>
            <a:r>
              <a:rPr lang="zh-CN" altLang="en-US" dirty="0"/>
              <a:t>中科大汇报模板</a:t>
            </a:r>
            <a:endParaRPr lang="zh-CN" altLang="en-US" dirty="0"/>
          </a:p>
        </p:txBody>
      </p:sp>
      <p:sp>
        <p:nvSpPr>
          <p:cNvPr id="25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775834" y="4642746"/>
            <a:ext cx="6157596" cy="296271"/>
          </a:xfrm>
        </p:spPr>
        <p:txBody>
          <a:bodyPr/>
          <a:lstStyle/>
          <a:p>
            <a:r>
              <a:rPr lang="en-US" altLang="zh-CN" dirty="0"/>
              <a:t>Speaker name and title</a:t>
            </a:r>
            <a:endParaRPr lang="en-US" altLang="zh-CN" dirty="0"/>
          </a:p>
        </p:txBody>
      </p:sp>
      <p:sp>
        <p:nvSpPr>
          <p:cNvPr id="26" name="文本占位符 6"/>
          <p:cNvSpPr>
            <a:spLocks noGrp="1"/>
          </p:cNvSpPr>
          <p:nvPr>
            <p:ph type="body" sz="quarter" idx="11"/>
          </p:nvPr>
        </p:nvSpPr>
        <p:spPr>
          <a:xfrm>
            <a:off x="775834" y="4939017"/>
            <a:ext cx="6157596" cy="296271"/>
          </a:xfrm>
        </p:spPr>
        <p:txBody>
          <a:bodyPr/>
          <a:lstStyle/>
          <a:p>
            <a:r>
              <a:rPr lang="en-US" altLang="zh-CN" dirty="0"/>
              <a:t>www.islide.cc</a:t>
            </a:r>
            <a:endParaRPr lang="en-US" altLang="en-US" dirty="0"/>
          </a:p>
        </p:txBody>
      </p:sp>
      <p:pic>
        <p:nvPicPr>
          <p:cNvPr id="2" name="图片 1" descr="中科大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0600" y="110490"/>
            <a:ext cx="769620" cy="7696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0fb470e5-1029-42ce-833c-e9373f9ba9bf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-930109" y="1051361"/>
            <a:ext cx="12450597" cy="4778319"/>
            <a:chOff x="-930109" y="1051361"/>
            <a:chExt cx="12450597" cy="4778319"/>
          </a:xfrm>
        </p:grpSpPr>
        <p:grpSp>
          <p:nvGrpSpPr>
            <p:cNvPr id="6" name="íṣḷîdè"/>
            <p:cNvGrpSpPr/>
            <p:nvPr/>
          </p:nvGrpSpPr>
          <p:grpSpPr>
            <a:xfrm>
              <a:off x="-930109" y="1051361"/>
              <a:ext cx="2490640" cy="4778319"/>
              <a:chOff x="-930109" y="1051361"/>
              <a:chExt cx="2490640" cy="4778319"/>
            </a:xfrm>
          </p:grpSpPr>
          <p:sp>
            <p:nvSpPr>
              <p:cNvPr id="27" name="is1ïḍê"/>
              <p:cNvSpPr/>
              <p:nvPr/>
            </p:nvSpPr>
            <p:spPr bwMode="auto">
              <a:xfrm rot="13500000">
                <a:off x="-930105" y="3969472"/>
                <a:ext cx="1860208" cy="1860208"/>
              </a:xfrm>
              <a:custGeom>
                <a:avLst/>
                <a:gdLst>
                  <a:gd name="connsiteX0" fmla="*/ 0 w 2304255"/>
                  <a:gd name="connsiteY0" fmla="*/ 0 h 2304255"/>
                  <a:gd name="connsiteX1" fmla="*/ 2304255 w 2304255"/>
                  <a:gd name="connsiteY1" fmla="*/ 2304255 h 2304255"/>
                  <a:gd name="connsiteX2" fmla="*/ 0 w 2304255"/>
                  <a:gd name="connsiteY2" fmla="*/ 2304255 h 2304255"/>
                  <a:gd name="connsiteX3" fmla="*/ 0 w 2304255"/>
                  <a:gd name="connsiteY3" fmla="*/ 0 h 2304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04255" h="2304255">
                    <a:moveTo>
                      <a:pt x="0" y="0"/>
                    </a:moveTo>
                    <a:lnTo>
                      <a:pt x="2304255" y="2304255"/>
                    </a:lnTo>
                    <a:lnTo>
                      <a:pt x="0" y="230425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19050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8" name="ïṧḷiḍê"/>
              <p:cNvSpPr/>
              <p:nvPr/>
            </p:nvSpPr>
            <p:spPr bwMode="auto">
              <a:xfrm rot="2700000">
                <a:off x="-930109" y="1051361"/>
                <a:ext cx="1860208" cy="1860208"/>
              </a:xfrm>
              <a:custGeom>
                <a:avLst/>
                <a:gdLst>
                  <a:gd name="connsiteX0" fmla="*/ 0 w 1860208"/>
                  <a:gd name="connsiteY0" fmla="*/ 0 h 1860208"/>
                  <a:gd name="connsiteX1" fmla="*/ 1860208 w 1860208"/>
                  <a:gd name="connsiteY1" fmla="*/ 0 h 1860208"/>
                  <a:gd name="connsiteX2" fmla="*/ 1860208 w 1860208"/>
                  <a:gd name="connsiteY2" fmla="*/ 1860208 h 18602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60208" h="1860208">
                    <a:moveTo>
                      <a:pt x="0" y="0"/>
                    </a:moveTo>
                    <a:lnTo>
                      <a:pt x="1860208" y="0"/>
                    </a:lnTo>
                    <a:lnTo>
                      <a:pt x="1860208" y="1860208"/>
                    </a:lnTo>
                    <a:close/>
                  </a:path>
                </a:pathLst>
              </a:custGeom>
              <a:solidFill>
                <a:schemeClr val="accent1">
                  <a:lumMod val="100000"/>
                </a:schemeClr>
              </a:solidFill>
              <a:ln w="19050">
                <a:noFill/>
                <a:round/>
              </a:ln>
            </p:spPr>
            <p:txBody>
              <a:bodyPr wrap="square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29" name="îślïḓé"/>
              <p:cNvSpPr/>
              <p:nvPr/>
            </p:nvSpPr>
            <p:spPr bwMode="auto">
              <a:xfrm rot="5400000">
                <a:off x="-780266" y="2648735"/>
                <a:ext cx="3121063" cy="1560531"/>
              </a:xfrm>
              <a:custGeom>
                <a:avLst/>
                <a:gdLst>
                  <a:gd name="connsiteX0" fmla="*/ 2367656 w 4735313"/>
                  <a:gd name="connsiteY0" fmla="*/ 0 h 2367656"/>
                  <a:gd name="connsiteX1" fmla="*/ 4735313 w 4735313"/>
                  <a:gd name="connsiteY1" fmla="*/ 2367656 h 2367656"/>
                  <a:gd name="connsiteX2" fmla="*/ 3847062 w 4735313"/>
                  <a:gd name="connsiteY2" fmla="*/ 2367656 h 2367656"/>
                  <a:gd name="connsiteX3" fmla="*/ 2367656 w 4735313"/>
                  <a:gd name="connsiteY3" fmla="*/ 888250 h 2367656"/>
                  <a:gd name="connsiteX4" fmla="*/ 888250 w 4735313"/>
                  <a:gd name="connsiteY4" fmla="*/ 2367656 h 2367656"/>
                  <a:gd name="connsiteX5" fmla="*/ 0 w 4735313"/>
                  <a:gd name="connsiteY5" fmla="*/ 2367656 h 2367656"/>
                  <a:gd name="connsiteX6" fmla="*/ 2367656 w 4735313"/>
                  <a:gd name="connsiteY6" fmla="*/ 0 h 2367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5313" h="2367656">
                    <a:moveTo>
                      <a:pt x="2367656" y="0"/>
                    </a:moveTo>
                    <a:lnTo>
                      <a:pt x="4735313" y="2367656"/>
                    </a:lnTo>
                    <a:lnTo>
                      <a:pt x="3847062" y="2367656"/>
                    </a:lnTo>
                    <a:lnTo>
                      <a:pt x="2367656" y="888250"/>
                    </a:lnTo>
                    <a:lnTo>
                      <a:pt x="888250" y="2367656"/>
                    </a:lnTo>
                    <a:lnTo>
                      <a:pt x="0" y="2367656"/>
                    </a:lnTo>
                    <a:lnTo>
                      <a:pt x="2367656" y="0"/>
                    </a:lnTo>
                    <a:close/>
                  </a:path>
                </a:pathLst>
              </a:custGeom>
              <a:solidFill>
                <a:schemeClr val="tx2">
                  <a:alpha val="77000"/>
                </a:schemeClr>
              </a:solidFill>
              <a:ln w="19050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7" name="ïṥļiḓe"/>
            <p:cNvSpPr/>
            <p:nvPr/>
          </p:nvSpPr>
          <p:spPr>
            <a:xfrm>
              <a:off x="1543012" y="2978855"/>
              <a:ext cx="3742988" cy="923330"/>
            </a:xfrm>
            <a:prstGeom prst="rect">
              <a:avLst/>
            </a:prstGeom>
          </p:spPr>
          <p:txBody>
            <a:bodyPr wrap="square" anchor="ctr" anchorCtr="1">
              <a:normAutofit fontScale="85000" lnSpcReduction="10000"/>
            </a:bodyPr>
            <a:lstStyle/>
            <a:p>
              <a:pPr algn="r"/>
              <a:r>
                <a:rPr lang="en-US" altLang="zh-CN" sz="5400" b="1" spc="300" dirty="0">
                  <a:solidFill>
                    <a:schemeClr val="tx2"/>
                  </a:solidFill>
                </a:rPr>
                <a:t>CONTENTS</a:t>
              </a:r>
              <a:endParaRPr lang="en-US" altLang="zh-CN" sz="5400" b="1" spc="300" dirty="0">
                <a:solidFill>
                  <a:schemeClr val="tx2"/>
                </a:solidFill>
              </a:endParaRPr>
            </a:p>
          </p:txBody>
        </p:sp>
        <p:sp>
          <p:nvSpPr>
            <p:cNvPr id="8" name="îşḷïďè"/>
            <p:cNvSpPr/>
            <p:nvPr/>
          </p:nvSpPr>
          <p:spPr>
            <a:xfrm>
              <a:off x="6276020" y="5029187"/>
              <a:ext cx="624349" cy="624349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tIns="46800" rIns="90000" bIns="46800" anchor="ctr">
              <a:normAutofit fontScale="92500" lnSpcReduction="20000"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Impact" panose="020B0806030902050204" pitchFamily="34" charset="0"/>
                </a:rPr>
                <a:t>05</a:t>
              </a:r>
              <a:endParaRPr lang="en-US" altLang="zh-CN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9" name="íSľîḋé"/>
            <p:cNvSpPr/>
            <p:nvPr/>
          </p:nvSpPr>
          <p:spPr>
            <a:xfrm>
              <a:off x="6281459" y="4150611"/>
              <a:ext cx="624349" cy="624349"/>
            </a:xfrm>
            <a:prstGeom prst="diamond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tIns="46800" rIns="90000" bIns="46800" anchor="ctr">
              <a:normAutofit fontScale="92500" lnSpcReduction="20000"/>
            </a:bodyPr>
            <a:lstStyle/>
            <a:p>
              <a:pPr algn="ctr"/>
              <a:r>
                <a:rPr lang="en-US" altLang="zh-CN">
                  <a:solidFill>
                    <a:schemeClr val="bg1"/>
                  </a:solidFill>
                  <a:latin typeface="Impact" panose="020B0806030902050204" pitchFamily="34" charset="0"/>
                </a:rPr>
                <a:t>04</a:t>
              </a:r>
              <a:endParaRPr lang="en-US" altLang="zh-CN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10" name="ïṥľïďé"/>
            <p:cNvSpPr/>
            <p:nvPr/>
          </p:nvSpPr>
          <p:spPr>
            <a:xfrm>
              <a:off x="6281459" y="3272035"/>
              <a:ext cx="624349" cy="624349"/>
            </a:xfrm>
            <a:prstGeom prst="diamond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tIns="46800" rIns="90000" bIns="46800" anchor="ctr">
              <a:normAutofit fontScale="92500" lnSpcReduction="20000"/>
            </a:bodyPr>
            <a:lstStyle/>
            <a:p>
              <a:pPr algn="ctr"/>
              <a:r>
                <a:rPr lang="en-US" altLang="zh-CN">
                  <a:solidFill>
                    <a:schemeClr val="bg1"/>
                  </a:solidFill>
                  <a:latin typeface="Impact" panose="020B0806030902050204" pitchFamily="34" charset="0"/>
                </a:rPr>
                <a:t>03</a:t>
              </a:r>
              <a:endParaRPr lang="en-US" altLang="zh-CN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11" name="ïṩḷîďè"/>
            <p:cNvSpPr/>
            <p:nvPr/>
          </p:nvSpPr>
          <p:spPr>
            <a:xfrm>
              <a:off x="6281459" y="2393459"/>
              <a:ext cx="624349" cy="624349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tIns="46800" rIns="90000" bIns="46800" anchor="ctr">
              <a:normAutofit fontScale="92500" lnSpcReduction="20000"/>
            </a:bodyPr>
            <a:lstStyle/>
            <a:p>
              <a:pPr algn="ctr"/>
              <a:r>
                <a:rPr lang="en-US" altLang="zh-CN">
                  <a:solidFill>
                    <a:schemeClr val="bg1"/>
                  </a:solidFill>
                  <a:latin typeface="Impact" panose="020B0806030902050204" pitchFamily="34" charset="0"/>
                </a:rPr>
                <a:t>02</a:t>
              </a:r>
              <a:endParaRPr lang="en-US" altLang="zh-CN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12" name="îṥḻïḋè"/>
            <p:cNvSpPr/>
            <p:nvPr/>
          </p:nvSpPr>
          <p:spPr>
            <a:xfrm>
              <a:off x="6281461" y="1514883"/>
              <a:ext cx="624349" cy="624349"/>
            </a:xfrm>
            <a:prstGeom prst="diamond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tIns="46800" rIns="90000" bIns="46800" anchor="ctr">
              <a:normAutofit fontScale="92500" lnSpcReduction="20000"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Impact" panose="020B0806030902050204" pitchFamily="34" charset="0"/>
                </a:rPr>
                <a:t>01</a:t>
              </a:r>
              <a:endParaRPr lang="en-US" altLang="zh-CN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13" name="îşľïḋè"/>
            <p:cNvSpPr txBox="1"/>
            <p:nvPr/>
          </p:nvSpPr>
          <p:spPr>
            <a:xfrm>
              <a:off x="6905844" y="5017678"/>
              <a:ext cx="3962574" cy="303981"/>
            </a:xfrm>
            <a:prstGeom prst="rect">
              <a:avLst/>
            </a:prstGeom>
            <a:noFill/>
          </p:spPr>
          <p:txBody>
            <a:bodyPr wrap="none" lIns="90000" tIns="46800" rIns="90000" bIns="46800" anchor="b" anchorCtr="0">
              <a:normAutofit fontScale="92500" lnSpcReduction="10000"/>
            </a:bodyPr>
            <a:lstStyle/>
            <a:p>
              <a:r>
                <a:rPr lang="en-US" altLang="zh-CN" sz="1600" b="1" dirty="0"/>
                <a:t>Text here</a:t>
              </a:r>
              <a:endParaRPr lang="zh-CN" altLang="en-US" sz="1600" b="1" dirty="0"/>
            </a:p>
          </p:txBody>
        </p:sp>
        <p:sp>
          <p:nvSpPr>
            <p:cNvPr id="14" name="işḻîḓè"/>
            <p:cNvSpPr txBox="1"/>
            <p:nvPr/>
          </p:nvSpPr>
          <p:spPr>
            <a:xfrm>
              <a:off x="6905844" y="5321659"/>
              <a:ext cx="3962574" cy="320368"/>
            </a:xfrm>
            <a:prstGeom prst="rect">
              <a:avLst/>
            </a:prstGeom>
          </p:spPr>
          <p:txBody>
            <a:bodyPr vert="horz" wrap="square" lIns="90000" tIns="46800" rIns="90000" bIns="46800" anchor="ctr" anchorCtr="0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050" dirty="0"/>
                <a:t>Copy paste fonts. Choose the only option to retain text.</a:t>
              </a:r>
              <a:endParaRPr lang="en-US" altLang="zh-CN" sz="1050" dirty="0"/>
            </a:p>
          </p:txBody>
        </p:sp>
        <p:sp>
          <p:nvSpPr>
            <p:cNvPr id="15" name="íṧ1îḓè"/>
            <p:cNvSpPr txBox="1"/>
            <p:nvPr/>
          </p:nvSpPr>
          <p:spPr>
            <a:xfrm>
              <a:off x="6905844" y="4139102"/>
              <a:ext cx="3962574" cy="303981"/>
            </a:xfrm>
            <a:prstGeom prst="rect">
              <a:avLst/>
            </a:prstGeom>
            <a:noFill/>
          </p:spPr>
          <p:txBody>
            <a:bodyPr wrap="none" lIns="90000" tIns="46800" rIns="90000" bIns="46800" anchor="b" anchorCtr="0">
              <a:normAutofit fontScale="92500" lnSpcReduction="10000"/>
            </a:bodyPr>
            <a:lstStyle/>
            <a:p>
              <a:r>
                <a:rPr lang="en-US" altLang="zh-CN" sz="1600" b="1" dirty="0"/>
                <a:t>Text here</a:t>
              </a:r>
              <a:endParaRPr lang="zh-CN" altLang="en-US" sz="1600" b="1" dirty="0"/>
            </a:p>
          </p:txBody>
        </p:sp>
        <p:sp>
          <p:nvSpPr>
            <p:cNvPr id="16" name="íşļïḋè"/>
            <p:cNvSpPr txBox="1"/>
            <p:nvPr/>
          </p:nvSpPr>
          <p:spPr>
            <a:xfrm>
              <a:off x="6905844" y="4443083"/>
              <a:ext cx="3962574" cy="320368"/>
            </a:xfrm>
            <a:prstGeom prst="rect">
              <a:avLst/>
            </a:prstGeom>
          </p:spPr>
          <p:txBody>
            <a:bodyPr vert="horz" wrap="square" lIns="90000" tIns="46800" rIns="90000" bIns="46800" anchor="ctr" anchorCtr="0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050" dirty="0"/>
                <a:t>Copy paste fonts. Choose the only option to retain text.</a:t>
              </a:r>
              <a:endParaRPr lang="en-US" altLang="zh-CN" sz="1050" dirty="0"/>
            </a:p>
          </p:txBody>
        </p:sp>
        <p:sp>
          <p:nvSpPr>
            <p:cNvPr id="17" name="ísḻídè"/>
            <p:cNvSpPr txBox="1"/>
            <p:nvPr/>
          </p:nvSpPr>
          <p:spPr>
            <a:xfrm>
              <a:off x="6905844" y="3260526"/>
              <a:ext cx="3962574" cy="303981"/>
            </a:xfrm>
            <a:prstGeom prst="rect">
              <a:avLst/>
            </a:prstGeom>
            <a:noFill/>
          </p:spPr>
          <p:txBody>
            <a:bodyPr wrap="none" lIns="90000" tIns="46800" rIns="90000" bIns="46800" anchor="b" anchorCtr="0">
              <a:normAutofit fontScale="92500" lnSpcReduction="10000"/>
            </a:bodyPr>
            <a:lstStyle/>
            <a:p>
              <a:r>
                <a:rPr lang="en-US" altLang="zh-CN" sz="1600" b="1" dirty="0"/>
                <a:t>Text here</a:t>
              </a:r>
              <a:endParaRPr lang="zh-CN" altLang="en-US" sz="1600" b="1" dirty="0"/>
            </a:p>
          </p:txBody>
        </p:sp>
        <p:sp>
          <p:nvSpPr>
            <p:cNvPr id="18" name="íṩḻiḋè"/>
            <p:cNvSpPr txBox="1"/>
            <p:nvPr/>
          </p:nvSpPr>
          <p:spPr>
            <a:xfrm>
              <a:off x="6905844" y="3564507"/>
              <a:ext cx="3962574" cy="320368"/>
            </a:xfrm>
            <a:prstGeom prst="rect">
              <a:avLst/>
            </a:prstGeom>
          </p:spPr>
          <p:txBody>
            <a:bodyPr vert="horz" wrap="square" lIns="90000" tIns="46800" rIns="90000" bIns="46800" anchor="ctr" anchorCtr="0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050" dirty="0"/>
                <a:t>Copy paste fonts. Choose the only option to retain text.</a:t>
              </a:r>
              <a:endParaRPr lang="en-US" altLang="zh-CN" sz="1050" dirty="0"/>
            </a:p>
          </p:txBody>
        </p:sp>
        <p:sp>
          <p:nvSpPr>
            <p:cNvPr id="19" name="íSliḓê"/>
            <p:cNvSpPr txBox="1"/>
            <p:nvPr/>
          </p:nvSpPr>
          <p:spPr>
            <a:xfrm>
              <a:off x="6905844" y="2381950"/>
              <a:ext cx="3962574" cy="303981"/>
            </a:xfrm>
            <a:prstGeom prst="rect">
              <a:avLst/>
            </a:prstGeom>
            <a:noFill/>
          </p:spPr>
          <p:txBody>
            <a:bodyPr wrap="none" lIns="90000" tIns="46800" rIns="90000" bIns="46800" anchor="b" anchorCtr="0">
              <a:normAutofit fontScale="92500" lnSpcReduction="10000"/>
            </a:bodyPr>
            <a:lstStyle/>
            <a:p>
              <a:r>
                <a:rPr lang="en-US" altLang="zh-CN" sz="1600" b="1" dirty="0"/>
                <a:t>Text here</a:t>
              </a:r>
              <a:endParaRPr lang="zh-CN" altLang="en-US" sz="1600" b="1" dirty="0"/>
            </a:p>
          </p:txBody>
        </p:sp>
        <p:sp>
          <p:nvSpPr>
            <p:cNvPr id="20" name="ïṡļíde"/>
            <p:cNvSpPr txBox="1"/>
            <p:nvPr/>
          </p:nvSpPr>
          <p:spPr>
            <a:xfrm>
              <a:off x="6905844" y="2685931"/>
              <a:ext cx="3962574" cy="320368"/>
            </a:xfrm>
            <a:prstGeom prst="rect">
              <a:avLst/>
            </a:prstGeom>
          </p:spPr>
          <p:txBody>
            <a:bodyPr vert="horz" wrap="square" lIns="90000" tIns="46800" rIns="90000" bIns="46800" anchor="ctr" anchorCtr="0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050" dirty="0"/>
                <a:t>Copy paste fonts. Choose the only option to retain text.</a:t>
              </a:r>
              <a:endParaRPr lang="en-US" altLang="zh-CN" sz="1050" dirty="0"/>
            </a:p>
          </p:txBody>
        </p:sp>
        <p:sp>
          <p:nvSpPr>
            <p:cNvPr id="21" name="íSḷîḑe"/>
            <p:cNvSpPr txBox="1"/>
            <p:nvPr/>
          </p:nvSpPr>
          <p:spPr>
            <a:xfrm>
              <a:off x="6905844" y="1503374"/>
              <a:ext cx="3962574" cy="303981"/>
            </a:xfrm>
            <a:prstGeom prst="rect">
              <a:avLst/>
            </a:prstGeom>
            <a:noFill/>
          </p:spPr>
          <p:txBody>
            <a:bodyPr wrap="none" lIns="90000" tIns="46800" rIns="90000" bIns="46800" anchor="b" anchorCtr="0">
              <a:normAutofit fontScale="92500" lnSpcReduction="10000"/>
            </a:bodyPr>
            <a:lstStyle/>
            <a:p>
              <a:r>
                <a:rPr lang="en-US" altLang="zh-CN" sz="1600" b="1" dirty="0"/>
                <a:t>Text here</a:t>
              </a:r>
              <a:endParaRPr lang="zh-CN" altLang="en-US" sz="1600" b="1" dirty="0"/>
            </a:p>
          </p:txBody>
        </p:sp>
        <p:sp>
          <p:nvSpPr>
            <p:cNvPr id="22" name="îṣḷiḍe"/>
            <p:cNvSpPr txBox="1"/>
            <p:nvPr/>
          </p:nvSpPr>
          <p:spPr>
            <a:xfrm>
              <a:off x="6905844" y="1807355"/>
              <a:ext cx="3962574" cy="320368"/>
            </a:xfrm>
            <a:prstGeom prst="rect">
              <a:avLst/>
            </a:prstGeom>
          </p:spPr>
          <p:txBody>
            <a:bodyPr vert="horz" wrap="square" lIns="90000" tIns="46800" rIns="90000" bIns="46800" anchor="ctr" anchorCtr="0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050" dirty="0"/>
                <a:t>Copy paste fonts. Choose the only option to retain text.</a:t>
              </a:r>
              <a:endParaRPr lang="en-US" altLang="zh-CN" sz="1050" dirty="0"/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6951000" y="2214000"/>
              <a:ext cx="4569488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6951000" y="3137925"/>
              <a:ext cx="4569488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6951000" y="4061850"/>
              <a:ext cx="4569488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>
              <a:off x="6951000" y="4919100"/>
              <a:ext cx="4569488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图片 1" descr="中科大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0600" y="110490"/>
            <a:ext cx="769620" cy="7696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4"/>
          <p:cNvSpPr>
            <a:spLocks noGrp="1"/>
          </p:cNvSpPr>
          <p:nvPr>
            <p:ph type="title"/>
          </p:nvPr>
        </p:nvSpPr>
        <p:spPr>
          <a:xfrm>
            <a:off x="4258653" y="2112478"/>
            <a:ext cx="5419185" cy="895350"/>
          </a:xfrm>
        </p:spPr>
        <p:txBody>
          <a:bodyPr/>
          <a:lstStyle/>
          <a:p>
            <a:r>
              <a:rPr lang="en-US" altLang="zh-CN" dirty="0"/>
              <a:t>Section Header Here</a:t>
            </a:r>
            <a:endParaRPr lang="zh-CN" altLang="en-US" dirty="0"/>
          </a:p>
        </p:txBody>
      </p:sp>
      <p:sp>
        <p:nvSpPr>
          <p:cNvPr id="8" name="文本占位符 5"/>
          <p:cNvSpPr>
            <a:spLocks noGrp="1"/>
          </p:cNvSpPr>
          <p:nvPr>
            <p:ph type="body" idx="1"/>
          </p:nvPr>
        </p:nvSpPr>
        <p:spPr>
          <a:xfrm>
            <a:off x="4259769" y="3007828"/>
            <a:ext cx="5419185" cy="1015623"/>
          </a:xfrm>
        </p:spPr>
        <p:txBody>
          <a:bodyPr/>
          <a:lstStyle/>
          <a:p>
            <a:pPr lvl="0">
              <a:lnSpc>
                <a:spcPct val="100000"/>
              </a:lnSpc>
            </a:pPr>
            <a:r>
              <a:rPr lang="en-US" altLang="zh-CN" dirty="0"/>
              <a:t>Supporting text here.</a:t>
            </a:r>
            <a:endParaRPr lang="en-US" altLang="zh-CN" dirty="0"/>
          </a:p>
          <a:p>
            <a:pPr lvl="0">
              <a:lnSpc>
                <a:spcPct val="100000"/>
              </a:lnSpc>
            </a:pPr>
            <a:r>
              <a:rPr lang="en-US" altLang="zh-CN" dirty="0"/>
              <a:t>When you copy &amp; paste, choose "keep text only" option.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389710" y="2654170"/>
            <a:ext cx="102351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/01</a:t>
            </a:r>
            <a:endParaRPr lang="zh-CN" altLang="en-US" spc="100" dirty="0">
              <a:solidFill>
                <a:schemeClr val="accent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图片 1" descr="中科大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0600" y="110490"/>
            <a:ext cx="769620" cy="7696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5" name="cb002563-37c5-4fe3-bd0b-8d9103a51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0" y="1123950"/>
            <a:ext cx="12192000" cy="5734051"/>
            <a:chOff x="0" y="1123950"/>
            <a:chExt cx="12192000" cy="5734051"/>
          </a:xfrm>
        </p:grpSpPr>
        <p:sp>
          <p:nvSpPr>
            <p:cNvPr id="6" name="iṧļíḑe"/>
            <p:cNvSpPr/>
            <p:nvPr/>
          </p:nvSpPr>
          <p:spPr>
            <a:xfrm flipH="1">
              <a:off x="0" y="4088722"/>
              <a:ext cx="12192000" cy="2769279"/>
            </a:xfrm>
            <a:custGeom>
              <a:avLst/>
              <a:gdLst>
                <a:gd name="connsiteX0" fmla="*/ 0 w 6216319"/>
                <a:gd name="connsiteY0" fmla="*/ 0 h 1302204"/>
                <a:gd name="connsiteX1" fmla="*/ 6216319 w 6216319"/>
                <a:gd name="connsiteY1" fmla="*/ 0 h 1302204"/>
                <a:gd name="connsiteX2" fmla="*/ 6216319 w 6216319"/>
                <a:gd name="connsiteY2" fmla="*/ 1302204 h 1302204"/>
                <a:gd name="connsiteX3" fmla="*/ 0 w 6216319"/>
                <a:gd name="connsiteY3" fmla="*/ 1302204 h 1302204"/>
                <a:gd name="connsiteX4" fmla="*/ 0 w 6216319"/>
                <a:gd name="connsiteY4" fmla="*/ 0 h 1302204"/>
                <a:gd name="connsiteX0-1" fmla="*/ 0 w 6216319"/>
                <a:gd name="connsiteY0-2" fmla="*/ 9364 h 1311568"/>
                <a:gd name="connsiteX1-3" fmla="*/ 339865 w 6216319"/>
                <a:gd name="connsiteY1-4" fmla="*/ 0 h 1311568"/>
                <a:gd name="connsiteX2-5" fmla="*/ 6216319 w 6216319"/>
                <a:gd name="connsiteY2-6" fmla="*/ 9364 h 1311568"/>
                <a:gd name="connsiteX3-7" fmla="*/ 6216319 w 6216319"/>
                <a:gd name="connsiteY3-8" fmla="*/ 1311568 h 1311568"/>
                <a:gd name="connsiteX4-9" fmla="*/ 0 w 6216319"/>
                <a:gd name="connsiteY4-10" fmla="*/ 1311568 h 1311568"/>
                <a:gd name="connsiteX5" fmla="*/ 0 w 6216319"/>
                <a:gd name="connsiteY5" fmla="*/ 9364 h 1311568"/>
                <a:gd name="connsiteX0-11" fmla="*/ 0 w 6216319"/>
                <a:gd name="connsiteY0-12" fmla="*/ 0 h 1302204"/>
                <a:gd name="connsiteX1-13" fmla="*/ 339865 w 6216319"/>
                <a:gd name="connsiteY1-14" fmla="*/ 184845 h 1302204"/>
                <a:gd name="connsiteX2-15" fmla="*/ 6216319 w 6216319"/>
                <a:gd name="connsiteY2-16" fmla="*/ 0 h 1302204"/>
                <a:gd name="connsiteX3-17" fmla="*/ 6216319 w 6216319"/>
                <a:gd name="connsiteY3-18" fmla="*/ 1302204 h 1302204"/>
                <a:gd name="connsiteX4-19" fmla="*/ 0 w 6216319"/>
                <a:gd name="connsiteY4-20" fmla="*/ 1302204 h 1302204"/>
                <a:gd name="connsiteX5-21" fmla="*/ 0 w 6216319"/>
                <a:gd name="connsiteY5-22" fmla="*/ 0 h 1302204"/>
                <a:gd name="connsiteX0-23" fmla="*/ 0 w 6216319"/>
                <a:gd name="connsiteY0-24" fmla="*/ 0 h 1302204"/>
                <a:gd name="connsiteX1-25" fmla="*/ 339865 w 6216319"/>
                <a:gd name="connsiteY1-26" fmla="*/ 184845 h 1302204"/>
                <a:gd name="connsiteX2-27" fmla="*/ 6216319 w 6216319"/>
                <a:gd name="connsiteY2-28" fmla="*/ 0 h 1302204"/>
                <a:gd name="connsiteX3-29" fmla="*/ 6216319 w 6216319"/>
                <a:gd name="connsiteY3-30" fmla="*/ 1302204 h 1302204"/>
                <a:gd name="connsiteX4-31" fmla="*/ 0 w 6216319"/>
                <a:gd name="connsiteY4-32" fmla="*/ 1302204 h 1302204"/>
                <a:gd name="connsiteX5-33" fmla="*/ 0 w 6216319"/>
                <a:gd name="connsiteY5-34" fmla="*/ 0 h 1302204"/>
                <a:gd name="connsiteX0-35" fmla="*/ 0 w 6216319"/>
                <a:gd name="connsiteY0-36" fmla="*/ 47249 h 1349453"/>
                <a:gd name="connsiteX1-37" fmla="*/ 339865 w 6216319"/>
                <a:gd name="connsiteY1-38" fmla="*/ 232094 h 1349453"/>
                <a:gd name="connsiteX2-39" fmla="*/ 2273862 w 6216319"/>
                <a:gd name="connsiteY2-40" fmla="*/ 280646 h 1349453"/>
                <a:gd name="connsiteX3-41" fmla="*/ 6216319 w 6216319"/>
                <a:gd name="connsiteY3-42" fmla="*/ 47249 h 1349453"/>
                <a:gd name="connsiteX4-43" fmla="*/ 6216319 w 6216319"/>
                <a:gd name="connsiteY4-44" fmla="*/ 1349453 h 1349453"/>
                <a:gd name="connsiteX5-45" fmla="*/ 0 w 6216319"/>
                <a:gd name="connsiteY5-46" fmla="*/ 1349453 h 1349453"/>
                <a:gd name="connsiteX6" fmla="*/ 0 w 6216319"/>
                <a:gd name="connsiteY6" fmla="*/ 47249 h 1349453"/>
                <a:gd name="connsiteX0-47" fmla="*/ 0 w 6216319"/>
                <a:gd name="connsiteY0-48" fmla="*/ 30623 h 1332827"/>
                <a:gd name="connsiteX1-49" fmla="*/ 339865 w 6216319"/>
                <a:gd name="connsiteY1-50" fmla="*/ 215468 h 1332827"/>
                <a:gd name="connsiteX2-51" fmla="*/ 2265770 w 6216319"/>
                <a:gd name="connsiteY2-52" fmla="*/ 539150 h 1332827"/>
                <a:gd name="connsiteX3-53" fmla="*/ 6216319 w 6216319"/>
                <a:gd name="connsiteY3-54" fmla="*/ 30623 h 1332827"/>
                <a:gd name="connsiteX4-55" fmla="*/ 6216319 w 6216319"/>
                <a:gd name="connsiteY4-56" fmla="*/ 1332827 h 1332827"/>
                <a:gd name="connsiteX5-57" fmla="*/ 0 w 6216319"/>
                <a:gd name="connsiteY5-58" fmla="*/ 1332827 h 1332827"/>
                <a:gd name="connsiteX6-59" fmla="*/ 0 w 6216319"/>
                <a:gd name="connsiteY6-60" fmla="*/ 30623 h 1332827"/>
                <a:gd name="connsiteX0-61" fmla="*/ 0 w 6216319"/>
                <a:gd name="connsiteY0-62" fmla="*/ 31024 h 1333228"/>
                <a:gd name="connsiteX1-63" fmla="*/ 339865 w 6216319"/>
                <a:gd name="connsiteY1-64" fmla="*/ 215869 h 1333228"/>
                <a:gd name="connsiteX2-65" fmla="*/ 2265770 w 6216319"/>
                <a:gd name="connsiteY2-66" fmla="*/ 539551 h 1333228"/>
                <a:gd name="connsiteX3-67" fmla="*/ 3269182 w 6216319"/>
                <a:gd name="connsiteY3-68" fmla="*/ 418171 h 1333228"/>
                <a:gd name="connsiteX4-69" fmla="*/ 6216319 w 6216319"/>
                <a:gd name="connsiteY4-70" fmla="*/ 31024 h 1333228"/>
                <a:gd name="connsiteX5-71" fmla="*/ 6216319 w 6216319"/>
                <a:gd name="connsiteY5-72" fmla="*/ 1333228 h 1333228"/>
                <a:gd name="connsiteX6-73" fmla="*/ 0 w 6216319"/>
                <a:gd name="connsiteY6-74" fmla="*/ 1333228 h 1333228"/>
                <a:gd name="connsiteX7" fmla="*/ 0 w 6216319"/>
                <a:gd name="connsiteY7" fmla="*/ 31024 h 1333228"/>
                <a:gd name="connsiteX0-75" fmla="*/ 0 w 6216319"/>
                <a:gd name="connsiteY0-76" fmla="*/ 26175 h 1328379"/>
                <a:gd name="connsiteX1-77" fmla="*/ 339865 w 6216319"/>
                <a:gd name="connsiteY1-78" fmla="*/ 211020 h 1328379"/>
                <a:gd name="connsiteX2-79" fmla="*/ 2265770 w 6216319"/>
                <a:gd name="connsiteY2-80" fmla="*/ 534702 h 1328379"/>
                <a:gd name="connsiteX3-81" fmla="*/ 3244906 w 6216319"/>
                <a:gd name="connsiteY3-82" fmla="*/ 518518 h 1328379"/>
                <a:gd name="connsiteX4-83" fmla="*/ 6216319 w 6216319"/>
                <a:gd name="connsiteY4-84" fmla="*/ 26175 h 1328379"/>
                <a:gd name="connsiteX5-85" fmla="*/ 6216319 w 6216319"/>
                <a:gd name="connsiteY5-86" fmla="*/ 1328379 h 1328379"/>
                <a:gd name="connsiteX6-87" fmla="*/ 0 w 6216319"/>
                <a:gd name="connsiteY6-88" fmla="*/ 1328379 h 1328379"/>
                <a:gd name="connsiteX7-89" fmla="*/ 0 w 6216319"/>
                <a:gd name="connsiteY7-90" fmla="*/ 26175 h 1328379"/>
                <a:gd name="connsiteX0-91" fmla="*/ 0 w 6216319"/>
                <a:gd name="connsiteY0-92" fmla="*/ 63128 h 1365332"/>
                <a:gd name="connsiteX1-93" fmla="*/ 339865 w 6216319"/>
                <a:gd name="connsiteY1-94" fmla="*/ 247973 h 1365332"/>
                <a:gd name="connsiteX2-95" fmla="*/ 2265770 w 6216319"/>
                <a:gd name="connsiteY2-96" fmla="*/ 571655 h 1365332"/>
                <a:gd name="connsiteX3-97" fmla="*/ 3244906 w 6216319"/>
                <a:gd name="connsiteY3-98" fmla="*/ 555471 h 1365332"/>
                <a:gd name="connsiteX4-99" fmla="*/ 4725749 w 6216319"/>
                <a:gd name="connsiteY4-100" fmla="*/ 239882 h 1365332"/>
                <a:gd name="connsiteX5-101" fmla="*/ 6216319 w 6216319"/>
                <a:gd name="connsiteY5-102" fmla="*/ 63128 h 1365332"/>
                <a:gd name="connsiteX6-103" fmla="*/ 6216319 w 6216319"/>
                <a:gd name="connsiteY6-104" fmla="*/ 1365332 h 1365332"/>
                <a:gd name="connsiteX7-105" fmla="*/ 0 w 6216319"/>
                <a:gd name="connsiteY7-106" fmla="*/ 1365332 h 1365332"/>
                <a:gd name="connsiteX8" fmla="*/ 0 w 6216319"/>
                <a:gd name="connsiteY8" fmla="*/ 63128 h 1365332"/>
                <a:gd name="connsiteX0-107" fmla="*/ 0 w 6216319"/>
                <a:gd name="connsiteY0-108" fmla="*/ 20810 h 1323014"/>
                <a:gd name="connsiteX1-109" fmla="*/ 339865 w 6216319"/>
                <a:gd name="connsiteY1-110" fmla="*/ 205655 h 1323014"/>
                <a:gd name="connsiteX2-111" fmla="*/ 2265770 w 6216319"/>
                <a:gd name="connsiteY2-112" fmla="*/ 529337 h 1323014"/>
                <a:gd name="connsiteX3-113" fmla="*/ 3244906 w 6216319"/>
                <a:gd name="connsiteY3-114" fmla="*/ 513153 h 1323014"/>
                <a:gd name="connsiteX4-115" fmla="*/ 4628644 w 6216319"/>
                <a:gd name="connsiteY4-116" fmla="*/ 1055320 h 1323014"/>
                <a:gd name="connsiteX5-117" fmla="*/ 6216319 w 6216319"/>
                <a:gd name="connsiteY5-118" fmla="*/ 20810 h 1323014"/>
                <a:gd name="connsiteX6-119" fmla="*/ 6216319 w 6216319"/>
                <a:gd name="connsiteY6-120" fmla="*/ 1323014 h 1323014"/>
                <a:gd name="connsiteX7-121" fmla="*/ 0 w 6216319"/>
                <a:gd name="connsiteY7-122" fmla="*/ 1323014 h 1323014"/>
                <a:gd name="connsiteX8-123" fmla="*/ 0 w 6216319"/>
                <a:gd name="connsiteY8-124" fmla="*/ 20810 h 1323014"/>
                <a:gd name="connsiteX0-125" fmla="*/ 0 w 6216319"/>
                <a:gd name="connsiteY0-126" fmla="*/ 32243 h 1334447"/>
                <a:gd name="connsiteX1-127" fmla="*/ 339865 w 6216319"/>
                <a:gd name="connsiteY1-128" fmla="*/ 217088 h 1334447"/>
                <a:gd name="connsiteX2-129" fmla="*/ 2265770 w 6216319"/>
                <a:gd name="connsiteY2-130" fmla="*/ 540770 h 1334447"/>
                <a:gd name="connsiteX3-131" fmla="*/ 3244906 w 6216319"/>
                <a:gd name="connsiteY3-132" fmla="*/ 524586 h 1334447"/>
                <a:gd name="connsiteX4-133" fmla="*/ 4628644 w 6216319"/>
                <a:gd name="connsiteY4-134" fmla="*/ 1066753 h 1334447"/>
                <a:gd name="connsiteX5-135" fmla="*/ 5526860 w 6216319"/>
                <a:gd name="connsiteY5-136" fmla="*/ 451758 h 1334447"/>
                <a:gd name="connsiteX6-137" fmla="*/ 6216319 w 6216319"/>
                <a:gd name="connsiteY6-138" fmla="*/ 32243 h 1334447"/>
                <a:gd name="connsiteX7-139" fmla="*/ 6216319 w 6216319"/>
                <a:gd name="connsiteY7-140" fmla="*/ 1334447 h 1334447"/>
                <a:gd name="connsiteX8-141" fmla="*/ 0 w 6216319"/>
                <a:gd name="connsiteY8-142" fmla="*/ 1334447 h 1334447"/>
                <a:gd name="connsiteX9" fmla="*/ 0 w 6216319"/>
                <a:gd name="connsiteY9" fmla="*/ 32243 h 1334447"/>
                <a:gd name="connsiteX0-143" fmla="*/ 0 w 6216319"/>
                <a:gd name="connsiteY0-144" fmla="*/ 12831 h 1315035"/>
                <a:gd name="connsiteX1-145" fmla="*/ 339865 w 6216319"/>
                <a:gd name="connsiteY1-146" fmla="*/ 197676 h 1315035"/>
                <a:gd name="connsiteX2-147" fmla="*/ 2265770 w 6216319"/>
                <a:gd name="connsiteY2-148" fmla="*/ 521358 h 1315035"/>
                <a:gd name="connsiteX3-149" fmla="*/ 3244906 w 6216319"/>
                <a:gd name="connsiteY3-150" fmla="*/ 505174 h 1315035"/>
                <a:gd name="connsiteX4-151" fmla="*/ 4628644 w 6216319"/>
                <a:gd name="connsiteY4-152" fmla="*/ 1047341 h 1315035"/>
                <a:gd name="connsiteX5-153" fmla="*/ 5356927 w 6216319"/>
                <a:gd name="connsiteY5-154" fmla="*/ 1201089 h 1315035"/>
                <a:gd name="connsiteX6-155" fmla="*/ 6216319 w 6216319"/>
                <a:gd name="connsiteY6-156" fmla="*/ 12831 h 1315035"/>
                <a:gd name="connsiteX7-157" fmla="*/ 6216319 w 6216319"/>
                <a:gd name="connsiteY7-158" fmla="*/ 1315035 h 1315035"/>
                <a:gd name="connsiteX8-159" fmla="*/ 0 w 6216319"/>
                <a:gd name="connsiteY8-160" fmla="*/ 1315035 h 1315035"/>
                <a:gd name="connsiteX9-161" fmla="*/ 0 w 6216319"/>
                <a:gd name="connsiteY9-162" fmla="*/ 12831 h 1315035"/>
                <a:gd name="connsiteX0-163" fmla="*/ 0 w 6498499"/>
                <a:gd name="connsiteY0-164" fmla="*/ 0 h 1302204"/>
                <a:gd name="connsiteX1-165" fmla="*/ 339865 w 6498499"/>
                <a:gd name="connsiteY1-166" fmla="*/ 184845 h 1302204"/>
                <a:gd name="connsiteX2-167" fmla="*/ 2265770 w 6498499"/>
                <a:gd name="connsiteY2-168" fmla="*/ 508527 h 1302204"/>
                <a:gd name="connsiteX3-169" fmla="*/ 3244906 w 6498499"/>
                <a:gd name="connsiteY3-170" fmla="*/ 492343 h 1302204"/>
                <a:gd name="connsiteX4-171" fmla="*/ 4628644 w 6498499"/>
                <a:gd name="connsiteY4-172" fmla="*/ 1034510 h 1302204"/>
                <a:gd name="connsiteX5-173" fmla="*/ 5356927 w 6498499"/>
                <a:gd name="connsiteY5-174" fmla="*/ 1188258 h 1302204"/>
                <a:gd name="connsiteX6-175" fmla="*/ 6216319 w 6498499"/>
                <a:gd name="connsiteY6-176" fmla="*/ 1302204 h 1302204"/>
                <a:gd name="connsiteX7-177" fmla="*/ 0 w 6498499"/>
                <a:gd name="connsiteY7-178" fmla="*/ 1302204 h 1302204"/>
                <a:gd name="connsiteX8-179" fmla="*/ 0 w 6498499"/>
                <a:gd name="connsiteY8-180" fmla="*/ 0 h 1302204"/>
                <a:gd name="connsiteX0-181" fmla="*/ 0 w 6216319"/>
                <a:gd name="connsiteY0-182" fmla="*/ 0 h 1302204"/>
                <a:gd name="connsiteX1-183" fmla="*/ 339865 w 6216319"/>
                <a:gd name="connsiteY1-184" fmla="*/ 184845 h 1302204"/>
                <a:gd name="connsiteX2-185" fmla="*/ 2265770 w 6216319"/>
                <a:gd name="connsiteY2-186" fmla="*/ 508527 h 1302204"/>
                <a:gd name="connsiteX3-187" fmla="*/ 3244906 w 6216319"/>
                <a:gd name="connsiteY3-188" fmla="*/ 492343 h 1302204"/>
                <a:gd name="connsiteX4-189" fmla="*/ 4628644 w 6216319"/>
                <a:gd name="connsiteY4-190" fmla="*/ 1034510 h 1302204"/>
                <a:gd name="connsiteX5-191" fmla="*/ 5356927 w 6216319"/>
                <a:gd name="connsiteY5-192" fmla="*/ 1188258 h 1302204"/>
                <a:gd name="connsiteX6-193" fmla="*/ 6216319 w 6216319"/>
                <a:gd name="connsiteY6-194" fmla="*/ 1302204 h 1302204"/>
                <a:gd name="connsiteX7-195" fmla="*/ 0 w 6216319"/>
                <a:gd name="connsiteY7-196" fmla="*/ 1302204 h 1302204"/>
                <a:gd name="connsiteX8-197" fmla="*/ 0 w 6216319"/>
                <a:gd name="connsiteY8-198" fmla="*/ 0 h 1302204"/>
                <a:gd name="connsiteX0-199" fmla="*/ 0 w 6216319"/>
                <a:gd name="connsiteY0-200" fmla="*/ 0 h 1302204"/>
                <a:gd name="connsiteX1-201" fmla="*/ 339865 w 6216319"/>
                <a:gd name="connsiteY1-202" fmla="*/ 184845 h 1302204"/>
                <a:gd name="connsiteX2-203" fmla="*/ 2265770 w 6216319"/>
                <a:gd name="connsiteY2-204" fmla="*/ 508527 h 1302204"/>
                <a:gd name="connsiteX3-205" fmla="*/ 3244906 w 6216319"/>
                <a:gd name="connsiteY3-206" fmla="*/ 492343 h 1302204"/>
                <a:gd name="connsiteX4-207" fmla="*/ 4628644 w 6216319"/>
                <a:gd name="connsiteY4-208" fmla="*/ 1034510 h 1302204"/>
                <a:gd name="connsiteX5-209" fmla="*/ 5356927 w 6216319"/>
                <a:gd name="connsiteY5-210" fmla="*/ 1188258 h 1302204"/>
                <a:gd name="connsiteX6-211" fmla="*/ 6216319 w 6216319"/>
                <a:gd name="connsiteY6-212" fmla="*/ 1302204 h 1302204"/>
                <a:gd name="connsiteX7-213" fmla="*/ 0 w 6216319"/>
                <a:gd name="connsiteY7-214" fmla="*/ 1302204 h 1302204"/>
                <a:gd name="connsiteX8-215" fmla="*/ 0 w 6216319"/>
                <a:gd name="connsiteY8-216" fmla="*/ 0 h 1302204"/>
                <a:gd name="connsiteX0-217" fmla="*/ 0 w 6216319"/>
                <a:gd name="connsiteY0-218" fmla="*/ 0 h 1302204"/>
                <a:gd name="connsiteX1-219" fmla="*/ 339865 w 6216319"/>
                <a:gd name="connsiteY1-220" fmla="*/ 184845 h 1302204"/>
                <a:gd name="connsiteX2-221" fmla="*/ 2265770 w 6216319"/>
                <a:gd name="connsiteY2-222" fmla="*/ 508527 h 1302204"/>
                <a:gd name="connsiteX3-223" fmla="*/ 3244906 w 6216319"/>
                <a:gd name="connsiteY3-224" fmla="*/ 492343 h 1302204"/>
                <a:gd name="connsiteX4-225" fmla="*/ 4628644 w 6216319"/>
                <a:gd name="connsiteY4-226" fmla="*/ 1034510 h 1302204"/>
                <a:gd name="connsiteX5-227" fmla="*/ 5356927 w 6216319"/>
                <a:gd name="connsiteY5-228" fmla="*/ 1188258 h 1302204"/>
                <a:gd name="connsiteX6-229" fmla="*/ 6216319 w 6216319"/>
                <a:gd name="connsiteY6-230" fmla="*/ 1302204 h 1302204"/>
                <a:gd name="connsiteX7-231" fmla="*/ 0 w 6216319"/>
                <a:gd name="connsiteY7-232" fmla="*/ 1302204 h 1302204"/>
                <a:gd name="connsiteX8-233" fmla="*/ 0 w 6216319"/>
                <a:gd name="connsiteY8-234" fmla="*/ 0 h 1302204"/>
                <a:gd name="connsiteX0-235" fmla="*/ 0 w 6216319"/>
                <a:gd name="connsiteY0-236" fmla="*/ 0 h 1302204"/>
                <a:gd name="connsiteX1-237" fmla="*/ 339865 w 6216319"/>
                <a:gd name="connsiteY1-238" fmla="*/ 184845 h 1302204"/>
                <a:gd name="connsiteX2-239" fmla="*/ 2265770 w 6216319"/>
                <a:gd name="connsiteY2-240" fmla="*/ 508527 h 1302204"/>
                <a:gd name="connsiteX3-241" fmla="*/ 3244906 w 6216319"/>
                <a:gd name="connsiteY3-242" fmla="*/ 492343 h 1302204"/>
                <a:gd name="connsiteX4-243" fmla="*/ 4628644 w 6216319"/>
                <a:gd name="connsiteY4-244" fmla="*/ 1034510 h 1302204"/>
                <a:gd name="connsiteX5-245" fmla="*/ 5356927 w 6216319"/>
                <a:gd name="connsiteY5-246" fmla="*/ 1188258 h 1302204"/>
                <a:gd name="connsiteX6-247" fmla="*/ 6216319 w 6216319"/>
                <a:gd name="connsiteY6-248" fmla="*/ 1302204 h 1302204"/>
                <a:gd name="connsiteX7-249" fmla="*/ 0 w 6216319"/>
                <a:gd name="connsiteY7-250" fmla="*/ 1302204 h 1302204"/>
                <a:gd name="connsiteX8-251" fmla="*/ 0 w 6216319"/>
                <a:gd name="connsiteY8-252" fmla="*/ 0 h 1302204"/>
                <a:gd name="connsiteX0-253" fmla="*/ 0 w 6216319"/>
                <a:gd name="connsiteY0-254" fmla="*/ 0 h 1302204"/>
                <a:gd name="connsiteX1-255" fmla="*/ 339865 w 6216319"/>
                <a:gd name="connsiteY1-256" fmla="*/ 184845 h 1302204"/>
                <a:gd name="connsiteX2-257" fmla="*/ 2265770 w 6216319"/>
                <a:gd name="connsiteY2-258" fmla="*/ 508527 h 1302204"/>
                <a:gd name="connsiteX3-259" fmla="*/ 3244906 w 6216319"/>
                <a:gd name="connsiteY3-260" fmla="*/ 492343 h 1302204"/>
                <a:gd name="connsiteX4-261" fmla="*/ 4628644 w 6216319"/>
                <a:gd name="connsiteY4-262" fmla="*/ 1034510 h 1302204"/>
                <a:gd name="connsiteX5-263" fmla="*/ 5356927 w 6216319"/>
                <a:gd name="connsiteY5-264" fmla="*/ 1188258 h 1302204"/>
                <a:gd name="connsiteX6-265" fmla="*/ 6216319 w 6216319"/>
                <a:gd name="connsiteY6-266" fmla="*/ 1302204 h 1302204"/>
                <a:gd name="connsiteX7-267" fmla="*/ 0 w 6216319"/>
                <a:gd name="connsiteY7-268" fmla="*/ 1302204 h 1302204"/>
                <a:gd name="connsiteX8-269" fmla="*/ 0 w 6216319"/>
                <a:gd name="connsiteY8-270" fmla="*/ 0 h 1302204"/>
                <a:gd name="connsiteX0-271" fmla="*/ 0 w 6216319"/>
                <a:gd name="connsiteY0-272" fmla="*/ 0 h 1302204"/>
                <a:gd name="connsiteX1-273" fmla="*/ 339865 w 6216319"/>
                <a:gd name="connsiteY1-274" fmla="*/ 184845 h 1302204"/>
                <a:gd name="connsiteX2-275" fmla="*/ 2265770 w 6216319"/>
                <a:gd name="connsiteY2-276" fmla="*/ 508527 h 1302204"/>
                <a:gd name="connsiteX3-277" fmla="*/ 3244906 w 6216319"/>
                <a:gd name="connsiteY3-278" fmla="*/ 492343 h 1302204"/>
                <a:gd name="connsiteX4-279" fmla="*/ 4628644 w 6216319"/>
                <a:gd name="connsiteY4-280" fmla="*/ 1034510 h 1302204"/>
                <a:gd name="connsiteX5-281" fmla="*/ 5356927 w 6216319"/>
                <a:gd name="connsiteY5-282" fmla="*/ 1188258 h 1302204"/>
                <a:gd name="connsiteX6-283" fmla="*/ 6216319 w 6216319"/>
                <a:gd name="connsiteY6-284" fmla="*/ 1302204 h 1302204"/>
                <a:gd name="connsiteX7-285" fmla="*/ 0 w 6216319"/>
                <a:gd name="connsiteY7-286" fmla="*/ 1302204 h 1302204"/>
                <a:gd name="connsiteX8-287" fmla="*/ 0 w 6216319"/>
                <a:gd name="connsiteY8-288" fmla="*/ 0 h 1302204"/>
                <a:gd name="connsiteX0-289" fmla="*/ 0 w 6216319"/>
                <a:gd name="connsiteY0-290" fmla="*/ 0 h 1302204"/>
                <a:gd name="connsiteX1-291" fmla="*/ 339865 w 6216319"/>
                <a:gd name="connsiteY1-292" fmla="*/ 184845 h 1302204"/>
                <a:gd name="connsiteX2-293" fmla="*/ 2265770 w 6216319"/>
                <a:gd name="connsiteY2-294" fmla="*/ 508527 h 1302204"/>
                <a:gd name="connsiteX3-295" fmla="*/ 3244906 w 6216319"/>
                <a:gd name="connsiteY3-296" fmla="*/ 492343 h 1302204"/>
                <a:gd name="connsiteX4-297" fmla="*/ 4628644 w 6216319"/>
                <a:gd name="connsiteY4-298" fmla="*/ 1034510 h 1302204"/>
                <a:gd name="connsiteX5-299" fmla="*/ 5356927 w 6216319"/>
                <a:gd name="connsiteY5-300" fmla="*/ 1188258 h 1302204"/>
                <a:gd name="connsiteX6-301" fmla="*/ 6216319 w 6216319"/>
                <a:gd name="connsiteY6-302" fmla="*/ 1302204 h 1302204"/>
                <a:gd name="connsiteX7-303" fmla="*/ 0 w 6216319"/>
                <a:gd name="connsiteY7-304" fmla="*/ 1302204 h 1302204"/>
                <a:gd name="connsiteX8-305" fmla="*/ 0 w 6216319"/>
                <a:gd name="connsiteY8-306" fmla="*/ 0 h 1302204"/>
                <a:gd name="connsiteX0-307" fmla="*/ 0 w 6216319"/>
                <a:gd name="connsiteY0-308" fmla="*/ 0 h 1302204"/>
                <a:gd name="connsiteX1-309" fmla="*/ 339865 w 6216319"/>
                <a:gd name="connsiteY1-310" fmla="*/ 184845 h 1302204"/>
                <a:gd name="connsiteX2-311" fmla="*/ 2265770 w 6216319"/>
                <a:gd name="connsiteY2-312" fmla="*/ 508527 h 1302204"/>
                <a:gd name="connsiteX3-313" fmla="*/ 3244906 w 6216319"/>
                <a:gd name="connsiteY3-314" fmla="*/ 492343 h 1302204"/>
                <a:gd name="connsiteX4-315" fmla="*/ 4628644 w 6216319"/>
                <a:gd name="connsiteY4-316" fmla="*/ 1034510 h 1302204"/>
                <a:gd name="connsiteX5-317" fmla="*/ 5356927 w 6216319"/>
                <a:gd name="connsiteY5-318" fmla="*/ 1188258 h 1302204"/>
                <a:gd name="connsiteX6-319" fmla="*/ 6216319 w 6216319"/>
                <a:gd name="connsiteY6-320" fmla="*/ 1302204 h 1302204"/>
                <a:gd name="connsiteX7-321" fmla="*/ 0 w 6216319"/>
                <a:gd name="connsiteY7-322" fmla="*/ 1302204 h 1302204"/>
                <a:gd name="connsiteX8-323" fmla="*/ 0 w 6216319"/>
                <a:gd name="connsiteY8-324" fmla="*/ 0 h 1302204"/>
                <a:gd name="connsiteX0-325" fmla="*/ 0 w 6216319"/>
                <a:gd name="connsiteY0-326" fmla="*/ 0 h 1302204"/>
                <a:gd name="connsiteX1-327" fmla="*/ 339865 w 6216319"/>
                <a:gd name="connsiteY1-328" fmla="*/ 184845 h 1302204"/>
                <a:gd name="connsiteX2-329" fmla="*/ 2265770 w 6216319"/>
                <a:gd name="connsiteY2-330" fmla="*/ 508527 h 1302204"/>
                <a:gd name="connsiteX3-331" fmla="*/ 3244906 w 6216319"/>
                <a:gd name="connsiteY3-332" fmla="*/ 492343 h 1302204"/>
                <a:gd name="connsiteX4-333" fmla="*/ 4628644 w 6216319"/>
                <a:gd name="connsiteY4-334" fmla="*/ 1034510 h 1302204"/>
                <a:gd name="connsiteX5-335" fmla="*/ 5356927 w 6216319"/>
                <a:gd name="connsiteY5-336" fmla="*/ 1188258 h 1302204"/>
                <a:gd name="connsiteX6-337" fmla="*/ 6216319 w 6216319"/>
                <a:gd name="connsiteY6-338" fmla="*/ 1302204 h 1302204"/>
                <a:gd name="connsiteX7-339" fmla="*/ 0 w 6216319"/>
                <a:gd name="connsiteY7-340" fmla="*/ 1302204 h 1302204"/>
                <a:gd name="connsiteX8-341" fmla="*/ 0 w 6216319"/>
                <a:gd name="connsiteY8-342" fmla="*/ 0 h 1302204"/>
                <a:gd name="connsiteX0-343" fmla="*/ 0 w 6216319"/>
                <a:gd name="connsiteY0-344" fmla="*/ 0 h 1302204"/>
                <a:gd name="connsiteX1-345" fmla="*/ 339865 w 6216319"/>
                <a:gd name="connsiteY1-346" fmla="*/ 184845 h 1302204"/>
                <a:gd name="connsiteX2-347" fmla="*/ 2265770 w 6216319"/>
                <a:gd name="connsiteY2-348" fmla="*/ 508527 h 1302204"/>
                <a:gd name="connsiteX3-349" fmla="*/ 3244906 w 6216319"/>
                <a:gd name="connsiteY3-350" fmla="*/ 492343 h 1302204"/>
                <a:gd name="connsiteX4-351" fmla="*/ 4628644 w 6216319"/>
                <a:gd name="connsiteY4-352" fmla="*/ 1034510 h 1302204"/>
                <a:gd name="connsiteX5-353" fmla="*/ 5356927 w 6216319"/>
                <a:gd name="connsiteY5-354" fmla="*/ 1188258 h 1302204"/>
                <a:gd name="connsiteX6-355" fmla="*/ 6216319 w 6216319"/>
                <a:gd name="connsiteY6-356" fmla="*/ 1302204 h 1302204"/>
                <a:gd name="connsiteX7-357" fmla="*/ 0 w 6216319"/>
                <a:gd name="connsiteY7-358" fmla="*/ 1302204 h 1302204"/>
                <a:gd name="connsiteX8-359" fmla="*/ 0 w 6216319"/>
                <a:gd name="connsiteY8-360" fmla="*/ 0 h 1302204"/>
                <a:gd name="connsiteX0-361" fmla="*/ 0 w 6216319"/>
                <a:gd name="connsiteY0-362" fmla="*/ 0 h 1302204"/>
                <a:gd name="connsiteX1-363" fmla="*/ 339865 w 6216319"/>
                <a:gd name="connsiteY1-364" fmla="*/ 184845 h 1302204"/>
                <a:gd name="connsiteX2-365" fmla="*/ 2265770 w 6216319"/>
                <a:gd name="connsiteY2-366" fmla="*/ 508527 h 1302204"/>
                <a:gd name="connsiteX3-367" fmla="*/ 3244906 w 6216319"/>
                <a:gd name="connsiteY3-368" fmla="*/ 492343 h 1302204"/>
                <a:gd name="connsiteX4-369" fmla="*/ 4628644 w 6216319"/>
                <a:gd name="connsiteY4-370" fmla="*/ 1034510 h 1302204"/>
                <a:gd name="connsiteX5-371" fmla="*/ 5356927 w 6216319"/>
                <a:gd name="connsiteY5-372" fmla="*/ 1188258 h 1302204"/>
                <a:gd name="connsiteX6-373" fmla="*/ 6216319 w 6216319"/>
                <a:gd name="connsiteY6-374" fmla="*/ 1302204 h 1302204"/>
                <a:gd name="connsiteX7-375" fmla="*/ 0 w 6216319"/>
                <a:gd name="connsiteY7-376" fmla="*/ 1302204 h 1302204"/>
                <a:gd name="connsiteX8-377" fmla="*/ 0 w 6216319"/>
                <a:gd name="connsiteY8-378" fmla="*/ 0 h 1302204"/>
                <a:gd name="connsiteX0-379" fmla="*/ 0 w 6216319"/>
                <a:gd name="connsiteY0-380" fmla="*/ 0 h 1302204"/>
                <a:gd name="connsiteX1-381" fmla="*/ 339865 w 6216319"/>
                <a:gd name="connsiteY1-382" fmla="*/ 184845 h 1302204"/>
                <a:gd name="connsiteX2-383" fmla="*/ 2265770 w 6216319"/>
                <a:gd name="connsiteY2-384" fmla="*/ 508527 h 1302204"/>
                <a:gd name="connsiteX3-385" fmla="*/ 3244906 w 6216319"/>
                <a:gd name="connsiteY3-386" fmla="*/ 492343 h 1302204"/>
                <a:gd name="connsiteX4-387" fmla="*/ 4628644 w 6216319"/>
                <a:gd name="connsiteY4-388" fmla="*/ 1034510 h 1302204"/>
                <a:gd name="connsiteX5-389" fmla="*/ 5356927 w 6216319"/>
                <a:gd name="connsiteY5-390" fmla="*/ 1188258 h 1302204"/>
                <a:gd name="connsiteX6-391" fmla="*/ 6216319 w 6216319"/>
                <a:gd name="connsiteY6-392" fmla="*/ 1302204 h 1302204"/>
                <a:gd name="connsiteX7-393" fmla="*/ 0 w 6216319"/>
                <a:gd name="connsiteY7-394" fmla="*/ 1302204 h 1302204"/>
                <a:gd name="connsiteX8-395" fmla="*/ 0 w 6216319"/>
                <a:gd name="connsiteY8-396" fmla="*/ 0 h 1302204"/>
                <a:gd name="connsiteX0-397" fmla="*/ 0 w 6216319"/>
                <a:gd name="connsiteY0-398" fmla="*/ 147589 h 1449793"/>
                <a:gd name="connsiteX1-399" fmla="*/ 339865 w 6216319"/>
                <a:gd name="connsiteY1-400" fmla="*/ 332434 h 1449793"/>
                <a:gd name="connsiteX2-401" fmla="*/ 2265770 w 6216319"/>
                <a:gd name="connsiteY2-402" fmla="*/ 656116 h 1449793"/>
                <a:gd name="connsiteX3-403" fmla="*/ 3244906 w 6216319"/>
                <a:gd name="connsiteY3-404" fmla="*/ 639932 h 1449793"/>
                <a:gd name="connsiteX4-405" fmla="*/ 4628644 w 6216319"/>
                <a:gd name="connsiteY4-406" fmla="*/ 1182099 h 1449793"/>
                <a:gd name="connsiteX5-407" fmla="*/ 5356927 w 6216319"/>
                <a:gd name="connsiteY5-408" fmla="*/ 1335847 h 1449793"/>
                <a:gd name="connsiteX6-409" fmla="*/ 6216319 w 6216319"/>
                <a:gd name="connsiteY6-410" fmla="*/ 1449793 h 1449793"/>
                <a:gd name="connsiteX7-411" fmla="*/ 0 w 6216319"/>
                <a:gd name="connsiteY7-412" fmla="*/ 1449793 h 1449793"/>
                <a:gd name="connsiteX8-413" fmla="*/ 0 w 6216319"/>
                <a:gd name="connsiteY8-414" fmla="*/ 147589 h 1449793"/>
                <a:gd name="connsiteX0-415" fmla="*/ 0 w 6216319"/>
                <a:gd name="connsiteY0-416" fmla="*/ 121021 h 1423225"/>
                <a:gd name="connsiteX1-417" fmla="*/ 339865 w 6216319"/>
                <a:gd name="connsiteY1-418" fmla="*/ 305866 h 1423225"/>
                <a:gd name="connsiteX2-419" fmla="*/ 2265770 w 6216319"/>
                <a:gd name="connsiteY2-420" fmla="*/ 629548 h 1423225"/>
                <a:gd name="connsiteX3-421" fmla="*/ 3244906 w 6216319"/>
                <a:gd name="connsiteY3-422" fmla="*/ 613364 h 1423225"/>
                <a:gd name="connsiteX4-423" fmla="*/ 4628644 w 6216319"/>
                <a:gd name="connsiteY4-424" fmla="*/ 1155531 h 1423225"/>
                <a:gd name="connsiteX5-425" fmla="*/ 5356927 w 6216319"/>
                <a:gd name="connsiteY5-426" fmla="*/ 1309279 h 1423225"/>
                <a:gd name="connsiteX6-427" fmla="*/ 6216319 w 6216319"/>
                <a:gd name="connsiteY6-428" fmla="*/ 1423225 h 1423225"/>
                <a:gd name="connsiteX7-429" fmla="*/ 0 w 6216319"/>
                <a:gd name="connsiteY7-430" fmla="*/ 1423225 h 1423225"/>
                <a:gd name="connsiteX8-431" fmla="*/ 0 w 6216319"/>
                <a:gd name="connsiteY8-432" fmla="*/ 121021 h 1423225"/>
                <a:gd name="connsiteX0-433" fmla="*/ 0 w 6216319"/>
                <a:gd name="connsiteY0-434" fmla="*/ 121021 h 1423225"/>
                <a:gd name="connsiteX1-435" fmla="*/ 339865 w 6216319"/>
                <a:gd name="connsiteY1-436" fmla="*/ 305866 h 1423225"/>
                <a:gd name="connsiteX2-437" fmla="*/ 2265770 w 6216319"/>
                <a:gd name="connsiteY2-438" fmla="*/ 629548 h 1423225"/>
                <a:gd name="connsiteX3-439" fmla="*/ 3244906 w 6216319"/>
                <a:gd name="connsiteY3-440" fmla="*/ 613364 h 1423225"/>
                <a:gd name="connsiteX4-441" fmla="*/ 4628644 w 6216319"/>
                <a:gd name="connsiteY4-442" fmla="*/ 1155531 h 1423225"/>
                <a:gd name="connsiteX5-443" fmla="*/ 5356927 w 6216319"/>
                <a:gd name="connsiteY5-444" fmla="*/ 1309279 h 1423225"/>
                <a:gd name="connsiteX6-445" fmla="*/ 6216319 w 6216319"/>
                <a:gd name="connsiteY6-446" fmla="*/ 1423225 h 1423225"/>
                <a:gd name="connsiteX7-447" fmla="*/ 0 w 6216319"/>
                <a:gd name="connsiteY7-448" fmla="*/ 1423225 h 1423225"/>
                <a:gd name="connsiteX8-449" fmla="*/ 0 w 6216319"/>
                <a:gd name="connsiteY8-450" fmla="*/ 121021 h 1423225"/>
                <a:gd name="connsiteX0-451" fmla="*/ 0 w 6216319"/>
                <a:gd name="connsiteY0-452" fmla="*/ 140194 h 1442398"/>
                <a:gd name="connsiteX1-453" fmla="*/ 339865 w 6216319"/>
                <a:gd name="connsiteY1-454" fmla="*/ 325039 h 1442398"/>
                <a:gd name="connsiteX2-455" fmla="*/ 2265770 w 6216319"/>
                <a:gd name="connsiteY2-456" fmla="*/ 648721 h 1442398"/>
                <a:gd name="connsiteX3-457" fmla="*/ 3244906 w 6216319"/>
                <a:gd name="connsiteY3-458" fmla="*/ 632537 h 1442398"/>
                <a:gd name="connsiteX4-459" fmla="*/ 4628644 w 6216319"/>
                <a:gd name="connsiteY4-460" fmla="*/ 1174704 h 1442398"/>
                <a:gd name="connsiteX5-461" fmla="*/ 5356927 w 6216319"/>
                <a:gd name="connsiteY5-462" fmla="*/ 1328452 h 1442398"/>
                <a:gd name="connsiteX6-463" fmla="*/ 6216319 w 6216319"/>
                <a:gd name="connsiteY6-464" fmla="*/ 1442398 h 1442398"/>
                <a:gd name="connsiteX7-465" fmla="*/ 0 w 6216319"/>
                <a:gd name="connsiteY7-466" fmla="*/ 1442398 h 1442398"/>
                <a:gd name="connsiteX8-467" fmla="*/ 0 w 6216319"/>
                <a:gd name="connsiteY8-468" fmla="*/ 140194 h 1442398"/>
                <a:gd name="connsiteX0-469" fmla="*/ 0 w 6216319"/>
                <a:gd name="connsiteY0-470" fmla="*/ 140194 h 1442398"/>
                <a:gd name="connsiteX1-471" fmla="*/ 339865 w 6216319"/>
                <a:gd name="connsiteY1-472" fmla="*/ 325039 h 1442398"/>
                <a:gd name="connsiteX2-473" fmla="*/ 2265770 w 6216319"/>
                <a:gd name="connsiteY2-474" fmla="*/ 648721 h 1442398"/>
                <a:gd name="connsiteX3-475" fmla="*/ 3244906 w 6216319"/>
                <a:gd name="connsiteY3-476" fmla="*/ 632537 h 1442398"/>
                <a:gd name="connsiteX4-477" fmla="*/ 4628644 w 6216319"/>
                <a:gd name="connsiteY4-478" fmla="*/ 1174704 h 1442398"/>
                <a:gd name="connsiteX5-479" fmla="*/ 5356927 w 6216319"/>
                <a:gd name="connsiteY5-480" fmla="*/ 1328452 h 1442398"/>
                <a:gd name="connsiteX6-481" fmla="*/ 6216319 w 6216319"/>
                <a:gd name="connsiteY6-482" fmla="*/ 1442398 h 1442398"/>
                <a:gd name="connsiteX7-483" fmla="*/ 0 w 6216319"/>
                <a:gd name="connsiteY7-484" fmla="*/ 1442398 h 1442398"/>
                <a:gd name="connsiteX8-485" fmla="*/ 0 w 6216319"/>
                <a:gd name="connsiteY8-486" fmla="*/ 140194 h 1442398"/>
                <a:gd name="connsiteX0-487" fmla="*/ 0 w 6216319"/>
                <a:gd name="connsiteY0-488" fmla="*/ 34944 h 1337148"/>
                <a:gd name="connsiteX1-489" fmla="*/ 339865 w 6216319"/>
                <a:gd name="connsiteY1-490" fmla="*/ 219789 h 1337148"/>
                <a:gd name="connsiteX2-491" fmla="*/ 2265770 w 6216319"/>
                <a:gd name="connsiteY2-492" fmla="*/ 543471 h 1337148"/>
                <a:gd name="connsiteX3-493" fmla="*/ 3244906 w 6216319"/>
                <a:gd name="connsiteY3-494" fmla="*/ 527287 h 1337148"/>
                <a:gd name="connsiteX4-495" fmla="*/ 4628644 w 6216319"/>
                <a:gd name="connsiteY4-496" fmla="*/ 1069454 h 1337148"/>
                <a:gd name="connsiteX5-497" fmla="*/ 5356927 w 6216319"/>
                <a:gd name="connsiteY5-498" fmla="*/ 1223202 h 1337148"/>
                <a:gd name="connsiteX6-499" fmla="*/ 6216319 w 6216319"/>
                <a:gd name="connsiteY6-500" fmla="*/ 1337148 h 1337148"/>
                <a:gd name="connsiteX7-501" fmla="*/ 0 w 6216319"/>
                <a:gd name="connsiteY7-502" fmla="*/ 1337148 h 1337148"/>
                <a:gd name="connsiteX8-503" fmla="*/ 0 w 6216319"/>
                <a:gd name="connsiteY8-504" fmla="*/ 34944 h 1337148"/>
                <a:gd name="connsiteX0-505" fmla="*/ 0 w 6216319"/>
                <a:gd name="connsiteY0-506" fmla="*/ 44896 h 1347100"/>
                <a:gd name="connsiteX1-507" fmla="*/ 339865 w 6216319"/>
                <a:gd name="connsiteY1-508" fmla="*/ 229741 h 1347100"/>
                <a:gd name="connsiteX2-509" fmla="*/ 2265770 w 6216319"/>
                <a:gd name="connsiteY2-510" fmla="*/ 553423 h 1347100"/>
                <a:gd name="connsiteX3-511" fmla="*/ 3244906 w 6216319"/>
                <a:gd name="connsiteY3-512" fmla="*/ 537239 h 1347100"/>
                <a:gd name="connsiteX4-513" fmla="*/ 4628644 w 6216319"/>
                <a:gd name="connsiteY4-514" fmla="*/ 1079406 h 1347100"/>
                <a:gd name="connsiteX5-515" fmla="*/ 5356927 w 6216319"/>
                <a:gd name="connsiteY5-516" fmla="*/ 1233154 h 1347100"/>
                <a:gd name="connsiteX6-517" fmla="*/ 6216319 w 6216319"/>
                <a:gd name="connsiteY6-518" fmla="*/ 1347100 h 1347100"/>
                <a:gd name="connsiteX7-519" fmla="*/ 0 w 6216319"/>
                <a:gd name="connsiteY7-520" fmla="*/ 1347100 h 1347100"/>
                <a:gd name="connsiteX8-521" fmla="*/ 0 w 6216319"/>
                <a:gd name="connsiteY8-522" fmla="*/ 44896 h 1347100"/>
                <a:gd name="connsiteX0-523" fmla="*/ 0 w 6216319"/>
                <a:gd name="connsiteY0-524" fmla="*/ 44896 h 1347100"/>
                <a:gd name="connsiteX1-525" fmla="*/ 339865 w 6216319"/>
                <a:gd name="connsiteY1-526" fmla="*/ 229741 h 1347100"/>
                <a:gd name="connsiteX2-527" fmla="*/ 2265770 w 6216319"/>
                <a:gd name="connsiteY2-528" fmla="*/ 553423 h 1347100"/>
                <a:gd name="connsiteX3-529" fmla="*/ 3244906 w 6216319"/>
                <a:gd name="connsiteY3-530" fmla="*/ 537239 h 1347100"/>
                <a:gd name="connsiteX4-531" fmla="*/ 4628644 w 6216319"/>
                <a:gd name="connsiteY4-532" fmla="*/ 1079406 h 1347100"/>
                <a:gd name="connsiteX5-533" fmla="*/ 5356927 w 6216319"/>
                <a:gd name="connsiteY5-534" fmla="*/ 1233154 h 1347100"/>
                <a:gd name="connsiteX6-535" fmla="*/ 6216319 w 6216319"/>
                <a:gd name="connsiteY6-536" fmla="*/ 1347100 h 1347100"/>
                <a:gd name="connsiteX7-537" fmla="*/ 0 w 6216319"/>
                <a:gd name="connsiteY7-538" fmla="*/ 1347100 h 1347100"/>
                <a:gd name="connsiteX8-539" fmla="*/ 0 w 6216319"/>
                <a:gd name="connsiteY8-540" fmla="*/ 44896 h 1347100"/>
                <a:gd name="connsiteX0-541" fmla="*/ 0 w 6216319"/>
                <a:gd name="connsiteY0-542" fmla="*/ 530 h 1302734"/>
                <a:gd name="connsiteX1-543" fmla="*/ 339865 w 6216319"/>
                <a:gd name="connsiteY1-544" fmla="*/ 185375 h 1302734"/>
                <a:gd name="connsiteX2-545" fmla="*/ 2265770 w 6216319"/>
                <a:gd name="connsiteY2-546" fmla="*/ 509057 h 1302734"/>
                <a:gd name="connsiteX3-547" fmla="*/ 3244906 w 6216319"/>
                <a:gd name="connsiteY3-548" fmla="*/ 492873 h 1302734"/>
                <a:gd name="connsiteX4-549" fmla="*/ 4628644 w 6216319"/>
                <a:gd name="connsiteY4-550" fmla="*/ 1035040 h 1302734"/>
                <a:gd name="connsiteX5-551" fmla="*/ 5356927 w 6216319"/>
                <a:gd name="connsiteY5-552" fmla="*/ 1188788 h 1302734"/>
                <a:gd name="connsiteX6-553" fmla="*/ 6216319 w 6216319"/>
                <a:gd name="connsiteY6-554" fmla="*/ 1302734 h 1302734"/>
                <a:gd name="connsiteX7-555" fmla="*/ 0 w 6216319"/>
                <a:gd name="connsiteY7-556" fmla="*/ 1302734 h 1302734"/>
                <a:gd name="connsiteX8-557" fmla="*/ 0 w 6216319"/>
                <a:gd name="connsiteY8-558" fmla="*/ 530 h 1302734"/>
                <a:gd name="connsiteX0-559" fmla="*/ 0 w 6216319"/>
                <a:gd name="connsiteY0-560" fmla="*/ 20163 h 1322367"/>
                <a:gd name="connsiteX1-561" fmla="*/ 2265770 w 6216319"/>
                <a:gd name="connsiteY1-562" fmla="*/ 528690 h 1322367"/>
                <a:gd name="connsiteX2-563" fmla="*/ 3244906 w 6216319"/>
                <a:gd name="connsiteY2-564" fmla="*/ 512506 h 1322367"/>
                <a:gd name="connsiteX3-565" fmla="*/ 4628644 w 6216319"/>
                <a:gd name="connsiteY3-566" fmla="*/ 1054673 h 1322367"/>
                <a:gd name="connsiteX4-567" fmla="*/ 5356927 w 6216319"/>
                <a:gd name="connsiteY4-568" fmla="*/ 1208421 h 1322367"/>
                <a:gd name="connsiteX5-569" fmla="*/ 6216319 w 6216319"/>
                <a:gd name="connsiteY5-570" fmla="*/ 1322367 h 1322367"/>
                <a:gd name="connsiteX6-571" fmla="*/ 0 w 6216319"/>
                <a:gd name="connsiteY6-572" fmla="*/ 1322367 h 1322367"/>
                <a:gd name="connsiteX7-573" fmla="*/ 0 w 6216319"/>
                <a:gd name="connsiteY7-574" fmla="*/ 20163 h 1322367"/>
                <a:gd name="connsiteX0-575" fmla="*/ 0 w 6216319"/>
                <a:gd name="connsiteY0-576" fmla="*/ 105646 h 1407850"/>
                <a:gd name="connsiteX1-577" fmla="*/ 477430 w 6216319"/>
                <a:gd name="connsiteY1-578" fmla="*/ 136745 h 1407850"/>
                <a:gd name="connsiteX2-579" fmla="*/ 2265770 w 6216319"/>
                <a:gd name="connsiteY2-580" fmla="*/ 614173 h 1407850"/>
                <a:gd name="connsiteX3-581" fmla="*/ 3244906 w 6216319"/>
                <a:gd name="connsiteY3-582" fmla="*/ 597989 h 1407850"/>
                <a:gd name="connsiteX4-583" fmla="*/ 4628644 w 6216319"/>
                <a:gd name="connsiteY4-584" fmla="*/ 1140156 h 1407850"/>
                <a:gd name="connsiteX5-585" fmla="*/ 5356927 w 6216319"/>
                <a:gd name="connsiteY5-586" fmla="*/ 1293904 h 1407850"/>
                <a:gd name="connsiteX6-587" fmla="*/ 6216319 w 6216319"/>
                <a:gd name="connsiteY6-588" fmla="*/ 1407850 h 1407850"/>
                <a:gd name="connsiteX7-589" fmla="*/ 0 w 6216319"/>
                <a:gd name="connsiteY7-590" fmla="*/ 1407850 h 1407850"/>
                <a:gd name="connsiteX8-591" fmla="*/ 0 w 6216319"/>
                <a:gd name="connsiteY8-592" fmla="*/ 105646 h 1407850"/>
                <a:gd name="connsiteX0-593" fmla="*/ 0 w 6216319"/>
                <a:gd name="connsiteY0-594" fmla="*/ 71230 h 1373434"/>
                <a:gd name="connsiteX1-595" fmla="*/ 323681 w 6216319"/>
                <a:gd name="connsiteY1-596" fmla="*/ 264170 h 1373434"/>
                <a:gd name="connsiteX2-597" fmla="*/ 2265770 w 6216319"/>
                <a:gd name="connsiteY2-598" fmla="*/ 579757 h 1373434"/>
                <a:gd name="connsiteX3-599" fmla="*/ 3244906 w 6216319"/>
                <a:gd name="connsiteY3-600" fmla="*/ 563573 h 1373434"/>
                <a:gd name="connsiteX4-601" fmla="*/ 4628644 w 6216319"/>
                <a:gd name="connsiteY4-602" fmla="*/ 1105740 h 1373434"/>
                <a:gd name="connsiteX5-603" fmla="*/ 5356927 w 6216319"/>
                <a:gd name="connsiteY5-604" fmla="*/ 1259488 h 1373434"/>
                <a:gd name="connsiteX6-605" fmla="*/ 6216319 w 6216319"/>
                <a:gd name="connsiteY6-606" fmla="*/ 1373434 h 1373434"/>
                <a:gd name="connsiteX7-607" fmla="*/ 0 w 6216319"/>
                <a:gd name="connsiteY7-608" fmla="*/ 1373434 h 1373434"/>
                <a:gd name="connsiteX8-609" fmla="*/ 0 w 6216319"/>
                <a:gd name="connsiteY8-610" fmla="*/ 71230 h 1373434"/>
                <a:gd name="connsiteX0-611" fmla="*/ 0 w 6216319"/>
                <a:gd name="connsiteY0-612" fmla="*/ 71230 h 1373434"/>
                <a:gd name="connsiteX1-613" fmla="*/ 323681 w 6216319"/>
                <a:gd name="connsiteY1-614" fmla="*/ 264170 h 1373434"/>
                <a:gd name="connsiteX2-615" fmla="*/ 2265770 w 6216319"/>
                <a:gd name="connsiteY2-616" fmla="*/ 579757 h 1373434"/>
                <a:gd name="connsiteX3-617" fmla="*/ 3244906 w 6216319"/>
                <a:gd name="connsiteY3-618" fmla="*/ 563573 h 1373434"/>
                <a:gd name="connsiteX4-619" fmla="*/ 4628644 w 6216319"/>
                <a:gd name="connsiteY4-620" fmla="*/ 1105740 h 1373434"/>
                <a:gd name="connsiteX5-621" fmla="*/ 5356927 w 6216319"/>
                <a:gd name="connsiteY5-622" fmla="*/ 1259488 h 1373434"/>
                <a:gd name="connsiteX6-623" fmla="*/ 6216319 w 6216319"/>
                <a:gd name="connsiteY6-624" fmla="*/ 1373434 h 1373434"/>
                <a:gd name="connsiteX7-625" fmla="*/ 0 w 6216319"/>
                <a:gd name="connsiteY7-626" fmla="*/ 1373434 h 1373434"/>
                <a:gd name="connsiteX8-627" fmla="*/ 0 w 6216319"/>
                <a:gd name="connsiteY8-628" fmla="*/ 71230 h 1373434"/>
                <a:gd name="connsiteX0-629" fmla="*/ 0 w 6216319"/>
                <a:gd name="connsiteY0-630" fmla="*/ 147399 h 1449603"/>
                <a:gd name="connsiteX1-631" fmla="*/ 323681 w 6216319"/>
                <a:gd name="connsiteY1-632" fmla="*/ 340339 h 1449603"/>
                <a:gd name="connsiteX2-633" fmla="*/ 2265770 w 6216319"/>
                <a:gd name="connsiteY2-634" fmla="*/ 655926 h 1449603"/>
                <a:gd name="connsiteX3-635" fmla="*/ 3244906 w 6216319"/>
                <a:gd name="connsiteY3-636" fmla="*/ 639742 h 1449603"/>
                <a:gd name="connsiteX4-637" fmla="*/ 4628644 w 6216319"/>
                <a:gd name="connsiteY4-638" fmla="*/ 1181909 h 1449603"/>
                <a:gd name="connsiteX5-639" fmla="*/ 5356927 w 6216319"/>
                <a:gd name="connsiteY5-640" fmla="*/ 1335657 h 1449603"/>
                <a:gd name="connsiteX6-641" fmla="*/ 6216319 w 6216319"/>
                <a:gd name="connsiteY6-642" fmla="*/ 1449603 h 1449603"/>
                <a:gd name="connsiteX7-643" fmla="*/ 0 w 6216319"/>
                <a:gd name="connsiteY7-644" fmla="*/ 1449603 h 1449603"/>
                <a:gd name="connsiteX8-645" fmla="*/ 0 w 6216319"/>
                <a:gd name="connsiteY8-646" fmla="*/ 147399 h 1449603"/>
                <a:gd name="connsiteX0-647" fmla="*/ 0 w 6216319"/>
                <a:gd name="connsiteY0-648" fmla="*/ 147399 h 1449603"/>
                <a:gd name="connsiteX1-649" fmla="*/ 323681 w 6216319"/>
                <a:gd name="connsiteY1-650" fmla="*/ 340339 h 1449603"/>
                <a:gd name="connsiteX2-651" fmla="*/ 2265770 w 6216319"/>
                <a:gd name="connsiteY2-652" fmla="*/ 655926 h 1449603"/>
                <a:gd name="connsiteX3-653" fmla="*/ 3244906 w 6216319"/>
                <a:gd name="connsiteY3-654" fmla="*/ 639742 h 1449603"/>
                <a:gd name="connsiteX4-655" fmla="*/ 4628644 w 6216319"/>
                <a:gd name="connsiteY4-656" fmla="*/ 1181909 h 1449603"/>
                <a:gd name="connsiteX5-657" fmla="*/ 5356927 w 6216319"/>
                <a:gd name="connsiteY5-658" fmla="*/ 1335657 h 1449603"/>
                <a:gd name="connsiteX6-659" fmla="*/ 6216319 w 6216319"/>
                <a:gd name="connsiteY6-660" fmla="*/ 1449603 h 1449603"/>
                <a:gd name="connsiteX7-661" fmla="*/ 0 w 6216319"/>
                <a:gd name="connsiteY7-662" fmla="*/ 1449603 h 1449603"/>
                <a:gd name="connsiteX8-663" fmla="*/ 0 w 6216319"/>
                <a:gd name="connsiteY8-664" fmla="*/ 147399 h 1449603"/>
                <a:gd name="connsiteX0-665" fmla="*/ 0 w 6216319"/>
                <a:gd name="connsiteY0-666" fmla="*/ 147399 h 1449603"/>
                <a:gd name="connsiteX1-667" fmla="*/ 323681 w 6216319"/>
                <a:gd name="connsiteY1-668" fmla="*/ 340339 h 1449603"/>
                <a:gd name="connsiteX2-669" fmla="*/ 2265770 w 6216319"/>
                <a:gd name="connsiteY2-670" fmla="*/ 655926 h 1449603"/>
                <a:gd name="connsiteX3-671" fmla="*/ 3244906 w 6216319"/>
                <a:gd name="connsiteY3-672" fmla="*/ 639742 h 1449603"/>
                <a:gd name="connsiteX4-673" fmla="*/ 4628644 w 6216319"/>
                <a:gd name="connsiteY4-674" fmla="*/ 1181909 h 1449603"/>
                <a:gd name="connsiteX5-675" fmla="*/ 5356927 w 6216319"/>
                <a:gd name="connsiteY5-676" fmla="*/ 1335657 h 1449603"/>
                <a:gd name="connsiteX6-677" fmla="*/ 6216319 w 6216319"/>
                <a:gd name="connsiteY6-678" fmla="*/ 1449603 h 1449603"/>
                <a:gd name="connsiteX7-679" fmla="*/ 0 w 6216319"/>
                <a:gd name="connsiteY7-680" fmla="*/ 1449603 h 1449603"/>
                <a:gd name="connsiteX8-681" fmla="*/ 0 w 6216319"/>
                <a:gd name="connsiteY8-682" fmla="*/ 147399 h 1449603"/>
                <a:gd name="connsiteX0-683" fmla="*/ 0 w 6216319"/>
                <a:gd name="connsiteY0-684" fmla="*/ 147399 h 1449603"/>
                <a:gd name="connsiteX1-685" fmla="*/ 323681 w 6216319"/>
                <a:gd name="connsiteY1-686" fmla="*/ 340339 h 1449603"/>
                <a:gd name="connsiteX2-687" fmla="*/ 2265770 w 6216319"/>
                <a:gd name="connsiteY2-688" fmla="*/ 655926 h 1449603"/>
                <a:gd name="connsiteX3-689" fmla="*/ 3244906 w 6216319"/>
                <a:gd name="connsiteY3-690" fmla="*/ 639742 h 1449603"/>
                <a:gd name="connsiteX4-691" fmla="*/ 4628644 w 6216319"/>
                <a:gd name="connsiteY4-692" fmla="*/ 1181909 h 1449603"/>
                <a:gd name="connsiteX5-693" fmla="*/ 5356927 w 6216319"/>
                <a:gd name="connsiteY5-694" fmla="*/ 1335657 h 1449603"/>
                <a:gd name="connsiteX6-695" fmla="*/ 6216319 w 6216319"/>
                <a:gd name="connsiteY6-696" fmla="*/ 1449603 h 1449603"/>
                <a:gd name="connsiteX7-697" fmla="*/ 0 w 6216319"/>
                <a:gd name="connsiteY7-698" fmla="*/ 1449603 h 1449603"/>
                <a:gd name="connsiteX8-699" fmla="*/ 0 w 6216319"/>
                <a:gd name="connsiteY8-700" fmla="*/ 147399 h 1449603"/>
                <a:gd name="connsiteX0-701" fmla="*/ 0 w 6216319"/>
                <a:gd name="connsiteY0-702" fmla="*/ 147399 h 1449603"/>
                <a:gd name="connsiteX1-703" fmla="*/ 323681 w 6216319"/>
                <a:gd name="connsiteY1-704" fmla="*/ 340339 h 1449603"/>
                <a:gd name="connsiteX2-705" fmla="*/ 2265770 w 6216319"/>
                <a:gd name="connsiteY2-706" fmla="*/ 655926 h 1449603"/>
                <a:gd name="connsiteX3-707" fmla="*/ 3244906 w 6216319"/>
                <a:gd name="connsiteY3-708" fmla="*/ 639742 h 1449603"/>
                <a:gd name="connsiteX4-709" fmla="*/ 4628644 w 6216319"/>
                <a:gd name="connsiteY4-710" fmla="*/ 1181909 h 1449603"/>
                <a:gd name="connsiteX5-711" fmla="*/ 5356927 w 6216319"/>
                <a:gd name="connsiteY5-712" fmla="*/ 1335657 h 1449603"/>
                <a:gd name="connsiteX6-713" fmla="*/ 6216319 w 6216319"/>
                <a:gd name="connsiteY6-714" fmla="*/ 1449603 h 1449603"/>
                <a:gd name="connsiteX7-715" fmla="*/ 0 w 6216319"/>
                <a:gd name="connsiteY7-716" fmla="*/ 1449603 h 1449603"/>
                <a:gd name="connsiteX8-717" fmla="*/ 0 w 6216319"/>
                <a:gd name="connsiteY8-718" fmla="*/ 147399 h 1449603"/>
                <a:gd name="connsiteX0-719" fmla="*/ 0 w 6216319"/>
                <a:gd name="connsiteY0-720" fmla="*/ 147399 h 1449603"/>
                <a:gd name="connsiteX1-721" fmla="*/ 323681 w 6216319"/>
                <a:gd name="connsiteY1-722" fmla="*/ 340339 h 1449603"/>
                <a:gd name="connsiteX2-723" fmla="*/ 2265770 w 6216319"/>
                <a:gd name="connsiteY2-724" fmla="*/ 655926 h 1449603"/>
                <a:gd name="connsiteX3-725" fmla="*/ 3244906 w 6216319"/>
                <a:gd name="connsiteY3-726" fmla="*/ 639742 h 1449603"/>
                <a:gd name="connsiteX4-727" fmla="*/ 4628644 w 6216319"/>
                <a:gd name="connsiteY4-728" fmla="*/ 1181909 h 1449603"/>
                <a:gd name="connsiteX5-729" fmla="*/ 5356927 w 6216319"/>
                <a:gd name="connsiteY5-730" fmla="*/ 1335657 h 1449603"/>
                <a:gd name="connsiteX6-731" fmla="*/ 6216319 w 6216319"/>
                <a:gd name="connsiteY6-732" fmla="*/ 1449603 h 1449603"/>
                <a:gd name="connsiteX7-733" fmla="*/ 0 w 6216319"/>
                <a:gd name="connsiteY7-734" fmla="*/ 1449603 h 1449603"/>
                <a:gd name="connsiteX8-735" fmla="*/ 0 w 6216319"/>
                <a:gd name="connsiteY8-736" fmla="*/ 147399 h 1449603"/>
                <a:gd name="connsiteX0-737" fmla="*/ 0 w 6216319"/>
                <a:gd name="connsiteY0-738" fmla="*/ 57561 h 1359765"/>
                <a:gd name="connsiteX1-739" fmla="*/ 574189 w 6216319"/>
                <a:gd name="connsiteY1-740" fmla="*/ 379355 h 1359765"/>
                <a:gd name="connsiteX2-741" fmla="*/ 2265770 w 6216319"/>
                <a:gd name="connsiteY2-742" fmla="*/ 566088 h 1359765"/>
                <a:gd name="connsiteX3-743" fmla="*/ 3244906 w 6216319"/>
                <a:gd name="connsiteY3-744" fmla="*/ 549904 h 1359765"/>
                <a:gd name="connsiteX4-745" fmla="*/ 4628644 w 6216319"/>
                <a:gd name="connsiteY4-746" fmla="*/ 1092071 h 1359765"/>
                <a:gd name="connsiteX5-747" fmla="*/ 5356927 w 6216319"/>
                <a:gd name="connsiteY5-748" fmla="*/ 1245819 h 1359765"/>
                <a:gd name="connsiteX6-749" fmla="*/ 6216319 w 6216319"/>
                <a:gd name="connsiteY6-750" fmla="*/ 1359765 h 1359765"/>
                <a:gd name="connsiteX7-751" fmla="*/ 0 w 6216319"/>
                <a:gd name="connsiteY7-752" fmla="*/ 1359765 h 1359765"/>
                <a:gd name="connsiteX8-753" fmla="*/ 0 w 6216319"/>
                <a:gd name="connsiteY8-754" fmla="*/ 57561 h 1359765"/>
                <a:gd name="connsiteX0-755" fmla="*/ 0 w 6216319"/>
                <a:gd name="connsiteY0-756" fmla="*/ 55201 h 1357405"/>
                <a:gd name="connsiteX1-757" fmla="*/ 574189 w 6216319"/>
                <a:gd name="connsiteY1-758" fmla="*/ 376995 h 1357405"/>
                <a:gd name="connsiteX2-759" fmla="*/ 2244895 w 6216319"/>
                <a:gd name="connsiteY2-760" fmla="*/ 570887 h 1357405"/>
                <a:gd name="connsiteX3-761" fmla="*/ 3244906 w 6216319"/>
                <a:gd name="connsiteY3-762" fmla="*/ 547544 h 1357405"/>
                <a:gd name="connsiteX4-763" fmla="*/ 4628644 w 6216319"/>
                <a:gd name="connsiteY4-764" fmla="*/ 1089711 h 1357405"/>
                <a:gd name="connsiteX5-765" fmla="*/ 5356927 w 6216319"/>
                <a:gd name="connsiteY5-766" fmla="*/ 1243459 h 1357405"/>
                <a:gd name="connsiteX6-767" fmla="*/ 6216319 w 6216319"/>
                <a:gd name="connsiteY6-768" fmla="*/ 1357405 h 1357405"/>
                <a:gd name="connsiteX7-769" fmla="*/ 0 w 6216319"/>
                <a:gd name="connsiteY7-770" fmla="*/ 1357405 h 1357405"/>
                <a:gd name="connsiteX8-771" fmla="*/ 0 w 6216319"/>
                <a:gd name="connsiteY8-772" fmla="*/ 55201 h 1357405"/>
                <a:gd name="connsiteX0-773" fmla="*/ 0 w 6216319"/>
                <a:gd name="connsiteY0-774" fmla="*/ 49067 h 1351271"/>
                <a:gd name="connsiteX1-775" fmla="*/ 574189 w 6216319"/>
                <a:gd name="connsiteY1-776" fmla="*/ 370861 h 1351271"/>
                <a:gd name="connsiteX2-777" fmla="*/ 1217749 w 6216319"/>
                <a:gd name="connsiteY2-778" fmla="*/ 1887 h 1351271"/>
                <a:gd name="connsiteX3-779" fmla="*/ 2244895 w 6216319"/>
                <a:gd name="connsiteY3-780" fmla="*/ 564753 h 1351271"/>
                <a:gd name="connsiteX4-781" fmla="*/ 3244906 w 6216319"/>
                <a:gd name="connsiteY4-782" fmla="*/ 541410 h 1351271"/>
                <a:gd name="connsiteX5-783" fmla="*/ 4628644 w 6216319"/>
                <a:gd name="connsiteY5-784" fmla="*/ 1083577 h 1351271"/>
                <a:gd name="connsiteX6-785" fmla="*/ 5356927 w 6216319"/>
                <a:gd name="connsiteY6-786" fmla="*/ 1237325 h 1351271"/>
                <a:gd name="connsiteX7-787" fmla="*/ 6216319 w 6216319"/>
                <a:gd name="connsiteY7-788" fmla="*/ 1351271 h 1351271"/>
                <a:gd name="connsiteX8-789" fmla="*/ 0 w 6216319"/>
                <a:gd name="connsiteY8-790" fmla="*/ 1351271 h 1351271"/>
                <a:gd name="connsiteX9-791" fmla="*/ 0 w 6216319"/>
                <a:gd name="connsiteY9-792" fmla="*/ 49067 h 1351271"/>
                <a:gd name="connsiteX0-793" fmla="*/ 0 w 6216319"/>
                <a:gd name="connsiteY0-794" fmla="*/ 22 h 1302226"/>
                <a:gd name="connsiteX1-795" fmla="*/ 574189 w 6216319"/>
                <a:gd name="connsiteY1-796" fmla="*/ 321816 h 1302226"/>
                <a:gd name="connsiteX2-797" fmla="*/ 1015951 w 6216319"/>
                <a:gd name="connsiteY2-798" fmla="*/ 346561 h 1302226"/>
                <a:gd name="connsiteX3-799" fmla="*/ 2244895 w 6216319"/>
                <a:gd name="connsiteY3-800" fmla="*/ 515708 h 1302226"/>
                <a:gd name="connsiteX4-801" fmla="*/ 3244906 w 6216319"/>
                <a:gd name="connsiteY4-802" fmla="*/ 492365 h 1302226"/>
                <a:gd name="connsiteX5-803" fmla="*/ 4628644 w 6216319"/>
                <a:gd name="connsiteY5-804" fmla="*/ 1034532 h 1302226"/>
                <a:gd name="connsiteX6-805" fmla="*/ 5356927 w 6216319"/>
                <a:gd name="connsiteY6-806" fmla="*/ 1188280 h 1302226"/>
                <a:gd name="connsiteX7-807" fmla="*/ 6216319 w 6216319"/>
                <a:gd name="connsiteY7-808" fmla="*/ 1302226 h 1302226"/>
                <a:gd name="connsiteX8-809" fmla="*/ 0 w 6216319"/>
                <a:gd name="connsiteY8-810" fmla="*/ 1302226 h 1302226"/>
                <a:gd name="connsiteX9-811" fmla="*/ 0 w 6216319"/>
                <a:gd name="connsiteY9-812" fmla="*/ 22 h 1302226"/>
                <a:gd name="connsiteX0-813" fmla="*/ 0 w 6216319"/>
                <a:gd name="connsiteY0-814" fmla="*/ 22 h 1302226"/>
                <a:gd name="connsiteX1-815" fmla="*/ 574189 w 6216319"/>
                <a:gd name="connsiteY1-816" fmla="*/ 321816 h 1302226"/>
                <a:gd name="connsiteX2-817" fmla="*/ 1015951 w 6216319"/>
                <a:gd name="connsiteY2-818" fmla="*/ 346561 h 1302226"/>
                <a:gd name="connsiteX3-819" fmla="*/ 2244895 w 6216319"/>
                <a:gd name="connsiteY3-820" fmla="*/ 515708 h 1302226"/>
                <a:gd name="connsiteX4-821" fmla="*/ 3244906 w 6216319"/>
                <a:gd name="connsiteY4-822" fmla="*/ 492365 h 1302226"/>
                <a:gd name="connsiteX5-823" fmla="*/ 4628644 w 6216319"/>
                <a:gd name="connsiteY5-824" fmla="*/ 1034532 h 1302226"/>
                <a:gd name="connsiteX6-825" fmla="*/ 5356927 w 6216319"/>
                <a:gd name="connsiteY6-826" fmla="*/ 1188280 h 1302226"/>
                <a:gd name="connsiteX7-827" fmla="*/ 6216319 w 6216319"/>
                <a:gd name="connsiteY7-828" fmla="*/ 1302226 h 1302226"/>
                <a:gd name="connsiteX8-829" fmla="*/ 0 w 6216319"/>
                <a:gd name="connsiteY8-830" fmla="*/ 1302226 h 1302226"/>
                <a:gd name="connsiteX9-831" fmla="*/ 0 w 6216319"/>
                <a:gd name="connsiteY9-832" fmla="*/ 22 h 1302226"/>
                <a:gd name="connsiteX0-833" fmla="*/ 0 w 6216319"/>
                <a:gd name="connsiteY0-834" fmla="*/ 22 h 1302226"/>
                <a:gd name="connsiteX1-835" fmla="*/ 574189 w 6216319"/>
                <a:gd name="connsiteY1-836" fmla="*/ 321816 h 1302226"/>
                <a:gd name="connsiteX2-837" fmla="*/ 1015951 w 6216319"/>
                <a:gd name="connsiteY2-838" fmla="*/ 346561 h 1302226"/>
                <a:gd name="connsiteX3-839" fmla="*/ 2244895 w 6216319"/>
                <a:gd name="connsiteY3-840" fmla="*/ 515708 h 1302226"/>
                <a:gd name="connsiteX4-841" fmla="*/ 3244906 w 6216319"/>
                <a:gd name="connsiteY4-842" fmla="*/ 492365 h 1302226"/>
                <a:gd name="connsiteX5-843" fmla="*/ 4628644 w 6216319"/>
                <a:gd name="connsiteY5-844" fmla="*/ 1034532 h 1302226"/>
                <a:gd name="connsiteX6-845" fmla="*/ 5356927 w 6216319"/>
                <a:gd name="connsiteY6-846" fmla="*/ 1188280 h 1302226"/>
                <a:gd name="connsiteX7-847" fmla="*/ 6216319 w 6216319"/>
                <a:gd name="connsiteY7-848" fmla="*/ 1302226 h 1302226"/>
                <a:gd name="connsiteX8-849" fmla="*/ 0 w 6216319"/>
                <a:gd name="connsiteY8-850" fmla="*/ 1302226 h 1302226"/>
                <a:gd name="connsiteX9-851" fmla="*/ 0 w 6216319"/>
                <a:gd name="connsiteY9-852" fmla="*/ 22 h 1302226"/>
                <a:gd name="connsiteX0-853" fmla="*/ 0 w 6216319"/>
                <a:gd name="connsiteY0-854" fmla="*/ 22 h 1302226"/>
                <a:gd name="connsiteX1-855" fmla="*/ 574189 w 6216319"/>
                <a:gd name="connsiteY1-856" fmla="*/ 321816 h 1302226"/>
                <a:gd name="connsiteX2-857" fmla="*/ 1015951 w 6216319"/>
                <a:gd name="connsiteY2-858" fmla="*/ 346561 h 1302226"/>
                <a:gd name="connsiteX3-859" fmla="*/ 2244895 w 6216319"/>
                <a:gd name="connsiteY3-860" fmla="*/ 515708 h 1302226"/>
                <a:gd name="connsiteX4-861" fmla="*/ 3244906 w 6216319"/>
                <a:gd name="connsiteY4-862" fmla="*/ 492365 h 1302226"/>
                <a:gd name="connsiteX5-863" fmla="*/ 4628644 w 6216319"/>
                <a:gd name="connsiteY5-864" fmla="*/ 1034532 h 1302226"/>
                <a:gd name="connsiteX6-865" fmla="*/ 5356927 w 6216319"/>
                <a:gd name="connsiteY6-866" fmla="*/ 1188280 h 1302226"/>
                <a:gd name="connsiteX7-867" fmla="*/ 6216319 w 6216319"/>
                <a:gd name="connsiteY7-868" fmla="*/ 1302226 h 1302226"/>
                <a:gd name="connsiteX8-869" fmla="*/ 0 w 6216319"/>
                <a:gd name="connsiteY8-870" fmla="*/ 1302226 h 1302226"/>
                <a:gd name="connsiteX9-871" fmla="*/ 0 w 6216319"/>
                <a:gd name="connsiteY9-872" fmla="*/ 22 h 1302226"/>
                <a:gd name="connsiteX0-873" fmla="*/ 0 w 6216319"/>
                <a:gd name="connsiteY0-874" fmla="*/ 22 h 1302226"/>
                <a:gd name="connsiteX1-875" fmla="*/ 574189 w 6216319"/>
                <a:gd name="connsiteY1-876" fmla="*/ 321816 h 1302226"/>
                <a:gd name="connsiteX2-877" fmla="*/ 1015951 w 6216319"/>
                <a:gd name="connsiteY2-878" fmla="*/ 346561 h 1302226"/>
                <a:gd name="connsiteX3-879" fmla="*/ 1704848 w 6216319"/>
                <a:gd name="connsiteY3-880" fmla="*/ 296453 h 1302226"/>
                <a:gd name="connsiteX4-881" fmla="*/ 2244895 w 6216319"/>
                <a:gd name="connsiteY4-882" fmla="*/ 515708 h 1302226"/>
                <a:gd name="connsiteX5-883" fmla="*/ 3244906 w 6216319"/>
                <a:gd name="connsiteY5-884" fmla="*/ 492365 h 1302226"/>
                <a:gd name="connsiteX6-885" fmla="*/ 4628644 w 6216319"/>
                <a:gd name="connsiteY6-886" fmla="*/ 1034532 h 1302226"/>
                <a:gd name="connsiteX7-887" fmla="*/ 5356927 w 6216319"/>
                <a:gd name="connsiteY7-888" fmla="*/ 1188280 h 1302226"/>
                <a:gd name="connsiteX8-889" fmla="*/ 6216319 w 6216319"/>
                <a:gd name="connsiteY8-890" fmla="*/ 1302226 h 1302226"/>
                <a:gd name="connsiteX9-891" fmla="*/ 0 w 6216319"/>
                <a:gd name="connsiteY9-892" fmla="*/ 1302226 h 1302226"/>
                <a:gd name="connsiteX10" fmla="*/ 0 w 6216319"/>
                <a:gd name="connsiteY10" fmla="*/ 22 h 1302226"/>
                <a:gd name="connsiteX0-893" fmla="*/ 0 w 6216319"/>
                <a:gd name="connsiteY0-894" fmla="*/ 22 h 1302226"/>
                <a:gd name="connsiteX1-895" fmla="*/ 574189 w 6216319"/>
                <a:gd name="connsiteY1-896" fmla="*/ 321816 h 1302226"/>
                <a:gd name="connsiteX2-897" fmla="*/ 1015951 w 6216319"/>
                <a:gd name="connsiteY2-898" fmla="*/ 346561 h 1302226"/>
                <a:gd name="connsiteX3-899" fmla="*/ 1732682 w 6216319"/>
                <a:gd name="connsiteY3-900" fmla="*/ 368038 h 1302226"/>
                <a:gd name="connsiteX4-901" fmla="*/ 2244895 w 6216319"/>
                <a:gd name="connsiteY4-902" fmla="*/ 515708 h 1302226"/>
                <a:gd name="connsiteX5-903" fmla="*/ 3244906 w 6216319"/>
                <a:gd name="connsiteY5-904" fmla="*/ 492365 h 1302226"/>
                <a:gd name="connsiteX6-905" fmla="*/ 4628644 w 6216319"/>
                <a:gd name="connsiteY6-906" fmla="*/ 1034532 h 1302226"/>
                <a:gd name="connsiteX7-907" fmla="*/ 5356927 w 6216319"/>
                <a:gd name="connsiteY7-908" fmla="*/ 1188280 h 1302226"/>
                <a:gd name="connsiteX8-909" fmla="*/ 6216319 w 6216319"/>
                <a:gd name="connsiteY8-910" fmla="*/ 1302226 h 1302226"/>
                <a:gd name="connsiteX9-911" fmla="*/ 0 w 6216319"/>
                <a:gd name="connsiteY9-912" fmla="*/ 1302226 h 1302226"/>
                <a:gd name="connsiteX10-913" fmla="*/ 0 w 6216319"/>
                <a:gd name="connsiteY10-914" fmla="*/ 22 h 1302226"/>
                <a:gd name="connsiteX0-915" fmla="*/ 0 w 6216319"/>
                <a:gd name="connsiteY0-916" fmla="*/ 22 h 1302226"/>
                <a:gd name="connsiteX1-917" fmla="*/ 574189 w 6216319"/>
                <a:gd name="connsiteY1-918" fmla="*/ 321816 h 1302226"/>
                <a:gd name="connsiteX2-919" fmla="*/ 1015951 w 6216319"/>
                <a:gd name="connsiteY2-920" fmla="*/ 346561 h 1302226"/>
                <a:gd name="connsiteX3-921" fmla="*/ 1732682 w 6216319"/>
                <a:gd name="connsiteY3-922" fmla="*/ 368038 h 1302226"/>
                <a:gd name="connsiteX4-923" fmla="*/ 2244895 w 6216319"/>
                <a:gd name="connsiteY4-924" fmla="*/ 515708 h 1302226"/>
                <a:gd name="connsiteX5-925" fmla="*/ 3244906 w 6216319"/>
                <a:gd name="connsiteY5-926" fmla="*/ 492365 h 1302226"/>
                <a:gd name="connsiteX6-927" fmla="*/ 4628644 w 6216319"/>
                <a:gd name="connsiteY6-928" fmla="*/ 1034532 h 1302226"/>
                <a:gd name="connsiteX7-929" fmla="*/ 5356927 w 6216319"/>
                <a:gd name="connsiteY7-930" fmla="*/ 1188280 h 1302226"/>
                <a:gd name="connsiteX8-931" fmla="*/ 6216319 w 6216319"/>
                <a:gd name="connsiteY8-932" fmla="*/ 1302226 h 1302226"/>
                <a:gd name="connsiteX9-933" fmla="*/ 0 w 6216319"/>
                <a:gd name="connsiteY9-934" fmla="*/ 1302226 h 1302226"/>
                <a:gd name="connsiteX10-935" fmla="*/ 0 w 6216319"/>
                <a:gd name="connsiteY10-936" fmla="*/ 22 h 1302226"/>
                <a:gd name="connsiteX0-937" fmla="*/ 0 w 6216319"/>
                <a:gd name="connsiteY0-938" fmla="*/ 22 h 1302226"/>
                <a:gd name="connsiteX1-939" fmla="*/ 574189 w 6216319"/>
                <a:gd name="connsiteY1-940" fmla="*/ 321816 h 1302226"/>
                <a:gd name="connsiteX2-941" fmla="*/ 1015951 w 6216319"/>
                <a:gd name="connsiteY2-942" fmla="*/ 346561 h 1302226"/>
                <a:gd name="connsiteX3-943" fmla="*/ 1732682 w 6216319"/>
                <a:gd name="connsiteY3-944" fmla="*/ 368038 h 1302226"/>
                <a:gd name="connsiteX4-945" fmla="*/ 2244895 w 6216319"/>
                <a:gd name="connsiteY4-946" fmla="*/ 515708 h 1302226"/>
                <a:gd name="connsiteX5-947" fmla="*/ 3244906 w 6216319"/>
                <a:gd name="connsiteY5-948" fmla="*/ 492365 h 1302226"/>
                <a:gd name="connsiteX6-949" fmla="*/ 4628644 w 6216319"/>
                <a:gd name="connsiteY6-950" fmla="*/ 1034532 h 1302226"/>
                <a:gd name="connsiteX7-951" fmla="*/ 5356927 w 6216319"/>
                <a:gd name="connsiteY7-952" fmla="*/ 1188280 h 1302226"/>
                <a:gd name="connsiteX8-953" fmla="*/ 6216319 w 6216319"/>
                <a:gd name="connsiteY8-954" fmla="*/ 1302226 h 1302226"/>
                <a:gd name="connsiteX9-955" fmla="*/ 0 w 6216319"/>
                <a:gd name="connsiteY9-956" fmla="*/ 1302226 h 1302226"/>
                <a:gd name="connsiteX10-957" fmla="*/ 0 w 6216319"/>
                <a:gd name="connsiteY10-958" fmla="*/ 22 h 1302226"/>
                <a:gd name="connsiteX0-959" fmla="*/ 0 w 6216319"/>
                <a:gd name="connsiteY0-960" fmla="*/ 22 h 1302226"/>
                <a:gd name="connsiteX1-961" fmla="*/ 574189 w 6216319"/>
                <a:gd name="connsiteY1-962" fmla="*/ 321816 h 1302226"/>
                <a:gd name="connsiteX2-963" fmla="*/ 1015951 w 6216319"/>
                <a:gd name="connsiteY2-964" fmla="*/ 346561 h 1302226"/>
                <a:gd name="connsiteX3-965" fmla="*/ 1732682 w 6216319"/>
                <a:gd name="connsiteY3-966" fmla="*/ 368038 h 1302226"/>
                <a:gd name="connsiteX4-967" fmla="*/ 2244895 w 6216319"/>
                <a:gd name="connsiteY4-968" fmla="*/ 515708 h 1302226"/>
                <a:gd name="connsiteX5-969" fmla="*/ 3244906 w 6216319"/>
                <a:gd name="connsiteY5-970" fmla="*/ 492365 h 1302226"/>
                <a:gd name="connsiteX6-971" fmla="*/ 4628644 w 6216319"/>
                <a:gd name="connsiteY6-972" fmla="*/ 1034532 h 1302226"/>
                <a:gd name="connsiteX7-973" fmla="*/ 5356927 w 6216319"/>
                <a:gd name="connsiteY7-974" fmla="*/ 1188280 h 1302226"/>
                <a:gd name="connsiteX8-975" fmla="*/ 6216319 w 6216319"/>
                <a:gd name="connsiteY8-976" fmla="*/ 1302226 h 1302226"/>
                <a:gd name="connsiteX9-977" fmla="*/ 0 w 6216319"/>
                <a:gd name="connsiteY9-978" fmla="*/ 1302226 h 1302226"/>
                <a:gd name="connsiteX10-979" fmla="*/ 0 w 6216319"/>
                <a:gd name="connsiteY10-980" fmla="*/ 22 h 1302226"/>
                <a:gd name="connsiteX0-981" fmla="*/ 0 w 6216319"/>
                <a:gd name="connsiteY0-982" fmla="*/ 22 h 1302226"/>
                <a:gd name="connsiteX1-983" fmla="*/ 574189 w 6216319"/>
                <a:gd name="connsiteY1-984" fmla="*/ 321816 h 1302226"/>
                <a:gd name="connsiteX2-985" fmla="*/ 1015951 w 6216319"/>
                <a:gd name="connsiteY2-986" fmla="*/ 346561 h 1302226"/>
                <a:gd name="connsiteX3-987" fmla="*/ 1732682 w 6216319"/>
                <a:gd name="connsiteY3-988" fmla="*/ 368038 h 1302226"/>
                <a:gd name="connsiteX4-989" fmla="*/ 2244895 w 6216319"/>
                <a:gd name="connsiteY4-990" fmla="*/ 515708 h 1302226"/>
                <a:gd name="connsiteX5-991" fmla="*/ 3244906 w 6216319"/>
                <a:gd name="connsiteY5-992" fmla="*/ 492365 h 1302226"/>
                <a:gd name="connsiteX6-993" fmla="*/ 4628644 w 6216319"/>
                <a:gd name="connsiteY6-994" fmla="*/ 1034532 h 1302226"/>
                <a:gd name="connsiteX7-995" fmla="*/ 5356927 w 6216319"/>
                <a:gd name="connsiteY7-996" fmla="*/ 1188280 h 1302226"/>
                <a:gd name="connsiteX8-997" fmla="*/ 6216319 w 6216319"/>
                <a:gd name="connsiteY8-998" fmla="*/ 1302226 h 1302226"/>
                <a:gd name="connsiteX9-999" fmla="*/ 0 w 6216319"/>
                <a:gd name="connsiteY9-1000" fmla="*/ 1302226 h 1302226"/>
                <a:gd name="connsiteX10-1001" fmla="*/ 0 w 6216319"/>
                <a:gd name="connsiteY10-1002" fmla="*/ 22 h 1302226"/>
                <a:gd name="connsiteX0-1003" fmla="*/ 0 w 6216319"/>
                <a:gd name="connsiteY0-1004" fmla="*/ 22 h 1302226"/>
                <a:gd name="connsiteX1-1005" fmla="*/ 574189 w 6216319"/>
                <a:gd name="connsiteY1-1006" fmla="*/ 321816 h 1302226"/>
                <a:gd name="connsiteX2-1007" fmla="*/ 1015951 w 6216319"/>
                <a:gd name="connsiteY2-1008" fmla="*/ 346561 h 1302226"/>
                <a:gd name="connsiteX3-1009" fmla="*/ 1732682 w 6216319"/>
                <a:gd name="connsiteY3-1010" fmla="*/ 368038 h 1302226"/>
                <a:gd name="connsiteX4-1011" fmla="*/ 2147475 w 6216319"/>
                <a:gd name="connsiteY4-1012" fmla="*/ 479915 h 1302226"/>
                <a:gd name="connsiteX5-1013" fmla="*/ 3244906 w 6216319"/>
                <a:gd name="connsiteY5-1014" fmla="*/ 492365 h 1302226"/>
                <a:gd name="connsiteX6-1015" fmla="*/ 4628644 w 6216319"/>
                <a:gd name="connsiteY6-1016" fmla="*/ 1034532 h 1302226"/>
                <a:gd name="connsiteX7-1017" fmla="*/ 5356927 w 6216319"/>
                <a:gd name="connsiteY7-1018" fmla="*/ 1188280 h 1302226"/>
                <a:gd name="connsiteX8-1019" fmla="*/ 6216319 w 6216319"/>
                <a:gd name="connsiteY8-1020" fmla="*/ 1302226 h 1302226"/>
                <a:gd name="connsiteX9-1021" fmla="*/ 0 w 6216319"/>
                <a:gd name="connsiteY9-1022" fmla="*/ 1302226 h 1302226"/>
                <a:gd name="connsiteX10-1023" fmla="*/ 0 w 6216319"/>
                <a:gd name="connsiteY10-1024" fmla="*/ 22 h 1302226"/>
                <a:gd name="connsiteX0-1025" fmla="*/ 0 w 6216319"/>
                <a:gd name="connsiteY0-1026" fmla="*/ 22 h 1302226"/>
                <a:gd name="connsiteX1-1027" fmla="*/ 574189 w 6216319"/>
                <a:gd name="connsiteY1-1028" fmla="*/ 321816 h 1302226"/>
                <a:gd name="connsiteX2-1029" fmla="*/ 1015951 w 6216319"/>
                <a:gd name="connsiteY2-1030" fmla="*/ 346561 h 1302226"/>
                <a:gd name="connsiteX3-1031" fmla="*/ 1732682 w 6216319"/>
                <a:gd name="connsiteY3-1032" fmla="*/ 368038 h 1302226"/>
                <a:gd name="connsiteX4-1033" fmla="*/ 2147475 w 6216319"/>
                <a:gd name="connsiteY4-1034" fmla="*/ 479915 h 1302226"/>
                <a:gd name="connsiteX5-1035" fmla="*/ 3244906 w 6216319"/>
                <a:gd name="connsiteY5-1036" fmla="*/ 492365 h 1302226"/>
                <a:gd name="connsiteX6-1037" fmla="*/ 4628644 w 6216319"/>
                <a:gd name="connsiteY6-1038" fmla="*/ 1034532 h 1302226"/>
                <a:gd name="connsiteX7-1039" fmla="*/ 5356927 w 6216319"/>
                <a:gd name="connsiteY7-1040" fmla="*/ 1188280 h 1302226"/>
                <a:gd name="connsiteX8-1041" fmla="*/ 6216319 w 6216319"/>
                <a:gd name="connsiteY8-1042" fmla="*/ 1302226 h 1302226"/>
                <a:gd name="connsiteX9-1043" fmla="*/ 0 w 6216319"/>
                <a:gd name="connsiteY9-1044" fmla="*/ 1302226 h 1302226"/>
                <a:gd name="connsiteX10-1045" fmla="*/ 0 w 6216319"/>
                <a:gd name="connsiteY10-1046" fmla="*/ 22 h 1302226"/>
                <a:gd name="connsiteX0-1047" fmla="*/ 0 w 6216319"/>
                <a:gd name="connsiteY0-1048" fmla="*/ 22 h 1302226"/>
                <a:gd name="connsiteX1-1049" fmla="*/ 574189 w 6216319"/>
                <a:gd name="connsiteY1-1050" fmla="*/ 321816 h 1302226"/>
                <a:gd name="connsiteX2-1051" fmla="*/ 1015951 w 6216319"/>
                <a:gd name="connsiteY2-1052" fmla="*/ 346561 h 1302226"/>
                <a:gd name="connsiteX3-1053" fmla="*/ 1732682 w 6216319"/>
                <a:gd name="connsiteY3-1054" fmla="*/ 368038 h 1302226"/>
                <a:gd name="connsiteX4-1055" fmla="*/ 2147475 w 6216319"/>
                <a:gd name="connsiteY4-1056" fmla="*/ 479915 h 1302226"/>
                <a:gd name="connsiteX5-1057" fmla="*/ 3244906 w 6216319"/>
                <a:gd name="connsiteY5-1058" fmla="*/ 492365 h 1302226"/>
                <a:gd name="connsiteX6-1059" fmla="*/ 4628644 w 6216319"/>
                <a:gd name="connsiteY6-1060" fmla="*/ 1034532 h 1302226"/>
                <a:gd name="connsiteX7-1061" fmla="*/ 5356927 w 6216319"/>
                <a:gd name="connsiteY7-1062" fmla="*/ 1188280 h 1302226"/>
                <a:gd name="connsiteX8-1063" fmla="*/ 6216319 w 6216319"/>
                <a:gd name="connsiteY8-1064" fmla="*/ 1302226 h 1302226"/>
                <a:gd name="connsiteX9-1065" fmla="*/ 0 w 6216319"/>
                <a:gd name="connsiteY9-1066" fmla="*/ 1302226 h 1302226"/>
                <a:gd name="connsiteX10-1067" fmla="*/ 0 w 6216319"/>
                <a:gd name="connsiteY10-1068" fmla="*/ 22 h 1302226"/>
                <a:gd name="connsiteX0-1069" fmla="*/ 0 w 6216319"/>
                <a:gd name="connsiteY0-1070" fmla="*/ 22 h 1302226"/>
                <a:gd name="connsiteX1-1071" fmla="*/ 574189 w 6216319"/>
                <a:gd name="connsiteY1-1072" fmla="*/ 321816 h 1302226"/>
                <a:gd name="connsiteX2-1073" fmla="*/ 1015951 w 6216319"/>
                <a:gd name="connsiteY2-1074" fmla="*/ 346561 h 1302226"/>
                <a:gd name="connsiteX3-1075" fmla="*/ 1732682 w 6216319"/>
                <a:gd name="connsiteY3-1076" fmla="*/ 368038 h 1302226"/>
                <a:gd name="connsiteX4-1077" fmla="*/ 2147475 w 6216319"/>
                <a:gd name="connsiteY4-1078" fmla="*/ 479915 h 1302226"/>
                <a:gd name="connsiteX5-1079" fmla="*/ 3043108 w 6216319"/>
                <a:gd name="connsiteY5-1080" fmla="*/ 549633 h 1302226"/>
                <a:gd name="connsiteX6-1081" fmla="*/ 4628644 w 6216319"/>
                <a:gd name="connsiteY6-1082" fmla="*/ 1034532 h 1302226"/>
                <a:gd name="connsiteX7-1083" fmla="*/ 5356927 w 6216319"/>
                <a:gd name="connsiteY7-1084" fmla="*/ 1188280 h 1302226"/>
                <a:gd name="connsiteX8-1085" fmla="*/ 6216319 w 6216319"/>
                <a:gd name="connsiteY8-1086" fmla="*/ 1302226 h 1302226"/>
                <a:gd name="connsiteX9-1087" fmla="*/ 0 w 6216319"/>
                <a:gd name="connsiteY9-1088" fmla="*/ 1302226 h 1302226"/>
                <a:gd name="connsiteX10-1089" fmla="*/ 0 w 6216319"/>
                <a:gd name="connsiteY10-1090" fmla="*/ 22 h 1302226"/>
                <a:gd name="connsiteX0-1091" fmla="*/ 0 w 6216319"/>
                <a:gd name="connsiteY0-1092" fmla="*/ 22 h 1302226"/>
                <a:gd name="connsiteX1-1093" fmla="*/ 574189 w 6216319"/>
                <a:gd name="connsiteY1-1094" fmla="*/ 321816 h 1302226"/>
                <a:gd name="connsiteX2-1095" fmla="*/ 1015951 w 6216319"/>
                <a:gd name="connsiteY2-1096" fmla="*/ 346561 h 1302226"/>
                <a:gd name="connsiteX3-1097" fmla="*/ 1732682 w 6216319"/>
                <a:gd name="connsiteY3-1098" fmla="*/ 368038 h 1302226"/>
                <a:gd name="connsiteX4-1099" fmla="*/ 2147475 w 6216319"/>
                <a:gd name="connsiteY4-1100" fmla="*/ 479915 h 1302226"/>
                <a:gd name="connsiteX5-1101" fmla="*/ 3043108 w 6216319"/>
                <a:gd name="connsiteY5-1102" fmla="*/ 549633 h 1302226"/>
                <a:gd name="connsiteX6-1103" fmla="*/ 4628644 w 6216319"/>
                <a:gd name="connsiteY6-1104" fmla="*/ 1034532 h 1302226"/>
                <a:gd name="connsiteX7-1105" fmla="*/ 5356927 w 6216319"/>
                <a:gd name="connsiteY7-1106" fmla="*/ 1188280 h 1302226"/>
                <a:gd name="connsiteX8-1107" fmla="*/ 6216319 w 6216319"/>
                <a:gd name="connsiteY8-1108" fmla="*/ 1302226 h 1302226"/>
                <a:gd name="connsiteX9-1109" fmla="*/ 0 w 6216319"/>
                <a:gd name="connsiteY9-1110" fmla="*/ 1302226 h 1302226"/>
                <a:gd name="connsiteX10-1111" fmla="*/ 0 w 6216319"/>
                <a:gd name="connsiteY10-1112" fmla="*/ 22 h 1302226"/>
                <a:gd name="connsiteX0-1113" fmla="*/ 0 w 6216319"/>
                <a:gd name="connsiteY0-1114" fmla="*/ 22 h 1302226"/>
                <a:gd name="connsiteX1-1115" fmla="*/ 574189 w 6216319"/>
                <a:gd name="connsiteY1-1116" fmla="*/ 321816 h 1302226"/>
                <a:gd name="connsiteX2-1117" fmla="*/ 1015951 w 6216319"/>
                <a:gd name="connsiteY2-1118" fmla="*/ 346561 h 1302226"/>
                <a:gd name="connsiteX3-1119" fmla="*/ 1732682 w 6216319"/>
                <a:gd name="connsiteY3-1120" fmla="*/ 368038 h 1302226"/>
                <a:gd name="connsiteX4-1121" fmla="*/ 2147475 w 6216319"/>
                <a:gd name="connsiteY4-1122" fmla="*/ 479915 h 1302226"/>
                <a:gd name="connsiteX5-1123" fmla="*/ 3043108 w 6216319"/>
                <a:gd name="connsiteY5-1124" fmla="*/ 549633 h 1302226"/>
                <a:gd name="connsiteX6-1125" fmla="*/ 3889839 w 6216319"/>
                <a:gd name="connsiteY6-1126" fmla="*/ 317928 h 1302226"/>
                <a:gd name="connsiteX7-1127" fmla="*/ 4628644 w 6216319"/>
                <a:gd name="connsiteY7-1128" fmla="*/ 1034532 h 1302226"/>
                <a:gd name="connsiteX8-1129" fmla="*/ 5356927 w 6216319"/>
                <a:gd name="connsiteY8-1130" fmla="*/ 1188280 h 1302226"/>
                <a:gd name="connsiteX9-1131" fmla="*/ 6216319 w 6216319"/>
                <a:gd name="connsiteY9-1132" fmla="*/ 1302226 h 1302226"/>
                <a:gd name="connsiteX10-1133" fmla="*/ 0 w 6216319"/>
                <a:gd name="connsiteY10-1134" fmla="*/ 1302226 h 1302226"/>
                <a:gd name="connsiteX11" fmla="*/ 0 w 6216319"/>
                <a:gd name="connsiteY11" fmla="*/ 22 h 1302226"/>
                <a:gd name="connsiteX0-1135" fmla="*/ 0 w 6216319"/>
                <a:gd name="connsiteY0-1136" fmla="*/ 22 h 1302226"/>
                <a:gd name="connsiteX1-1137" fmla="*/ 574189 w 6216319"/>
                <a:gd name="connsiteY1-1138" fmla="*/ 321816 h 1302226"/>
                <a:gd name="connsiteX2-1139" fmla="*/ 1015951 w 6216319"/>
                <a:gd name="connsiteY2-1140" fmla="*/ 346561 h 1302226"/>
                <a:gd name="connsiteX3-1141" fmla="*/ 1732682 w 6216319"/>
                <a:gd name="connsiteY3-1142" fmla="*/ 368038 h 1302226"/>
                <a:gd name="connsiteX4-1143" fmla="*/ 2147475 w 6216319"/>
                <a:gd name="connsiteY4-1144" fmla="*/ 479915 h 1302226"/>
                <a:gd name="connsiteX5-1145" fmla="*/ 3043108 w 6216319"/>
                <a:gd name="connsiteY5-1146" fmla="*/ 549633 h 1302226"/>
                <a:gd name="connsiteX6-1147" fmla="*/ 3548869 w 6216319"/>
                <a:gd name="connsiteY6-1148" fmla="*/ 761757 h 1302226"/>
                <a:gd name="connsiteX7-1149" fmla="*/ 4628644 w 6216319"/>
                <a:gd name="connsiteY7-1150" fmla="*/ 1034532 h 1302226"/>
                <a:gd name="connsiteX8-1151" fmla="*/ 5356927 w 6216319"/>
                <a:gd name="connsiteY8-1152" fmla="*/ 1188280 h 1302226"/>
                <a:gd name="connsiteX9-1153" fmla="*/ 6216319 w 6216319"/>
                <a:gd name="connsiteY9-1154" fmla="*/ 1302226 h 1302226"/>
                <a:gd name="connsiteX10-1155" fmla="*/ 0 w 6216319"/>
                <a:gd name="connsiteY10-1156" fmla="*/ 1302226 h 1302226"/>
                <a:gd name="connsiteX11-1157" fmla="*/ 0 w 6216319"/>
                <a:gd name="connsiteY11-1158" fmla="*/ 22 h 1302226"/>
                <a:gd name="connsiteX0-1159" fmla="*/ 0 w 6216319"/>
                <a:gd name="connsiteY0-1160" fmla="*/ 22 h 1302226"/>
                <a:gd name="connsiteX1-1161" fmla="*/ 574189 w 6216319"/>
                <a:gd name="connsiteY1-1162" fmla="*/ 321816 h 1302226"/>
                <a:gd name="connsiteX2-1163" fmla="*/ 1015951 w 6216319"/>
                <a:gd name="connsiteY2-1164" fmla="*/ 346561 h 1302226"/>
                <a:gd name="connsiteX3-1165" fmla="*/ 1732682 w 6216319"/>
                <a:gd name="connsiteY3-1166" fmla="*/ 368038 h 1302226"/>
                <a:gd name="connsiteX4-1167" fmla="*/ 2147475 w 6216319"/>
                <a:gd name="connsiteY4-1168" fmla="*/ 479915 h 1302226"/>
                <a:gd name="connsiteX5-1169" fmla="*/ 3043108 w 6216319"/>
                <a:gd name="connsiteY5-1170" fmla="*/ 549633 h 1302226"/>
                <a:gd name="connsiteX6-1171" fmla="*/ 3548869 w 6216319"/>
                <a:gd name="connsiteY6-1172" fmla="*/ 761757 h 1302226"/>
                <a:gd name="connsiteX7-1173" fmla="*/ 4628644 w 6216319"/>
                <a:gd name="connsiteY7-1174" fmla="*/ 1034532 h 1302226"/>
                <a:gd name="connsiteX8-1175" fmla="*/ 5356927 w 6216319"/>
                <a:gd name="connsiteY8-1176" fmla="*/ 1188280 h 1302226"/>
                <a:gd name="connsiteX9-1177" fmla="*/ 6216319 w 6216319"/>
                <a:gd name="connsiteY9-1178" fmla="*/ 1302226 h 1302226"/>
                <a:gd name="connsiteX10-1179" fmla="*/ 0 w 6216319"/>
                <a:gd name="connsiteY10-1180" fmla="*/ 1302226 h 1302226"/>
                <a:gd name="connsiteX11-1181" fmla="*/ 0 w 6216319"/>
                <a:gd name="connsiteY11-1182" fmla="*/ 22 h 1302226"/>
                <a:gd name="connsiteX0-1183" fmla="*/ 0 w 6216319"/>
                <a:gd name="connsiteY0-1184" fmla="*/ 22 h 1302226"/>
                <a:gd name="connsiteX1-1185" fmla="*/ 574189 w 6216319"/>
                <a:gd name="connsiteY1-1186" fmla="*/ 321816 h 1302226"/>
                <a:gd name="connsiteX2-1187" fmla="*/ 1015951 w 6216319"/>
                <a:gd name="connsiteY2-1188" fmla="*/ 346561 h 1302226"/>
                <a:gd name="connsiteX3-1189" fmla="*/ 1732682 w 6216319"/>
                <a:gd name="connsiteY3-1190" fmla="*/ 368038 h 1302226"/>
                <a:gd name="connsiteX4-1191" fmla="*/ 2147475 w 6216319"/>
                <a:gd name="connsiteY4-1192" fmla="*/ 479915 h 1302226"/>
                <a:gd name="connsiteX5-1193" fmla="*/ 3043108 w 6216319"/>
                <a:gd name="connsiteY5-1194" fmla="*/ 549633 h 1302226"/>
                <a:gd name="connsiteX6-1195" fmla="*/ 3548869 w 6216319"/>
                <a:gd name="connsiteY6-1196" fmla="*/ 761757 h 1302226"/>
                <a:gd name="connsiteX7-1197" fmla="*/ 4628644 w 6216319"/>
                <a:gd name="connsiteY7-1198" fmla="*/ 1034532 h 1302226"/>
                <a:gd name="connsiteX8-1199" fmla="*/ 5356927 w 6216319"/>
                <a:gd name="connsiteY8-1200" fmla="*/ 1188280 h 1302226"/>
                <a:gd name="connsiteX9-1201" fmla="*/ 6216319 w 6216319"/>
                <a:gd name="connsiteY9-1202" fmla="*/ 1302226 h 1302226"/>
                <a:gd name="connsiteX10-1203" fmla="*/ 0 w 6216319"/>
                <a:gd name="connsiteY10-1204" fmla="*/ 1302226 h 1302226"/>
                <a:gd name="connsiteX11-1205" fmla="*/ 0 w 6216319"/>
                <a:gd name="connsiteY11-1206" fmla="*/ 22 h 1302226"/>
                <a:gd name="connsiteX0-1207" fmla="*/ 0 w 6216319"/>
                <a:gd name="connsiteY0-1208" fmla="*/ 22 h 1302226"/>
                <a:gd name="connsiteX1-1209" fmla="*/ 574189 w 6216319"/>
                <a:gd name="connsiteY1-1210" fmla="*/ 321816 h 1302226"/>
                <a:gd name="connsiteX2-1211" fmla="*/ 1015951 w 6216319"/>
                <a:gd name="connsiteY2-1212" fmla="*/ 346561 h 1302226"/>
                <a:gd name="connsiteX3-1213" fmla="*/ 1732682 w 6216319"/>
                <a:gd name="connsiteY3-1214" fmla="*/ 368038 h 1302226"/>
                <a:gd name="connsiteX4-1215" fmla="*/ 2147475 w 6216319"/>
                <a:gd name="connsiteY4-1216" fmla="*/ 479915 h 1302226"/>
                <a:gd name="connsiteX5-1217" fmla="*/ 3043108 w 6216319"/>
                <a:gd name="connsiteY5-1218" fmla="*/ 549633 h 1302226"/>
                <a:gd name="connsiteX6-1219" fmla="*/ 3562786 w 6216319"/>
                <a:gd name="connsiteY6-1220" fmla="*/ 790391 h 1302226"/>
                <a:gd name="connsiteX7-1221" fmla="*/ 4628644 w 6216319"/>
                <a:gd name="connsiteY7-1222" fmla="*/ 1034532 h 1302226"/>
                <a:gd name="connsiteX8-1223" fmla="*/ 5356927 w 6216319"/>
                <a:gd name="connsiteY8-1224" fmla="*/ 1188280 h 1302226"/>
                <a:gd name="connsiteX9-1225" fmla="*/ 6216319 w 6216319"/>
                <a:gd name="connsiteY9-1226" fmla="*/ 1302226 h 1302226"/>
                <a:gd name="connsiteX10-1227" fmla="*/ 0 w 6216319"/>
                <a:gd name="connsiteY10-1228" fmla="*/ 1302226 h 1302226"/>
                <a:gd name="connsiteX11-1229" fmla="*/ 0 w 6216319"/>
                <a:gd name="connsiteY11-1230" fmla="*/ 22 h 1302226"/>
                <a:gd name="connsiteX0-1231" fmla="*/ 0 w 6216319"/>
                <a:gd name="connsiteY0-1232" fmla="*/ 22 h 1302226"/>
                <a:gd name="connsiteX1-1233" fmla="*/ 574189 w 6216319"/>
                <a:gd name="connsiteY1-1234" fmla="*/ 321816 h 1302226"/>
                <a:gd name="connsiteX2-1235" fmla="*/ 1015951 w 6216319"/>
                <a:gd name="connsiteY2-1236" fmla="*/ 346561 h 1302226"/>
                <a:gd name="connsiteX3-1237" fmla="*/ 1732682 w 6216319"/>
                <a:gd name="connsiteY3-1238" fmla="*/ 368038 h 1302226"/>
                <a:gd name="connsiteX4-1239" fmla="*/ 2147475 w 6216319"/>
                <a:gd name="connsiteY4-1240" fmla="*/ 479915 h 1302226"/>
                <a:gd name="connsiteX5-1241" fmla="*/ 3043108 w 6216319"/>
                <a:gd name="connsiteY5-1242" fmla="*/ 549633 h 1302226"/>
                <a:gd name="connsiteX6-1243" fmla="*/ 3562786 w 6216319"/>
                <a:gd name="connsiteY6-1244" fmla="*/ 790391 h 1302226"/>
                <a:gd name="connsiteX7-1245" fmla="*/ 4628644 w 6216319"/>
                <a:gd name="connsiteY7-1246" fmla="*/ 1034532 h 1302226"/>
                <a:gd name="connsiteX8-1247" fmla="*/ 5356927 w 6216319"/>
                <a:gd name="connsiteY8-1248" fmla="*/ 1188280 h 1302226"/>
                <a:gd name="connsiteX9-1249" fmla="*/ 6216319 w 6216319"/>
                <a:gd name="connsiteY9-1250" fmla="*/ 1302226 h 1302226"/>
                <a:gd name="connsiteX10-1251" fmla="*/ 0 w 6216319"/>
                <a:gd name="connsiteY10-1252" fmla="*/ 1302226 h 1302226"/>
                <a:gd name="connsiteX11-1253" fmla="*/ 0 w 6216319"/>
                <a:gd name="connsiteY11-1254" fmla="*/ 22 h 1302226"/>
                <a:gd name="connsiteX0-1255" fmla="*/ 0 w 6216319"/>
                <a:gd name="connsiteY0-1256" fmla="*/ 22 h 1302226"/>
                <a:gd name="connsiteX1-1257" fmla="*/ 574189 w 6216319"/>
                <a:gd name="connsiteY1-1258" fmla="*/ 321816 h 1302226"/>
                <a:gd name="connsiteX2-1259" fmla="*/ 1015951 w 6216319"/>
                <a:gd name="connsiteY2-1260" fmla="*/ 346561 h 1302226"/>
                <a:gd name="connsiteX3-1261" fmla="*/ 1732682 w 6216319"/>
                <a:gd name="connsiteY3-1262" fmla="*/ 368038 h 1302226"/>
                <a:gd name="connsiteX4-1263" fmla="*/ 2147475 w 6216319"/>
                <a:gd name="connsiteY4-1264" fmla="*/ 479915 h 1302226"/>
                <a:gd name="connsiteX5-1265" fmla="*/ 3043108 w 6216319"/>
                <a:gd name="connsiteY5-1266" fmla="*/ 549633 h 1302226"/>
                <a:gd name="connsiteX6-1267" fmla="*/ 3562786 w 6216319"/>
                <a:gd name="connsiteY6-1268" fmla="*/ 790391 h 1302226"/>
                <a:gd name="connsiteX7-1269" fmla="*/ 4628644 w 6216319"/>
                <a:gd name="connsiteY7-1270" fmla="*/ 1034532 h 1302226"/>
                <a:gd name="connsiteX8-1271" fmla="*/ 5356927 w 6216319"/>
                <a:gd name="connsiteY8-1272" fmla="*/ 1188280 h 1302226"/>
                <a:gd name="connsiteX9-1273" fmla="*/ 6216319 w 6216319"/>
                <a:gd name="connsiteY9-1274" fmla="*/ 1302226 h 1302226"/>
                <a:gd name="connsiteX10-1275" fmla="*/ 0 w 6216319"/>
                <a:gd name="connsiteY10-1276" fmla="*/ 1302226 h 1302226"/>
                <a:gd name="connsiteX11-1277" fmla="*/ 0 w 6216319"/>
                <a:gd name="connsiteY11-1278" fmla="*/ 22 h 1302226"/>
                <a:gd name="connsiteX0-1279" fmla="*/ 0 w 6216319"/>
                <a:gd name="connsiteY0-1280" fmla="*/ 22 h 1302226"/>
                <a:gd name="connsiteX1-1281" fmla="*/ 574189 w 6216319"/>
                <a:gd name="connsiteY1-1282" fmla="*/ 321816 h 1302226"/>
                <a:gd name="connsiteX2-1283" fmla="*/ 1015951 w 6216319"/>
                <a:gd name="connsiteY2-1284" fmla="*/ 346561 h 1302226"/>
                <a:gd name="connsiteX3-1285" fmla="*/ 1732682 w 6216319"/>
                <a:gd name="connsiteY3-1286" fmla="*/ 368038 h 1302226"/>
                <a:gd name="connsiteX4-1287" fmla="*/ 2147475 w 6216319"/>
                <a:gd name="connsiteY4-1288" fmla="*/ 479915 h 1302226"/>
                <a:gd name="connsiteX5-1289" fmla="*/ 3043108 w 6216319"/>
                <a:gd name="connsiteY5-1290" fmla="*/ 549633 h 1302226"/>
                <a:gd name="connsiteX6-1291" fmla="*/ 3562786 w 6216319"/>
                <a:gd name="connsiteY6-1292" fmla="*/ 790391 h 1302226"/>
                <a:gd name="connsiteX7-1293" fmla="*/ 4684312 w 6216319"/>
                <a:gd name="connsiteY7-1294" fmla="*/ 1156227 h 1302226"/>
                <a:gd name="connsiteX8-1295" fmla="*/ 5356927 w 6216319"/>
                <a:gd name="connsiteY8-1296" fmla="*/ 1188280 h 1302226"/>
                <a:gd name="connsiteX9-1297" fmla="*/ 6216319 w 6216319"/>
                <a:gd name="connsiteY9-1298" fmla="*/ 1302226 h 1302226"/>
                <a:gd name="connsiteX10-1299" fmla="*/ 0 w 6216319"/>
                <a:gd name="connsiteY10-1300" fmla="*/ 1302226 h 1302226"/>
                <a:gd name="connsiteX11-1301" fmla="*/ 0 w 6216319"/>
                <a:gd name="connsiteY11-1302" fmla="*/ 22 h 1302226"/>
                <a:gd name="connsiteX0-1303" fmla="*/ 0 w 6216319"/>
                <a:gd name="connsiteY0-1304" fmla="*/ 22 h 1302226"/>
                <a:gd name="connsiteX1-1305" fmla="*/ 574189 w 6216319"/>
                <a:gd name="connsiteY1-1306" fmla="*/ 321816 h 1302226"/>
                <a:gd name="connsiteX2-1307" fmla="*/ 1015951 w 6216319"/>
                <a:gd name="connsiteY2-1308" fmla="*/ 346561 h 1302226"/>
                <a:gd name="connsiteX3-1309" fmla="*/ 1732682 w 6216319"/>
                <a:gd name="connsiteY3-1310" fmla="*/ 368038 h 1302226"/>
                <a:gd name="connsiteX4-1311" fmla="*/ 2147475 w 6216319"/>
                <a:gd name="connsiteY4-1312" fmla="*/ 479915 h 1302226"/>
                <a:gd name="connsiteX5-1313" fmla="*/ 3043108 w 6216319"/>
                <a:gd name="connsiteY5-1314" fmla="*/ 549633 h 1302226"/>
                <a:gd name="connsiteX6-1315" fmla="*/ 3562786 w 6216319"/>
                <a:gd name="connsiteY6-1316" fmla="*/ 790391 h 1302226"/>
                <a:gd name="connsiteX7-1317" fmla="*/ 4684312 w 6216319"/>
                <a:gd name="connsiteY7-1318" fmla="*/ 1156227 h 1302226"/>
                <a:gd name="connsiteX8-1319" fmla="*/ 5356927 w 6216319"/>
                <a:gd name="connsiteY8-1320" fmla="*/ 1188280 h 1302226"/>
                <a:gd name="connsiteX9-1321" fmla="*/ 6216319 w 6216319"/>
                <a:gd name="connsiteY9-1322" fmla="*/ 1302226 h 1302226"/>
                <a:gd name="connsiteX10-1323" fmla="*/ 0 w 6216319"/>
                <a:gd name="connsiteY10-1324" fmla="*/ 1302226 h 1302226"/>
                <a:gd name="connsiteX11-1325" fmla="*/ 0 w 6216319"/>
                <a:gd name="connsiteY11-1326" fmla="*/ 22 h 1302226"/>
                <a:gd name="connsiteX0-1327" fmla="*/ 0 w 6216319"/>
                <a:gd name="connsiteY0-1328" fmla="*/ 22 h 1302226"/>
                <a:gd name="connsiteX1-1329" fmla="*/ 574189 w 6216319"/>
                <a:gd name="connsiteY1-1330" fmla="*/ 321816 h 1302226"/>
                <a:gd name="connsiteX2-1331" fmla="*/ 1015951 w 6216319"/>
                <a:gd name="connsiteY2-1332" fmla="*/ 346561 h 1302226"/>
                <a:gd name="connsiteX3-1333" fmla="*/ 1732682 w 6216319"/>
                <a:gd name="connsiteY3-1334" fmla="*/ 368038 h 1302226"/>
                <a:gd name="connsiteX4-1335" fmla="*/ 2147475 w 6216319"/>
                <a:gd name="connsiteY4-1336" fmla="*/ 479915 h 1302226"/>
                <a:gd name="connsiteX5-1337" fmla="*/ 3043108 w 6216319"/>
                <a:gd name="connsiteY5-1338" fmla="*/ 549633 h 1302226"/>
                <a:gd name="connsiteX6-1339" fmla="*/ 3562786 w 6216319"/>
                <a:gd name="connsiteY6-1340" fmla="*/ 790391 h 1302226"/>
                <a:gd name="connsiteX7-1341" fmla="*/ 4684312 w 6216319"/>
                <a:gd name="connsiteY7-1342" fmla="*/ 1156227 h 1302226"/>
                <a:gd name="connsiteX8-1343" fmla="*/ 5356927 w 6216319"/>
                <a:gd name="connsiteY8-1344" fmla="*/ 1188280 h 1302226"/>
                <a:gd name="connsiteX9-1345" fmla="*/ 6216319 w 6216319"/>
                <a:gd name="connsiteY9-1346" fmla="*/ 1302226 h 1302226"/>
                <a:gd name="connsiteX10-1347" fmla="*/ 0 w 6216319"/>
                <a:gd name="connsiteY10-1348" fmla="*/ 1302226 h 1302226"/>
                <a:gd name="connsiteX11-1349" fmla="*/ 0 w 6216319"/>
                <a:gd name="connsiteY11-1350" fmla="*/ 22 h 1302226"/>
                <a:gd name="connsiteX0-1351" fmla="*/ 0 w 6216319"/>
                <a:gd name="connsiteY0-1352" fmla="*/ 22 h 1302226"/>
                <a:gd name="connsiteX1-1353" fmla="*/ 574189 w 6216319"/>
                <a:gd name="connsiteY1-1354" fmla="*/ 321816 h 1302226"/>
                <a:gd name="connsiteX2-1355" fmla="*/ 1015951 w 6216319"/>
                <a:gd name="connsiteY2-1356" fmla="*/ 346561 h 1302226"/>
                <a:gd name="connsiteX3-1357" fmla="*/ 1732682 w 6216319"/>
                <a:gd name="connsiteY3-1358" fmla="*/ 368038 h 1302226"/>
                <a:gd name="connsiteX4-1359" fmla="*/ 2147475 w 6216319"/>
                <a:gd name="connsiteY4-1360" fmla="*/ 479915 h 1302226"/>
                <a:gd name="connsiteX5-1361" fmla="*/ 3043108 w 6216319"/>
                <a:gd name="connsiteY5-1362" fmla="*/ 549633 h 1302226"/>
                <a:gd name="connsiteX6-1363" fmla="*/ 3562786 w 6216319"/>
                <a:gd name="connsiteY6-1364" fmla="*/ 790391 h 1302226"/>
                <a:gd name="connsiteX7-1365" fmla="*/ 4684312 w 6216319"/>
                <a:gd name="connsiteY7-1366" fmla="*/ 1156227 h 1302226"/>
                <a:gd name="connsiteX8-1367" fmla="*/ 5092502 w 6216319"/>
                <a:gd name="connsiteY8-1368" fmla="*/ 1188280 h 1302226"/>
                <a:gd name="connsiteX9-1369" fmla="*/ 6216319 w 6216319"/>
                <a:gd name="connsiteY9-1370" fmla="*/ 1302226 h 1302226"/>
                <a:gd name="connsiteX10-1371" fmla="*/ 0 w 6216319"/>
                <a:gd name="connsiteY10-1372" fmla="*/ 1302226 h 1302226"/>
                <a:gd name="connsiteX11-1373" fmla="*/ 0 w 6216319"/>
                <a:gd name="connsiteY11-1374" fmla="*/ 22 h 1302226"/>
                <a:gd name="connsiteX0-1375" fmla="*/ 0 w 6216319"/>
                <a:gd name="connsiteY0-1376" fmla="*/ 22 h 1302226"/>
                <a:gd name="connsiteX1-1377" fmla="*/ 574189 w 6216319"/>
                <a:gd name="connsiteY1-1378" fmla="*/ 321816 h 1302226"/>
                <a:gd name="connsiteX2-1379" fmla="*/ 1015951 w 6216319"/>
                <a:gd name="connsiteY2-1380" fmla="*/ 346561 h 1302226"/>
                <a:gd name="connsiteX3-1381" fmla="*/ 1732682 w 6216319"/>
                <a:gd name="connsiteY3-1382" fmla="*/ 368038 h 1302226"/>
                <a:gd name="connsiteX4-1383" fmla="*/ 2147475 w 6216319"/>
                <a:gd name="connsiteY4-1384" fmla="*/ 479915 h 1302226"/>
                <a:gd name="connsiteX5-1385" fmla="*/ 3043108 w 6216319"/>
                <a:gd name="connsiteY5-1386" fmla="*/ 549633 h 1302226"/>
                <a:gd name="connsiteX6-1387" fmla="*/ 3562786 w 6216319"/>
                <a:gd name="connsiteY6-1388" fmla="*/ 790391 h 1302226"/>
                <a:gd name="connsiteX7-1389" fmla="*/ 4684312 w 6216319"/>
                <a:gd name="connsiteY7-1390" fmla="*/ 1156227 h 1302226"/>
                <a:gd name="connsiteX8-1391" fmla="*/ 5092502 w 6216319"/>
                <a:gd name="connsiteY8-1392" fmla="*/ 1188280 h 1302226"/>
                <a:gd name="connsiteX9-1393" fmla="*/ 6216319 w 6216319"/>
                <a:gd name="connsiteY9-1394" fmla="*/ 1302226 h 1302226"/>
                <a:gd name="connsiteX10-1395" fmla="*/ 0 w 6216319"/>
                <a:gd name="connsiteY10-1396" fmla="*/ 1302226 h 1302226"/>
                <a:gd name="connsiteX11-1397" fmla="*/ 0 w 6216319"/>
                <a:gd name="connsiteY11-1398" fmla="*/ 22 h 1302226"/>
                <a:gd name="connsiteX0-1399" fmla="*/ 0 w 6216319"/>
                <a:gd name="connsiteY0-1400" fmla="*/ 22 h 1302226"/>
                <a:gd name="connsiteX1-1401" fmla="*/ 574189 w 6216319"/>
                <a:gd name="connsiteY1-1402" fmla="*/ 321816 h 1302226"/>
                <a:gd name="connsiteX2-1403" fmla="*/ 1015951 w 6216319"/>
                <a:gd name="connsiteY2-1404" fmla="*/ 346561 h 1302226"/>
                <a:gd name="connsiteX3-1405" fmla="*/ 1732682 w 6216319"/>
                <a:gd name="connsiteY3-1406" fmla="*/ 368038 h 1302226"/>
                <a:gd name="connsiteX4-1407" fmla="*/ 2147475 w 6216319"/>
                <a:gd name="connsiteY4-1408" fmla="*/ 479915 h 1302226"/>
                <a:gd name="connsiteX5-1409" fmla="*/ 3043108 w 6216319"/>
                <a:gd name="connsiteY5-1410" fmla="*/ 549633 h 1302226"/>
                <a:gd name="connsiteX6-1411" fmla="*/ 3562786 w 6216319"/>
                <a:gd name="connsiteY6-1412" fmla="*/ 790391 h 1302226"/>
                <a:gd name="connsiteX7-1413" fmla="*/ 4684312 w 6216319"/>
                <a:gd name="connsiteY7-1414" fmla="*/ 1156227 h 1302226"/>
                <a:gd name="connsiteX8-1415" fmla="*/ 5092502 w 6216319"/>
                <a:gd name="connsiteY8-1416" fmla="*/ 1188280 h 1302226"/>
                <a:gd name="connsiteX9-1417" fmla="*/ 6216319 w 6216319"/>
                <a:gd name="connsiteY9-1418" fmla="*/ 1302226 h 1302226"/>
                <a:gd name="connsiteX10-1419" fmla="*/ 0 w 6216319"/>
                <a:gd name="connsiteY10-1420" fmla="*/ 1302226 h 1302226"/>
                <a:gd name="connsiteX11-1421" fmla="*/ 0 w 6216319"/>
                <a:gd name="connsiteY11-1422" fmla="*/ 22 h 1302226"/>
                <a:gd name="connsiteX0-1423" fmla="*/ 0 w 6613304"/>
                <a:gd name="connsiteY0-1424" fmla="*/ 22 h 1302226"/>
                <a:gd name="connsiteX1-1425" fmla="*/ 574189 w 6613304"/>
                <a:gd name="connsiteY1-1426" fmla="*/ 321816 h 1302226"/>
                <a:gd name="connsiteX2-1427" fmla="*/ 1015951 w 6613304"/>
                <a:gd name="connsiteY2-1428" fmla="*/ 346561 h 1302226"/>
                <a:gd name="connsiteX3-1429" fmla="*/ 1732682 w 6613304"/>
                <a:gd name="connsiteY3-1430" fmla="*/ 368038 h 1302226"/>
                <a:gd name="connsiteX4-1431" fmla="*/ 2147475 w 6613304"/>
                <a:gd name="connsiteY4-1432" fmla="*/ 479915 h 1302226"/>
                <a:gd name="connsiteX5-1433" fmla="*/ 3043108 w 6613304"/>
                <a:gd name="connsiteY5-1434" fmla="*/ 549633 h 1302226"/>
                <a:gd name="connsiteX6-1435" fmla="*/ 3562786 w 6613304"/>
                <a:gd name="connsiteY6-1436" fmla="*/ 790391 h 1302226"/>
                <a:gd name="connsiteX7-1437" fmla="*/ 4684312 w 6613304"/>
                <a:gd name="connsiteY7-1438" fmla="*/ 1156227 h 1302226"/>
                <a:gd name="connsiteX8-1439" fmla="*/ 5092502 w 6613304"/>
                <a:gd name="connsiteY8-1440" fmla="*/ 1188280 h 1302226"/>
                <a:gd name="connsiteX9-1441" fmla="*/ 5886947 w 6613304"/>
                <a:gd name="connsiteY9-1442" fmla="*/ 1005147 h 1302226"/>
                <a:gd name="connsiteX10-1443" fmla="*/ 6216319 w 6613304"/>
                <a:gd name="connsiteY10-1444" fmla="*/ 1302226 h 1302226"/>
                <a:gd name="connsiteX11-1445" fmla="*/ 0 w 6613304"/>
                <a:gd name="connsiteY11-1446" fmla="*/ 1302226 h 1302226"/>
                <a:gd name="connsiteX12" fmla="*/ 0 w 6613304"/>
                <a:gd name="connsiteY12" fmla="*/ 22 h 1302226"/>
                <a:gd name="connsiteX0-1447" fmla="*/ 0 w 6597699"/>
                <a:gd name="connsiteY0-1448" fmla="*/ 22 h 1302226"/>
                <a:gd name="connsiteX1-1449" fmla="*/ 574189 w 6597699"/>
                <a:gd name="connsiteY1-1450" fmla="*/ 321816 h 1302226"/>
                <a:gd name="connsiteX2-1451" fmla="*/ 1015951 w 6597699"/>
                <a:gd name="connsiteY2-1452" fmla="*/ 346561 h 1302226"/>
                <a:gd name="connsiteX3-1453" fmla="*/ 1732682 w 6597699"/>
                <a:gd name="connsiteY3-1454" fmla="*/ 368038 h 1302226"/>
                <a:gd name="connsiteX4-1455" fmla="*/ 2147475 w 6597699"/>
                <a:gd name="connsiteY4-1456" fmla="*/ 479915 h 1302226"/>
                <a:gd name="connsiteX5-1457" fmla="*/ 3043108 w 6597699"/>
                <a:gd name="connsiteY5-1458" fmla="*/ 549633 h 1302226"/>
                <a:gd name="connsiteX6-1459" fmla="*/ 3562786 w 6597699"/>
                <a:gd name="connsiteY6-1460" fmla="*/ 790391 h 1302226"/>
                <a:gd name="connsiteX7-1461" fmla="*/ 4684312 w 6597699"/>
                <a:gd name="connsiteY7-1462" fmla="*/ 1156227 h 1302226"/>
                <a:gd name="connsiteX8-1463" fmla="*/ 5092502 w 6597699"/>
                <a:gd name="connsiteY8-1464" fmla="*/ 1188280 h 1302226"/>
                <a:gd name="connsiteX9-1465" fmla="*/ 5810403 w 6597699"/>
                <a:gd name="connsiteY9-1466" fmla="*/ 1184110 h 1302226"/>
                <a:gd name="connsiteX10-1467" fmla="*/ 6216319 w 6597699"/>
                <a:gd name="connsiteY10-1468" fmla="*/ 1302226 h 1302226"/>
                <a:gd name="connsiteX11-1469" fmla="*/ 0 w 6597699"/>
                <a:gd name="connsiteY11-1470" fmla="*/ 1302226 h 1302226"/>
                <a:gd name="connsiteX12-1471" fmla="*/ 0 w 6597699"/>
                <a:gd name="connsiteY12-1472" fmla="*/ 22 h 1302226"/>
                <a:gd name="connsiteX0-1473" fmla="*/ 0 w 6597699"/>
                <a:gd name="connsiteY0-1474" fmla="*/ 22 h 1302226"/>
                <a:gd name="connsiteX1-1475" fmla="*/ 574189 w 6597699"/>
                <a:gd name="connsiteY1-1476" fmla="*/ 321816 h 1302226"/>
                <a:gd name="connsiteX2-1477" fmla="*/ 1015951 w 6597699"/>
                <a:gd name="connsiteY2-1478" fmla="*/ 346561 h 1302226"/>
                <a:gd name="connsiteX3-1479" fmla="*/ 1732682 w 6597699"/>
                <a:gd name="connsiteY3-1480" fmla="*/ 368038 h 1302226"/>
                <a:gd name="connsiteX4-1481" fmla="*/ 2147475 w 6597699"/>
                <a:gd name="connsiteY4-1482" fmla="*/ 479915 h 1302226"/>
                <a:gd name="connsiteX5-1483" fmla="*/ 3043108 w 6597699"/>
                <a:gd name="connsiteY5-1484" fmla="*/ 549633 h 1302226"/>
                <a:gd name="connsiteX6-1485" fmla="*/ 3562786 w 6597699"/>
                <a:gd name="connsiteY6-1486" fmla="*/ 790391 h 1302226"/>
                <a:gd name="connsiteX7-1487" fmla="*/ 4684312 w 6597699"/>
                <a:gd name="connsiteY7-1488" fmla="*/ 1156227 h 1302226"/>
                <a:gd name="connsiteX8-1489" fmla="*/ 5092502 w 6597699"/>
                <a:gd name="connsiteY8-1490" fmla="*/ 1188280 h 1302226"/>
                <a:gd name="connsiteX9-1491" fmla="*/ 5810403 w 6597699"/>
                <a:gd name="connsiteY9-1492" fmla="*/ 1184110 h 1302226"/>
                <a:gd name="connsiteX10-1493" fmla="*/ 6216319 w 6597699"/>
                <a:gd name="connsiteY10-1494" fmla="*/ 1302226 h 1302226"/>
                <a:gd name="connsiteX11-1495" fmla="*/ 0 w 6597699"/>
                <a:gd name="connsiteY11-1496" fmla="*/ 1302226 h 1302226"/>
                <a:gd name="connsiteX12-1497" fmla="*/ 0 w 6597699"/>
                <a:gd name="connsiteY12-1498" fmla="*/ 22 h 1302226"/>
                <a:gd name="connsiteX0-1499" fmla="*/ 0 w 6597699"/>
                <a:gd name="connsiteY0-1500" fmla="*/ 22 h 1302226"/>
                <a:gd name="connsiteX1-1501" fmla="*/ 574189 w 6597699"/>
                <a:gd name="connsiteY1-1502" fmla="*/ 321816 h 1302226"/>
                <a:gd name="connsiteX2-1503" fmla="*/ 1015951 w 6597699"/>
                <a:gd name="connsiteY2-1504" fmla="*/ 346561 h 1302226"/>
                <a:gd name="connsiteX3-1505" fmla="*/ 1732682 w 6597699"/>
                <a:gd name="connsiteY3-1506" fmla="*/ 368038 h 1302226"/>
                <a:gd name="connsiteX4-1507" fmla="*/ 2147475 w 6597699"/>
                <a:gd name="connsiteY4-1508" fmla="*/ 479915 h 1302226"/>
                <a:gd name="connsiteX5-1509" fmla="*/ 3043108 w 6597699"/>
                <a:gd name="connsiteY5-1510" fmla="*/ 549633 h 1302226"/>
                <a:gd name="connsiteX6-1511" fmla="*/ 3562786 w 6597699"/>
                <a:gd name="connsiteY6-1512" fmla="*/ 790391 h 1302226"/>
                <a:gd name="connsiteX7-1513" fmla="*/ 4684312 w 6597699"/>
                <a:gd name="connsiteY7-1514" fmla="*/ 1156227 h 1302226"/>
                <a:gd name="connsiteX8-1515" fmla="*/ 5092502 w 6597699"/>
                <a:gd name="connsiteY8-1516" fmla="*/ 1188280 h 1302226"/>
                <a:gd name="connsiteX9-1517" fmla="*/ 5810403 w 6597699"/>
                <a:gd name="connsiteY9-1518" fmla="*/ 1184110 h 1302226"/>
                <a:gd name="connsiteX10-1519" fmla="*/ 6216319 w 6597699"/>
                <a:gd name="connsiteY10-1520" fmla="*/ 1302226 h 1302226"/>
                <a:gd name="connsiteX11-1521" fmla="*/ 0 w 6597699"/>
                <a:gd name="connsiteY11-1522" fmla="*/ 1302226 h 1302226"/>
                <a:gd name="connsiteX12-1523" fmla="*/ 0 w 6597699"/>
                <a:gd name="connsiteY12-1524" fmla="*/ 22 h 1302226"/>
                <a:gd name="connsiteX0-1525" fmla="*/ 0 w 6590574"/>
                <a:gd name="connsiteY0-1526" fmla="*/ 22 h 1302226"/>
                <a:gd name="connsiteX1-1527" fmla="*/ 574189 w 6590574"/>
                <a:gd name="connsiteY1-1528" fmla="*/ 321816 h 1302226"/>
                <a:gd name="connsiteX2-1529" fmla="*/ 1015951 w 6590574"/>
                <a:gd name="connsiteY2-1530" fmla="*/ 346561 h 1302226"/>
                <a:gd name="connsiteX3-1531" fmla="*/ 1732682 w 6590574"/>
                <a:gd name="connsiteY3-1532" fmla="*/ 368038 h 1302226"/>
                <a:gd name="connsiteX4-1533" fmla="*/ 2147475 w 6590574"/>
                <a:gd name="connsiteY4-1534" fmla="*/ 479915 h 1302226"/>
                <a:gd name="connsiteX5-1535" fmla="*/ 3043108 w 6590574"/>
                <a:gd name="connsiteY5-1536" fmla="*/ 549633 h 1302226"/>
                <a:gd name="connsiteX6-1537" fmla="*/ 3562786 w 6590574"/>
                <a:gd name="connsiteY6-1538" fmla="*/ 790391 h 1302226"/>
                <a:gd name="connsiteX7-1539" fmla="*/ 4684312 w 6590574"/>
                <a:gd name="connsiteY7-1540" fmla="*/ 1156227 h 1302226"/>
                <a:gd name="connsiteX8-1541" fmla="*/ 5092502 w 6590574"/>
                <a:gd name="connsiteY8-1542" fmla="*/ 1188280 h 1302226"/>
                <a:gd name="connsiteX9-1543" fmla="*/ 5810403 w 6590574"/>
                <a:gd name="connsiteY9-1544" fmla="*/ 1184110 h 1302226"/>
                <a:gd name="connsiteX10-1545" fmla="*/ 6216319 w 6590574"/>
                <a:gd name="connsiteY10-1546" fmla="*/ 1302226 h 1302226"/>
                <a:gd name="connsiteX11-1547" fmla="*/ 0 w 6590574"/>
                <a:gd name="connsiteY11-1548" fmla="*/ 1302226 h 1302226"/>
                <a:gd name="connsiteX12-1549" fmla="*/ 0 w 6590574"/>
                <a:gd name="connsiteY12-1550" fmla="*/ 22 h 1302226"/>
                <a:gd name="connsiteX0-1551" fmla="*/ 0 w 6216319"/>
                <a:gd name="connsiteY0-1552" fmla="*/ 22 h 1302226"/>
                <a:gd name="connsiteX1-1553" fmla="*/ 574189 w 6216319"/>
                <a:gd name="connsiteY1-1554" fmla="*/ 321816 h 1302226"/>
                <a:gd name="connsiteX2-1555" fmla="*/ 1015951 w 6216319"/>
                <a:gd name="connsiteY2-1556" fmla="*/ 346561 h 1302226"/>
                <a:gd name="connsiteX3-1557" fmla="*/ 1732682 w 6216319"/>
                <a:gd name="connsiteY3-1558" fmla="*/ 368038 h 1302226"/>
                <a:gd name="connsiteX4-1559" fmla="*/ 2147475 w 6216319"/>
                <a:gd name="connsiteY4-1560" fmla="*/ 479915 h 1302226"/>
                <a:gd name="connsiteX5-1561" fmla="*/ 3043108 w 6216319"/>
                <a:gd name="connsiteY5-1562" fmla="*/ 549633 h 1302226"/>
                <a:gd name="connsiteX6-1563" fmla="*/ 3562786 w 6216319"/>
                <a:gd name="connsiteY6-1564" fmla="*/ 790391 h 1302226"/>
                <a:gd name="connsiteX7-1565" fmla="*/ 4684312 w 6216319"/>
                <a:gd name="connsiteY7-1566" fmla="*/ 1156227 h 1302226"/>
                <a:gd name="connsiteX8-1567" fmla="*/ 5092502 w 6216319"/>
                <a:gd name="connsiteY8-1568" fmla="*/ 1188280 h 1302226"/>
                <a:gd name="connsiteX9-1569" fmla="*/ 5810403 w 6216319"/>
                <a:gd name="connsiteY9-1570" fmla="*/ 1184110 h 1302226"/>
                <a:gd name="connsiteX10-1571" fmla="*/ 6216319 w 6216319"/>
                <a:gd name="connsiteY10-1572" fmla="*/ 1302226 h 1302226"/>
                <a:gd name="connsiteX11-1573" fmla="*/ 0 w 6216319"/>
                <a:gd name="connsiteY11-1574" fmla="*/ 1302226 h 1302226"/>
                <a:gd name="connsiteX12-1575" fmla="*/ 0 w 6216319"/>
                <a:gd name="connsiteY12-1576" fmla="*/ 22 h 1302226"/>
                <a:gd name="connsiteX0-1577" fmla="*/ 0 w 6216319"/>
                <a:gd name="connsiteY0-1578" fmla="*/ 10 h 1452543"/>
                <a:gd name="connsiteX1-1579" fmla="*/ 574189 w 6216319"/>
                <a:gd name="connsiteY1-1580" fmla="*/ 472133 h 1452543"/>
                <a:gd name="connsiteX2-1581" fmla="*/ 1015951 w 6216319"/>
                <a:gd name="connsiteY2-1582" fmla="*/ 496878 h 1452543"/>
                <a:gd name="connsiteX3-1583" fmla="*/ 1732682 w 6216319"/>
                <a:gd name="connsiteY3-1584" fmla="*/ 518355 h 1452543"/>
                <a:gd name="connsiteX4-1585" fmla="*/ 2147475 w 6216319"/>
                <a:gd name="connsiteY4-1586" fmla="*/ 630232 h 1452543"/>
                <a:gd name="connsiteX5-1587" fmla="*/ 3043108 w 6216319"/>
                <a:gd name="connsiteY5-1588" fmla="*/ 699950 h 1452543"/>
                <a:gd name="connsiteX6-1589" fmla="*/ 3562786 w 6216319"/>
                <a:gd name="connsiteY6-1590" fmla="*/ 940708 h 1452543"/>
                <a:gd name="connsiteX7-1591" fmla="*/ 4684312 w 6216319"/>
                <a:gd name="connsiteY7-1592" fmla="*/ 1306544 h 1452543"/>
                <a:gd name="connsiteX8-1593" fmla="*/ 5092502 w 6216319"/>
                <a:gd name="connsiteY8-1594" fmla="*/ 1338597 h 1452543"/>
                <a:gd name="connsiteX9-1595" fmla="*/ 5810403 w 6216319"/>
                <a:gd name="connsiteY9-1596" fmla="*/ 1334427 h 1452543"/>
                <a:gd name="connsiteX10-1597" fmla="*/ 6216319 w 6216319"/>
                <a:gd name="connsiteY10-1598" fmla="*/ 1452543 h 1452543"/>
                <a:gd name="connsiteX11-1599" fmla="*/ 0 w 6216319"/>
                <a:gd name="connsiteY11-1600" fmla="*/ 1452543 h 1452543"/>
                <a:gd name="connsiteX12-1601" fmla="*/ 0 w 6216319"/>
                <a:gd name="connsiteY12-1602" fmla="*/ 10 h 145254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21" y="connsiteY5-22"/>
                </a:cxn>
                <a:cxn ang="0">
                  <a:pos x="connsiteX6-59" y="connsiteY6-60"/>
                </a:cxn>
                <a:cxn ang="0">
                  <a:pos x="connsiteX7-89" y="connsiteY7-90"/>
                </a:cxn>
                <a:cxn ang="0">
                  <a:pos x="connsiteX8-123" y="connsiteY8-124"/>
                </a:cxn>
                <a:cxn ang="0">
                  <a:pos x="connsiteX9-161" y="connsiteY9-162"/>
                </a:cxn>
                <a:cxn ang="0">
                  <a:pos x="connsiteX10-913" y="connsiteY10-914"/>
                </a:cxn>
                <a:cxn ang="0">
                  <a:pos x="connsiteX11-1157" y="connsiteY11-1158"/>
                </a:cxn>
                <a:cxn ang="0">
                  <a:pos x="connsiteX12-1471" y="connsiteY12-1472"/>
                </a:cxn>
              </a:cxnLst>
              <a:rect l="l" t="t" r="r" b="b"/>
              <a:pathLst>
                <a:path w="6216319" h="1452543">
                  <a:moveTo>
                    <a:pt x="0" y="10"/>
                  </a:moveTo>
                  <a:cubicBezTo>
                    <a:pt x="229007" y="-1920"/>
                    <a:pt x="473169" y="274373"/>
                    <a:pt x="574189" y="472133"/>
                  </a:cubicBezTo>
                  <a:cubicBezTo>
                    <a:pt x="784106" y="306783"/>
                    <a:pt x="876671" y="335710"/>
                    <a:pt x="1015951" y="496878"/>
                  </a:cubicBezTo>
                  <a:cubicBezTo>
                    <a:pt x="1169602" y="156200"/>
                    <a:pt x="1541775" y="268250"/>
                    <a:pt x="1732682" y="518355"/>
                  </a:cubicBezTo>
                  <a:cubicBezTo>
                    <a:pt x="1951423" y="389059"/>
                    <a:pt x="1995178" y="418617"/>
                    <a:pt x="2147475" y="630232"/>
                  </a:cubicBezTo>
                  <a:cubicBezTo>
                    <a:pt x="2240004" y="303227"/>
                    <a:pt x="2890265" y="229257"/>
                    <a:pt x="3043108" y="699950"/>
                  </a:cubicBezTo>
                  <a:cubicBezTo>
                    <a:pt x="3340461" y="644318"/>
                    <a:pt x="3395950" y="702404"/>
                    <a:pt x="3562786" y="940708"/>
                  </a:cubicBezTo>
                  <a:cubicBezTo>
                    <a:pt x="3973172" y="584855"/>
                    <a:pt x="4634636" y="975363"/>
                    <a:pt x="4684312" y="1306544"/>
                  </a:cubicBezTo>
                  <a:cubicBezTo>
                    <a:pt x="4775936" y="1140966"/>
                    <a:pt x="4979530" y="1164509"/>
                    <a:pt x="5092502" y="1338597"/>
                  </a:cubicBezTo>
                  <a:cubicBezTo>
                    <a:pt x="5153770" y="1141613"/>
                    <a:pt x="5525680" y="842973"/>
                    <a:pt x="5810403" y="1334427"/>
                  </a:cubicBezTo>
                  <a:cubicBezTo>
                    <a:pt x="5955954" y="1267516"/>
                    <a:pt x="6049313" y="1259859"/>
                    <a:pt x="6216319" y="1452543"/>
                  </a:cubicBezTo>
                  <a:lnTo>
                    <a:pt x="0" y="1452543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7" name="ïSḷiḋe"/>
            <p:cNvSpPr/>
            <p:nvPr/>
          </p:nvSpPr>
          <p:spPr>
            <a:xfrm flipH="1">
              <a:off x="5975681" y="5405005"/>
              <a:ext cx="6216319" cy="1449603"/>
            </a:xfrm>
            <a:custGeom>
              <a:avLst/>
              <a:gdLst>
                <a:gd name="connsiteX0" fmla="*/ 0 w 6216319"/>
                <a:gd name="connsiteY0" fmla="*/ 0 h 1302204"/>
                <a:gd name="connsiteX1" fmla="*/ 6216319 w 6216319"/>
                <a:gd name="connsiteY1" fmla="*/ 0 h 1302204"/>
                <a:gd name="connsiteX2" fmla="*/ 6216319 w 6216319"/>
                <a:gd name="connsiteY2" fmla="*/ 1302204 h 1302204"/>
                <a:gd name="connsiteX3" fmla="*/ 0 w 6216319"/>
                <a:gd name="connsiteY3" fmla="*/ 1302204 h 1302204"/>
                <a:gd name="connsiteX4" fmla="*/ 0 w 6216319"/>
                <a:gd name="connsiteY4" fmla="*/ 0 h 1302204"/>
                <a:gd name="connsiteX0-1" fmla="*/ 0 w 6216319"/>
                <a:gd name="connsiteY0-2" fmla="*/ 9364 h 1311568"/>
                <a:gd name="connsiteX1-3" fmla="*/ 339865 w 6216319"/>
                <a:gd name="connsiteY1-4" fmla="*/ 0 h 1311568"/>
                <a:gd name="connsiteX2-5" fmla="*/ 6216319 w 6216319"/>
                <a:gd name="connsiteY2-6" fmla="*/ 9364 h 1311568"/>
                <a:gd name="connsiteX3-7" fmla="*/ 6216319 w 6216319"/>
                <a:gd name="connsiteY3-8" fmla="*/ 1311568 h 1311568"/>
                <a:gd name="connsiteX4-9" fmla="*/ 0 w 6216319"/>
                <a:gd name="connsiteY4-10" fmla="*/ 1311568 h 1311568"/>
                <a:gd name="connsiteX5" fmla="*/ 0 w 6216319"/>
                <a:gd name="connsiteY5" fmla="*/ 9364 h 1311568"/>
                <a:gd name="connsiteX0-11" fmla="*/ 0 w 6216319"/>
                <a:gd name="connsiteY0-12" fmla="*/ 0 h 1302204"/>
                <a:gd name="connsiteX1-13" fmla="*/ 339865 w 6216319"/>
                <a:gd name="connsiteY1-14" fmla="*/ 184845 h 1302204"/>
                <a:gd name="connsiteX2-15" fmla="*/ 6216319 w 6216319"/>
                <a:gd name="connsiteY2-16" fmla="*/ 0 h 1302204"/>
                <a:gd name="connsiteX3-17" fmla="*/ 6216319 w 6216319"/>
                <a:gd name="connsiteY3-18" fmla="*/ 1302204 h 1302204"/>
                <a:gd name="connsiteX4-19" fmla="*/ 0 w 6216319"/>
                <a:gd name="connsiteY4-20" fmla="*/ 1302204 h 1302204"/>
                <a:gd name="connsiteX5-21" fmla="*/ 0 w 6216319"/>
                <a:gd name="connsiteY5-22" fmla="*/ 0 h 1302204"/>
                <a:gd name="connsiteX0-23" fmla="*/ 0 w 6216319"/>
                <a:gd name="connsiteY0-24" fmla="*/ 0 h 1302204"/>
                <a:gd name="connsiteX1-25" fmla="*/ 339865 w 6216319"/>
                <a:gd name="connsiteY1-26" fmla="*/ 184845 h 1302204"/>
                <a:gd name="connsiteX2-27" fmla="*/ 6216319 w 6216319"/>
                <a:gd name="connsiteY2-28" fmla="*/ 0 h 1302204"/>
                <a:gd name="connsiteX3-29" fmla="*/ 6216319 w 6216319"/>
                <a:gd name="connsiteY3-30" fmla="*/ 1302204 h 1302204"/>
                <a:gd name="connsiteX4-31" fmla="*/ 0 w 6216319"/>
                <a:gd name="connsiteY4-32" fmla="*/ 1302204 h 1302204"/>
                <a:gd name="connsiteX5-33" fmla="*/ 0 w 6216319"/>
                <a:gd name="connsiteY5-34" fmla="*/ 0 h 1302204"/>
                <a:gd name="connsiteX0-35" fmla="*/ 0 w 6216319"/>
                <a:gd name="connsiteY0-36" fmla="*/ 47249 h 1349453"/>
                <a:gd name="connsiteX1-37" fmla="*/ 339865 w 6216319"/>
                <a:gd name="connsiteY1-38" fmla="*/ 232094 h 1349453"/>
                <a:gd name="connsiteX2-39" fmla="*/ 2273862 w 6216319"/>
                <a:gd name="connsiteY2-40" fmla="*/ 280646 h 1349453"/>
                <a:gd name="connsiteX3-41" fmla="*/ 6216319 w 6216319"/>
                <a:gd name="connsiteY3-42" fmla="*/ 47249 h 1349453"/>
                <a:gd name="connsiteX4-43" fmla="*/ 6216319 w 6216319"/>
                <a:gd name="connsiteY4-44" fmla="*/ 1349453 h 1349453"/>
                <a:gd name="connsiteX5-45" fmla="*/ 0 w 6216319"/>
                <a:gd name="connsiteY5-46" fmla="*/ 1349453 h 1349453"/>
                <a:gd name="connsiteX6" fmla="*/ 0 w 6216319"/>
                <a:gd name="connsiteY6" fmla="*/ 47249 h 1349453"/>
                <a:gd name="connsiteX0-47" fmla="*/ 0 w 6216319"/>
                <a:gd name="connsiteY0-48" fmla="*/ 30623 h 1332827"/>
                <a:gd name="connsiteX1-49" fmla="*/ 339865 w 6216319"/>
                <a:gd name="connsiteY1-50" fmla="*/ 215468 h 1332827"/>
                <a:gd name="connsiteX2-51" fmla="*/ 2265770 w 6216319"/>
                <a:gd name="connsiteY2-52" fmla="*/ 539150 h 1332827"/>
                <a:gd name="connsiteX3-53" fmla="*/ 6216319 w 6216319"/>
                <a:gd name="connsiteY3-54" fmla="*/ 30623 h 1332827"/>
                <a:gd name="connsiteX4-55" fmla="*/ 6216319 w 6216319"/>
                <a:gd name="connsiteY4-56" fmla="*/ 1332827 h 1332827"/>
                <a:gd name="connsiteX5-57" fmla="*/ 0 w 6216319"/>
                <a:gd name="connsiteY5-58" fmla="*/ 1332827 h 1332827"/>
                <a:gd name="connsiteX6-59" fmla="*/ 0 w 6216319"/>
                <a:gd name="connsiteY6-60" fmla="*/ 30623 h 1332827"/>
                <a:gd name="connsiteX0-61" fmla="*/ 0 w 6216319"/>
                <a:gd name="connsiteY0-62" fmla="*/ 31024 h 1333228"/>
                <a:gd name="connsiteX1-63" fmla="*/ 339865 w 6216319"/>
                <a:gd name="connsiteY1-64" fmla="*/ 215869 h 1333228"/>
                <a:gd name="connsiteX2-65" fmla="*/ 2265770 w 6216319"/>
                <a:gd name="connsiteY2-66" fmla="*/ 539551 h 1333228"/>
                <a:gd name="connsiteX3-67" fmla="*/ 3269182 w 6216319"/>
                <a:gd name="connsiteY3-68" fmla="*/ 418171 h 1333228"/>
                <a:gd name="connsiteX4-69" fmla="*/ 6216319 w 6216319"/>
                <a:gd name="connsiteY4-70" fmla="*/ 31024 h 1333228"/>
                <a:gd name="connsiteX5-71" fmla="*/ 6216319 w 6216319"/>
                <a:gd name="connsiteY5-72" fmla="*/ 1333228 h 1333228"/>
                <a:gd name="connsiteX6-73" fmla="*/ 0 w 6216319"/>
                <a:gd name="connsiteY6-74" fmla="*/ 1333228 h 1333228"/>
                <a:gd name="connsiteX7" fmla="*/ 0 w 6216319"/>
                <a:gd name="connsiteY7" fmla="*/ 31024 h 1333228"/>
                <a:gd name="connsiteX0-75" fmla="*/ 0 w 6216319"/>
                <a:gd name="connsiteY0-76" fmla="*/ 26175 h 1328379"/>
                <a:gd name="connsiteX1-77" fmla="*/ 339865 w 6216319"/>
                <a:gd name="connsiteY1-78" fmla="*/ 211020 h 1328379"/>
                <a:gd name="connsiteX2-79" fmla="*/ 2265770 w 6216319"/>
                <a:gd name="connsiteY2-80" fmla="*/ 534702 h 1328379"/>
                <a:gd name="connsiteX3-81" fmla="*/ 3244906 w 6216319"/>
                <a:gd name="connsiteY3-82" fmla="*/ 518518 h 1328379"/>
                <a:gd name="connsiteX4-83" fmla="*/ 6216319 w 6216319"/>
                <a:gd name="connsiteY4-84" fmla="*/ 26175 h 1328379"/>
                <a:gd name="connsiteX5-85" fmla="*/ 6216319 w 6216319"/>
                <a:gd name="connsiteY5-86" fmla="*/ 1328379 h 1328379"/>
                <a:gd name="connsiteX6-87" fmla="*/ 0 w 6216319"/>
                <a:gd name="connsiteY6-88" fmla="*/ 1328379 h 1328379"/>
                <a:gd name="connsiteX7-89" fmla="*/ 0 w 6216319"/>
                <a:gd name="connsiteY7-90" fmla="*/ 26175 h 1328379"/>
                <a:gd name="connsiteX0-91" fmla="*/ 0 w 6216319"/>
                <a:gd name="connsiteY0-92" fmla="*/ 63128 h 1365332"/>
                <a:gd name="connsiteX1-93" fmla="*/ 339865 w 6216319"/>
                <a:gd name="connsiteY1-94" fmla="*/ 247973 h 1365332"/>
                <a:gd name="connsiteX2-95" fmla="*/ 2265770 w 6216319"/>
                <a:gd name="connsiteY2-96" fmla="*/ 571655 h 1365332"/>
                <a:gd name="connsiteX3-97" fmla="*/ 3244906 w 6216319"/>
                <a:gd name="connsiteY3-98" fmla="*/ 555471 h 1365332"/>
                <a:gd name="connsiteX4-99" fmla="*/ 4725749 w 6216319"/>
                <a:gd name="connsiteY4-100" fmla="*/ 239882 h 1365332"/>
                <a:gd name="connsiteX5-101" fmla="*/ 6216319 w 6216319"/>
                <a:gd name="connsiteY5-102" fmla="*/ 63128 h 1365332"/>
                <a:gd name="connsiteX6-103" fmla="*/ 6216319 w 6216319"/>
                <a:gd name="connsiteY6-104" fmla="*/ 1365332 h 1365332"/>
                <a:gd name="connsiteX7-105" fmla="*/ 0 w 6216319"/>
                <a:gd name="connsiteY7-106" fmla="*/ 1365332 h 1365332"/>
                <a:gd name="connsiteX8" fmla="*/ 0 w 6216319"/>
                <a:gd name="connsiteY8" fmla="*/ 63128 h 1365332"/>
                <a:gd name="connsiteX0-107" fmla="*/ 0 w 6216319"/>
                <a:gd name="connsiteY0-108" fmla="*/ 20810 h 1323014"/>
                <a:gd name="connsiteX1-109" fmla="*/ 339865 w 6216319"/>
                <a:gd name="connsiteY1-110" fmla="*/ 205655 h 1323014"/>
                <a:gd name="connsiteX2-111" fmla="*/ 2265770 w 6216319"/>
                <a:gd name="connsiteY2-112" fmla="*/ 529337 h 1323014"/>
                <a:gd name="connsiteX3-113" fmla="*/ 3244906 w 6216319"/>
                <a:gd name="connsiteY3-114" fmla="*/ 513153 h 1323014"/>
                <a:gd name="connsiteX4-115" fmla="*/ 4628644 w 6216319"/>
                <a:gd name="connsiteY4-116" fmla="*/ 1055320 h 1323014"/>
                <a:gd name="connsiteX5-117" fmla="*/ 6216319 w 6216319"/>
                <a:gd name="connsiteY5-118" fmla="*/ 20810 h 1323014"/>
                <a:gd name="connsiteX6-119" fmla="*/ 6216319 w 6216319"/>
                <a:gd name="connsiteY6-120" fmla="*/ 1323014 h 1323014"/>
                <a:gd name="connsiteX7-121" fmla="*/ 0 w 6216319"/>
                <a:gd name="connsiteY7-122" fmla="*/ 1323014 h 1323014"/>
                <a:gd name="connsiteX8-123" fmla="*/ 0 w 6216319"/>
                <a:gd name="connsiteY8-124" fmla="*/ 20810 h 1323014"/>
                <a:gd name="connsiteX0-125" fmla="*/ 0 w 6216319"/>
                <a:gd name="connsiteY0-126" fmla="*/ 32243 h 1334447"/>
                <a:gd name="connsiteX1-127" fmla="*/ 339865 w 6216319"/>
                <a:gd name="connsiteY1-128" fmla="*/ 217088 h 1334447"/>
                <a:gd name="connsiteX2-129" fmla="*/ 2265770 w 6216319"/>
                <a:gd name="connsiteY2-130" fmla="*/ 540770 h 1334447"/>
                <a:gd name="connsiteX3-131" fmla="*/ 3244906 w 6216319"/>
                <a:gd name="connsiteY3-132" fmla="*/ 524586 h 1334447"/>
                <a:gd name="connsiteX4-133" fmla="*/ 4628644 w 6216319"/>
                <a:gd name="connsiteY4-134" fmla="*/ 1066753 h 1334447"/>
                <a:gd name="connsiteX5-135" fmla="*/ 5526860 w 6216319"/>
                <a:gd name="connsiteY5-136" fmla="*/ 451758 h 1334447"/>
                <a:gd name="connsiteX6-137" fmla="*/ 6216319 w 6216319"/>
                <a:gd name="connsiteY6-138" fmla="*/ 32243 h 1334447"/>
                <a:gd name="connsiteX7-139" fmla="*/ 6216319 w 6216319"/>
                <a:gd name="connsiteY7-140" fmla="*/ 1334447 h 1334447"/>
                <a:gd name="connsiteX8-141" fmla="*/ 0 w 6216319"/>
                <a:gd name="connsiteY8-142" fmla="*/ 1334447 h 1334447"/>
                <a:gd name="connsiteX9" fmla="*/ 0 w 6216319"/>
                <a:gd name="connsiteY9" fmla="*/ 32243 h 1334447"/>
                <a:gd name="connsiteX0-143" fmla="*/ 0 w 6216319"/>
                <a:gd name="connsiteY0-144" fmla="*/ 12831 h 1315035"/>
                <a:gd name="connsiteX1-145" fmla="*/ 339865 w 6216319"/>
                <a:gd name="connsiteY1-146" fmla="*/ 197676 h 1315035"/>
                <a:gd name="connsiteX2-147" fmla="*/ 2265770 w 6216319"/>
                <a:gd name="connsiteY2-148" fmla="*/ 521358 h 1315035"/>
                <a:gd name="connsiteX3-149" fmla="*/ 3244906 w 6216319"/>
                <a:gd name="connsiteY3-150" fmla="*/ 505174 h 1315035"/>
                <a:gd name="connsiteX4-151" fmla="*/ 4628644 w 6216319"/>
                <a:gd name="connsiteY4-152" fmla="*/ 1047341 h 1315035"/>
                <a:gd name="connsiteX5-153" fmla="*/ 5356927 w 6216319"/>
                <a:gd name="connsiteY5-154" fmla="*/ 1201089 h 1315035"/>
                <a:gd name="connsiteX6-155" fmla="*/ 6216319 w 6216319"/>
                <a:gd name="connsiteY6-156" fmla="*/ 12831 h 1315035"/>
                <a:gd name="connsiteX7-157" fmla="*/ 6216319 w 6216319"/>
                <a:gd name="connsiteY7-158" fmla="*/ 1315035 h 1315035"/>
                <a:gd name="connsiteX8-159" fmla="*/ 0 w 6216319"/>
                <a:gd name="connsiteY8-160" fmla="*/ 1315035 h 1315035"/>
                <a:gd name="connsiteX9-161" fmla="*/ 0 w 6216319"/>
                <a:gd name="connsiteY9-162" fmla="*/ 12831 h 1315035"/>
                <a:gd name="connsiteX0-163" fmla="*/ 0 w 6498499"/>
                <a:gd name="connsiteY0-164" fmla="*/ 0 h 1302204"/>
                <a:gd name="connsiteX1-165" fmla="*/ 339865 w 6498499"/>
                <a:gd name="connsiteY1-166" fmla="*/ 184845 h 1302204"/>
                <a:gd name="connsiteX2-167" fmla="*/ 2265770 w 6498499"/>
                <a:gd name="connsiteY2-168" fmla="*/ 508527 h 1302204"/>
                <a:gd name="connsiteX3-169" fmla="*/ 3244906 w 6498499"/>
                <a:gd name="connsiteY3-170" fmla="*/ 492343 h 1302204"/>
                <a:gd name="connsiteX4-171" fmla="*/ 4628644 w 6498499"/>
                <a:gd name="connsiteY4-172" fmla="*/ 1034510 h 1302204"/>
                <a:gd name="connsiteX5-173" fmla="*/ 5356927 w 6498499"/>
                <a:gd name="connsiteY5-174" fmla="*/ 1188258 h 1302204"/>
                <a:gd name="connsiteX6-175" fmla="*/ 6216319 w 6498499"/>
                <a:gd name="connsiteY6-176" fmla="*/ 1302204 h 1302204"/>
                <a:gd name="connsiteX7-177" fmla="*/ 0 w 6498499"/>
                <a:gd name="connsiteY7-178" fmla="*/ 1302204 h 1302204"/>
                <a:gd name="connsiteX8-179" fmla="*/ 0 w 6498499"/>
                <a:gd name="connsiteY8-180" fmla="*/ 0 h 1302204"/>
                <a:gd name="connsiteX0-181" fmla="*/ 0 w 6216319"/>
                <a:gd name="connsiteY0-182" fmla="*/ 0 h 1302204"/>
                <a:gd name="connsiteX1-183" fmla="*/ 339865 w 6216319"/>
                <a:gd name="connsiteY1-184" fmla="*/ 184845 h 1302204"/>
                <a:gd name="connsiteX2-185" fmla="*/ 2265770 w 6216319"/>
                <a:gd name="connsiteY2-186" fmla="*/ 508527 h 1302204"/>
                <a:gd name="connsiteX3-187" fmla="*/ 3244906 w 6216319"/>
                <a:gd name="connsiteY3-188" fmla="*/ 492343 h 1302204"/>
                <a:gd name="connsiteX4-189" fmla="*/ 4628644 w 6216319"/>
                <a:gd name="connsiteY4-190" fmla="*/ 1034510 h 1302204"/>
                <a:gd name="connsiteX5-191" fmla="*/ 5356927 w 6216319"/>
                <a:gd name="connsiteY5-192" fmla="*/ 1188258 h 1302204"/>
                <a:gd name="connsiteX6-193" fmla="*/ 6216319 w 6216319"/>
                <a:gd name="connsiteY6-194" fmla="*/ 1302204 h 1302204"/>
                <a:gd name="connsiteX7-195" fmla="*/ 0 w 6216319"/>
                <a:gd name="connsiteY7-196" fmla="*/ 1302204 h 1302204"/>
                <a:gd name="connsiteX8-197" fmla="*/ 0 w 6216319"/>
                <a:gd name="connsiteY8-198" fmla="*/ 0 h 1302204"/>
                <a:gd name="connsiteX0-199" fmla="*/ 0 w 6216319"/>
                <a:gd name="connsiteY0-200" fmla="*/ 0 h 1302204"/>
                <a:gd name="connsiteX1-201" fmla="*/ 339865 w 6216319"/>
                <a:gd name="connsiteY1-202" fmla="*/ 184845 h 1302204"/>
                <a:gd name="connsiteX2-203" fmla="*/ 2265770 w 6216319"/>
                <a:gd name="connsiteY2-204" fmla="*/ 508527 h 1302204"/>
                <a:gd name="connsiteX3-205" fmla="*/ 3244906 w 6216319"/>
                <a:gd name="connsiteY3-206" fmla="*/ 492343 h 1302204"/>
                <a:gd name="connsiteX4-207" fmla="*/ 4628644 w 6216319"/>
                <a:gd name="connsiteY4-208" fmla="*/ 1034510 h 1302204"/>
                <a:gd name="connsiteX5-209" fmla="*/ 5356927 w 6216319"/>
                <a:gd name="connsiteY5-210" fmla="*/ 1188258 h 1302204"/>
                <a:gd name="connsiteX6-211" fmla="*/ 6216319 w 6216319"/>
                <a:gd name="connsiteY6-212" fmla="*/ 1302204 h 1302204"/>
                <a:gd name="connsiteX7-213" fmla="*/ 0 w 6216319"/>
                <a:gd name="connsiteY7-214" fmla="*/ 1302204 h 1302204"/>
                <a:gd name="connsiteX8-215" fmla="*/ 0 w 6216319"/>
                <a:gd name="connsiteY8-216" fmla="*/ 0 h 1302204"/>
                <a:gd name="connsiteX0-217" fmla="*/ 0 w 6216319"/>
                <a:gd name="connsiteY0-218" fmla="*/ 0 h 1302204"/>
                <a:gd name="connsiteX1-219" fmla="*/ 339865 w 6216319"/>
                <a:gd name="connsiteY1-220" fmla="*/ 184845 h 1302204"/>
                <a:gd name="connsiteX2-221" fmla="*/ 2265770 w 6216319"/>
                <a:gd name="connsiteY2-222" fmla="*/ 508527 h 1302204"/>
                <a:gd name="connsiteX3-223" fmla="*/ 3244906 w 6216319"/>
                <a:gd name="connsiteY3-224" fmla="*/ 492343 h 1302204"/>
                <a:gd name="connsiteX4-225" fmla="*/ 4628644 w 6216319"/>
                <a:gd name="connsiteY4-226" fmla="*/ 1034510 h 1302204"/>
                <a:gd name="connsiteX5-227" fmla="*/ 5356927 w 6216319"/>
                <a:gd name="connsiteY5-228" fmla="*/ 1188258 h 1302204"/>
                <a:gd name="connsiteX6-229" fmla="*/ 6216319 w 6216319"/>
                <a:gd name="connsiteY6-230" fmla="*/ 1302204 h 1302204"/>
                <a:gd name="connsiteX7-231" fmla="*/ 0 w 6216319"/>
                <a:gd name="connsiteY7-232" fmla="*/ 1302204 h 1302204"/>
                <a:gd name="connsiteX8-233" fmla="*/ 0 w 6216319"/>
                <a:gd name="connsiteY8-234" fmla="*/ 0 h 1302204"/>
                <a:gd name="connsiteX0-235" fmla="*/ 0 w 6216319"/>
                <a:gd name="connsiteY0-236" fmla="*/ 0 h 1302204"/>
                <a:gd name="connsiteX1-237" fmla="*/ 339865 w 6216319"/>
                <a:gd name="connsiteY1-238" fmla="*/ 184845 h 1302204"/>
                <a:gd name="connsiteX2-239" fmla="*/ 2265770 w 6216319"/>
                <a:gd name="connsiteY2-240" fmla="*/ 508527 h 1302204"/>
                <a:gd name="connsiteX3-241" fmla="*/ 3244906 w 6216319"/>
                <a:gd name="connsiteY3-242" fmla="*/ 492343 h 1302204"/>
                <a:gd name="connsiteX4-243" fmla="*/ 4628644 w 6216319"/>
                <a:gd name="connsiteY4-244" fmla="*/ 1034510 h 1302204"/>
                <a:gd name="connsiteX5-245" fmla="*/ 5356927 w 6216319"/>
                <a:gd name="connsiteY5-246" fmla="*/ 1188258 h 1302204"/>
                <a:gd name="connsiteX6-247" fmla="*/ 6216319 w 6216319"/>
                <a:gd name="connsiteY6-248" fmla="*/ 1302204 h 1302204"/>
                <a:gd name="connsiteX7-249" fmla="*/ 0 w 6216319"/>
                <a:gd name="connsiteY7-250" fmla="*/ 1302204 h 1302204"/>
                <a:gd name="connsiteX8-251" fmla="*/ 0 w 6216319"/>
                <a:gd name="connsiteY8-252" fmla="*/ 0 h 1302204"/>
                <a:gd name="connsiteX0-253" fmla="*/ 0 w 6216319"/>
                <a:gd name="connsiteY0-254" fmla="*/ 0 h 1302204"/>
                <a:gd name="connsiteX1-255" fmla="*/ 339865 w 6216319"/>
                <a:gd name="connsiteY1-256" fmla="*/ 184845 h 1302204"/>
                <a:gd name="connsiteX2-257" fmla="*/ 2265770 w 6216319"/>
                <a:gd name="connsiteY2-258" fmla="*/ 508527 h 1302204"/>
                <a:gd name="connsiteX3-259" fmla="*/ 3244906 w 6216319"/>
                <a:gd name="connsiteY3-260" fmla="*/ 492343 h 1302204"/>
                <a:gd name="connsiteX4-261" fmla="*/ 4628644 w 6216319"/>
                <a:gd name="connsiteY4-262" fmla="*/ 1034510 h 1302204"/>
                <a:gd name="connsiteX5-263" fmla="*/ 5356927 w 6216319"/>
                <a:gd name="connsiteY5-264" fmla="*/ 1188258 h 1302204"/>
                <a:gd name="connsiteX6-265" fmla="*/ 6216319 w 6216319"/>
                <a:gd name="connsiteY6-266" fmla="*/ 1302204 h 1302204"/>
                <a:gd name="connsiteX7-267" fmla="*/ 0 w 6216319"/>
                <a:gd name="connsiteY7-268" fmla="*/ 1302204 h 1302204"/>
                <a:gd name="connsiteX8-269" fmla="*/ 0 w 6216319"/>
                <a:gd name="connsiteY8-270" fmla="*/ 0 h 1302204"/>
                <a:gd name="connsiteX0-271" fmla="*/ 0 w 6216319"/>
                <a:gd name="connsiteY0-272" fmla="*/ 0 h 1302204"/>
                <a:gd name="connsiteX1-273" fmla="*/ 339865 w 6216319"/>
                <a:gd name="connsiteY1-274" fmla="*/ 184845 h 1302204"/>
                <a:gd name="connsiteX2-275" fmla="*/ 2265770 w 6216319"/>
                <a:gd name="connsiteY2-276" fmla="*/ 508527 h 1302204"/>
                <a:gd name="connsiteX3-277" fmla="*/ 3244906 w 6216319"/>
                <a:gd name="connsiteY3-278" fmla="*/ 492343 h 1302204"/>
                <a:gd name="connsiteX4-279" fmla="*/ 4628644 w 6216319"/>
                <a:gd name="connsiteY4-280" fmla="*/ 1034510 h 1302204"/>
                <a:gd name="connsiteX5-281" fmla="*/ 5356927 w 6216319"/>
                <a:gd name="connsiteY5-282" fmla="*/ 1188258 h 1302204"/>
                <a:gd name="connsiteX6-283" fmla="*/ 6216319 w 6216319"/>
                <a:gd name="connsiteY6-284" fmla="*/ 1302204 h 1302204"/>
                <a:gd name="connsiteX7-285" fmla="*/ 0 w 6216319"/>
                <a:gd name="connsiteY7-286" fmla="*/ 1302204 h 1302204"/>
                <a:gd name="connsiteX8-287" fmla="*/ 0 w 6216319"/>
                <a:gd name="connsiteY8-288" fmla="*/ 0 h 1302204"/>
                <a:gd name="connsiteX0-289" fmla="*/ 0 w 6216319"/>
                <a:gd name="connsiteY0-290" fmla="*/ 0 h 1302204"/>
                <a:gd name="connsiteX1-291" fmla="*/ 339865 w 6216319"/>
                <a:gd name="connsiteY1-292" fmla="*/ 184845 h 1302204"/>
                <a:gd name="connsiteX2-293" fmla="*/ 2265770 w 6216319"/>
                <a:gd name="connsiteY2-294" fmla="*/ 508527 h 1302204"/>
                <a:gd name="connsiteX3-295" fmla="*/ 3244906 w 6216319"/>
                <a:gd name="connsiteY3-296" fmla="*/ 492343 h 1302204"/>
                <a:gd name="connsiteX4-297" fmla="*/ 4628644 w 6216319"/>
                <a:gd name="connsiteY4-298" fmla="*/ 1034510 h 1302204"/>
                <a:gd name="connsiteX5-299" fmla="*/ 5356927 w 6216319"/>
                <a:gd name="connsiteY5-300" fmla="*/ 1188258 h 1302204"/>
                <a:gd name="connsiteX6-301" fmla="*/ 6216319 w 6216319"/>
                <a:gd name="connsiteY6-302" fmla="*/ 1302204 h 1302204"/>
                <a:gd name="connsiteX7-303" fmla="*/ 0 w 6216319"/>
                <a:gd name="connsiteY7-304" fmla="*/ 1302204 h 1302204"/>
                <a:gd name="connsiteX8-305" fmla="*/ 0 w 6216319"/>
                <a:gd name="connsiteY8-306" fmla="*/ 0 h 1302204"/>
                <a:gd name="connsiteX0-307" fmla="*/ 0 w 6216319"/>
                <a:gd name="connsiteY0-308" fmla="*/ 0 h 1302204"/>
                <a:gd name="connsiteX1-309" fmla="*/ 339865 w 6216319"/>
                <a:gd name="connsiteY1-310" fmla="*/ 184845 h 1302204"/>
                <a:gd name="connsiteX2-311" fmla="*/ 2265770 w 6216319"/>
                <a:gd name="connsiteY2-312" fmla="*/ 508527 h 1302204"/>
                <a:gd name="connsiteX3-313" fmla="*/ 3244906 w 6216319"/>
                <a:gd name="connsiteY3-314" fmla="*/ 492343 h 1302204"/>
                <a:gd name="connsiteX4-315" fmla="*/ 4628644 w 6216319"/>
                <a:gd name="connsiteY4-316" fmla="*/ 1034510 h 1302204"/>
                <a:gd name="connsiteX5-317" fmla="*/ 5356927 w 6216319"/>
                <a:gd name="connsiteY5-318" fmla="*/ 1188258 h 1302204"/>
                <a:gd name="connsiteX6-319" fmla="*/ 6216319 w 6216319"/>
                <a:gd name="connsiteY6-320" fmla="*/ 1302204 h 1302204"/>
                <a:gd name="connsiteX7-321" fmla="*/ 0 w 6216319"/>
                <a:gd name="connsiteY7-322" fmla="*/ 1302204 h 1302204"/>
                <a:gd name="connsiteX8-323" fmla="*/ 0 w 6216319"/>
                <a:gd name="connsiteY8-324" fmla="*/ 0 h 1302204"/>
                <a:gd name="connsiteX0-325" fmla="*/ 0 w 6216319"/>
                <a:gd name="connsiteY0-326" fmla="*/ 0 h 1302204"/>
                <a:gd name="connsiteX1-327" fmla="*/ 339865 w 6216319"/>
                <a:gd name="connsiteY1-328" fmla="*/ 184845 h 1302204"/>
                <a:gd name="connsiteX2-329" fmla="*/ 2265770 w 6216319"/>
                <a:gd name="connsiteY2-330" fmla="*/ 508527 h 1302204"/>
                <a:gd name="connsiteX3-331" fmla="*/ 3244906 w 6216319"/>
                <a:gd name="connsiteY3-332" fmla="*/ 492343 h 1302204"/>
                <a:gd name="connsiteX4-333" fmla="*/ 4628644 w 6216319"/>
                <a:gd name="connsiteY4-334" fmla="*/ 1034510 h 1302204"/>
                <a:gd name="connsiteX5-335" fmla="*/ 5356927 w 6216319"/>
                <a:gd name="connsiteY5-336" fmla="*/ 1188258 h 1302204"/>
                <a:gd name="connsiteX6-337" fmla="*/ 6216319 w 6216319"/>
                <a:gd name="connsiteY6-338" fmla="*/ 1302204 h 1302204"/>
                <a:gd name="connsiteX7-339" fmla="*/ 0 w 6216319"/>
                <a:gd name="connsiteY7-340" fmla="*/ 1302204 h 1302204"/>
                <a:gd name="connsiteX8-341" fmla="*/ 0 w 6216319"/>
                <a:gd name="connsiteY8-342" fmla="*/ 0 h 1302204"/>
                <a:gd name="connsiteX0-343" fmla="*/ 0 w 6216319"/>
                <a:gd name="connsiteY0-344" fmla="*/ 0 h 1302204"/>
                <a:gd name="connsiteX1-345" fmla="*/ 339865 w 6216319"/>
                <a:gd name="connsiteY1-346" fmla="*/ 184845 h 1302204"/>
                <a:gd name="connsiteX2-347" fmla="*/ 2265770 w 6216319"/>
                <a:gd name="connsiteY2-348" fmla="*/ 508527 h 1302204"/>
                <a:gd name="connsiteX3-349" fmla="*/ 3244906 w 6216319"/>
                <a:gd name="connsiteY3-350" fmla="*/ 492343 h 1302204"/>
                <a:gd name="connsiteX4-351" fmla="*/ 4628644 w 6216319"/>
                <a:gd name="connsiteY4-352" fmla="*/ 1034510 h 1302204"/>
                <a:gd name="connsiteX5-353" fmla="*/ 5356927 w 6216319"/>
                <a:gd name="connsiteY5-354" fmla="*/ 1188258 h 1302204"/>
                <a:gd name="connsiteX6-355" fmla="*/ 6216319 w 6216319"/>
                <a:gd name="connsiteY6-356" fmla="*/ 1302204 h 1302204"/>
                <a:gd name="connsiteX7-357" fmla="*/ 0 w 6216319"/>
                <a:gd name="connsiteY7-358" fmla="*/ 1302204 h 1302204"/>
                <a:gd name="connsiteX8-359" fmla="*/ 0 w 6216319"/>
                <a:gd name="connsiteY8-360" fmla="*/ 0 h 1302204"/>
                <a:gd name="connsiteX0-361" fmla="*/ 0 w 6216319"/>
                <a:gd name="connsiteY0-362" fmla="*/ 0 h 1302204"/>
                <a:gd name="connsiteX1-363" fmla="*/ 339865 w 6216319"/>
                <a:gd name="connsiteY1-364" fmla="*/ 184845 h 1302204"/>
                <a:gd name="connsiteX2-365" fmla="*/ 2265770 w 6216319"/>
                <a:gd name="connsiteY2-366" fmla="*/ 508527 h 1302204"/>
                <a:gd name="connsiteX3-367" fmla="*/ 3244906 w 6216319"/>
                <a:gd name="connsiteY3-368" fmla="*/ 492343 h 1302204"/>
                <a:gd name="connsiteX4-369" fmla="*/ 4628644 w 6216319"/>
                <a:gd name="connsiteY4-370" fmla="*/ 1034510 h 1302204"/>
                <a:gd name="connsiteX5-371" fmla="*/ 5356927 w 6216319"/>
                <a:gd name="connsiteY5-372" fmla="*/ 1188258 h 1302204"/>
                <a:gd name="connsiteX6-373" fmla="*/ 6216319 w 6216319"/>
                <a:gd name="connsiteY6-374" fmla="*/ 1302204 h 1302204"/>
                <a:gd name="connsiteX7-375" fmla="*/ 0 w 6216319"/>
                <a:gd name="connsiteY7-376" fmla="*/ 1302204 h 1302204"/>
                <a:gd name="connsiteX8-377" fmla="*/ 0 w 6216319"/>
                <a:gd name="connsiteY8-378" fmla="*/ 0 h 1302204"/>
                <a:gd name="connsiteX0-379" fmla="*/ 0 w 6216319"/>
                <a:gd name="connsiteY0-380" fmla="*/ 0 h 1302204"/>
                <a:gd name="connsiteX1-381" fmla="*/ 339865 w 6216319"/>
                <a:gd name="connsiteY1-382" fmla="*/ 184845 h 1302204"/>
                <a:gd name="connsiteX2-383" fmla="*/ 2265770 w 6216319"/>
                <a:gd name="connsiteY2-384" fmla="*/ 508527 h 1302204"/>
                <a:gd name="connsiteX3-385" fmla="*/ 3244906 w 6216319"/>
                <a:gd name="connsiteY3-386" fmla="*/ 492343 h 1302204"/>
                <a:gd name="connsiteX4-387" fmla="*/ 4628644 w 6216319"/>
                <a:gd name="connsiteY4-388" fmla="*/ 1034510 h 1302204"/>
                <a:gd name="connsiteX5-389" fmla="*/ 5356927 w 6216319"/>
                <a:gd name="connsiteY5-390" fmla="*/ 1188258 h 1302204"/>
                <a:gd name="connsiteX6-391" fmla="*/ 6216319 w 6216319"/>
                <a:gd name="connsiteY6-392" fmla="*/ 1302204 h 1302204"/>
                <a:gd name="connsiteX7-393" fmla="*/ 0 w 6216319"/>
                <a:gd name="connsiteY7-394" fmla="*/ 1302204 h 1302204"/>
                <a:gd name="connsiteX8-395" fmla="*/ 0 w 6216319"/>
                <a:gd name="connsiteY8-396" fmla="*/ 0 h 1302204"/>
                <a:gd name="connsiteX0-397" fmla="*/ 0 w 6216319"/>
                <a:gd name="connsiteY0-398" fmla="*/ 147589 h 1449793"/>
                <a:gd name="connsiteX1-399" fmla="*/ 339865 w 6216319"/>
                <a:gd name="connsiteY1-400" fmla="*/ 332434 h 1449793"/>
                <a:gd name="connsiteX2-401" fmla="*/ 2265770 w 6216319"/>
                <a:gd name="connsiteY2-402" fmla="*/ 656116 h 1449793"/>
                <a:gd name="connsiteX3-403" fmla="*/ 3244906 w 6216319"/>
                <a:gd name="connsiteY3-404" fmla="*/ 639932 h 1449793"/>
                <a:gd name="connsiteX4-405" fmla="*/ 4628644 w 6216319"/>
                <a:gd name="connsiteY4-406" fmla="*/ 1182099 h 1449793"/>
                <a:gd name="connsiteX5-407" fmla="*/ 5356927 w 6216319"/>
                <a:gd name="connsiteY5-408" fmla="*/ 1335847 h 1449793"/>
                <a:gd name="connsiteX6-409" fmla="*/ 6216319 w 6216319"/>
                <a:gd name="connsiteY6-410" fmla="*/ 1449793 h 1449793"/>
                <a:gd name="connsiteX7-411" fmla="*/ 0 w 6216319"/>
                <a:gd name="connsiteY7-412" fmla="*/ 1449793 h 1449793"/>
                <a:gd name="connsiteX8-413" fmla="*/ 0 w 6216319"/>
                <a:gd name="connsiteY8-414" fmla="*/ 147589 h 1449793"/>
                <a:gd name="connsiteX0-415" fmla="*/ 0 w 6216319"/>
                <a:gd name="connsiteY0-416" fmla="*/ 121021 h 1423225"/>
                <a:gd name="connsiteX1-417" fmla="*/ 339865 w 6216319"/>
                <a:gd name="connsiteY1-418" fmla="*/ 305866 h 1423225"/>
                <a:gd name="connsiteX2-419" fmla="*/ 2265770 w 6216319"/>
                <a:gd name="connsiteY2-420" fmla="*/ 629548 h 1423225"/>
                <a:gd name="connsiteX3-421" fmla="*/ 3244906 w 6216319"/>
                <a:gd name="connsiteY3-422" fmla="*/ 613364 h 1423225"/>
                <a:gd name="connsiteX4-423" fmla="*/ 4628644 w 6216319"/>
                <a:gd name="connsiteY4-424" fmla="*/ 1155531 h 1423225"/>
                <a:gd name="connsiteX5-425" fmla="*/ 5356927 w 6216319"/>
                <a:gd name="connsiteY5-426" fmla="*/ 1309279 h 1423225"/>
                <a:gd name="connsiteX6-427" fmla="*/ 6216319 w 6216319"/>
                <a:gd name="connsiteY6-428" fmla="*/ 1423225 h 1423225"/>
                <a:gd name="connsiteX7-429" fmla="*/ 0 w 6216319"/>
                <a:gd name="connsiteY7-430" fmla="*/ 1423225 h 1423225"/>
                <a:gd name="connsiteX8-431" fmla="*/ 0 w 6216319"/>
                <a:gd name="connsiteY8-432" fmla="*/ 121021 h 1423225"/>
                <a:gd name="connsiteX0-433" fmla="*/ 0 w 6216319"/>
                <a:gd name="connsiteY0-434" fmla="*/ 121021 h 1423225"/>
                <a:gd name="connsiteX1-435" fmla="*/ 339865 w 6216319"/>
                <a:gd name="connsiteY1-436" fmla="*/ 305866 h 1423225"/>
                <a:gd name="connsiteX2-437" fmla="*/ 2265770 w 6216319"/>
                <a:gd name="connsiteY2-438" fmla="*/ 629548 h 1423225"/>
                <a:gd name="connsiteX3-439" fmla="*/ 3244906 w 6216319"/>
                <a:gd name="connsiteY3-440" fmla="*/ 613364 h 1423225"/>
                <a:gd name="connsiteX4-441" fmla="*/ 4628644 w 6216319"/>
                <a:gd name="connsiteY4-442" fmla="*/ 1155531 h 1423225"/>
                <a:gd name="connsiteX5-443" fmla="*/ 5356927 w 6216319"/>
                <a:gd name="connsiteY5-444" fmla="*/ 1309279 h 1423225"/>
                <a:gd name="connsiteX6-445" fmla="*/ 6216319 w 6216319"/>
                <a:gd name="connsiteY6-446" fmla="*/ 1423225 h 1423225"/>
                <a:gd name="connsiteX7-447" fmla="*/ 0 w 6216319"/>
                <a:gd name="connsiteY7-448" fmla="*/ 1423225 h 1423225"/>
                <a:gd name="connsiteX8-449" fmla="*/ 0 w 6216319"/>
                <a:gd name="connsiteY8-450" fmla="*/ 121021 h 1423225"/>
                <a:gd name="connsiteX0-451" fmla="*/ 0 w 6216319"/>
                <a:gd name="connsiteY0-452" fmla="*/ 140194 h 1442398"/>
                <a:gd name="connsiteX1-453" fmla="*/ 339865 w 6216319"/>
                <a:gd name="connsiteY1-454" fmla="*/ 325039 h 1442398"/>
                <a:gd name="connsiteX2-455" fmla="*/ 2265770 w 6216319"/>
                <a:gd name="connsiteY2-456" fmla="*/ 648721 h 1442398"/>
                <a:gd name="connsiteX3-457" fmla="*/ 3244906 w 6216319"/>
                <a:gd name="connsiteY3-458" fmla="*/ 632537 h 1442398"/>
                <a:gd name="connsiteX4-459" fmla="*/ 4628644 w 6216319"/>
                <a:gd name="connsiteY4-460" fmla="*/ 1174704 h 1442398"/>
                <a:gd name="connsiteX5-461" fmla="*/ 5356927 w 6216319"/>
                <a:gd name="connsiteY5-462" fmla="*/ 1328452 h 1442398"/>
                <a:gd name="connsiteX6-463" fmla="*/ 6216319 w 6216319"/>
                <a:gd name="connsiteY6-464" fmla="*/ 1442398 h 1442398"/>
                <a:gd name="connsiteX7-465" fmla="*/ 0 w 6216319"/>
                <a:gd name="connsiteY7-466" fmla="*/ 1442398 h 1442398"/>
                <a:gd name="connsiteX8-467" fmla="*/ 0 w 6216319"/>
                <a:gd name="connsiteY8-468" fmla="*/ 140194 h 1442398"/>
                <a:gd name="connsiteX0-469" fmla="*/ 0 w 6216319"/>
                <a:gd name="connsiteY0-470" fmla="*/ 140194 h 1442398"/>
                <a:gd name="connsiteX1-471" fmla="*/ 339865 w 6216319"/>
                <a:gd name="connsiteY1-472" fmla="*/ 325039 h 1442398"/>
                <a:gd name="connsiteX2-473" fmla="*/ 2265770 w 6216319"/>
                <a:gd name="connsiteY2-474" fmla="*/ 648721 h 1442398"/>
                <a:gd name="connsiteX3-475" fmla="*/ 3244906 w 6216319"/>
                <a:gd name="connsiteY3-476" fmla="*/ 632537 h 1442398"/>
                <a:gd name="connsiteX4-477" fmla="*/ 4628644 w 6216319"/>
                <a:gd name="connsiteY4-478" fmla="*/ 1174704 h 1442398"/>
                <a:gd name="connsiteX5-479" fmla="*/ 5356927 w 6216319"/>
                <a:gd name="connsiteY5-480" fmla="*/ 1328452 h 1442398"/>
                <a:gd name="connsiteX6-481" fmla="*/ 6216319 w 6216319"/>
                <a:gd name="connsiteY6-482" fmla="*/ 1442398 h 1442398"/>
                <a:gd name="connsiteX7-483" fmla="*/ 0 w 6216319"/>
                <a:gd name="connsiteY7-484" fmla="*/ 1442398 h 1442398"/>
                <a:gd name="connsiteX8-485" fmla="*/ 0 w 6216319"/>
                <a:gd name="connsiteY8-486" fmla="*/ 140194 h 1442398"/>
                <a:gd name="connsiteX0-487" fmla="*/ 0 w 6216319"/>
                <a:gd name="connsiteY0-488" fmla="*/ 34944 h 1337148"/>
                <a:gd name="connsiteX1-489" fmla="*/ 339865 w 6216319"/>
                <a:gd name="connsiteY1-490" fmla="*/ 219789 h 1337148"/>
                <a:gd name="connsiteX2-491" fmla="*/ 2265770 w 6216319"/>
                <a:gd name="connsiteY2-492" fmla="*/ 543471 h 1337148"/>
                <a:gd name="connsiteX3-493" fmla="*/ 3244906 w 6216319"/>
                <a:gd name="connsiteY3-494" fmla="*/ 527287 h 1337148"/>
                <a:gd name="connsiteX4-495" fmla="*/ 4628644 w 6216319"/>
                <a:gd name="connsiteY4-496" fmla="*/ 1069454 h 1337148"/>
                <a:gd name="connsiteX5-497" fmla="*/ 5356927 w 6216319"/>
                <a:gd name="connsiteY5-498" fmla="*/ 1223202 h 1337148"/>
                <a:gd name="connsiteX6-499" fmla="*/ 6216319 w 6216319"/>
                <a:gd name="connsiteY6-500" fmla="*/ 1337148 h 1337148"/>
                <a:gd name="connsiteX7-501" fmla="*/ 0 w 6216319"/>
                <a:gd name="connsiteY7-502" fmla="*/ 1337148 h 1337148"/>
                <a:gd name="connsiteX8-503" fmla="*/ 0 w 6216319"/>
                <a:gd name="connsiteY8-504" fmla="*/ 34944 h 1337148"/>
                <a:gd name="connsiteX0-505" fmla="*/ 0 w 6216319"/>
                <a:gd name="connsiteY0-506" fmla="*/ 44896 h 1347100"/>
                <a:gd name="connsiteX1-507" fmla="*/ 339865 w 6216319"/>
                <a:gd name="connsiteY1-508" fmla="*/ 229741 h 1347100"/>
                <a:gd name="connsiteX2-509" fmla="*/ 2265770 w 6216319"/>
                <a:gd name="connsiteY2-510" fmla="*/ 553423 h 1347100"/>
                <a:gd name="connsiteX3-511" fmla="*/ 3244906 w 6216319"/>
                <a:gd name="connsiteY3-512" fmla="*/ 537239 h 1347100"/>
                <a:gd name="connsiteX4-513" fmla="*/ 4628644 w 6216319"/>
                <a:gd name="connsiteY4-514" fmla="*/ 1079406 h 1347100"/>
                <a:gd name="connsiteX5-515" fmla="*/ 5356927 w 6216319"/>
                <a:gd name="connsiteY5-516" fmla="*/ 1233154 h 1347100"/>
                <a:gd name="connsiteX6-517" fmla="*/ 6216319 w 6216319"/>
                <a:gd name="connsiteY6-518" fmla="*/ 1347100 h 1347100"/>
                <a:gd name="connsiteX7-519" fmla="*/ 0 w 6216319"/>
                <a:gd name="connsiteY7-520" fmla="*/ 1347100 h 1347100"/>
                <a:gd name="connsiteX8-521" fmla="*/ 0 w 6216319"/>
                <a:gd name="connsiteY8-522" fmla="*/ 44896 h 1347100"/>
                <a:gd name="connsiteX0-523" fmla="*/ 0 w 6216319"/>
                <a:gd name="connsiteY0-524" fmla="*/ 44896 h 1347100"/>
                <a:gd name="connsiteX1-525" fmla="*/ 339865 w 6216319"/>
                <a:gd name="connsiteY1-526" fmla="*/ 229741 h 1347100"/>
                <a:gd name="connsiteX2-527" fmla="*/ 2265770 w 6216319"/>
                <a:gd name="connsiteY2-528" fmla="*/ 553423 h 1347100"/>
                <a:gd name="connsiteX3-529" fmla="*/ 3244906 w 6216319"/>
                <a:gd name="connsiteY3-530" fmla="*/ 537239 h 1347100"/>
                <a:gd name="connsiteX4-531" fmla="*/ 4628644 w 6216319"/>
                <a:gd name="connsiteY4-532" fmla="*/ 1079406 h 1347100"/>
                <a:gd name="connsiteX5-533" fmla="*/ 5356927 w 6216319"/>
                <a:gd name="connsiteY5-534" fmla="*/ 1233154 h 1347100"/>
                <a:gd name="connsiteX6-535" fmla="*/ 6216319 w 6216319"/>
                <a:gd name="connsiteY6-536" fmla="*/ 1347100 h 1347100"/>
                <a:gd name="connsiteX7-537" fmla="*/ 0 w 6216319"/>
                <a:gd name="connsiteY7-538" fmla="*/ 1347100 h 1347100"/>
                <a:gd name="connsiteX8-539" fmla="*/ 0 w 6216319"/>
                <a:gd name="connsiteY8-540" fmla="*/ 44896 h 1347100"/>
                <a:gd name="connsiteX0-541" fmla="*/ 0 w 6216319"/>
                <a:gd name="connsiteY0-542" fmla="*/ 530 h 1302734"/>
                <a:gd name="connsiteX1-543" fmla="*/ 339865 w 6216319"/>
                <a:gd name="connsiteY1-544" fmla="*/ 185375 h 1302734"/>
                <a:gd name="connsiteX2-545" fmla="*/ 2265770 w 6216319"/>
                <a:gd name="connsiteY2-546" fmla="*/ 509057 h 1302734"/>
                <a:gd name="connsiteX3-547" fmla="*/ 3244906 w 6216319"/>
                <a:gd name="connsiteY3-548" fmla="*/ 492873 h 1302734"/>
                <a:gd name="connsiteX4-549" fmla="*/ 4628644 w 6216319"/>
                <a:gd name="connsiteY4-550" fmla="*/ 1035040 h 1302734"/>
                <a:gd name="connsiteX5-551" fmla="*/ 5356927 w 6216319"/>
                <a:gd name="connsiteY5-552" fmla="*/ 1188788 h 1302734"/>
                <a:gd name="connsiteX6-553" fmla="*/ 6216319 w 6216319"/>
                <a:gd name="connsiteY6-554" fmla="*/ 1302734 h 1302734"/>
                <a:gd name="connsiteX7-555" fmla="*/ 0 w 6216319"/>
                <a:gd name="connsiteY7-556" fmla="*/ 1302734 h 1302734"/>
                <a:gd name="connsiteX8-557" fmla="*/ 0 w 6216319"/>
                <a:gd name="connsiteY8-558" fmla="*/ 530 h 1302734"/>
                <a:gd name="connsiteX0-559" fmla="*/ 0 w 6216319"/>
                <a:gd name="connsiteY0-560" fmla="*/ 20163 h 1322367"/>
                <a:gd name="connsiteX1-561" fmla="*/ 2265770 w 6216319"/>
                <a:gd name="connsiteY1-562" fmla="*/ 528690 h 1322367"/>
                <a:gd name="connsiteX2-563" fmla="*/ 3244906 w 6216319"/>
                <a:gd name="connsiteY2-564" fmla="*/ 512506 h 1322367"/>
                <a:gd name="connsiteX3-565" fmla="*/ 4628644 w 6216319"/>
                <a:gd name="connsiteY3-566" fmla="*/ 1054673 h 1322367"/>
                <a:gd name="connsiteX4-567" fmla="*/ 5356927 w 6216319"/>
                <a:gd name="connsiteY4-568" fmla="*/ 1208421 h 1322367"/>
                <a:gd name="connsiteX5-569" fmla="*/ 6216319 w 6216319"/>
                <a:gd name="connsiteY5-570" fmla="*/ 1322367 h 1322367"/>
                <a:gd name="connsiteX6-571" fmla="*/ 0 w 6216319"/>
                <a:gd name="connsiteY6-572" fmla="*/ 1322367 h 1322367"/>
                <a:gd name="connsiteX7-573" fmla="*/ 0 w 6216319"/>
                <a:gd name="connsiteY7-574" fmla="*/ 20163 h 1322367"/>
                <a:gd name="connsiteX0-575" fmla="*/ 0 w 6216319"/>
                <a:gd name="connsiteY0-576" fmla="*/ 105646 h 1407850"/>
                <a:gd name="connsiteX1-577" fmla="*/ 477430 w 6216319"/>
                <a:gd name="connsiteY1-578" fmla="*/ 136745 h 1407850"/>
                <a:gd name="connsiteX2-579" fmla="*/ 2265770 w 6216319"/>
                <a:gd name="connsiteY2-580" fmla="*/ 614173 h 1407850"/>
                <a:gd name="connsiteX3-581" fmla="*/ 3244906 w 6216319"/>
                <a:gd name="connsiteY3-582" fmla="*/ 597989 h 1407850"/>
                <a:gd name="connsiteX4-583" fmla="*/ 4628644 w 6216319"/>
                <a:gd name="connsiteY4-584" fmla="*/ 1140156 h 1407850"/>
                <a:gd name="connsiteX5-585" fmla="*/ 5356927 w 6216319"/>
                <a:gd name="connsiteY5-586" fmla="*/ 1293904 h 1407850"/>
                <a:gd name="connsiteX6-587" fmla="*/ 6216319 w 6216319"/>
                <a:gd name="connsiteY6-588" fmla="*/ 1407850 h 1407850"/>
                <a:gd name="connsiteX7-589" fmla="*/ 0 w 6216319"/>
                <a:gd name="connsiteY7-590" fmla="*/ 1407850 h 1407850"/>
                <a:gd name="connsiteX8-591" fmla="*/ 0 w 6216319"/>
                <a:gd name="connsiteY8-592" fmla="*/ 105646 h 1407850"/>
                <a:gd name="connsiteX0-593" fmla="*/ 0 w 6216319"/>
                <a:gd name="connsiteY0-594" fmla="*/ 71230 h 1373434"/>
                <a:gd name="connsiteX1-595" fmla="*/ 323681 w 6216319"/>
                <a:gd name="connsiteY1-596" fmla="*/ 264170 h 1373434"/>
                <a:gd name="connsiteX2-597" fmla="*/ 2265770 w 6216319"/>
                <a:gd name="connsiteY2-598" fmla="*/ 579757 h 1373434"/>
                <a:gd name="connsiteX3-599" fmla="*/ 3244906 w 6216319"/>
                <a:gd name="connsiteY3-600" fmla="*/ 563573 h 1373434"/>
                <a:gd name="connsiteX4-601" fmla="*/ 4628644 w 6216319"/>
                <a:gd name="connsiteY4-602" fmla="*/ 1105740 h 1373434"/>
                <a:gd name="connsiteX5-603" fmla="*/ 5356927 w 6216319"/>
                <a:gd name="connsiteY5-604" fmla="*/ 1259488 h 1373434"/>
                <a:gd name="connsiteX6-605" fmla="*/ 6216319 w 6216319"/>
                <a:gd name="connsiteY6-606" fmla="*/ 1373434 h 1373434"/>
                <a:gd name="connsiteX7-607" fmla="*/ 0 w 6216319"/>
                <a:gd name="connsiteY7-608" fmla="*/ 1373434 h 1373434"/>
                <a:gd name="connsiteX8-609" fmla="*/ 0 w 6216319"/>
                <a:gd name="connsiteY8-610" fmla="*/ 71230 h 1373434"/>
                <a:gd name="connsiteX0-611" fmla="*/ 0 w 6216319"/>
                <a:gd name="connsiteY0-612" fmla="*/ 71230 h 1373434"/>
                <a:gd name="connsiteX1-613" fmla="*/ 323681 w 6216319"/>
                <a:gd name="connsiteY1-614" fmla="*/ 264170 h 1373434"/>
                <a:gd name="connsiteX2-615" fmla="*/ 2265770 w 6216319"/>
                <a:gd name="connsiteY2-616" fmla="*/ 579757 h 1373434"/>
                <a:gd name="connsiteX3-617" fmla="*/ 3244906 w 6216319"/>
                <a:gd name="connsiteY3-618" fmla="*/ 563573 h 1373434"/>
                <a:gd name="connsiteX4-619" fmla="*/ 4628644 w 6216319"/>
                <a:gd name="connsiteY4-620" fmla="*/ 1105740 h 1373434"/>
                <a:gd name="connsiteX5-621" fmla="*/ 5356927 w 6216319"/>
                <a:gd name="connsiteY5-622" fmla="*/ 1259488 h 1373434"/>
                <a:gd name="connsiteX6-623" fmla="*/ 6216319 w 6216319"/>
                <a:gd name="connsiteY6-624" fmla="*/ 1373434 h 1373434"/>
                <a:gd name="connsiteX7-625" fmla="*/ 0 w 6216319"/>
                <a:gd name="connsiteY7-626" fmla="*/ 1373434 h 1373434"/>
                <a:gd name="connsiteX8-627" fmla="*/ 0 w 6216319"/>
                <a:gd name="connsiteY8-628" fmla="*/ 71230 h 1373434"/>
                <a:gd name="connsiteX0-629" fmla="*/ 0 w 6216319"/>
                <a:gd name="connsiteY0-630" fmla="*/ 147399 h 1449603"/>
                <a:gd name="connsiteX1-631" fmla="*/ 323681 w 6216319"/>
                <a:gd name="connsiteY1-632" fmla="*/ 340339 h 1449603"/>
                <a:gd name="connsiteX2-633" fmla="*/ 2265770 w 6216319"/>
                <a:gd name="connsiteY2-634" fmla="*/ 655926 h 1449603"/>
                <a:gd name="connsiteX3-635" fmla="*/ 3244906 w 6216319"/>
                <a:gd name="connsiteY3-636" fmla="*/ 639742 h 1449603"/>
                <a:gd name="connsiteX4-637" fmla="*/ 4628644 w 6216319"/>
                <a:gd name="connsiteY4-638" fmla="*/ 1181909 h 1449603"/>
                <a:gd name="connsiteX5-639" fmla="*/ 5356927 w 6216319"/>
                <a:gd name="connsiteY5-640" fmla="*/ 1335657 h 1449603"/>
                <a:gd name="connsiteX6-641" fmla="*/ 6216319 w 6216319"/>
                <a:gd name="connsiteY6-642" fmla="*/ 1449603 h 1449603"/>
                <a:gd name="connsiteX7-643" fmla="*/ 0 w 6216319"/>
                <a:gd name="connsiteY7-644" fmla="*/ 1449603 h 1449603"/>
                <a:gd name="connsiteX8-645" fmla="*/ 0 w 6216319"/>
                <a:gd name="connsiteY8-646" fmla="*/ 147399 h 1449603"/>
                <a:gd name="connsiteX0-647" fmla="*/ 0 w 6216319"/>
                <a:gd name="connsiteY0-648" fmla="*/ 147399 h 1449603"/>
                <a:gd name="connsiteX1-649" fmla="*/ 323681 w 6216319"/>
                <a:gd name="connsiteY1-650" fmla="*/ 340339 h 1449603"/>
                <a:gd name="connsiteX2-651" fmla="*/ 2265770 w 6216319"/>
                <a:gd name="connsiteY2-652" fmla="*/ 655926 h 1449603"/>
                <a:gd name="connsiteX3-653" fmla="*/ 3244906 w 6216319"/>
                <a:gd name="connsiteY3-654" fmla="*/ 639742 h 1449603"/>
                <a:gd name="connsiteX4-655" fmla="*/ 4628644 w 6216319"/>
                <a:gd name="connsiteY4-656" fmla="*/ 1181909 h 1449603"/>
                <a:gd name="connsiteX5-657" fmla="*/ 5356927 w 6216319"/>
                <a:gd name="connsiteY5-658" fmla="*/ 1335657 h 1449603"/>
                <a:gd name="connsiteX6-659" fmla="*/ 6216319 w 6216319"/>
                <a:gd name="connsiteY6-660" fmla="*/ 1449603 h 1449603"/>
                <a:gd name="connsiteX7-661" fmla="*/ 0 w 6216319"/>
                <a:gd name="connsiteY7-662" fmla="*/ 1449603 h 1449603"/>
                <a:gd name="connsiteX8-663" fmla="*/ 0 w 6216319"/>
                <a:gd name="connsiteY8-664" fmla="*/ 147399 h 1449603"/>
                <a:gd name="connsiteX0-665" fmla="*/ 0 w 6216319"/>
                <a:gd name="connsiteY0-666" fmla="*/ 147399 h 1449603"/>
                <a:gd name="connsiteX1-667" fmla="*/ 323681 w 6216319"/>
                <a:gd name="connsiteY1-668" fmla="*/ 340339 h 1449603"/>
                <a:gd name="connsiteX2-669" fmla="*/ 2265770 w 6216319"/>
                <a:gd name="connsiteY2-670" fmla="*/ 655926 h 1449603"/>
                <a:gd name="connsiteX3-671" fmla="*/ 3244906 w 6216319"/>
                <a:gd name="connsiteY3-672" fmla="*/ 639742 h 1449603"/>
                <a:gd name="connsiteX4-673" fmla="*/ 4628644 w 6216319"/>
                <a:gd name="connsiteY4-674" fmla="*/ 1181909 h 1449603"/>
                <a:gd name="connsiteX5-675" fmla="*/ 5356927 w 6216319"/>
                <a:gd name="connsiteY5-676" fmla="*/ 1335657 h 1449603"/>
                <a:gd name="connsiteX6-677" fmla="*/ 6216319 w 6216319"/>
                <a:gd name="connsiteY6-678" fmla="*/ 1449603 h 1449603"/>
                <a:gd name="connsiteX7-679" fmla="*/ 0 w 6216319"/>
                <a:gd name="connsiteY7-680" fmla="*/ 1449603 h 1449603"/>
                <a:gd name="connsiteX8-681" fmla="*/ 0 w 6216319"/>
                <a:gd name="connsiteY8-682" fmla="*/ 147399 h 1449603"/>
                <a:gd name="connsiteX0-683" fmla="*/ 0 w 6216319"/>
                <a:gd name="connsiteY0-684" fmla="*/ 147399 h 1449603"/>
                <a:gd name="connsiteX1-685" fmla="*/ 323681 w 6216319"/>
                <a:gd name="connsiteY1-686" fmla="*/ 340339 h 1449603"/>
                <a:gd name="connsiteX2-687" fmla="*/ 2265770 w 6216319"/>
                <a:gd name="connsiteY2-688" fmla="*/ 655926 h 1449603"/>
                <a:gd name="connsiteX3-689" fmla="*/ 3244906 w 6216319"/>
                <a:gd name="connsiteY3-690" fmla="*/ 639742 h 1449603"/>
                <a:gd name="connsiteX4-691" fmla="*/ 4628644 w 6216319"/>
                <a:gd name="connsiteY4-692" fmla="*/ 1181909 h 1449603"/>
                <a:gd name="connsiteX5-693" fmla="*/ 5356927 w 6216319"/>
                <a:gd name="connsiteY5-694" fmla="*/ 1335657 h 1449603"/>
                <a:gd name="connsiteX6-695" fmla="*/ 6216319 w 6216319"/>
                <a:gd name="connsiteY6-696" fmla="*/ 1449603 h 1449603"/>
                <a:gd name="connsiteX7-697" fmla="*/ 0 w 6216319"/>
                <a:gd name="connsiteY7-698" fmla="*/ 1449603 h 1449603"/>
                <a:gd name="connsiteX8-699" fmla="*/ 0 w 6216319"/>
                <a:gd name="connsiteY8-700" fmla="*/ 147399 h 1449603"/>
                <a:gd name="connsiteX0-701" fmla="*/ 0 w 6216319"/>
                <a:gd name="connsiteY0-702" fmla="*/ 147399 h 1449603"/>
                <a:gd name="connsiteX1-703" fmla="*/ 323681 w 6216319"/>
                <a:gd name="connsiteY1-704" fmla="*/ 340339 h 1449603"/>
                <a:gd name="connsiteX2-705" fmla="*/ 2265770 w 6216319"/>
                <a:gd name="connsiteY2-706" fmla="*/ 655926 h 1449603"/>
                <a:gd name="connsiteX3-707" fmla="*/ 3244906 w 6216319"/>
                <a:gd name="connsiteY3-708" fmla="*/ 639742 h 1449603"/>
                <a:gd name="connsiteX4-709" fmla="*/ 4628644 w 6216319"/>
                <a:gd name="connsiteY4-710" fmla="*/ 1181909 h 1449603"/>
                <a:gd name="connsiteX5-711" fmla="*/ 5356927 w 6216319"/>
                <a:gd name="connsiteY5-712" fmla="*/ 1335657 h 1449603"/>
                <a:gd name="connsiteX6-713" fmla="*/ 6216319 w 6216319"/>
                <a:gd name="connsiteY6-714" fmla="*/ 1449603 h 1449603"/>
                <a:gd name="connsiteX7-715" fmla="*/ 0 w 6216319"/>
                <a:gd name="connsiteY7-716" fmla="*/ 1449603 h 1449603"/>
                <a:gd name="connsiteX8-717" fmla="*/ 0 w 6216319"/>
                <a:gd name="connsiteY8-718" fmla="*/ 147399 h 1449603"/>
                <a:gd name="connsiteX0-719" fmla="*/ 0 w 6216319"/>
                <a:gd name="connsiteY0-720" fmla="*/ 147399 h 1449603"/>
                <a:gd name="connsiteX1-721" fmla="*/ 323681 w 6216319"/>
                <a:gd name="connsiteY1-722" fmla="*/ 340339 h 1449603"/>
                <a:gd name="connsiteX2-723" fmla="*/ 2265770 w 6216319"/>
                <a:gd name="connsiteY2-724" fmla="*/ 655926 h 1449603"/>
                <a:gd name="connsiteX3-725" fmla="*/ 3244906 w 6216319"/>
                <a:gd name="connsiteY3-726" fmla="*/ 639742 h 1449603"/>
                <a:gd name="connsiteX4-727" fmla="*/ 4628644 w 6216319"/>
                <a:gd name="connsiteY4-728" fmla="*/ 1181909 h 1449603"/>
                <a:gd name="connsiteX5-729" fmla="*/ 5356927 w 6216319"/>
                <a:gd name="connsiteY5-730" fmla="*/ 1335657 h 1449603"/>
                <a:gd name="connsiteX6-731" fmla="*/ 6216319 w 6216319"/>
                <a:gd name="connsiteY6-732" fmla="*/ 1449603 h 1449603"/>
                <a:gd name="connsiteX7-733" fmla="*/ 0 w 6216319"/>
                <a:gd name="connsiteY7-734" fmla="*/ 1449603 h 1449603"/>
                <a:gd name="connsiteX8-735" fmla="*/ 0 w 6216319"/>
                <a:gd name="connsiteY8-736" fmla="*/ 147399 h 144960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21" y="connsiteY5-22"/>
                </a:cxn>
                <a:cxn ang="0">
                  <a:pos x="connsiteX6-59" y="connsiteY6-60"/>
                </a:cxn>
                <a:cxn ang="0">
                  <a:pos x="connsiteX7-89" y="connsiteY7-90"/>
                </a:cxn>
                <a:cxn ang="0">
                  <a:pos x="connsiteX8-123" y="connsiteY8-124"/>
                </a:cxn>
              </a:cxnLst>
              <a:rect l="l" t="t" r="r" b="b"/>
              <a:pathLst>
                <a:path w="6216319" h="1449603">
                  <a:moveTo>
                    <a:pt x="0" y="147399"/>
                  </a:moveTo>
                  <a:cubicBezTo>
                    <a:pt x="229007" y="145469"/>
                    <a:pt x="222661" y="142579"/>
                    <a:pt x="323681" y="340339"/>
                  </a:cubicBezTo>
                  <a:cubicBezTo>
                    <a:pt x="1138279" y="-367925"/>
                    <a:pt x="1885444" y="174450"/>
                    <a:pt x="2265770" y="655926"/>
                  </a:cubicBezTo>
                  <a:cubicBezTo>
                    <a:pt x="2462677" y="479250"/>
                    <a:pt x="2932015" y="355171"/>
                    <a:pt x="3244906" y="639742"/>
                  </a:cubicBezTo>
                  <a:cubicBezTo>
                    <a:pt x="3517337" y="171753"/>
                    <a:pt x="4733841" y="449580"/>
                    <a:pt x="4628644" y="1181909"/>
                  </a:cubicBezTo>
                  <a:cubicBezTo>
                    <a:pt x="4984694" y="1080758"/>
                    <a:pt x="5181328" y="1161569"/>
                    <a:pt x="5356927" y="1335657"/>
                  </a:cubicBezTo>
                  <a:cubicBezTo>
                    <a:pt x="5451606" y="1194156"/>
                    <a:pt x="6105728" y="1026010"/>
                    <a:pt x="6216319" y="1449603"/>
                  </a:cubicBezTo>
                  <a:lnTo>
                    <a:pt x="0" y="1449603"/>
                  </a:lnTo>
                  <a:lnTo>
                    <a:pt x="0" y="147399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  <a:alpha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grpSp>
          <p:nvGrpSpPr>
            <p:cNvPr id="8" name="íṥľîḑé"/>
            <p:cNvGrpSpPr/>
            <p:nvPr/>
          </p:nvGrpSpPr>
          <p:grpSpPr>
            <a:xfrm flipH="1">
              <a:off x="7039319" y="1584000"/>
              <a:ext cx="3646682" cy="3663802"/>
              <a:chOff x="7659605" y="1304764"/>
              <a:chExt cx="2454599" cy="2466123"/>
            </a:xfrm>
          </p:grpSpPr>
          <p:sp>
            <p:nvSpPr>
              <p:cNvPr id="21" name="íṣ1îḓé"/>
              <p:cNvSpPr/>
              <p:nvPr/>
            </p:nvSpPr>
            <p:spPr bwMode="auto">
              <a:xfrm>
                <a:off x="7659605" y="2994942"/>
                <a:ext cx="774024" cy="775945"/>
              </a:xfrm>
              <a:custGeom>
                <a:avLst/>
                <a:gdLst>
                  <a:gd name="T0" fmla="*/ 200 w 200"/>
                  <a:gd name="T1" fmla="*/ 88 h 200"/>
                  <a:gd name="T2" fmla="*/ 177 w 200"/>
                  <a:gd name="T3" fmla="*/ 24 h 200"/>
                  <a:gd name="T4" fmla="*/ 111 w 200"/>
                  <a:gd name="T5" fmla="*/ 0 h 200"/>
                  <a:gd name="T6" fmla="*/ 8 w 200"/>
                  <a:gd name="T7" fmla="*/ 103 h 200"/>
                  <a:gd name="T8" fmla="*/ 41 w 200"/>
                  <a:gd name="T9" fmla="*/ 81 h 200"/>
                  <a:gd name="T10" fmla="*/ 8 w 200"/>
                  <a:gd name="T11" fmla="*/ 193 h 200"/>
                  <a:gd name="T12" fmla="*/ 119 w 200"/>
                  <a:gd name="T13" fmla="*/ 159 h 200"/>
                  <a:gd name="T14" fmla="*/ 96 w 200"/>
                  <a:gd name="T15" fmla="*/ 192 h 200"/>
                  <a:gd name="T16" fmla="*/ 200 w 200"/>
                  <a:gd name="T17" fmla="*/ 88 h 200"/>
                  <a:gd name="T18" fmla="*/ 122 w 200"/>
                  <a:gd name="T19" fmla="*/ 135 h 200"/>
                  <a:gd name="T20" fmla="*/ 137 w 200"/>
                  <a:gd name="T21" fmla="*/ 114 h 200"/>
                  <a:gd name="T22" fmla="*/ 65 w 200"/>
                  <a:gd name="T23" fmla="*/ 136 h 200"/>
                  <a:gd name="T24" fmla="*/ 86 w 200"/>
                  <a:gd name="T25" fmla="*/ 64 h 200"/>
                  <a:gd name="T26" fmla="*/ 65 w 200"/>
                  <a:gd name="T27" fmla="*/ 78 h 200"/>
                  <a:gd name="T28" fmla="*/ 132 w 200"/>
                  <a:gd name="T29" fmla="*/ 11 h 200"/>
                  <a:gd name="T30" fmla="*/ 174 w 200"/>
                  <a:gd name="T31" fmla="*/ 27 h 200"/>
                  <a:gd name="T32" fmla="*/ 189 w 200"/>
                  <a:gd name="T33" fmla="*/ 68 h 200"/>
                  <a:gd name="T34" fmla="*/ 122 w 200"/>
                  <a:gd name="T35" fmla="*/ 135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00" h="200">
                    <a:moveTo>
                      <a:pt x="200" y="88"/>
                    </a:moveTo>
                    <a:cubicBezTo>
                      <a:pt x="177" y="24"/>
                      <a:pt x="177" y="24"/>
                      <a:pt x="177" y="24"/>
                    </a:cubicBezTo>
                    <a:cubicBezTo>
                      <a:pt x="111" y="0"/>
                      <a:pt x="111" y="0"/>
                      <a:pt x="111" y="0"/>
                    </a:cubicBezTo>
                    <a:cubicBezTo>
                      <a:pt x="111" y="0"/>
                      <a:pt x="38" y="4"/>
                      <a:pt x="8" y="103"/>
                    </a:cubicBezTo>
                    <a:cubicBezTo>
                      <a:pt x="8" y="103"/>
                      <a:pt x="27" y="87"/>
                      <a:pt x="41" y="81"/>
                    </a:cubicBezTo>
                    <a:cubicBezTo>
                      <a:pt x="41" y="81"/>
                      <a:pt x="0" y="146"/>
                      <a:pt x="8" y="193"/>
                    </a:cubicBezTo>
                    <a:cubicBezTo>
                      <a:pt x="54" y="200"/>
                      <a:pt x="119" y="159"/>
                      <a:pt x="119" y="159"/>
                    </a:cubicBezTo>
                    <a:cubicBezTo>
                      <a:pt x="113" y="173"/>
                      <a:pt x="96" y="192"/>
                      <a:pt x="96" y="192"/>
                    </a:cubicBezTo>
                    <a:cubicBezTo>
                      <a:pt x="195" y="162"/>
                      <a:pt x="200" y="88"/>
                      <a:pt x="200" y="88"/>
                    </a:cubicBezTo>
                    <a:moveTo>
                      <a:pt x="122" y="135"/>
                    </a:moveTo>
                    <a:cubicBezTo>
                      <a:pt x="122" y="135"/>
                      <a:pt x="132" y="123"/>
                      <a:pt x="137" y="114"/>
                    </a:cubicBezTo>
                    <a:cubicBezTo>
                      <a:pt x="137" y="114"/>
                      <a:pt x="94" y="140"/>
                      <a:pt x="65" y="136"/>
                    </a:cubicBezTo>
                    <a:cubicBezTo>
                      <a:pt x="59" y="105"/>
                      <a:pt x="86" y="64"/>
                      <a:pt x="86" y="64"/>
                    </a:cubicBezTo>
                    <a:cubicBezTo>
                      <a:pt x="77" y="68"/>
                      <a:pt x="65" y="78"/>
                      <a:pt x="65" y="78"/>
                    </a:cubicBezTo>
                    <a:cubicBezTo>
                      <a:pt x="84" y="14"/>
                      <a:pt x="132" y="11"/>
                      <a:pt x="132" y="11"/>
                    </a:cubicBezTo>
                    <a:cubicBezTo>
                      <a:pt x="174" y="27"/>
                      <a:pt x="174" y="27"/>
                      <a:pt x="174" y="27"/>
                    </a:cubicBezTo>
                    <a:cubicBezTo>
                      <a:pt x="189" y="68"/>
                      <a:pt x="189" y="68"/>
                      <a:pt x="189" y="68"/>
                    </a:cubicBezTo>
                    <a:cubicBezTo>
                      <a:pt x="189" y="68"/>
                      <a:pt x="186" y="116"/>
                      <a:pt x="122" y="135"/>
                    </a:cubicBezTo>
                  </a:path>
                </a:pathLst>
              </a:custGeom>
              <a:solidFill>
                <a:srgbClr val="FF6400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2" name="íşḷidè"/>
              <p:cNvSpPr/>
              <p:nvPr/>
            </p:nvSpPr>
            <p:spPr bwMode="auto">
              <a:xfrm>
                <a:off x="7888164" y="3037196"/>
                <a:ext cx="503212" cy="501291"/>
              </a:xfrm>
              <a:custGeom>
                <a:avLst/>
                <a:gdLst>
                  <a:gd name="T0" fmla="*/ 115 w 130"/>
                  <a:gd name="T1" fmla="*/ 16 h 129"/>
                  <a:gd name="T2" fmla="*/ 73 w 130"/>
                  <a:gd name="T3" fmla="*/ 0 h 129"/>
                  <a:gd name="T4" fmla="*/ 6 w 130"/>
                  <a:gd name="T5" fmla="*/ 67 h 129"/>
                  <a:gd name="T6" fmla="*/ 27 w 130"/>
                  <a:gd name="T7" fmla="*/ 53 h 129"/>
                  <a:gd name="T8" fmla="*/ 6 w 130"/>
                  <a:gd name="T9" fmla="*/ 125 h 129"/>
                  <a:gd name="T10" fmla="*/ 78 w 130"/>
                  <a:gd name="T11" fmla="*/ 103 h 129"/>
                  <a:gd name="T12" fmla="*/ 63 w 130"/>
                  <a:gd name="T13" fmla="*/ 124 h 129"/>
                  <a:gd name="T14" fmla="*/ 130 w 130"/>
                  <a:gd name="T15" fmla="*/ 57 h 129"/>
                  <a:gd name="T16" fmla="*/ 115 w 130"/>
                  <a:gd name="T17" fmla="*/ 16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30" h="129">
                    <a:moveTo>
                      <a:pt x="115" y="16"/>
                    </a:moveTo>
                    <a:cubicBezTo>
                      <a:pt x="73" y="0"/>
                      <a:pt x="73" y="0"/>
                      <a:pt x="73" y="0"/>
                    </a:cubicBezTo>
                    <a:cubicBezTo>
                      <a:pt x="73" y="0"/>
                      <a:pt x="25" y="3"/>
                      <a:pt x="6" y="67"/>
                    </a:cubicBezTo>
                    <a:cubicBezTo>
                      <a:pt x="6" y="67"/>
                      <a:pt x="18" y="57"/>
                      <a:pt x="27" y="53"/>
                    </a:cubicBezTo>
                    <a:cubicBezTo>
                      <a:pt x="27" y="53"/>
                      <a:pt x="0" y="94"/>
                      <a:pt x="6" y="125"/>
                    </a:cubicBezTo>
                    <a:cubicBezTo>
                      <a:pt x="35" y="129"/>
                      <a:pt x="78" y="103"/>
                      <a:pt x="78" y="103"/>
                    </a:cubicBezTo>
                    <a:cubicBezTo>
                      <a:pt x="73" y="112"/>
                      <a:pt x="63" y="124"/>
                      <a:pt x="63" y="124"/>
                    </a:cubicBezTo>
                    <a:cubicBezTo>
                      <a:pt x="127" y="105"/>
                      <a:pt x="130" y="57"/>
                      <a:pt x="130" y="57"/>
                    </a:cubicBezTo>
                    <a:cubicBezTo>
                      <a:pt x="115" y="16"/>
                      <a:pt x="115" y="16"/>
                      <a:pt x="115" y="16"/>
                    </a:cubicBezTo>
                  </a:path>
                </a:pathLst>
              </a:custGeom>
              <a:solidFill>
                <a:srgbClr val="FFC000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3" name="išľïḍe"/>
              <p:cNvSpPr/>
              <p:nvPr/>
            </p:nvSpPr>
            <p:spPr bwMode="auto">
              <a:xfrm>
                <a:off x="8410582" y="2727971"/>
                <a:ext cx="635738" cy="848930"/>
              </a:xfrm>
              <a:custGeom>
                <a:avLst/>
                <a:gdLst>
                  <a:gd name="T0" fmla="*/ 164 w 164"/>
                  <a:gd name="T1" fmla="*/ 55 h 219"/>
                  <a:gd name="T2" fmla="*/ 133 w 164"/>
                  <a:gd name="T3" fmla="*/ 180 h 219"/>
                  <a:gd name="T4" fmla="*/ 0 w 164"/>
                  <a:gd name="T5" fmla="*/ 219 h 219"/>
                  <a:gd name="T6" fmla="*/ 27 w 164"/>
                  <a:gd name="T7" fmla="*/ 82 h 219"/>
                  <a:gd name="T8" fmla="*/ 109 w 164"/>
                  <a:gd name="T9" fmla="*/ 0 h 219"/>
                  <a:gd name="T10" fmla="*/ 164 w 164"/>
                  <a:gd name="T11" fmla="*/ 55 h 2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4" h="219">
                    <a:moveTo>
                      <a:pt x="164" y="55"/>
                    </a:moveTo>
                    <a:cubicBezTo>
                      <a:pt x="133" y="180"/>
                      <a:pt x="133" y="180"/>
                      <a:pt x="133" y="180"/>
                    </a:cubicBezTo>
                    <a:cubicBezTo>
                      <a:pt x="0" y="219"/>
                      <a:pt x="0" y="219"/>
                      <a:pt x="0" y="219"/>
                    </a:cubicBezTo>
                    <a:cubicBezTo>
                      <a:pt x="0" y="219"/>
                      <a:pt x="93" y="147"/>
                      <a:pt x="27" y="82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164" y="55"/>
                      <a:pt x="164" y="55"/>
                      <a:pt x="164" y="55"/>
                    </a:cubicBezTo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4" name="iṩļïdê"/>
              <p:cNvSpPr/>
              <p:nvPr/>
            </p:nvSpPr>
            <p:spPr bwMode="auto">
              <a:xfrm>
                <a:off x="7842068" y="2366887"/>
                <a:ext cx="847009" cy="639579"/>
              </a:xfrm>
              <a:custGeom>
                <a:avLst/>
                <a:gdLst>
                  <a:gd name="T0" fmla="*/ 164 w 219"/>
                  <a:gd name="T1" fmla="*/ 0 h 165"/>
                  <a:gd name="T2" fmla="*/ 38 w 219"/>
                  <a:gd name="T3" fmla="*/ 32 h 165"/>
                  <a:gd name="T4" fmla="*/ 0 w 219"/>
                  <a:gd name="T5" fmla="*/ 165 h 165"/>
                  <a:gd name="T6" fmla="*/ 137 w 219"/>
                  <a:gd name="T7" fmla="*/ 137 h 165"/>
                  <a:gd name="T8" fmla="*/ 219 w 219"/>
                  <a:gd name="T9" fmla="*/ 55 h 165"/>
                  <a:gd name="T10" fmla="*/ 164 w 219"/>
                  <a:gd name="T11" fmla="*/ 0 h 1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9" h="165">
                    <a:moveTo>
                      <a:pt x="164" y="0"/>
                    </a:moveTo>
                    <a:cubicBezTo>
                      <a:pt x="38" y="32"/>
                      <a:pt x="38" y="32"/>
                      <a:pt x="38" y="32"/>
                    </a:cubicBezTo>
                    <a:cubicBezTo>
                      <a:pt x="0" y="165"/>
                      <a:pt x="0" y="165"/>
                      <a:pt x="0" y="165"/>
                    </a:cubicBezTo>
                    <a:cubicBezTo>
                      <a:pt x="0" y="165"/>
                      <a:pt x="71" y="72"/>
                      <a:pt x="137" y="137"/>
                    </a:cubicBezTo>
                    <a:cubicBezTo>
                      <a:pt x="219" y="55"/>
                      <a:pt x="219" y="55"/>
                      <a:pt x="219" y="55"/>
                    </a:cubicBezTo>
                    <a:lnTo>
                      <a:pt x="164" y="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5" name="íŝ1îḓè"/>
              <p:cNvSpPr/>
              <p:nvPr/>
            </p:nvSpPr>
            <p:spPr bwMode="auto">
              <a:xfrm>
                <a:off x="8654506" y="1685054"/>
                <a:ext cx="1081329" cy="1081330"/>
              </a:xfrm>
              <a:custGeom>
                <a:avLst/>
                <a:gdLst>
                  <a:gd name="T0" fmla="*/ 61 w 279"/>
                  <a:gd name="T1" fmla="*/ 221 h 279"/>
                  <a:gd name="T2" fmla="*/ 148 w 279"/>
                  <a:gd name="T3" fmla="*/ 279 h 279"/>
                  <a:gd name="T4" fmla="*/ 279 w 279"/>
                  <a:gd name="T5" fmla="*/ 78 h 279"/>
                  <a:gd name="T6" fmla="*/ 233 w 279"/>
                  <a:gd name="T7" fmla="*/ 48 h 279"/>
                  <a:gd name="T8" fmla="*/ 204 w 279"/>
                  <a:gd name="T9" fmla="*/ 7 h 279"/>
                  <a:gd name="T10" fmla="*/ 202 w 279"/>
                  <a:gd name="T11" fmla="*/ 0 h 279"/>
                  <a:gd name="T12" fmla="*/ 0 w 279"/>
                  <a:gd name="T13" fmla="*/ 131 h 279"/>
                  <a:gd name="T14" fmla="*/ 8 w 279"/>
                  <a:gd name="T15" fmla="*/ 147 h 279"/>
                  <a:gd name="T16" fmla="*/ 61 w 279"/>
                  <a:gd name="T17" fmla="*/ 221 h 2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79" h="279">
                    <a:moveTo>
                      <a:pt x="61" y="221"/>
                    </a:moveTo>
                    <a:cubicBezTo>
                      <a:pt x="83" y="243"/>
                      <a:pt x="111" y="264"/>
                      <a:pt x="148" y="279"/>
                    </a:cubicBezTo>
                    <a:cubicBezTo>
                      <a:pt x="207" y="212"/>
                      <a:pt x="249" y="138"/>
                      <a:pt x="279" y="78"/>
                    </a:cubicBezTo>
                    <a:cubicBezTo>
                      <a:pt x="259" y="70"/>
                      <a:pt x="244" y="60"/>
                      <a:pt x="233" y="48"/>
                    </a:cubicBezTo>
                    <a:cubicBezTo>
                      <a:pt x="218" y="34"/>
                      <a:pt x="210" y="19"/>
                      <a:pt x="204" y="7"/>
                    </a:cubicBezTo>
                    <a:cubicBezTo>
                      <a:pt x="203" y="4"/>
                      <a:pt x="202" y="2"/>
                      <a:pt x="202" y="0"/>
                    </a:cubicBezTo>
                    <a:cubicBezTo>
                      <a:pt x="141" y="29"/>
                      <a:pt x="67" y="72"/>
                      <a:pt x="0" y="131"/>
                    </a:cubicBezTo>
                    <a:cubicBezTo>
                      <a:pt x="2" y="136"/>
                      <a:pt x="5" y="141"/>
                      <a:pt x="8" y="147"/>
                    </a:cubicBezTo>
                    <a:cubicBezTo>
                      <a:pt x="18" y="168"/>
                      <a:pt x="35" y="196"/>
                      <a:pt x="61" y="221"/>
                    </a:cubicBezTo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6" name="î$1ïḑé"/>
              <p:cNvSpPr/>
              <p:nvPr/>
            </p:nvSpPr>
            <p:spPr bwMode="auto">
              <a:xfrm>
                <a:off x="9476547" y="1487227"/>
                <a:ext cx="457117" cy="457117"/>
              </a:xfrm>
              <a:custGeom>
                <a:avLst/>
                <a:gdLst>
                  <a:gd name="T0" fmla="*/ 29 w 118"/>
                  <a:gd name="T1" fmla="*/ 91 h 118"/>
                  <a:gd name="T2" fmla="*/ 72 w 118"/>
                  <a:gd name="T3" fmla="*/ 118 h 118"/>
                  <a:gd name="T4" fmla="*/ 118 w 118"/>
                  <a:gd name="T5" fmla="*/ 0 h 118"/>
                  <a:gd name="T6" fmla="*/ 0 w 118"/>
                  <a:gd name="T7" fmla="*/ 46 h 118"/>
                  <a:gd name="T8" fmla="*/ 3 w 118"/>
                  <a:gd name="T9" fmla="*/ 53 h 118"/>
                  <a:gd name="T10" fmla="*/ 29 w 118"/>
                  <a:gd name="T11" fmla="*/ 91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8" h="118">
                    <a:moveTo>
                      <a:pt x="29" y="91"/>
                    </a:moveTo>
                    <a:cubicBezTo>
                      <a:pt x="40" y="102"/>
                      <a:pt x="54" y="111"/>
                      <a:pt x="72" y="118"/>
                    </a:cubicBezTo>
                    <a:cubicBezTo>
                      <a:pt x="104" y="50"/>
                      <a:pt x="118" y="0"/>
                      <a:pt x="118" y="0"/>
                    </a:cubicBezTo>
                    <a:cubicBezTo>
                      <a:pt x="118" y="0"/>
                      <a:pt x="69" y="14"/>
                      <a:pt x="0" y="46"/>
                    </a:cubicBezTo>
                    <a:cubicBezTo>
                      <a:pt x="1" y="48"/>
                      <a:pt x="2" y="50"/>
                      <a:pt x="3" y="53"/>
                    </a:cubicBezTo>
                    <a:cubicBezTo>
                      <a:pt x="8" y="64"/>
                      <a:pt x="16" y="78"/>
                      <a:pt x="29" y="91"/>
                    </a:cubicBezTo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7" name="îšľídè"/>
              <p:cNvSpPr/>
              <p:nvPr/>
            </p:nvSpPr>
            <p:spPr bwMode="auto">
              <a:xfrm>
                <a:off x="8062943" y="2222838"/>
                <a:ext cx="1129346" cy="1137029"/>
              </a:xfrm>
              <a:custGeom>
                <a:avLst/>
                <a:gdLst>
                  <a:gd name="T0" fmla="*/ 206 w 292"/>
                  <a:gd name="T1" fmla="*/ 91 h 293"/>
                  <a:gd name="T2" fmla="*/ 150 w 292"/>
                  <a:gd name="T3" fmla="*/ 14 h 293"/>
                  <a:gd name="T4" fmla="*/ 144 w 292"/>
                  <a:gd name="T5" fmla="*/ 0 h 293"/>
                  <a:gd name="T6" fmla="*/ 0 w 292"/>
                  <a:gd name="T7" fmla="*/ 197 h 293"/>
                  <a:gd name="T8" fmla="*/ 37 w 292"/>
                  <a:gd name="T9" fmla="*/ 253 h 293"/>
                  <a:gd name="T10" fmla="*/ 96 w 292"/>
                  <a:gd name="T11" fmla="*/ 293 h 293"/>
                  <a:gd name="T12" fmla="*/ 292 w 292"/>
                  <a:gd name="T13" fmla="*/ 149 h 293"/>
                  <a:gd name="T14" fmla="*/ 206 w 292"/>
                  <a:gd name="T15" fmla="*/ 91 h 2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92" h="293">
                    <a:moveTo>
                      <a:pt x="206" y="91"/>
                    </a:moveTo>
                    <a:cubicBezTo>
                      <a:pt x="179" y="64"/>
                      <a:pt x="161" y="35"/>
                      <a:pt x="150" y="14"/>
                    </a:cubicBezTo>
                    <a:cubicBezTo>
                      <a:pt x="148" y="9"/>
                      <a:pt x="146" y="4"/>
                      <a:pt x="144" y="0"/>
                    </a:cubicBezTo>
                    <a:cubicBezTo>
                      <a:pt x="86" y="53"/>
                      <a:pt x="34" y="118"/>
                      <a:pt x="0" y="197"/>
                    </a:cubicBezTo>
                    <a:cubicBezTo>
                      <a:pt x="0" y="197"/>
                      <a:pt x="11" y="228"/>
                      <a:pt x="37" y="253"/>
                    </a:cubicBezTo>
                    <a:cubicBezTo>
                      <a:pt x="63" y="279"/>
                      <a:pt x="96" y="293"/>
                      <a:pt x="96" y="293"/>
                    </a:cubicBezTo>
                    <a:cubicBezTo>
                      <a:pt x="175" y="260"/>
                      <a:pt x="240" y="207"/>
                      <a:pt x="292" y="149"/>
                    </a:cubicBezTo>
                    <a:cubicBezTo>
                      <a:pt x="256" y="134"/>
                      <a:pt x="228" y="113"/>
                      <a:pt x="206" y="91"/>
                    </a:cubicBezTo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8" name="ïsḷiḍé"/>
              <p:cNvSpPr/>
              <p:nvPr/>
            </p:nvSpPr>
            <p:spPr bwMode="auto">
              <a:xfrm>
                <a:off x="9438133" y="1665848"/>
                <a:ext cx="316908" cy="320750"/>
              </a:xfrm>
              <a:custGeom>
                <a:avLst/>
                <a:gdLst>
                  <a:gd name="T0" fmla="*/ 31 w 82"/>
                  <a:gd name="T1" fmla="*/ 53 h 83"/>
                  <a:gd name="T2" fmla="*/ 77 w 82"/>
                  <a:gd name="T3" fmla="*/ 83 h 83"/>
                  <a:gd name="T4" fmla="*/ 82 w 82"/>
                  <a:gd name="T5" fmla="*/ 72 h 83"/>
                  <a:gd name="T6" fmla="*/ 39 w 82"/>
                  <a:gd name="T7" fmla="*/ 45 h 83"/>
                  <a:gd name="T8" fmla="*/ 13 w 82"/>
                  <a:gd name="T9" fmla="*/ 7 h 83"/>
                  <a:gd name="T10" fmla="*/ 10 w 82"/>
                  <a:gd name="T11" fmla="*/ 0 h 83"/>
                  <a:gd name="T12" fmla="*/ 0 w 82"/>
                  <a:gd name="T13" fmla="*/ 5 h 83"/>
                  <a:gd name="T14" fmla="*/ 2 w 82"/>
                  <a:gd name="T15" fmla="*/ 12 h 83"/>
                  <a:gd name="T16" fmla="*/ 31 w 82"/>
                  <a:gd name="T17" fmla="*/ 5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2" h="83">
                    <a:moveTo>
                      <a:pt x="31" y="53"/>
                    </a:moveTo>
                    <a:cubicBezTo>
                      <a:pt x="42" y="65"/>
                      <a:pt x="57" y="75"/>
                      <a:pt x="77" y="83"/>
                    </a:cubicBezTo>
                    <a:cubicBezTo>
                      <a:pt x="78" y="79"/>
                      <a:pt x="80" y="76"/>
                      <a:pt x="82" y="72"/>
                    </a:cubicBezTo>
                    <a:cubicBezTo>
                      <a:pt x="64" y="65"/>
                      <a:pt x="50" y="56"/>
                      <a:pt x="39" y="45"/>
                    </a:cubicBezTo>
                    <a:cubicBezTo>
                      <a:pt x="26" y="32"/>
                      <a:pt x="18" y="18"/>
                      <a:pt x="13" y="7"/>
                    </a:cubicBezTo>
                    <a:cubicBezTo>
                      <a:pt x="12" y="4"/>
                      <a:pt x="11" y="2"/>
                      <a:pt x="10" y="0"/>
                    </a:cubicBezTo>
                    <a:cubicBezTo>
                      <a:pt x="7" y="2"/>
                      <a:pt x="3" y="3"/>
                      <a:pt x="0" y="5"/>
                    </a:cubicBezTo>
                    <a:cubicBezTo>
                      <a:pt x="0" y="7"/>
                      <a:pt x="1" y="9"/>
                      <a:pt x="2" y="12"/>
                    </a:cubicBezTo>
                    <a:cubicBezTo>
                      <a:pt x="8" y="24"/>
                      <a:pt x="16" y="39"/>
                      <a:pt x="31" y="53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9" name="îSļîdê"/>
              <p:cNvSpPr/>
              <p:nvPr/>
            </p:nvSpPr>
            <p:spPr bwMode="auto">
              <a:xfrm>
                <a:off x="8619933" y="2192108"/>
                <a:ext cx="608848" cy="608848"/>
              </a:xfrm>
              <a:custGeom>
                <a:avLst/>
                <a:gdLst>
                  <a:gd name="T0" fmla="*/ 62 w 157"/>
                  <a:gd name="T1" fmla="*/ 99 h 157"/>
                  <a:gd name="T2" fmla="*/ 148 w 157"/>
                  <a:gd name="T3" fmla="*/ 157 h 157"/>
                  <a:gd name="T4" fmla="*/ 157 w 157"/>
                  <a:gd name="T5" fmla="*/ 148 h 157"/>
                  <a:gd name="T6" fmla="*/ 70 w 157"/>
                  <a:gd name="T7" fmla="*/ 90 h 157"/>
                  <a:gd name="T8" fmla="*/ 17 w 157"/>
                  <a:gd name="T9" fmla="*/ 16 h 157"/>
                  <a:gd name="T10" fmla="*/ 9 w 157"/>
                  <a:gd name="T11" fmla="*/ 0 h 157"/>
                  <a:gd name="T12" fmla="*/ 0 w 157"/>
                  <a:gd name="T13" fmla="*/ 8 h 157"/>
                  <a:gd name="T14" fmla="*/ 6 w 157"/>
                  <a:gd name="T15" fmla="*/ 22 h 157"/>
                  <a:gd name="T16" fmla="*/ 62 w 157"/>
                  <a:gd name="T17" fmla="*/ 99 h 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7" h="157">
                    <a:moveTo>
                      <a:pt x="62" y="99"/>
                    </a:moveTo>
                    <a:cubicBezTo>
                      <a:pt x="84" y="121"/>
                      <a:pt x="112" y="142"/>
                      <a:pt x="148" y="157"/>
                    </a:cubicBezTo>
                    <a:cubicBezTo>
                      <a:pt x="151" y="154"/>
                      <a:pt x="154" y="151"/>
                      <a:pt x="157" y="148"/>
                    </a:cubicBezTo>
                    <a:cubicBezTo>
                      <a:pt x="120" y="133"/>
                      <a:pt x="92" y="112"/>
                      <a:pt x="70" y="90"/>
                    </a:cubicBezTo>
                    <a:cubicBezTo>
                      <a:pt x="44" y="65"/>
                      <a:pt x="27" y="37"/>
                      <a:pt x="17" y="16"/>
                    </a:cubicBezTo>
                    <a:cubicBezTo>
                      <a:pt x="14" y="10"/>
                      <a:pt x="11" y="5"/>
                      <a:pt x="9" y="0"/>
                    </a:cubicBezTo>
                    <a:cubicBezTo>
                      <a:pt x="6" y="3"/>
                      <a:pt x="3" y="6"/>
                      <a:pt x="0" y="8"/>
                    </a:cubicBezTo>
                    <a:cubicBezTo>
                      <a:pt x="2" y="12"/>
                      <a:pt x="4" y="17"/>
                      <a:pt x="6" y="22"/>
                    </a:cubicBezTo>
                    <a:cubicBezTo>
                      <a:pt x="17" y="43"/>
                      <a:pt x="35" y="72"/>
                      <a:pt x="62" y="99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0" name="íṥļide"/>
              <p:cNvSpPr/>
              <p:nvPr/>
            </p:nvSpPr>
            <p:spPr bwMode="auto">
              <a:xfrm>
                <a:off x="8124404" y="2595445"/>
                <a:ext cx="693357" cy="695278"/>
              </a:xfrm>
              <a:custGeom>
                <a:avLst/>
                <a:gdLst>
                  <a:gd name="T0" fmla="*/ 302 w 361"/>
                  <a:gd name="T1" fmla="*/ 0 h 362"/>
                  <a:gd name="T2" fmla="*/ 361 w 361"/>
                  <a:gd name="T3" fmla="*/ 61 h 362"/>
                  <a:gd name="T4" fmla="*/ 0 w 361"/>
                  <a:gd name="T5" fmla="*/ 362 h 362"/>
                  <a:gd name="T6" fmla="*/ 302 w 361"/>
                  <a:gd name="T7" fmla="*/ 0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61" h="362">
                    <a:moveTo>
                      <a:pt x="302" y="0"/>
                    </a:moveTo>
                    <a:lnTo>
                      <a:pt x="361" y="61"/>
                    </a:lnTo>
                    <a:lnTo>
                      <a:pt x="0" y="362"/>
                    </a:lnTo>
                    <a:lnTo>
                      <a:pt x="302" y="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1" name="îŝlíḑê"/>
              <p:cNvSpPr/>
              <p:nvPr/>
            </p:nvSpPr>
            <p:spPr bwMode="auto">
              <a:xfrm>
                <a:off x="9820344" y="1304764"/>
                <a:ext cx="293860" cy="293860"/>
              </a:xfrm>
              <a:custGeom>
                <a:avLst/>
                <a:gdLst>
                  <a:gd name="T0" fmla="*/ 153 w 153"/>
                  <a:gd name="T1" fmla="*/ 0 h 153"/>
                  <a:gd name="T2" fmla="*/ 10 w 153"/>
                  <a:gd name="T3" fmla="*/ 111 h 153"/>
                  <a:gd name="T4" fmla="*/ 0 w 153"/>
                  <a:gd name="T5" fmla="*/ 153 h 153"/>
                  <a:gd name="T6" fmla="*/ 43 w 153"/>
                  <a:gd name="T7" fmla="*/ 145 h 153"/>
                  <a:gd name="T8" fmla="*/ 153 w 153"/>
                  <a:gd name="T9" fmla="*/ 0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3" h="153">
                    <a:moveTo>
                      <a:pt x="153" y="0"/>
                    </a:moveTo>
                    <a:lnTo>
                      <a:pt x="10" y="111"/>
                    </a:lnTo>
                    <a:lnTo>
                      <a:pt x="0" y="153"/>
                    </a:lnTo>
                    <a:lnTo>
                      <a:pt x="43" y="145"/>
                    </a:lnTo>
                    <a:lnTo>
                      <a:pt x="153" y="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2" name="íslïḋé"/>
              <p:cNvSpPr/>
              <p:nvPr/>
            </p:nvSpPr>
            <p:spPr bwMode="auto">
              <a:xfrm>
                <a:off x="9820344" y="1304764"/>
                <a:ext cx="293860" cy="293860"/>
              </a:xfrm>
              <a:custGeom>
                <a:avLst/>
                <a:gdLst>
                  <a:gd name="T0" fmla="*/ 153 w 153"/>
                  <a:gd name="T1" fmla="*/ 0 h 153"/>
                  <a:gd name="T2" fmla="*/ 10 w 153"/>
                  <a:gd name="T3" fmla="*/ 111 h 153"/>
                  <a:gd name="T4" fmla="*/ 0 w 153"/>
                  <a:gd name="T5" fmla="*/ 153 h 153"/>
                  <a:gd name="T6" fmla="*/ 43 w 153"/>
                  <a:gd name="T7" fmla="*/ 145 h 153"/>
                  <a:gd name="T8" fmla="*/ 153 w 153"/>
                  <a:gd name="T9" fmla="*/ 0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3" h="153">
                    <a:moveTo>
                      <a:pt x="153" y="0"/>
                    </a:moveTo>
                    <a:lnTo>
                      <a:pt x="10" y="111"/>
                    </a:lnTo>
                    <a:lnTo>
                      <a:pt x="0" y="153"/>
                    </a:lnTo>
                    <a:lnTo>
                      <a:pt x="43" y="145"/>
                    </a:lnTo>
                    <a:lnTo>
                      <a:pt x="153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3" name="îṣľíďe"/>
              <p:cNvSpPr/>
              <p:nvPr/>
            </p:nvSpPr>
            <p:spPr bwMode="auto">
              <a:xfrm>
                <a:off x="9096257" y="1952025"/>
                <a:ext cx="372608" cy="372608"/>
              </a:xfrm>
              <a:custGeom>
                <a:avLst/>
                <a:gdLst>
                  <a:gd name="T0" fmla="*/ 79 w 96"/>
                  <a:gd name="T1" fmla="*/ 79 h 96"/>
                  <a:gd name="T2" fmla="*/ 17 w 96"/>
                  <a:gd name="T3" fmla="*/ 79 h 96"/>
                  <a:gd name="T4" fmla="*/ 17 w 96"/>
                  <a:gd name="T5" fmla="*/ 17 h 96"/>
                  <a:gd name="T6" fmla="*/ 79 w 96"/>
                  <a:gd name="T7" fmla="*/ 17 h 96"/>
                  <a:gd name="T8" fmla="*/ 79 w 96"/>
                  <a:gd name="T9" fmla="*/ 79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6" h="96">
                    <a:moveTo>
                      <a:pt x="79" y="79"/>
                    </a:moveTo>
                    <a:cubicBezTo>
                      <a:pt x="62" y="96"/>
                      <a:pt x="34" y="96"/>
                      <a:pt x="17" y="79"/>
                    </a:cubicBezTo>
                    <a:cubicBezTo>
                      <a:pt x="0" y="62"/>
                      <a:pt x="0" y="34"/>
                      <a:pt x="17" y="17"/>
                    </a:cubicBezTo>
                    <a:cubicBezTo>
                      <a:pt x="34" y="0"/>
                      <a:pt x="62" y="0"/>
                      <a:pt x="79" y="17"/>
                    </a:cubicBezTo>
                    <a:cubicBezTo>
                      <a:pt x="96" y="34"/>
                      <a:pt x="96" y="62"/>
                      <a:pt x="79" y="79"/>
                    </a:cubicBezTo>
                  </a:path>
                </a:pathLst>
              </a:custGeom>
              <a:solidFill>
                <a:schemeClr val="bg2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4" name="íślídé"/>
              <p:cNvSpPr/>
              <p:nvPr/>
            </p:nvSpPr>
            <p:spPr bwMode="auto">
              <a:xfrm>
                <a:off x="9096257" y="1952025"/>
                <a:ext cx="372608" cy="372608"/>
              </a:xfrm>
              <a:custGeom>
                <a:avLst/>
                <a:gdLst>
                  <a:gd name="T0" fmla="*/ 48 w 96"/>
                  <a:gd name="T1" fmla="*/ 96 h 96"/>
                  <a:gd name="T2" fmla="*/ 14 w 96"/>
                  <a:gd name="T3" fmla="*/ 82 h 96"/>
                  <a:gd name="T4" fmla="*/ 0 w 96"/>
                  <a:gd name="T5" fmla="*/ 48 h 96"/>
                  <a:gd name="T6" fmla="*/ 14 w 96"/>
                  <a:gd name="T7" fmla="*/ 14 h 96"/>
                  <a:gd name="T8" fmla="*/ 48 w 96"/>
                  <a:gd name="T9" fmla="*/ 0 h 96"/>
                  <a:gd name="T10" fmla="*/ 82 w 96"/>
                  <a:gd name="T11" fmla="*/ 14 h 96"/>
                  <a:gd name="T12" fmla="*/ 96 w 96"/>
                  <a:gd name="T13" fmla="*/ 48 h 96"/>
                  <a:gd name="T14" fmla="*/ 82 w 96"/>
                  <a:gd name="T15" fmla="*/ 82 h 96"/>
                  <a:gd name="T16" fmla="*/ 48 w 96"/>
                  <a:gd name="T17" fmla="*/ 96 h 96"/>
                  <a:gd name="T18" fmla="*/ 48 w 96"/>
                  <a:gd name="T19" fmla="*/ 10 h 96"/>
                  <a:gd name="T20" fmla="*/ 21 w 96"/>
                  <a:gd name="T21" fmla="*/ 21 h 96"/>
                  <a:gd name="T22" fmla="*/ 10 w 96"/>
                  <a:gd name="T23" fmla="*/ 48 h 96"/>
                  <a:gd name="T24" fmla="*/ 21 w 96"/>
                  <a:gd name="T25" fmla="*/ 75 h 96"/>
                  <a:gd name="T26" fmla="*/ 48 w 96"/>
                  <a:gd name="T27" fmla="*/ 86 h 96"/>
                  <a:gd name="T28" fmla="*/ 75 w 96"/>
                  <a:gd name="T29" fmla="*/ 75 h 96"/>
                  <a:gd name="T30" fmla="*/ 86 w 96"/>
                  <a:gd name="T31" fmla="*/ 48 h 96"/>
                  <a:gd name="T32" fmla="*/ 75 w 96"/>
                  <a:gd name="T33" fmla="*/ 21 h 96"/>
                  <a:gd name="T34" fmla="*/ 48 w 96"/>
                  <a:gd name="T35" fmla="*/ 10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96">
                    <a:moveTo>
                      <a:pt x="48" y="96"/>
                    </a:moveTo>
                    <a:cubicBezTo>
                      <a:pt x="35" y="96"/>
                      <a:pt x="23" y="91"/>
                      <a:pt x="14" y="82"/>
                    </a:cubicBezTo>
                    <a:cubicBezTo>
                      <a:pt x="5" y="73"/>
                      <a:pt x="0" y="61"/>
                      <a:pt x="0" y="48"/>
                    </a:cubicBezTo>
                    <a:cubicBezTo>
                      <a:pt x="0" y="35"/>
                      <a:pt x="5" y="23"/>
                      <a:pt x="14" y="14"/>
                    </a:cubicBezTo>
                    <a:cubicBezTo>
                      <a:pt x="23" y="5"/>
                      <a:pt x="35" y="0"/>
                      <a:pt x="48" y="0"/>
                    </a:cubicBezTo>
                    <a:cubicBezTo>
                      <a:pt x="61" y="0"/>
                      <a:pt x="73" y="5"/>
                      <a:pt x="82" y="14"/>
                    </a:cubicBezTo>
                    <a:cubicBezTo>
                      <a:pt x="91" y="23"/>
                      <a:pt x="96" y="35"/>
                      <a:pt x="96" y="48"/>
                    </a:cubicBezTo>
                    <a:cubicBezTo>
                      <a:pt x="96" y="61"/>
                      <a:pt x="91" y="73"/>
                      <a:pt x="82" y="82"/>
                    </a:cubicBezTo>
                    <a:cubicBezTo>
                      <a:pt x="73" y="91"/>
                      <a:pt x="61" y="96"/>
                      <a:pt x="48" y="96"/>
                    </a:cubicBezTo>
                    <a:moveTo>
                      <a:pt x="48" y="10"/>
                    </a:moveTo>
                    <a:cubicBezTo>
                      <a:pt x="38" y="10"/>
                      <a:pt x="28" y="14"/>
                      <a:pt x="21" y="21"/>
                    </a:cubicBezTo>
                    <a:cubicBezTo>
                      <a:pt x="14" y="28"/>
                      <a:pt x="10" y="38"/>
                      <a:pt x="10" y="48"/>
                    </a:cubicBezTo>
                    <a:cubicBezTo>
                      <a:pt x="10" y="58"/>
                      <a:pt x="14" y="68"/>
                      <a:pt x="21" y="75"/>
                    </a:cubicBezTo>
                    <a:cubicBezTo>
                      <a:pt x="28" y="82"/>
                      <a:pt x="38" y="86"/>
                      <a:pt x="48" y="86"/>
                    </a:cubicBezTo>
                    <a:cubicBezTo>
                      <a:pt x="58" y="86"/>
                      <a:pt x="68" y="82"/>
                      <a:pt x="75" y="75"/>
                    </a:cubicBezTo>
                    <a:cubicBezTo>
                      <a:pt x="82" y="68"/>
                      <a:pt x="86" y="58"/>
                      <a:pt x="86" y="48"/>
                    </a:cubicBezTo>
                    <a:cubicBezTo>
                      <a:pt x="86" y="38"/>
                      <a:pt x="82" y="28"/>
                      <a:pt x="75" y="21"/>
                    </a:cubicBezTo>
                    <a:cubicBezTo>
                      <a:pt x="68" y="14"/>
                      <a:pt x="58" y="10"/>
                      <a:pt x="48" y="10"/>
                    </a:cubicBezTo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5" name="ïş1iḍe"/>
              <p:cNvSpPr/>
              <p:nvPr/>
            </p:nvSpPr>
            <p:spPr bwMode="auto">
              <a:xfrm>
                <a:off x="9933662" y="1487227"/>
                <a:ext cx="0" cy="3842"/>
              </a:xfrm>
              <a:custGeom>
                <a:avLst/>
                <a:gdLst>
                  <a:gd name="T0" fmla="*/ 0 h 1"/>
                  <a:gd name="T1" fmla="*/ 0 h 1"/>
                  <a:gd name="T2" fmla="*/ 1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264D6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6" name="iṣḷíḓè"/>
              <p:cNvSpPr/>
              <p:nvPr/>
            </p:nvSpPr>
            <p:spPr bwMode="auto">
              <a:xfrm>
                <a:off x="8429788" y="2883544"/>
                <a:ext cx="689515" cy="480164"/>
              </a:xfrm>
              <a:custGeom>
                <a:avLst/>
                <a:gdLst>
                  <a:gd name="T0" fmla="*/ 45 w 178"/>
                  <a:gd name="T1" fmla="*/ 102 h 124"/>
                  <a:gd name="T2" fmla="*/ 1 w 178"/>
                  <a:gd name="T3" fmla="*/ 123 h 124"/>
                  <a:gd name="T4" fmla="*/ 0 w 178"/>
                  <a:gd name="T5" fmla="*/ 123 h 124"/>
                  <a:gd name="T6" fmla="*/ 0 w 178"/>
                  <a:gd name="T7" fmla="*/ 123 h 124"/>
                  <a:gd name="T8" fmla="*/ 1 w 178"/>
                  <a:gd name="T9" fmla="*/ 124 h 124"/>
                  <a:gd name="T10" fmla="*/ 45 w 178"/>
                  <a:gd name="T11" fmla="*/ 102 h 124"/>
                  <a:gd name="T12" fmla="*/ 45 w 178"/>
                  <a:gd name="T13" fmla="*/ 102 h 124"/>
                  <a:gd name="T14" fmla="*/ 178 w 178"/>
                  <a:gd name="T15" fmla="*/ 0 h 124"/>
                  <a:gd name="T16" fmla="*/ 158 w 178"/>
                  <a:gd name="T17" fmla="*/ 19 h 124"/>
                  <a:gd name="T18" fmla="*/ 158 w 178"/>
                  <a:gd name="T19" fmla="*/ 19 h 124"/>
                  <a:gd name="T20" fmla="*/ 178 w 178"/>
                  <a:gd name="T21" fmla="*/ 0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78" h="124">
                    <a:moveTo>
                      <a:pt x="45" y="102"/>
                    </a:moveTo>
                    <a:cubicBezTo>
                      <a:pt x="31" y="110"/>
                      <a:pt x="16" y="117"/>
                      <a:pt x="1" y="123"/>
                    </a:cubicBezTo>
                    <a:cubicBezTo>
                      <a:pt x="1" y="123"/>
                      <a:pt x="1" y="123"/>
                      <a:pt x="0" y="123"/>
                    </a:cubicBezTo>
                    <a:cubicBezTo>
                      <a:pt x="0" y="123"/>
                      <a:pt x="0" y="123"/>
                      <a:pt x="0" y="123"/>
                    </a:cubicBezTo>
                    <a:cubicBezTo>
                      <a:pt x="1" y="124"/>
                      <a:pt x="1" y="124"/>
                      <a:pt x="1" y="124"/>
                    </a:cubicBezTo>
                    <a:cubicBezTo>
                      <a:pt x="16" y="117"/>
                      <a:pt x="31" y="110"/>
                      <a:pt x="45" y="102"/>
                    </a:cubicBezTo>
                    <a:cubicBezTo>
                      <a:pt x="45" y="102"/>
                      <a:pt x="45" y="102"/>
                      <a:pt x="45" y="102"/>
                    </a:cubicBezTo>
                    <a:moveTo>
                      <a:pt x="178" y="0"/>
                    </a:moveTo>
                    <a:cubicBezTo>
                      <a:pt x="172" y="6"/>
                      <a:pt x="165" y="13"/>
                      <a:pt x="158" y="19"/>
                    </a:cubicBezTo>
                    <a:cubicBezTo>
                      <a:pt x="158" y="19"/>
                      <a:pt x="158" y="19"/>
                      <a:pt x="158" y="19"/>
                    </a:cubicBezTo>
                    <a:cubicBezTo>
                      <a:pt x="165" y="13"/>
                      <a:pt x="172" y="6"/>
                      <a:pt x="178" y="0"/>
                    </a:cubicBezTo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7" name="ïṥļïďe"/>
              <p:cNvSpPr/>
              <p:nvPr/>
            </p:nvSpPr>
            <p:spPr bwMode="auto">
              <a:xfrm>
                <a:off x="8410582" y="3352184"/>
                <a:ext cx="19206" cy="7682"/>
              </a:xfrm>
              <a:custGeom>
                <a:avLst/>
                <a:gdLst>
                  <a:gd name="T0" fmla="*/ 0 w 5"/>
                  <a:gd name="T1" fmla="*/ 0 h 2"/>
                  <a:gd name="T2" fmla="*/ 5 w 5"/>
                  <a:gd name="T3" fmla="*/ 2 h 2"/>
                  <a:gd name="T4" fmla="*/ 5 w 5"/>
                  <a:gd name="T5" fmla="*/ 2 h 2"/>
                  <a:gd name="T6" fmla="*/ 0 w 5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" h="2">
                    <a:moveTo>
                      <a:pt x="0" y="0"/>
                    </a:moveTo>
                    <a:cubicBezTo>
                      <a:pt x="5" y="2"/>
                      <a:pt x="5" y="2"/>
                      <a:pt x="5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4" y="1"/>
                      <a:pt x="3" y="1"/>
                      <a:pt x="0" y="0"/>
                    </a:cubicBezTo>
                  </a:path>
                </a:pathLst>
              </a:custGeom>
              <a:solidFill>
                <a:srgbClr val="E5C06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8" name="íŝḻïďé"/>
              <p:cNvSpPr/>
              <p:nvPr/>
            </p:nvSpPr>
            <p:spPr bwMode="auto">
              <a:xfrm>
                <a:off x="8604568" y="2956529"/>
                <a:ext cx="437909" cy="320750"/>
              </a:xfrm>
              <a:custGeom>
                <a:avLst/>
                <a:gdLst>
                  <a:gd name="T0" fmla="*/ 113 w 113"/>
                  <a:gd name="T1" fmla="*/ 0 h 83"/>
                  <a:gd name="T2" fmla="*/ 0 w 113"/>
                  <a:gd name="T3" fmla="*/ 83 h 83"/>
                  <a:gd name="T4" fmla="*/ 0 w 113"/>
                  <a:gd name="T5" fmla="*/ 83 h 83"/>
                  <a:gd name="T6" fmla="*/ 113 w 113"/>
                  <a:gd name="T7" fmla="*/ 0 h 83"/>
                  <a:gd name="T8" fmla="*/ 113 w 113"/>
                  <a:gd name="T9" fmla="*/ 0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3" h="83">
                    <a:moveTo>
                      <a:pt x="113" y="0"/>
                    </a:moveTo>
                    <a:cubicBezTo>
                      <a:pt x="80" y="31"/>
                      <a:pt x="42" y="60"/>
                      <a:pt x="0" y="83"/>
                    </a:cubicBezTo>
                    <a:cubicBezTo>
                      <a:pt x="0" y="83"/>
                      <a:pt x="0" y="83"/>
                      <a:pt x="0" y="83"/>
                    </a:cubicBezTo>
                    <a:cubicBezTo>
                      <a:pt x="42" y="60"/>
                      <a:pt x="80" y="31"/>
                      <a:pt x="113" y="0"/>
                    </a:cubicBezTo>
                    <a:cubicBezTo>
                      <a:pt x="113" y="0"/>
                      <a:pt x="113" y="0"/>
                      <a:pt x="113" y="0"/>
                    </a:cubicBezTo>
                  </a:path>
                </a:pathLst>
              </a:custGeom>
              <a:solidFill>
                <a:srgbClr val="264D6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9" name="îsļíďê"/>
              <p:cNvSpPr/>
              <p:nvPr/>
            </p:nvSpPr>
            <p:spPr bwMode="auto">
              <a:xfrm>
                <a:off x="9057843" y="1944343"/>
                <a:ext cx="674150" cy="822041"/>
              </a:xfrm>
              <a:custGeom>
                <a:avLst/>
                <a:gdLst>
                  <a:gd name="T0" fmla="*/ 153 w 174"/>
                  <a:gd name="T1" fmla="*/ 0 h 212"/>
                  <a:gd name="T2" fmla="*/ 101 w 174"/>
                  <a:gd name="T3" fmla="*/ 71 h 212"/>
                  <a:gd name="T4" fmla="*/ 92 w 174"/>
                  <a:gd name="T5" fmla="*/ 84 h 212"/>
                  <a:gd name="T6" fmla="*/ 89 w 174"/>
                  <a:gd name="T7" fmla="*/ 87 h 212"/>
                  <a:gd name="T8" fmla="*/ 0 w 174"/>
                  <a:gd name="T9" fmla="*/ 189 h 212"/>
                  <a:gd name="T10" fmla="*/ 44 w 174"/>
                  <a:gd name="T11" fmla="*/ 212 h 212"/>
                  <a:gd name="T12" fmla="*/ 174 w 174"/>
                  <a:gd name="T13" fmla="*/ 11 h 212"/>
                  <a:gd name="T14" fmla="*/ 153 w 174"/>
                  <a:gd name="T15" fmla="*/ 0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74" h="212">
                    <a:moveTo>
                      <a:pt x="153" y="0"/>
                    </a:moveTo>
                    <a:cubicBezTo>
                      <a:pt x="138" y="22"/>
                      <a:pt x="121" y="46"/>
                      <a:pt x="101" y="71"/>
                    </a:cubicBezTo>
                    <a:cubicBezTo>
                      <a:pt x="99" y="76"/>
                      <a:pt x="96" y="80"/>
                      <a:pt x="92" y="84"/>
                    </a:cubicBezTo>
                    <a:cubicBezTo>
                      <a:pt x="91" y="85"/>
                      <a:pt x="90" y="86"/>
                      <a:pt x="89" y="87"/>
                    </a:cubicBezTo>
                    <a:cubicBezTo>
                      <a:pt x="63" y="120"/>
                      <a:pt x="33" y="155"/>
                      <a:pt x="0" y="189"/>
                    </a:cubicBezTo>
                    <a:cubicBezTo>
                      <a:pt x="13" y="198"/>
                      <a:pt x="28" y="206"/>
                      <a:pt x="44" y="212"/>
                    </a:cubicBezTo>
                    <a:cubicBezTo>
                      <a:pt x="103" y="145"/>
                      <a:pt x="145" y="71"/>
                      <a:pt x="174" y="11"/>
                    </a:cubicBezTo>
                    <a:cubicBezTo>
                      <a:pt x="166" y="8"/>
                      <a:pt x="159" y="4"/>
                      <a:pt x="153" y="0"/>
                    </a:cubicBezTo>
                  </a:path>
                </a:pathLst>
              </a:custGeom>
              <a:solidFill>
                <a:schemeClr val="bg2">
                  <a:lumMod val="25000"/>
                  <a:alpha val="32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0" name="ï$ļîḍé"/>
              <p:cNvSpPr/>
              <p:nvPr/>
            </p:nvSpPr>
            <p:spPr bwMode="auto">
              <a:xfrm>
                <a:off x="9674374" y="1583260"/>
                <a:ext cx="224717" cy="361084"/>
              </a:xfrm>
              <a:custGeom>
                <a:avLst/>
                <a:gdLst>
                  <a:gd name="T0" fmla="*/ 58 w 58"/>
                  <a:gd name="T1" fmla="*/ 0 h 93"/>
                  <a:gd name="T2" fmla="*/ 52 w 58"/>
                  <a:gd name="T3" fmla="*/ 1 h 93"/>
                  <a:gd name="T4" fmla="*/ 0 w 58"/>
                  <a:gd name="T5" fmla="*/ 83 h 93"/>
                  <a:gd name="T6" fmla="*/ 20 w 58"/>
                  <a:gd name="T7" fmla="*/ 93 h 93"/>
                  <a:gd name="T8" fmla="*/ 58 w 58"/>
                  <a:gd name="T9" fmla="*/ 0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8" h="93">
                    <a:moveTo>
                      <a:pt x="58" y="0"/>
                    </a:moveTo>
                    <a:cubicBezTo>
                      <a:pt x="52" y="1"/>
                      <a:pt x="52" y="1"/>
                      <a:pt x="52" y="1"/>
                    </a:cubicBezTo>
                    <a:cubicBezTo>
                      <a:pt x="41" y="20"/>
                      <a:pt x="24" y="49"/>
                      <a:pt x="0" y="83"/>
                    </a:cubicBezTo>
                    <a:cubicBezTo>
                      <a:pt x="6" y="87"/>
                      <a:pt x="13" y="90"/>
                      <a:pt x="20" y="93"/>
                    </a:cubicBezTo>
                    <a:cubicBezTo>
                      <a:pt x="39" y="53"/>
                      <a:pt x="51" y="20"/>
                      <a:pt x="58" y="0"/>
                    </a:cubicBezTo>
                  </a:path>
                </a:pathLst>
              </a:custGeom>
              <a:solidFill>
                <a:schemeClr val="bg2">
                  <a:lumMod val="25000"/>
                  <a:alpha val="32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1" name="ïsḷiḑé"/>
              <p:cNvSpPr/>
              <p:nvPr/>
            </p:nvSpPr>
            <p:spPr bwMode="auto">
              <a:xfrm>
                <a:off x="8299183" y="2712605"/>
                <a:ext cx="893105" cy="647261"/>
              </a:xfrm>
              <a:custGeom>
                <a:avLst/>
                <a:gdLst>
                  <a:gd name="T0" fmla="*/ 188 w 231"/>
                  <a:gd name="T1" fmla="*/ 0 h 167"/>
                  <a:gd name="T2" fmla="*/ 0 w 231"/>
                  <a:gd name="T3" fmla="*/ 147 h 167"/>
                  <a:gd name="T4" fmla="*/ 29 w 231"/>
                  <a:gd name="T5" fmla="*/ 165 h 167"/>
                  <a:gd name="T6" fmla="*/ 34 w 231"/>
                  <a:gd name="T7" fmla="*/ 167 h 167"/>
                  <a:gd name="T8" fmla="*/ 35 w 231"/>
                  <a:gd name="T9" fmla="*/ 167 h 167"/>
                  <a:gd name="T10" fmla="*/ 79 w 231"/>
                  <a:gd name="T11" fmla="*/ 146 h 167"/>
                  <a:gd name="T12" fmla="*/ 192 w 231"/>
                  <a:gd name="T13" fmla="*/ 63 h 167"/>
                  <a:gd name="T14" fmla="*/ 212 w 231"/>
                  <a:gd name="T15" fmla="*/ 44 h 167"/>
                  <a:gd name="T16" fmla="*/ 231 w 231"/>
                  <a:gd name="T17" fmla="*/ 23 h 167"/>
                  <a:gd name="T18" fmla="*/ 188 w 231"/>
                  <a:gd name="T19" fmla="*/ 0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1" h="167">
                    <a:moveTo>
                      <a:pt x="188" y="0"/>
                    </a:moveTo>
                    <a:cubicBezTo>
                      <a:pt x="133" y="55"/>
                      <a:pt x="70" y="108"/>
                      <a:pt x="0" y="147"/>
                    </a:cubicBezTo>
                    <a:cubicBezTo>
                      <a:pt x="29" y="165"/>
                      <a:pt x="29" y="165"/>
                      <a:pt x="29" y="165"/>
                    </a:cubicBezTo>
                    <a:cubicBezTo>
                      <a:pt x="32" y="166"/>
                      <a:pt x="33" y="166"/>
                      <a:pt x="34" y="167"/>
                    </a:cubicBezTo>
                    <a:cubicBezTo>
                      <a:pt x="35" y="167"/>
                      <a:pt x="35" y="167"/>
                      <a:pt x="35" y="167"/>
                    </a:cubicBezTo>
                    <a:cubicBezTo>
                      <a:pt x="50" y="161"/>
                      <a:pt x="65" y="154"/>
                      <a:pt x="79" y="146"/>
                    </a:cubicBezTo>
                    <a:cubicBezTo>
                      <a:pt x="121" y="123"/>
                      <a:pt x="159" y="94"/>
                      <a:pt x="192" y="63"/>
                    </a:cubicBezTo>
                    <a:cubicBezTo>
                      <a:pt x="199" y="57"/>
                      <a:pt x="206" y="50"/>
                      <a:pt x="212" y="44"/>
                    </a:cubicBezTo>
                    <a:cubicBezTo>
                      <a:pt x="219" y="37"/>
                      <a:pt x="225" y="30"/>
                      <a:pt x="231" y="23"/>
                    </a:cubicBezTo>
                    <a:cubicBezTo>
                      <a:pt x="215" y="17"/>
                      <a:pt x="201" y="9"/>
                      <a:pt x="188" y="0"/>
                    </a:cubicBezTo>
                  </a:path>
                </a:pathLst>
              </a:custGeom>
              <a:solidFill>
                <a:schemeClr val="bg2">
                  <a:lumMod val="25000"/>
                  <a:alpha val="32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2" name="ïśḷïḍè"/>
              <p:cNvSpPr/>
              <p:nvPr/>
            </p:nvSpPr>
            <p:spPr bwMode="auto">
              <a:xfrm>
                <a:off x="9649405" y="1905930"/>
                <a:ext cx="101794" cy="80667"/>
              </a:xfrm>
              <a:custGeom>
                <a:avLst/>
                <a:gdLst>
                  <a:gd name="T0" fmla="*/ 6 w 26"/>
                  <a:gd name="T1" fmla="*/ 0 h 21"/>
                  <a:gd name="T2" fmla="*/ 0 w 26"/>
                  <a:gd name="T3" fmla="*/ 10 h 21"/>
                  <a:gd name="T4" fmla="*/ 21 w 26"/>
                  <a:gd name="T5" fmla="*/ 21 h 21"/>
                  <a:gd name="T6" fmla="*/ 26 w 26"/>
                  <a:gd name="T7" fmla="*/ 10 h 21"/>
                  <a:gd name="T8" fmla="*/ 6 w 26"/>
                  <a:gd name="T9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1">
                    <a:moveTo>
                      <a:pt x="6" y="0"/>
                    </a:moveTo>
                    <a:cubicBezTo>
                      <a:pt x="4" y="4"/>
                      <a:pt x="2" y="7"/>
                      <a:pt x="0" y="10"/>
                    </a:cubicBezTo>
                    <a:cubicBezTo>
                      <a:pt x="6" y="14"/>
                      <a:pt x="13" y="18"/>
                      <a:pt x="21" y="21"/>
                    </a:cubicBezTo>
                    <a:cubicBezTo>
                      <a:pt x="23" y="17"/>
                      <a:pt x="25" y="13"/>
                      <a:pt x="26" y="10"/>
                    </a:cubicBezTo>
                    <a:cubicBezTo>
                      <a:pt x="19" y="7"/>
                      <a:pt x="12" y="4"/>
                      <a:pt x="6" y="0"/>
                    </a:cubicBezTo>
                  </a:path>
                </a:pathLst>
              </a:custGeom>
              <a:solidFill>
                <a:srgbClr val="BCDBE0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3" name="îṩľiďè"/>
              <p:cNvSpPr/>
              <p:nvPr/>
            </p:nvSpPr>
            <p:spPr bwMode="auto">
              <a:xfrm>
                <a:off x="9027112" y="2678033"/>
                <a:ext cx="201669" cy="122922"/>
              </a:xfrm>
              <a:custGeom>
                <a:avLst/>
                <a:gdLst>
                  <a:gd name="T0" fmla="*/ 8 w 52"/>
                  <a:gd name="T1" fmla="*/ 0 h 32"/>
                  <a:gd name="T2" fmla="*/ 0 w 52"/>
                  <a:gd name="T3" fmla="*/ 9 h 32"/>
                  <a:gd name="T4" fmla="*/ 43 w 52"/>
                  <a:gd name="T5" fmla="*/ 32 h 32"/>
                  <a:gd name="T6" fmla="*/ 52 w 52"/>
                  <a:gd name="T7" fmla="*/ 23 h 32"/>
                  <a:gd name="T8" fmla="*/ 8 w 52"/>
                  <a:gd name="T9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2" h="32">
                    <a:moveTo>
                      <a:pt x="8" y="0"/>
                    </a:moveTo>
                    <a:cubicBezTo>
                      <a:pt x="5" y="3"/>
                      <a:pt x="2" y="6"/>
                      <a:pt x="0" y="9"/>
                    </a:cubicBezTo>
                    <a:cubicBezTo>
                      <a:pt x="13" y="18"/>
                      <a:pt x="27" y="26"/>
                      <a:pt x="43" y="32"/>
                    </a:cubicBezTo>
                    <a:cubicBezTo>
                      <a:pt x="46" y="29"/>
                      <a:pt x="49" y="26"/>
                      <a:pt x="52" y="23"/>
                    </a:cubicBezTo>
                    <a:cubicBezTo>
                      <a:pt x="36" y="17"/>
                      <a:pt x="21" y="9"/>
                      <a:pt x="8" y="0"/>
                    </a:cubicBezTo>
                  </a:path>
                </a:pathLst>
              </a:custGeom>
              <a:solidFill>
                <a:srgbClr val="BCDBE0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4" name="îSḻîḑè"/>
              <p:cNvSpPr/>
              <p:nvPr/>
            </p:nvSpPr>
            <p:spPr bwMode="auto">
              <a:xfrm>
                <a:off x="9874122" y="1494909"/>
                <a:ext cx="55699" cy="92191"/>
              </a:xfrm>
              <a:custGeom>
                <a:avLst/>
                <a:gdLst>
                  <a:gd name="T0" fmla="*/ 14 w 14"/>
                  <a:gd name="T1" fmla="*/ 0 h 24"/>
                  <a:gd name="T2" fmla="*/ 13 w 14"/>
                  <a:gd name="T3" fmla="*/ 0 h 24"/>
                  <a:gd name="T4" fmla="*/ 0 w 14"/>
                  <a:gd name="T5" fmla="*/ 24 h 24"/>
                  <a:gd name="T6" fmla="*/ 6 w 14"/>
                  <a:gd name="T7" fmla="*/ 23 h 24"/>
                  <a:gd name="T8" fmla="*/ 14 w 14"/>
                  <a:gd name="T9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24">
                    <a:moveTo>
                      <a:pt x="14" y="0"/>
                    </a:moveTo>
                    <a:cubicBezTo>
                      <a:pt x="13" y="0"/>
                      <a:pt x="13" y="0"/>
                      <a:pt x="13" y="0"/>
                    </a:cubicBezTo>
                    <a:cubicBezTo>
                      <a:pt x="13" y="0"/>
                      <a:pt x="9" y="9"/>
                      <a:pt x="0" y="24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10" y="10"/>
                      <a:pt x="13" y="2"/>
                      <a:pt x="14" y="0"/>
                    </a:cubicBezTo>
                  </a:path>
                </a:pathLst>
              </a:custGeom>
              <a:solidFill>
                <a:srgbClr val="264D6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5" name="îŝḷiḍé"/>
              <p:cNvSpPr/>
              <p:nvPr/>
            </p:nvSpPr>
            <p:spPr bwMode="auto">
              <a:xfrm>
                <a:off x="9401641" y="2218997"/>
                <a:ext cx="48016" cy="63382"/>
              </a:xfrm>
              <a:custGeom>
                <a:avLst/>
                <a:gdLst>
                  <a:gd name="T0" fmla="*/ 12 w 12"/>
                  <a:gd name="T1" fmla="*/ 0 h 16"/>
                  <a:gd name="T2" fmla="*/ 0 w 12"/>
                  <a:gd name="T3" fmla="*/ 16 h 16"/>
                  <a:gd name="T4" fmla="*/ 3 w 12"/>
                  <a:gd name="T5" fmla="*/ 13 h 16"/>
                  <a:gd name="T6" fmla="*/ 12 w 12"/>
                  <a:gd name="T7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" h="16">
                    <a:moveTo>
                      <a:pt x="12" y="0"/>
                    </a:moveTo>
                    <a:cubicBezTo>
                      <a:pt x="8" y="5"/>
                      <a:pt x="5" y="11"/>
                      <a:pt x="0" y="16"/>
                    </a:cubicBezTo>
                    <a:cubicBezTo>
                      <a:pt x="1" y="15"/>
                      <a:pt x="2" y="14"/>
                      <a:pt x="3" y="13"/>
                    </a:cubicBezTo>
                    <a:cubicBezTo>
                      <a:pt x="7" y="9"/>
                      <a:pt x="10" y="5"/>
                      <a:pt x="12" y="0"/>
                    </a:cubicBezTo>
                  </a:path>
                </a:pathLst>
              </a:custGeom>
              <a:solidFill>
                <a:srgbClr val="14333D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9" name="íṡ1íḓê"/>
            <p:cNvGrpSpPr/>
            <p:nvPr/>
          </p:nvGrpSpPr>
          <p:grpSpPr>
            <a:xfrm>
              <a:off x="669925" y="1123950"/>
              <a:ext cx="6369393" cy="1222181"/>
              <a:chOff x="669925" y="1123950"/>
              <a:chExt cx="6369393" cy="1222181"/>
            </a:xfrm>
          </p:grpSpPr>
          <p:cxnSp>
            <p:nvCxnSpPr>
              <p:cNvPr id="18" name="直接连接符 17"/>
              <p:cNvCxnSpPr>
                <a:stCxn id="32" idx="0"/>
              </p:cNvCxnSpPr>
              <p:nvPr/>
            </p:nvCxnSpPr>
            <p:spPr>
              <a:xfrm flipH="1">
                <a:off x="669925" y="1584000"/>
                <a:ext cx="6369393" cy="0"/>
              </a:xfrm>
              <a:prstGeom prst="line">
                <a:avLst/>
              </a:prstGeom>
              <a:ln w="3175" cap="rnd">
                <a:solidFill>
                  <a:schemeClr val="bg1">
                    <a:lumMod val="75000"/>
                  </a:schemeClr>
                </a:solidFill>
                <a:round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ïś1ïďé"/>
              <p:cNvSpPr/>
              <p:nvPr/>
            </p:nvSpPr>
            <p:spPr bwMode="auto">
              <a:xfrm>
                <a:off x="673745" y="1589475"/>
                <a:ext cx="6357014" cy="7566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000" dirty="0"/>
                  <a:t>Supporting text here.</a:t>
                </a:r>
                <a:endParaRPr lang="en-US" altLang="zh-CN" sz="10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000" dirty="0"/>
                  <a:t>When you copy &amp; paste, choose "keep text only" option.</a:t>
                </a:r>
                <a:endParaRPr lang="en-US" altLang="zh-CN" sz="1000" dirty="0"/>
              </a:p>
            </p:txBody>
          </p:sp>
          <p:sp>
            <p:nvSpPr>
              <p:cNvPr id="20" name="íṡ1ídé"/>
              <p:cNvSpPr txBox="1"/>
              <p:nvPr/>
            </p:nvSpPr>
            <p:spPr bwMode="auto">
              <a:xfrm>
                <a:off x="673745" y="1123950"/>
                <a:ext cx="6357014" cy="4655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/>
                  <a:t>Text here</a:t>
                </a:r>
                <a:endParaRPr lang="en-US" altLang="zh-CN" sz="1800" b="1" dirty="0"/>
              </a:p>
            </p:txBody>
          </p:sp>
        </p:grpSp>
        <p:grpSp>
          <p:nvGrpSpPr>
            <p:cNvPr id="10" name="îṡḷíḑé"/>
            <p:cNvGrpSpPr/>
            <p:nvPr/>
          </p:nvGrpSpPr>
          <p:grpSpPr>
            <a:xfrm>
              <a:off x="669926" y="2725590"/>
              <a:ext cx="7138391" cy="1222181"/>
              <a:chOff x="669926" y="1123950"/>
              <a:chExt cx="7138391" cy="1222181"/>
            </a:xfrm>
          </p:grpSpPr>
          <p:sp>
            <p:nvSpPr>
              <p:cNvPr id="15" name="îṣḷiďè"/>
              <p:cNvSpPr txBox="1"/>
              <p:nvPr/>
            </p:nvSpPr>
            <p:spPr bwMode="auto">
              <a:xfrm>
                <a:off x="673745" y="1123950"/>
                <a:ext cx="6357014" cy="4655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/>
                  <a:t>Text here</a:t>
                </a:r>
                <a:endParaRPr lang="en-US" altLang="zh-CN" sz="1800" b="1" dirty="0"/>
              </a:p>
            </p:txBody>
          </p:sp>
          <p:cxnSp>
            <p:nvCxnSpPr>
              <p:cNvPr id="16" name="直接连接符 15"/>
              <p:cNvCxnSpPr/>
              <p:nvPr/>
            </p:nvCxnSpPr>
            <p:spPr>
              <a:xfrm flipH="1">
                <a:off x="669926" y="1584000"/>
                <a:ext cx="7138391" cy="0"/>
              </a:xfrm>
              <a:prstGeom prst="line">
                <a:avLst/>
              </a:prstGeom>
              <a:ln w="3175" cap="rnd">
                <a:solidFill>
                  <a:schemeClr val="bg1">
                    <a:lumMod val="75000"/>
                  </a:schemeClr>
                </a:solidFill>
                <a:round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íšľiďè"/>
              <p:cNvSpPr/>
              <p:nvPr/>
            </p:nvSpPr>
            <p:spPr bwMode="auto">
              <a:xfrm>
                <a:off x="673745" y="1589475"/>
                <a:ext cx="6357014" cy="7566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000" dirty="0"/>
                  <a:t>Supporting text here.</a:t>
                </a:r>
                <a:endParaRPr lang="en-US" altLang="zh-CN" sz="10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000" dirty="0"/>
                  <a:t>When you copy &amp; paste, choose "keep text only" option.</a:t>
                </a:r>
                <a:endParaRPr lang="en-US" altLang="zh-CN" sz="1000" dirty="0"/>
              </a:p>
            </p:txBody>
          </p:sp>
        </p:grpSp>
        <p:grpSp>
          <p:nvGrpSpPr>
            <p:cNvPr id="11" name="iṣlîḍê"/>
            <p:cNvGrpSpPr/>
            <p:nvPr/>
          </p:nvGrpSpPr>
          <p:grpSpPr>
            <a:xfrm>
              <a:off x="669925" y="4327230"/>
              <a:ext cx="6369393" cy="1222181"/>
              <a:chOff x="669925" y="1123950"/>
              <a:chExt cx="6369393" cy="1222181"/>
            </a:xfrm>
          </p:grpSpPr>
          <p:cxnSp>
            <p:nvCxnSpPr>
              <p:cNvPr id="12" name="直接连接符 11"/>
              <p:cNvCxnSpPr/>
              <p:nvPr/>
            </p:nvCxnSpPr>
            <p:spPr>
              <a:xfrm flipH="1">
                <a:off x="669925" y="1584000"/>
                <a:ext cx="6369393" cy="0"/>
              </a:xfrm>
              <a:prstGeom prst="line">
                <a:avLst/>
              </a:prstGeom>
              <a:ln w="3175" cap="rnd">
                <a:solidFill>
                  <a:schemeClr val="bg1">
                    <a:lumMod val="75000"/>
                  </a:schemeClr>
                </a:solidFill>
                <a:round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î$ļíḑê"/>
              <p:cNvSpPr/>
              <p:nvPr/>
            </p:nvSpPr>
            <p:spPr bwMode="auto">
              <a:xfrm>
                <a:off x="673745" y="1589475"/>
                <a:ext cx="6357014" cy="7566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000" dirty="0"/>
                  <a:t>Supporting text here.</a:t>
                </a:r>
                <a:endParaRPr lang="en-US" altLang="zh-CN" sz="10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000" dirty="0"/>
                  <a:t>When you copy &amp; paste, choose "keep text only" option.</a:t>
                </a:r>
                <a:endParaRPr lang="en-US" altLang="zh-CN" sz="1000" dirty="0"/>
              </a:p>
            </p:txBody>
          </p:sp>
          <p:sp>
            <p:nvSpPr>
              <p:cNvPr id="14" name="ïšḻiḋe"/>
              <p:cNvSpPr txBox="1"/>
              <p:nvPr/>
            </p:nvSpPr>
            <p:spPr bwMode="auto">
              <a:xfrm>
                <a:off x="673745" y="1123950"/>
                <a:ext cx="6357014" cy="4655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/>
                  <a:t>Text here</a:t>
                </a:r>
                <a:endParaRPr lang="en-US" altLang="zh-CN" sz="1800" b="1" dirty="0"/>
              </a:p>
            </p:txBody>
          </p:sp>
        </p:grpSp>
      </p:grpSp>
      <p:pic>
        <p:nvPicPr>
          <p:cNvPr id="46" name="图片 45" descr="中科大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0600" y="110490"/>
            <a:ext cx="769620" cy="7696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5" name="7801ca4e-a47a-4fe1-bcfd-b9abcc1ce492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9925" y="1541834"/>
            <a:ext cx="10850564" cy="3774332"/>
            <a:chOff x="669925" y="1541834"/>
            <a:chExt cx="10850564" cy="3774332"/>
          </a:xfrm>
        </p:grpSpPr>
        <p:sp>
          <p:nvSpPr>
            <p:cNvPr id="6" name="iSḷiḍe"/>
            <p:cNvSpPr txBox="1"/>
            <p:nvPr/>
          </p:nvSpPr>
          <p:spPr bwMode="auto">
            <a:xfrm>
              <a:off x="4680137" y="1541834"/>
              <a:ext cx="2831726" cy="55953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3175">
              <a:noFill/>
              <a:miter lim="800000"/>
            </a:ln>
          </p:spPr>
          <p:txBody>
            <a:bodyPr wrap="none" lIns="90000" tIns="46800" rIns="90000" bIns="46800" anchor="ctr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bg1"/>
                  </a:solidFill>
                </a:rPr>
                <a:t>10,000K</a:t>
              </a:r>
              <a:endParaRPr lang="en-US" altLang="zh-CN" sz="2000" b="1" dirty="0">
                <a:solidFill>
                  <a:schemeClr val="bg1"/>
                </a:solidFill>
              </a:endParaRPr>
            </a:p>
          </p:txBody>
        </p:sp>
        <p:grpSp>
          <p:nvGrpSpPr>
            <p:cNvPr id="7" name="îṧḻîďé"/>
            <p:cNvGrpSpPr/>
            <p:nvPr/>
          </p:nvGrpSpPr>
          <p:grpSpPr>
            <a:xfrm>
              <a:off x="669925" y="4054887"/>
              <a:ext cx="2527565" cy="1261279"/>
              <a:chOff x="3981000" y="1539000"/>
              <a:chExt cx="2250000" cy="1261279"/>
            </a:xfrm>
          </p:grpSpPr>
          <p:sp>
            <p:nvSpPr>
              <p:cNvPr id="25" name="ïṥľîďè"/>
              <p:cNvSpPr/>
              <p:nvPr/>
            </p:nvSpPr>
            <p:spPr bwMode="auto">
              <a:xfrm>
                <a:off x="3981000" y="1539000"/>
                <a:ext cx="2250000" cy="405000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3810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</a:rPr>
                  <a:t>Text here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ïšlïďé"/>
              <p:cNvSpPr/>
              <p:nvPr/>
            </p:nvSpPr>
            <p:spPr bwMode="auto">
              <a:xfrm>
                <a:off x="3981000" y="1944000"/>
                <a:ext cx="2250000" cy="8562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Supporting text here. 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zh-CN" altLang="en-US" sz="1100" dirty="0"/>
              </a:p>
            </p:txBody>
          </p:sp>
        </p:grpSp>
        <p:grpSp>
          <p:nvGrpSpPr>
            <p:cNvPr id="8" name="ïşlïḍê"/>
            <p:cNvGrpSpPr/>
            <p:nvPr/>
          </p:nvGrpSpPr>
          <p:grpSpPr>
            <a:xfrm>
              <a:off x="3444258" y="4054887"/>
              <a:ext cx="2527565" cy="1261279"/>
              <a:chOff x="3981000" y="1539000"/>
              <a:chExt cx="2250000" cy="1261279"/>
            </a:xfrm>
          </p:grpSpPr>
          <p:sp>
            <p:nvSpPr>
              <p:cNvPr id="23" name="íśľîďe"/>
              <p:cNvSpPr/>
              <p:nvPr/>
            </p:nvSpPr>
            <p:spPr bwMode="auto">
              <a:xfrm>
                <a:off x="3981000" y="1539000"/>
                <a:ext cx="2250000" cy="405000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3810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</a:rPr>
                  <a:t>Text here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iṩlíďé"/>
              <p:cNvSpPr/>
              <p:nvPr/>
            </p:nvSpPr>
            <p:spPr bwMode="auto">
              <a:xfrm>
                <a:off x="3981000" y="1944000"/>
                <a:ext cx="2250000" cy="8562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Supporting text here. 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zh-CN" altLang="en-US" sz="1100" dirty="0"/>
              </a:p>
            </p:txBody>
          </p:sp>
        </p:grpSp>
        <p:grpSp>
          <p:nvGrpSpPr>
            <p:cNvPr id="9" name="íSlïďê"/>
            <p:cNvGrpSpPr/>
            <p:nvPr/>
          </p:nvGrpSpPr>
          <p:grpSpPr>
            <a:xfrm>
              <a:off x="6218590" y="4054887"/>
              <a:ext cx="2527565" cy="1261279"/>
              <a:chOff x="3981000" y="1539000"/>
              <a:chExt cx="2250000" cy="1261279"/>
            </a:xfrm>
          </p:grpSpPr>
          <p:sp>
            <p:nvSpPr>
              <p:cNvPr id="21" name="ïṥ1îḍé"/>
              <p:cNvSpPr/>
              <p:nvPr/>
            </p:nvSpPr>
            <p:spPr bwMode="auto">
              <a:xfrm>
                <a:off x="3981000" y="1539000"/>
                <a:ext cx="2250000" cy="405000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3810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</a:rPr>
                  <a:t>Text here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îsḻïḑè"/>
              <p:cNvSpPr/>
              <p:nvPr/>
            </p:nvSpPr>
            <p:spPr bwMode="auto">
              <a:xfrm>
                <a:off x="3981000" y="1944000"/>
                <a:ext cx="2250000" cy="8562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Supporting text here. 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zh-CN" altLang="en-US" sz="1100" dirty="0"/>
              </a:p>
            </p:txBody>
          </p:sp>
        </p:grpSp>
        <p:grpSp>
          <p:nvGrpSpPr>
            <p:cNvPr id="10" name="îṧḻidè"/>
            <p:cNvGrpSpPr/>
            <p:nvPr/>
          </p:nvGrpSpPr>
          <p:grpSpPr>
            <a:xfrm>
              <a:off x="8992923" y="4054887"/>
              <a:ext cx="2527565" cy="1261279"/>
              <a:chOff x="3981000" y="1539000"/>
              <a:chExt cx="2250000" cy="1261279"/>
            </a:xfrm>
          </p:grpSpPr>
          <p:sp>
            <p:nvSpPr>
              <p:cNvPr id="19" name="îšľíḑé"/>
              <p:cNvSpPr/>
              <p:nvPr/>
            </p:nvSpPr>
            <p:spPr bwMode="auto">
              <a:xfrm>
                <a:off x="3981000" y="1539000"/>
                <a:ext cx="2250000" cy="405000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3810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</a:rPr>
                  <a:t>Text here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íṡḷïḋe"/>
              <p:cNvSpPr/>
              <p:nvPr/>
            </p:nvSpPr>
            <p:spPr bwMode="auto">
              <a:xfrm>
                <a:off x="3981000" y="1944000"/>
                <a:ext cx="2250000" cy="8562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Supporting text here. 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zh-CN" altLang="en-US" sz="1100" dirty="0"/>
              </a:p>
            </p:txBody>
          </p:sp>
        </p:grpSp>
        <p:sp>
          <p:nvSpPr>
            <p:cNvPr id="11" name="íṥ1îďe"/>
            <p:cNvSpPr/>
            <p:nvPr/>
          </p:nvSpPr>
          <p:spPr>
            <a:xfrm>
              <a:off x="677082" y="3429000"/>
              <a:ext cx="2520408" cy="569629"/>
            </a:xfrm>
            <a:prstGeom prst="rect">
              <a:avLst/>
            </a:prstGeom>
            <a:noFill/>
            <a:ln w="12700">
              <a:miter lim="400000"/>
            </a:ln>
          </p:spPr>
          <p:txBody>
            <a:bodyPr wrap="none" lIns="90000" tIns="46800" rIns="90000" bIns="46800" anchor="ctr">
              <a:normAutofit/>
            </a:bodyPr>
            <a:lstStyle/>
            <a:p>
              <a:pPr algn="ctr"/>
              <a:r>
                <a:rPr lang="en-US" sz="2000" b="1" dirty="0"/>
                <a:t>3,000K</a:t>
              </a:r>
              <a:endParaRPr lang="en-US" sz="2000" b="1" dirty="0"/>
            </a:p>
          </p:txBody>
        </p:sp>
        <p:sp>
          <p:nvSpPr>
            <p:cNvPr id="12" name="ïṥļïďè"/>
            <p:cNvSpPr/>
            <p:nvPr/>
          </p:nvSpPr>
          <p:spPr>
            <a:xfrm>
              <a:off x="3451415" y="3429000"/>
              <a:ext cx="2520408" cy="569629"/>
            </a:xfrm>
            <a:prstGeom prst="rect">
              <a:avLst/>
            </a:prstGeom>
            <a:noFill/>
            <a:ln w="12700">
              <a:miter lim="400000"/>
            </a:ln>
          </p:spPr>
          <p:txBody>
            <a:bodyPr wrap="none" lIns="90000" tIns="46800" rIns="90000" bIns="46800" anchor="ctr">
              <a:normAutofit/>
            </a:bodyPr>
            <a:lstStyle/>
            <a:p>
              <a:pPr algn="ctr"/>
              <a:r>
                <a:rPr lang="en-US" sz="2000" b="1" dirty="0"/>
                <a:t>2,000K</a:t>
              </a:r>
              <a:endParaRPr lang="en-US" sz="2000" b="1" dirty="0"/>
            </a:p>
          </p:txBody>
        </p:sp>
        <p:sp>
          <p:nvSpPr>
            <p:cNvPr id="13" name="ísľïdé"/>
            <p:cNvSpPr/>
            <p:nvPr/>
          </p:nvSpPr>
          <p:spPr>
            <a:xfrm>
              <a:off x="6225748" y="3429000"/>
              <a:ext cx="2520408" cy="569629"/>
            </a:xfrm>
            <a:prstGeom prst="rect">
              <a:avLst/>
            </a:prstGeom>
            <a:noFill/>
            <a:ln w="12700">
              <a:miter lim="400000"/>
            </a:ln>
          </p:spPr>
          <p:txBody>
            <a:bodyPr wrap="none" lIns="90000" tIns="46800" rIns="90000" bIns="46800" anchor="ctr">
              <a:normAutofit/>
            </a:bodyPr>
            <a:lstStyle/>
            <a:p>
              <a:pPr algn="ctr"/>
              <a:r>
                <a:rPr lang="en-US" sz="2000" b="1" dirty="0"/>
                <a:t>4,000K</a:t>
              </a:r>
              <a:endParaRPr lang="en-US" sz="2000" b="1" dirty="0"/>
            </a:p>
          </p:txBody>
        </p:sp>
        <p:sp>
          <p:nvSpPr>
            <p:cNvPr id="14" name="îṥḷide"/>
            <p:cNvSpPr/>
            <p:nvPr/>
          </p:nvSpPr>
          <p:spPr>
            <a:xfrm>
              <a:off x="9000081" y="3429000"/>
              <a:ext cx="2520408" cy="569629"/>
            </a:xfrm>
            <a:prstGeom prst="rect">
              <a:avLst/>
            </a:prstGeom>
            <a:noFill/>
            <a:ln w="12700">
              <a:miter lim="400000"/>
            </a:ln>
          </p:spPr>
          <p:txBody>
            <a:bodyPr wrap="none" lIns="90000" tIns="46800" rIns="90000" bIns="46800" anchor="ctr">
              <a:normAutofit/>
            </a:bodyPr>
            <a:lstStyle/>
            <a:p>
              <a:pPr algn="ctr"/>
              <a:r>
                <a:rPr lang="en-US" sz="2000" b="1" dirty="0"/>
                <a:t>1,000K</a:t>
              </a:r>
              <a:endParaRPr lang="en-US" sz="2000" b="1" dirty="0"/>
            </a:p>
          </p:txBody>
        </p:sp>
        <p:cxnSp>
          <p:nvCxnSpPr>
            <p:cNvPr id="15" name="肘形连接符 19"/>
            <p:cNvCxnSpPr>
              <a:stCxn id="6" idx="2"/>
              <a:endCxn id="11" idx="0"/>
            </p:cNvCxnSpPr>
            <p:nvPr/>
          </p:nvCxnSpPr>
          <p:spPr>
            <a:xfrm rot="5400000">
              <a:off x="3352825" y="685825"/>
              <a:ext cx="1327636" cy="4158714"/>
            </a:xfrm>
            <a:prstGeom prst="bentConnector3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肘形连接符 21"/>
            <p:cNvCxnSpPr>
              <a:stCxn id="6" idx="2"/>
              <a:endCxn id="14" idx="0"/>
            </p:cNvCxnSpPr>
            <p:nvPr/>
          </p:nvCxnSpPr>
          <p:spPr>
            <a:xfrm rot="16200000" flipH="1">
              <a:off x="7514324" y="683039"/>
              <a:ext cx="1327636" cy="4164285"/>
            </a:xfrm>
            <a:prstGeom prst="bentConnector3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肘形连接符 23"/>
            <p:cNvCxnSpPr>
              <a:stCxn id="6" idx="2"/>
              <a:endCxn id="13" idx="0"/>
            </p:cNvCxnSpPr>
            <p:nvPr/>
          </p:nvCxnSpPr>
          <p:spPr>
            <a:xfrm rot="16200000" flipH="1">
              <a:off x="6127158" y="2070206"/>
              <a:ext cx="1327636" cy="1389952"/>
            </a:xfrm>
            <a:prstGeom prst="bentConnector3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肘形连接符 25"/>
            <p:cNvCxnSpPr>
              <a:stCxn id="6" idx="2"/>
              <a:endCxn id="12" idx="0"/>
            </p:cNvCxnSpPr>
            <p:nvPr/>
          </p:nvCxnSpPr>
          <p:spPr>
            <a:xfrm rot="5400000">
              <a:off x="4739992" y="2072992"/>
              <a:ext cx="1327636" cy="1384381"/>
            </a:xfrm>
            <a:prstGeom prst="bentConnector3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7" name="图片 26" descr="中科大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0600" y="110490"/>
            <a:ext cx="769620" cy="7696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5" name="691ff9ac-1baf-47b6-971e-90b8fed2e25e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87279" y="1143496"/>
            <a:ext cx="11302770" cy="5714504"/>
            <a:chOff x="687279" y="1143496"/>
            <a:chExt cx="11302770" cy="5714504"/>
          </a:xfrm>
        </p:grpSpPr>
        <p:sp>
          <p:nvSpPr>
            <p:cNvPr id="6" name="í$ḻîḓe"/>
            <p:cNvSpPr/>
            <p:nvPr/>
          </p:nvSpPr>
          <p:spPr bwMode="auto">
            <a:xfrm>
              <a:off x="8293100" y="1143496"/>
              <a:ext cx="3696949" cy="5714504"/>
            </a:xfrm>
            <a:custGeom>
              <a:avLst/>
              <a:gdLst>
                <a:gd name="T0" fmla="*/ 179 w 1208"/>
                <a:gd name="T1" fmla="*/ 1688 h 1871"/>
                <a:gd name="T2" fmla="*/ 202 w 1208"/>
                <a:gd name="T3" fmla="*/ 1722 h 1871"/>
                <a:gd name="T4" fmla="*/ 213 w 1208"/>
                <a:gd name="T5" fmla="*/ 1871 h 1871"/>
                <a:gd name="T6" fmla="*/ 1031 w 1208"/>
                <a:gd name="T7" fmla="*/ 1871 h 1871"/>
                <a:gd name="T8" fmla="*/ 1055 w 1208"/>
                <a:gd name="T9" fmla="*/ 1729 h 1871"/>
                <a:gd name="T10" fmla="*/ 1100 w 1208"/>
                <a:gd name="T11" fmla="*/ 1530 h 1871"/>
                <a:gd name="T12" fmla="*/ 1167 w 1208"/>
                <a:gd name="T13" fmla="*/ 1351 h 1871"/>
                <a:gd name="T14" fmla="*/ 1196 w 1208"/>
                <a:gd name="T15" fmla="*/ 1037 h 1871"/>
                <a:gd name="T16" fmla="*/ 1100 w 1208"/>
                <a:gd name="T17" fmla="*/ 823 h 1871"/>
                <a:gd name="T18" fmla="*/ 945 w 1208"/>
                <a:gd name="T19" fmla="*/ 690 h 1871"/>
                <a:gd name="T20" fmla="*/ 925 w 1208"/>
                <a:gd name="T21" fmla="*/ 639 h 1871"/>
                <a:gd name="T22" fmla="*/ 890 w 1208"/>
                <a:gd name="T23" fmla="*/ 576 h 1871"/>
                <a:gd name="T24" fmla="*/ 949 w 1208"/>
                <a:gd name="T25" fmla="*/ 452 h 1871"/>
                <a:gd name="T26" fmla="*/ 925 w 1208"/>
                <a:gd name="T27" fmla="*/ 121 h 1871"/>
                <a:gd name="T28" fmla="*/ 810 w 1208"/>
                <a:gd name="T29" fmla="*/ 28 h 1871"/>
                <a:gd name="T30" fmla="*/ 796 w 1208"/>
                <a:gd name="T31" fmla="*/ 24 h 1871"/>
                <a:gd name="T32" fmla="*/ 733 w 1208"/>
                <a:gd name="T33" fmla="*/ 8 h 1871"/>
                <a:gd name="T34" fmla="*/ 508 w 1208"/>
                <a:gd name="T35" fmla="*/ 56 h 1871"/>
                <a:gd name="T36" fmla="*/ 386 w 1208"/>
                <a:gd name="T37" fmla="*/ 160 h 1871"/>
                <a:gd name="T38" fmla="*/ 402 w 1208"/>
                <a:gd name="T39" fmla="*/ 190 h 1871"/>
                <a:gd name="T40" fmla="*/ 396 w 1208"/>
                <a:gd name="T41" fmla="*/ 263 h 1871"/>
                <a:gd name="T42" fmla="*/ 410 w 1208"/>
                <a:gd name="T43" fmla="*/ 426 h 1871"/>
                <a:gd name="T44" fmla="*/ 386 w 1208"/>
                <a:gd name="T45" fmla="*/ 527 h 1871"/>
                <a:gd name="T46" fmla="*/ 418 w 1208"/>
                <a:gd name="T47" fmla="*/ 588 h 1871"/>
                <a:gd name="T48" fmla="*/ 226 w 1208"/>
                <a:gd name="T49" fmla="*/ 673 h 1871"/>
                <a:gd name="T50" fmla="*/ 153 w 1208"/>
                <a:gd name="T51" fmla="*/ 963 h 1871"/>
                <a:gd name="T52" fmla="*/ 120 w 1208"/>
                <a:gd name="T53" fmla="*/ 1022 h 1871"/>
                <a:gd name="T54" fmla="*/ 106 w 1208"/>
                <a:gd name="T55" fmla="*/ 1057 h 1871"/>
                <a:gd name="T56" fmla="*/ 6 w 1208"/>
                <a:gd name="T57" fmla="*/ 1371 h 1871"/>
                <a:gd name="T58" fmla="*/ 175 w 1208"/>
                <a:gd name="T59" fmla="*/ 1664 h 1871"/>
                <a:gd name="T60" fmla="*/ 326 w 1208"/>
                <a:gd name="T61" fmla="*/ 888 h 1871"/>
                <a:gd name="T62" fmla="*/ 373 w 1208"/>
                <a:gd name="T63" fmla="*/ 811 h 1871"/>
                <a:gd name="T64" fmla="*/ 441 w 1208"/>
                <a:gd name="T65" fmla="*/ 773 h 1871"/>
                <a:gd name="T66" fmla="*/ 484 w 1208"/>
                <a:gd name="T67" fmla="*/ 746 h 1871"/>
                <a:gd name="T68" fmla="*/ 526 w 1208"/>
                <a:gd name="T69" fmla="*/ 718 h 1871"/>
                <a:gd name="T70" fmla="*/ 569 w 1208"/>
                <a:gd name="T71" fmla="*/ 738 h 1871"/>
                <a:gd name="T72" fmla="*/ 453 w 1208"/>
                <a:gd name="T73" fmla="*/ 813 h 1871"/>
                <a:gd name="T74" fmla="*/ 341 w 1208"/>
                <a:gd name="T75" fmla="*/ 911 h 1871"/>
                <a:gd name="T76" fmla="*/ 300 w 1208"/>
                <a:gd name="T77" fmla="*/ 998 h 1871"/>
                <a:gd name="T78" fmla="*/ 261 w 1208"/>
                <a:gd name="T79" fmla="*/ 1014 h 18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08" h="1871">
                  <a:moveTo>
                    <a:pt x="175" y="1664"/>
                  </a:moveTo>
                  <a:cubicBezTo>
                    <a:pt x="179" y="1668"/>
                    <a:pt x="181" y="1678"/>
                    <a:pt x="179" y="1688"/>
                  </a:cubicBezTo>
                  <a:cubicBezTo>
                    <a:pt x="177" y="1696"/>
                    <a:pt x="177" y="1704"/>
                    <a:pt x="175" y="1716"/>
                  </a:cubicBezTo>
                  <a:cubicBezTo>
                    <a:pt x="181" y="1716"/>
                    <a:pt x="190" y="1720"/>
                    <a:pt x="202" y="1722"/>
                  </a:cubicBezTo>
                  <a:cubicBezTo>
                    <a:pt x="212" y="1725"/>
                    <a:pt x="220" y="1727"/>
                    <a:pt x="226" y="1727"/>
                  </a:cubicBezTo>
                  <a:cubicBezTo>
                    <a:pt x="224" y="1758"/>
                    <a:pt x="220" y="1806"/>
                    <a:pt x="213" y="1871"/>
                  </a:cubicBezTo>
                  <a:cubicBezTo>
                    <a:pt x="1031" y="1871"/>
                    <a:pt x="1031" y="1871"/>
                    <a:pt x="1031" y="1871"/>
                  </a:cubicBezTo>
                  <a:cubicBezTo>
                    <a:pt x="1031" y="1871"/>
                    <a:pt x="1031" y="1871"/>
                    <a:pt x="1031" y="1871"/>
                  </a:cubicBezTo>
                  <a:cubicBezTo>
                    <a:pt x="1035" y="1856"/>
                    <a:pt x="1039" y="1846"/>
                    <a:pt x="1041" y="1842"/>
                  </a:cubicBezTo>
                  <a:cubicBezTo>
                    <a:pt x="1045" y="1818"/>
                    <a:pt x="1051" y="1781"/>
                    <a:pt x="1055" y="1729"/>
                  </a:cubicBezTo>
                  <a:cubicBezTo>
                    <a:pt x="1059" y="1676"/>
                    <a:pt x="1065" y="1639"/>
                    <a:pt x="1071" y="1615"/>
                  </a:cubicBezTo>
                  <a:cubicBezTo>
                    <a:pt x="1076" y="1593"/>
                    <a:pt x="1086" y="1564"/>
                    <a:pt x="1100" y="1530"/>
                  </a:cubicBezTo>
                  <a:cubicBezTo>
                    <a:pt x="1123" y="1471"/>
                    <a:pt x="1135" y="1440"/>
                    <a:pt x="1135" y="1440"/>
                  </a:cubicBezTo>
                  <a:cubicBezTo>
                    <a:pt x="1155" y="1382"/>
                    <a:pt x="1165" y="1351"/>
                    <a:pt x="1167" y="1351"/>
                  </a:cubicBezTo>
                  <a:cubicBezTo>
                    <a:pt x="1180" y="1319"/>
                    <a:pt x="1194" y="1294"/>
                    <a:pt x="1208" y="1278"/>
                  </a:cubicBezTo>
                  <a:cubicBezTo>
                    <a:pt x="1206" y="1164"/>
                    <a:pt x="1202" y="1083"/>
                    <a:pt x="1196" y="1037"/>
                  </a:cubicBezTo>
                  <a:cubicBezTo>
                    <a:pt x="1188" y="957"/>
                    <a:pt x="1167" y="899"/>
                    <a:pt x="1135" y="856"/>
                  </a:cubicBezTo>
                  <a:cubicBezTo>
                    <a:pt x="1129" y="848"/>
                    <a:pt x="1116" y="836"/>
                    <a:pt x="1100" y="823"/>
                  </a:cubicBezTo>
                  <a:cubicBezTo>
                    <a:pt x="1080" y="805"/>
                    <a:pt x="1067" y="793"/>
                    <a:pt x="1061" y="787"/>
                  </a:cubicBezTo>
                  <a:cubicBezTo>
                    <a:pt x="1014" y="740"/>
                    <a:pt x="976" y="708"/>
                    <a:pt x="945" y="690"/>
                  </a:cubicBezTo>
                  <a:cubicBezTo>
                    <a:pt x="945" y="681"/>
                    <a:pt x="939" y="665"/>
                    <a:pt x="927" y="645"/>
                  </a:cubicBezTo>
                  <a:cubicBezTo>
                    <a:pt x="927" y="643"/>
                    <a:pt x="925" y="641"/>
                    <a:pt x="925" y="639"/>
                  </a:cubicBezTo>
                  <a:cubicBezTo>
                    <a:pt x="912" y="614"/>
                    <a:pt x="904" y="594"/>
                    <a:pt x="904" y="580"/>
                  </a:cubicBezTo>
                  <a:cubicBezTo>
                    <a:pt x="900" y="576"/>
                    <a:pt x="896" y="576"/>
                    <a:pt x="890" y="576"/>
                  </a:cubicBezTo>
                  <a:cubicBezTo>
                    <a:pt x="886" y="576"/>
                    <a:pt x="880" y="574"/>
                    <a:pt x="871" y="574"/>
                  </a:cubicBezTo>
                  <a:cubicBezTo>
                    <a:pt x="906" y="549"/>
                    <a:pt x="931" y="509"/>
                    <a:pt x="949" y="452"/>
                  </a:cubicBezTo>
                  <a:cubicBezTo>
                    <a:pt x="965" y="397"/>
                    <a:pt x="971" y="340"/>
                    <a:pt x="967" y="280"/>
                  </a:cubicBezTo>
                  <a:cubicBezTo>
                    <a:pt x="963" y="217"/>
                    <a:pt x="949" y="162"/>
                    <a:pt x="925" y="121"/>
                  </a:cubicBezTo>
                  <a:cubicBezTo>
                    <a:pt x="896" y="73"/>
                    <a:pt x="859" y="44"/>
                    <a:pt x="812" y="36"/>
                  </a:cubicBezTo>
                  <a:cubicBezTo>
                    <a:pt x="806" y="36"/>
                    <a:pt x="806" y="32"/>
                    <a:pt x="810" y="28"/>
                  </a:cubicBezTo>
                  <a:cubicBezTo>
                    <a:pt x="812" y="24"/>
                    <a:pt x="812" y="22"/>
                    <a:pt x="808" y="22"/>
                  </a:cubicBezTo>
                  <a:cubicBezTo>
                    <a:pt x="802" y="20"/>
                    <a:pt x="798" y="20"/>
                    <a:pt x="796" y="24"/>
                  </a:cubicBezTo>
                  <a:cubicBezTo>
                    <a:pt x="794" y="28"/>
                    <a:pt x="792" y="32"/>
                    <a:pt x="790" y="32"/>
                  </a:cubicBezTo>
                  <a:cubicBezTo>
                    <a:pt x="782" y="22"/>
                    <a:pt x="763" y="14"/>
                    <a:pt x="733" y="8"/>
                  </a:cubicBezTo>
                  <a:cubicBezTo>
                    <a:pt x="706" y="2"/>
                    <a:pt x="680" y="0"/>
                    <a:pt x="657" y="0"/>
                  </a:cubicBezTo>
                  <a:cubicBezTo>
                    <a:pt x="614" y="6"/>
                    <a:pt x="565" y="24"/>
                    <a:pt x="508" y="56"/>
                  </a:cubicBezTo>
                  <a:cubicBezTo>
                    <a:pt x="477" y="75"/>
                    <a:pt x="437" y="99"/>
                    <a:pt x="386" y="129"/>
                  </a:cubicBezTo>
                  <a:cubicBezTo>
                    <a:pt x="390" y="140"/>
                    <a:pt x="388" y="150"/>
                    <a:pt x="386" y="160"/>
                  </a:cubicBezTo>
                  <a:cubicBezTo>
                    <a:pt x="382" y="166"/>
                    <a:pt x="377" y="174"/>
                    <a:pt x="373" y="190"/>
                  </a:cubicBezTo>
                  <a:cubicBezTo>
                    <a:pt x="384" y="192"/>
                    <a:pt x="394" y="192"/>
                    <a:pt x="402" y="190"/>
                  </a:cubicBezTo>
                  <a:cubicBezTo>
                    <a:pt x="412" y="186"/>
                    <a:pt x="418" y="186"/>
                    <a:pt x="420" y="186"/>
                  </a:cubicBezTo>
                  <a:cubicBezTo>
                    <a:pt x="416" y="202"/>
                    <a:pt x="408" y="229"/>
                    <a:pt x="396" y="263"/>
                  </a:cubicBezTo>
                  <a:cubicBezTo>
                    <a:pt x="388" y="292"/>
                    <a:pt x="386" y="324"/>
                    <a:pt x="386" y="353"/>
                  </a:cubicBezTo>
                  <a:cubicBezTo>
                    <a:pt x="414" y="369"/>
                    <a:pt x="422" y="393"/>
                    <a:pt x="410" y="426"/>
                  </a:cubicBezTo>
                  <a:cubicBezTo>
                    <a:pt x="404" y="444"/>
                    <a:pt x="390" y="472"/>
                    <a:pt x="369" y="511"/>
                  </a:cubicBezTo>
                  <a:cubicBezTo>
                    <a:pt x="369" y="519"/>
                    <a:pt x="375" y="523"/>
                    <a:pt x="386" y="527"/>
                  </a:cubicBezTo>
                  <a:cubicBezTo>
                    <a:pt x="390" y="529"/>
                    <a:pt x="398" y="531"/>
                    <a:pt x="412" y="531"/>
                  </a:cubicBezTo>
                  <a:cubicBezTo>
                    <a:pt x="412" y="556"/>
                    <a:pt x="414" y="574"/>
                    <a:pt x="418" y="588"/>
                  </a:cubicBezTo>
                  <a:cubicBezTo>
                    <a:pt x="422" y="596"/>
                    <a:pt x="431" y="608"/>
                    <a:pt x="443" y="625"/>
                  </a:cubicBezTo>
                  <a:cubicBezTo>
                    <a:pt x="367" y="608"/>
                    <a:pt x="296" y="625"/>
                    <a:pt x="226" y="673"/>
                  </a:cubicBezTo>
                  <a:cubicBezTo>
                    <a:pt x="218" y="698"/>
                    <a:pt x="206" y="744"/>
                    <a:pt x="194" y="815"/>
                  </a:cubicBezTo>
                  <a:cubicBezTo>
                    <a:pt x="181" y="884"/>
                    <a:pt x="167" y="933"/>
                    <a:pt x="153" y="963"/>
                  </a:cubicBezTo>
                  <a:cubicBezTo>
                    <a:pt x="149" y="972"/>
                    <a:pt x="143" y="984"/>
                    <a:pt x="132" y="1002"/>
                  </a:cubicBezTo>
                  <a:cubicBezTo>
                    <a:pt x="128" y="1010"/>
                    <a:pt x="124" y="1016"/>
                    <a:pt x="120" y="1022"/>
                  </a:cubicBezTo>
                  <a:cubicBezTo>
                    <a:pt x="116" y="1030"/>
                    <a:pt x="112" y="1039"/>
                    <a:pt x="110" y="1045"/>
                  </a:cubicBezTo>
                  <a:cubicBezTo>
                    <a:pt x="108" y="1049"/>
                    <a:pt x="108" y="1053"/>
                    <a:pt x="106" y="1057"/>
                  </a:cubicBezTo>
                  <a:cubicBezTo>
                    <a:pt x="73" y="1134"/>
                    <a:pt x="53" y="1181"/>
                    <a:pt x="47" y="1201"/>
                  </a:cubicBezTo>
                  <a:cubicBezTo>
                    <a:pt x="24" y="1262"/>
                    <a:pt x="10" y="1319"/>
                    <a:pt x="6" y="1371"/>
                  </a:cubicBezTo>
                  <a:cubicBezTo>
                    <a:pt x="0" y="1457"/>
                    <a:pt x="8" y="1528"/>
                    <a:pt x="26" y="1578"/>
                  </a:cubicBezTo>
                  <a:cubicBezTo>
                    <a:pt x="55" y="1647"/>
                    <a:pt x="104" y="1676"/>
                    <a:pt x="175" y="1664"/>
                  </a:cubicBezTo>
                  <a:close/>
                  <a:moveTo>
                    <a:pt x="296" y="917"/>
                  </a:moveTo>
                  <a:cubicBezTo>
                    <a:pt x="300" y="911"/>
                    <a:pt x="312" y="901"/>
                    <a:pt x="326" y="888"/>
                  </a:cubicBezTo>
                  <a:cubicBezTo>
                    <a:pt x="341" y="876"/>
                    <a:pt x="351" y="864"/>
                    <a:pt x="357" y="856"/>
                  </a:cubicBezTo>
                  <a:cubicBezTo>
                    <a:pt x="363" y="846"/>
                    <a:pt x="369" y="832"/>
                    <a:pt x="373" y="811"/>
                  </a:cubicBezTo>
                  <a:cubicBezTo>
                    <a:pt x="379" y="789"/>
                    <a:pt x="386" y="773"/>
                    <a:pt x="390" y="763"/>
                  </a:cubicBezTo>
                  <a:cubicBezTo>
                    <a:pt x="410" y="771"/>
                    <a:pt x="426" y="775"/>
                    <a:pt x="441" y="773"/>
                  </a:cubicBezTo>
                  <a:cubicBezTo>
                    <a:pt x="455" y="771"/>
                    <a:pt x="471" y="767"/>
                    <a:pt x="490" y="759"/>
                  </a:cubicBezTo>
                  <a:cubicBezTo>
                    <a:pt x="490" y="754"/>
                    <a:pt x="488" y="750"/>
                    <a:pt x="484" y="746"/>
                  </a:cubicBezTo>
                  <a:cubicBezTo>
                    <a:pt x="479" y="742"/>
                    <a:pt x="479" y="738"/>
                    <a:pt x="479" y="734"/>
                  </a:cubicBezTo>
                  <a:cubicBezTo>
                    <a:pt x="494" y="738"/>
                    <a:pt x="510" y="734"/>
                    <a:pt x="526" y="718"/>
                  </a:cubicBezTo>
                  <a:cubicBezTo>
                    <a:pt x="545" y="704"/>
                    <a:pt x="561" y="700"/>
                    <a:pt x="575" y="706"/>
                  </a:cubicBezTo>
                  <a:cubicBezTo>
                    <a:pt x="577" y="714"/>
                    <a:pt x="577" y="726"/>
                    <a:pt x="569" y="738"/>
                  </a:cubicBezTo>
                  <a:cubicBezTo>
                    <a:pt x="559" y="754"/>
                    <a:pt x="555" y="765"/>
                    <a:pt x="553" y="767"/>
                  </a:cubicBezTo>
                  <a:cubicBezTo>
                    <a:pt x="543" y="775"/>
                    <a:pt x="508" y="791"/>
                    <a:pt x="453" y="813"/>
                  </a:cubicBezTo>
                  <a:cubicBezTo>
                    <a:pt x="410" y="832"/>
                    <a:pt x="382" y="850"/>
                    <a:pt x="365" y="870"/>
                  </a:cubicBezTo>
                  <a:cubicBezTo>
                    <a:pt x="357" y="878"/>
                    <a:pt x="351" y="892"/>
                    <a:pt x="341" y="911"/>
                  </a:cubicBezTo>
                  <a:cubicBezTo>
                    <a:pt x="333" y="929"/>
                    <a:pt x="324" y="943"/>
                    <a:pt x="316" y="951"/>
                  </a:cubicBezTo>
                  <a:cubicBezTo>
                    <a:pt x="314" y="968"/>
                    <a:pt x="308" y="984"/>
                    <a:pt x="300" y="998"/>
                  </a:cubicBezTo>
                  <a:cubicBezTo>
                    <a:pt x="296" y="1008"/>
                    <a:pt x="286" y="1020"/>
                    <a:pt x="275" y="1037"/>
                  </a:cubicBezTo>
                  <a:cubicBezTo>
                    <a:pt x="267" y="1030"/>
                    <a:pt x="263" y="1022"/>
                    <a:pt x="261" y="1014"/>
                  </a:cubicBezTo>
                  <a:cubicBezTo>
                    <a:pt x="253" y="990"/>
                    <a:pt x="265" y="957"/>
                    <a:pt x="296" y="917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grpSp>
          <p:nvGrpSpPr>
            <p:cNvPr id="7" name="îṩľiḓé"/>
            <p:cNvGrpSpPr/>
            <p:nvPr/>
          </p:nvGrpSpPr>
          <p:grpSpPr>
            <a:xfrm>
              <a:off x="687279" y="1143496"/>
              <a:ext cx="7388721" cy="1655504"/>
              <a:chOff x="687278" y="2398652"/>
              <a:chExt cx="3524773" cy="1655504"/>
            </a:xfrm>
          </p:grpSpPr>
          <p:sp>
            <p:nvSpPr>
              <p:cNvPr id="18" name="iŝļiḍê"/>
              <p:cNvSpPr/>
              <p:nvPr/>
            </p:nvSpPr>
            <p:spPr>
              <a:xfrm>
                <a:off x="687278" y="2840457"/>
                <a:ext cx="3524773" cy="121369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0000" anchor="t" anchorCtr="0">
                <a:normAutofit/>
              </a:bodyPr>
              <a:lstStyle/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400" dirty="0"/>
                  <a:t>Unified fonts make reading more fluent.</a:t>
                </a:r>
                <a:endParaRPr lang="en-US" altLang="zh-CN" sz="1400" dirty="0"/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400" dirty="0"/>
                  <a:t>Theme color makes PPT more convenient to change.</a:t>
                </a:r>
                <a:endParaRPr lang="en-US" altLang="zh-CN" sz="1400" dirty="0"/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400" dirty="0"/>
                  <a:t>Adjust the spacing to adapt to Chinese typesetting, use the reference line in PPT.</a:t>
                </a:r>
                <a:endParaRPr lang="en-US" altLang="zh-CN" sz="1400" dirty="0"/>
              </a:p>
            </p:txBody>
          </p:sp>
          <p:sp>
            <p:nvSpPr>
              <p:cNvPr id="19" name="ïš1iḍê"/>
              <p:cNvSpPr txBox="1"/>
              <p:nvPr/>
            </p:nvSpPr>
            <p:spPr bwMode="auto">
              <a:xfrm>
                <a:off x="687278" y="2398652"/>
                <a:ext cx="3524773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400" b="1" dirty="0"/>
                  <a:t>Text here</a:t>
                </a:r>
                <a:endParaRPr lang="en-US" altLang="zh-CN" sz="2400" b="1" dirty="0"/>
              </a:p>
            </p:txBody>
          </p:sp>
        </p:grpSp>
        <p:cxnSp>
          <p:nvCxnSpPr>
            <p:cNvPr id="8" name="直接连接符 7"/>
            <p:cNvCxnSpPr/>
            <p:nvPr/>
          </p:nvCxnSpPr>
          <p:spPr>
            <a:xfrm>
              <a:off x="687279" y="2799000"/>
              <a:ext cx="7703721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isļíḓé"/>
            <p:cNvGrpSpPr/>
            <p:nvPr/>
          </p:nvGrpSpPr>
          <p:grpSpPr>
            <a:xfrm>
              <a:off x="687279" y="3356470"/>
              <a:ext cx="7388720" cy="1254907"/>
              <a:chOff x="687279" y="2984347"/>
              <a:chExt cx="7388720" cy="1254907"/>
            </a:xfrm>
          </p:grpSpPr>
          <p:sp>
            <p:nvSpPr>
              <p:cNvPr id="15" name="îṡľïḓê"/>
              <p:cNvSpPr/>
              <p:nvPr/>
            </p:nvSpPr>
            <p:spPr>
              <a:xfrm>
                <a:off x="687279" y="3124978"/>
                <a:ext cx="231652" cy="2316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604" y="21600"/>
                    </a:moveTo>
                    <a:cubicBezTo>
                      <a:pt x="4713" y="21600"/>
                      <a:pt x="0" y="16887"/>
                      <a:pt x="0" y="10996"/>
                    </a:cubicBezTo>
                    <a:cubicBezTo>
                      <a:pt x="0" y="5105"/>
                      <a:pt x="4713" y="0"/>
                      <a:pt x="10604" y="0"/>
                    </a:cubicBezTo>
                    <a:cubicBezTo>
                      <a:pt x="16495" y="0"/>
                      <a:pt x="21600" y="5105"/>
                      <a:pt x="21600" y="10996"/>
                    </a:cubicBezTo>
                    <a:cubicBezTo>
                      <a:pt x="21600" y="16887"/>
                      <a:pt x="16495" y="21600"/>
                      <a:pt x="10604" y="21600"/>
                    </a:cubicBezTo>
                    <a:close/>
                    <a:moveTo>
                      <a:pt x="16887" y="9818"/>
                    </a:moveTo>
                    <a:cubicBezTo>
                      <a:pt x="16887" y="9425"/>
                      <a:pt x="16495" y="9033"/>
                      <a:pt x="16102" y="9033"/>
                    </a:cubicBezTo>
                    <a:cubicBezTo>
                      <a:pt x="12567" y="9033"/>
                      <a:pt x="12567" y="9033"/>
                      <a:pt x="12567" y="9033"/>
                    </a:cubicBezTo>
                    <a:cubicBezTo>
                      <a:pt x="12567" y="5498"/>
                      <a:pt x="12567" y="5498"/>
                      <a:pt x="12567" y="5498"/>
                    </a:cubicBezTo>
                    <a:cubicBezTo>
                      <a:pt x="12567" y="5105"/>
                      <a:pt x="12175" y="4713"/>
                      <a:pt x="11389" y="4713"/>
                    </a:cubicBezTo>
                    <a:cubicBezTo>
                      <a:pt x="9818" y="4713"/>
                      <a:pt x="9818" y="4713"/>
                      <a:pt x="9818" y="4713"/>
                    </a:cubicBezTo>
                    <a:cubicBezTo>
                      <a:pt x="9425" y="4713"/>
                      <a:pt x="9033" y="5105"/>
                      <a:pt x="9033" y="5498"/>
                    </a:cubicBezTo>
                    <a:cubicBezTo>
                      <a:pt x="9033" y="9033"/>
                      <a:pt x="9033" y="9033"/>
                      <a:pt x="9033" y="9033"/>
                    </a:cubicBezTo>
                    <a:cubicBezTo>
                      <a:pt x="5105" y="9033"/>
                      <a:pt x="5105" y="9033"/>
                      <a:pt x="5105" y="9033"/>
                    </a:cubicBezTo>
                    <a:cubicBezTo>
                      <a:pt x="4713" y="9033"/>
                      <a:pt x="4320" y="9425"/>
                      <a:pt x="4320" y="9818"/>
                    </a:cubicBezTo>
                    <a:cubicBezTo>
                      <a:pt x="4320" y="11782"/>
                      <a:pt x="4320" y="11782"/>
                      <a:pt x="4320" y="11782"/>
                    </a:cubicBezTo>
                    <a:cubicBezTo>
                      <a:pt x="4320" y="12175"/>
                      <a:pt x="4713" y="12567"/>
                      <a:pt x="5105" y="12567"/>
                    </a:cubicBezTo>
                    <a:cubicBezTo>
                      <a:pt x="9033" y="12567"/>
                      <a:pt x="9033" y="12567"/>
                      <a:pt x="9033" y="12567"/>
                    </a:cubicBezTo>
                    <a:cubicBezTo>
                      <a:pt x="9033" y="16102"/>
                      <a:pt x="9033" y="16102"/>
                      <a:pt x="9033" y="16102"/>
                    </a:cubicBezTo>
                    <a:cubicBezTo>
                      <a:pt x="9033" y="16887"/>
                      <a:pt x="9425" y="17280"/>
                      <a:pt x="9818" y="17280"/>
                    </a:cubicBezTo>
                    <a:cubicBezTo>
                      <a:pt x="11389" y="17280"/>
                      <a:pt x="11389" y="17280"/>
                      <a:pt x="11389" y="17280"/>
                    </a:cubicBezTo>
                    <a:cubicBezTo>
                      <a:pt x="12175" y="17280"/>
                      <a:pt x="12567" y="16887"/>
                      <a:pt x="12567" y="16102"/>
                    </a:cubicBezTo>
                    <a:cubicBezTo>
                      <a:pt x="12567" y="12567"/>
                      <a:pt x="12567" y="12567"/>
                      <a:pt x="12567" y="12567"/>
                    </a:cubicBezTo>
                    <a:cubicBezTo>
                      <a:pt x="16102" y="12567"/>
                      <a:pt x="16102" y="12567"/>
                      <a:pt x="16102" y="12567"/>
                    </a:cubicBezTo>
                    <a:cubicBezTo>
                      <a:pt x="16495" y="12567"/>
                      <a:pt x="16887" y="12175"/>
                      <a:pt x="16887" y="11782"/>
                    </a:cubicBezTo>
                    <a:lnTo>
                      <a:pt x="16887" y="9818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lvl="0" algn="l" defTabSz="457200">
                  <a:defRPr sz="2400">
                    <a:solidFill>
                      <a:srgbClr val="000000"/>
                    </a:solidFill>
                  </a:defRPr>
                </a:pPr>
                <a:endParaRPr>
                  <a:solidFill>
                    <a:schemeClr val="bg2"/>
                  </a:solidFill>
                </a:endParaRPr>
              </a:p>
            </p:txBody>
          </p:sp>
          <p:sp>
            <p:nvSpPr>
              <p:cNvPr id="16" name="ïSḻïde"/>
              <p:cNvSpPr txBox="1"/>
              <p:nvPr/>
            </p:nvSpPr>
            <p:spPr bwMode="auto">
              <a:xfrm>
                <a:off x="1011000" y="2984347"/>
                <a:ext cx="7064999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b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01.Text here</a:t>
                </a:r>
                <a:endParaRPr lang="en-US" altLang="zh-CN" sz="2000" b="1" dirty="0"/>
              </a:p>
            </p:txBody>
          </p:sp>
          <p:sp>
            <p:nvSpPr>
              <p:cNvPr id="17" name="íŝľíḋê"/>
              <p:cNvSpPr/>
              <p:nvPr/>
            </p:nvSpPr>
            <p:spPr bwMode="auto">
              <a:xfrm>
                <a:off x="1011000" y="3426153"/>
                <a:ext cx="7064999" cy="8131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Supporting text here. 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When you copy &amp; paste, choose "keep text only" option.</a:t>
                </a:r>
                <a:endParaRPr lang="en-US" altLang="zh-CN" sz="1100" dirty="0"/>
              </a:p>
            </p:txBody>
          </p:sp>
        </p:grpSp>
        <p:grpSp>
          <p:nvGrpSpPr>
            <p:cNvPr id="10" name="îŝļidè"/>
            <p:cNvGrpSpPr/>
            <p:nvPr/>
          </p:nvGrpSpPr>
          <p:grpSpPr>
            <a:xfrm>
              <a:off x="687279" y="4891893"/>
              <a:ext cx="7388720" cy="1254907"/>
              <a:chOff x="687279" y="2984347"/>
              <a:chExt cx="7388720" cy="1254907"/>
            </a:xfrm>
          </p:grpSpPr>
          <p:sp>
            <p:nvSpPr>
              <p:cNvPr id="12" name="i$ļíḍè"/>
              <p:cNvSpPr/>
              <p:nvPr/>
            </p:nvSpPr>
            <p:spPr>
              <a:xfrm>
                <a:off x="687279" y="3124978"/>
                <a:ext cx="231652" cy="2316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604" y="21600"/>
                    </a:moveTo>
                    <a:cubicBezTo>
                      <a:pt x="4713" y="21600"/>
                      <a:pt x="0" y="16887"/>
                      <a:pt x="0" y="10996"/>
                    </a:cubicBezTo>
                    <a:cubicBezTo>
                      <a:pt x="0" y="5105"/>
                      <a:pt x="4713" y="0"/>
                      <a:pt x="10604" y="0"/>
                    </a:cubicBezTo>
                    <a:cubicBezTo>
                      <a:pt x="16495" y="0"/>
                      <a:pt x="21600" y="5105"/>
                      <a:pt x="21600" y="10996"/>
                    </a:cubicBezTo>
                    <a:cubicBezTo>
                      <a:pt x="21600" y="16887"/>
                      <a:pt x="16495" y="21600"/>
                      <a:pt x="10604" y="21600"/>
                    </a:cubicBezTo>
                    <a:close/>
                    <a:moveTo>
                      <a:pt x="16887" y="9818"/>
                    </a:moveTo>
                    <a:cubicBezTo>
                      <a:pt x="16887" y="9425"/>
                      <a:pt x="16495" y="9033"/>
                      <a:pt x="16102" y="9033"/>
                    </a:cubicBezTo>
                    <a:cubicBezTo>
                      <a:pt x="12567" y="9033"/>
                      <a:pt x="12567" y="9033"/>
                      <a:pt x="12567" y="9033"/>
                    </a:cubicBezTo>
                    <a:cubicBezTo>
                      <a:pt x="12567" y="5498"/>
                      <a:pt x="12567" y="5498"/>
                      <a:pt x="12567" y="5498"/>
                    </a:cubicBezTo>
                    <a:cubicBezTo>
                      <a:pt x="12567" y="5105"/>
                      <a:pt x="12175" y="4713"/>
                      <a:pt x="11389" y="4713"/>
                    </a:cubicBezTo>
                    <a:cubicBezTo>
                      <a:pt x="9818" y="4713"/>
                      <a:pt x="9818" y="4713"/>
                      <a:pt x="9818" y="4713"/>
                    </a:cubicBezTo>
                    <a:cubicBezTo>
                      <a:pt x="9425" y="4713"/>
                      <a:pt x="9033" y="5105"/>
                      <a:pt x="9033" y="5498"/>
                    </a:cubicBezTo>
                    <a:cubicBezTo>
                      <a:pt x="9033" y="9033"/>
                      <a:pt x="9033" y="9033"/>
                      <a:pt x="9033" y="9033"/>
                    </a:cubicBezTo>
                    <a:cubicBezTo>
                      <a:pt x="5105" y="9033"/>
                      <a:pt x="5105" y="9033"/>
                      <a:pt x="5105" y="9033"/>
                    </a:cubicBezTo>
                    <a:cubicBezTo>
                      <a:pt x="4713" y="9033"/>
                      <a:pt x="4320" y="9425"/>
                      <a:pt x="4320" y="9818"/>
                    </a:cubicBezTo>
                    <a:cubicBezTo>
                      <a:pt x="4320" y="11782"/>
                      <a:pt x="4320" y="11782"/>
                      <a:pt x="4320" y="11782"/>
                    </a:cubicBezTo>
                    <a:cubicBezTo>
                      <a:pt x="4320" y="12175"/>
                      <a:pt x="4713" y="12567"/>
                      <a:pt x="5105" y="12567"/>
                    </a:cubicBezTo>
                    <a:cubicBezTo>
                      <a:pt x="9033" y="12567"/>
                      <a:pt x="9033" y="12567"/>
                      <a:pt x="9033" y="12567"/>
                    </a:cubicBezTo>
                    <a:cubicBezTo>
                      <a:pt x="9033" y="16102"/>
                      <a:pt x="9033" y="16102"/>
                      <a:pt x="9033" y="16102"/>
                    </a:cubicBezTo>
                    <a:cubicBezTo>
                      <a:pt x="9033" y="16887"/>
                      <a:pt x="9425" y="17280"/>
                      <a:pt x="9818" y="17280"/>
                    </a:cubicBezTo>
                    <a:cubicBezTo>
                      <a:pt x="11389" y="17280"/>
                      <a:pt x="11389" y="17280"/>
                      <a:pt x="11389" y="17280"/>
                    </a:cubicBezTo>
                    <a:cubicBezTo>
                      <a:pt x="12175" y="17280"/>
                      <a:pt x="12567" y="16887"/>
                      <a:pt x="12567" y="16102"/>
                    </a:cubicBezTo>
                    <a:cubicBezTo>
                      <a:pt x="12567" y="12567"/>
                      <a:pt x="12567" y="12567"/>
                      <a:pt x="12567" y="12567"/>
                    </a:cubicBezTo>
                    <a:cubicBezTo>
                      <a:pt x="16102" y="12567"/>
                      <a:pt x="16102" y="12567"/>
                      <a:pt x="16102" y="12567"/>
                    </a:cubicBezTo>
                    <a:cubicBezTo>
                      <a:pt x="16495" y="12567"/>
                      <a:pt x="16887" y="12175"/>
                      <a:pt x="16887" y="11782"/>
                    </a:cubicBezTo>
                    <a:lnTo>
                      <a:pt x="16887" y="9818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lvl="0" algn="l" defTabSz="457200">
                  <a:defRPr sz="2400">
                    <a:solidFill>
                      <a:srgbClr val="000000"/>
                    </a:solidFill>
                  </a:defRPr>
                </a:pPr>
                <a:endParaRPr>
                  <a:solidFill>
                    <a:schemeClr val="bg2"/>
                  </a:solidFill>
                </a:endParaRPr>
              </a:p>
            </p:txBody>
          </p:sp>
          <p:sp>
            <p:nvSpPr>
              <p:cNvPr id="13" name="îṩlïḍè"/>
              <p:cNvSpPr txBox="1"/>
              <p:nvPr/>
            </p:nvSpPr>
            <p:spPr bwMode="auto">
              <a:xfrm>
                <a:off x="1011000" y="2984347"/>
                <a:ext cx="7064999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b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02.Text here</a:t>
                </a:r>
                <a:endParaRPr lang="en-US" altLang="zh-CN" sz="2000" b="1" dirty="0"/>
              </a:p>
            </p:txBody>
          </p:sp>
          <p:sp>
            <p:nvSpPr>
              <p:cNvPr id="14" name="îṥļîďê"/>
              <p:cNvSpPr/>
              <p:nvPr/>
            </p:nvSpPr>
            <p:spPr bwMode="auto">
              <a:xfrm>
                <a:off x="1011000" y="3426153"/>
                <a:ext cx="7064999" cy="8131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Supporting text here. 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When you copy &amp; paste, choose "keep text only" option.</a:t>
                </a:r>
                <a:endParaRPr lang="en-US" altLang="zh-CN" sz="1100" dirty="0"/>
              </a:p>
            </p:txBody>
          </p:sp>
        </p:grpSp>
        <p:cxnSp>
          <p:nvCxnSpPr>
            <p:cNvPr id="11" name="直接连接符 10"/>
            <p:cNvCxnSpPr/>
            <p:nvPr/>
          </p:nvCxnSpPr>
          <p:spPr>
            <a:xfrm>
              <a:off x="1101000" y="4734000"/>
              <a:ext cx="3690000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0" name="图片 19" descr="中科大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0600" y="110490"/>
            <a:ext cx="769620" cy="7696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37" name="9bc21247-2132-4e5f-861a-1fcb6b1a20cf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0" y="1269922"/>
            <a:ext cx="12192000" cy="4855108"/>
            <a:chOff x="0" y="1269922"/>
            <a:chExt cx="12192000" cy="4855108"/>
          </a:xfrm>
        </p:grpSpPr>
        <p:sp>
          <p:nvSpPr>
            <p:cNvPr id="38" name="îṧ1ïḓê"/>
            <p:cNvSpPr/>
            <p:nvPr/>
          </p:nvSpPr>
          <p:spPr bwMode="auto">
            <a:xfrm>
              <a:off x="910909" y="2684094"/>
              <a:ext cx="2007970" cy="24896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  <a:miter lim="800000"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  <p:sp>
          <p:nvSpPr>
            <p:cNvPr id="39" name="iŝḷíḍè"/>
            <p:cNvSpPr/>
            <p:nvPr/>
          </p:nvSpPr>
          <p:spPr bwMode="auto">
            <a:xfrm>
              <a:off x="669925" y="4392002"/>
              <a:ext cx="2489938" cy="781699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>
              <a:noFill/>
              <a:miter lim="800000"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1,600K</a:t>
              </a:r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40" name="íṩḷíḓé"/>
            <p:cNvSpPr/>
            <p:nvPr/>
          </p:nvSpPr>
          <p:spPr>
            <a:xfrm flipH="1">
              <a:off x="670958" y="4021724"/>
              <a:ext cx="237623" cy="370275"/>
            </a:xfrm>
            <a:prstGeom prst="rtTriangle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noFill/>
              <a:miter lim="800000"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41" name="iŝļiďe"/>
            <p:cNvSpPr/>
            <p:nvPr/>
          </p:nvSpPr>
          <p:spPr>
            <a:xfrm>
              <a:off x="2918103" y="4021724"/>
              <a:ext cx="237623" cy="370275"/>
            </a:xfrm>
            <a:prstGeom prst="rtTriangle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noFill/>
              <a:miter lim="800000"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42" name="ïşļïdé"/>
            <p:cNvSpPr/>
            <p:nvPr/>
          </p:nvSpPr>
          <p:spPr bwMode="auto">
            <a:xfrm>
              <a:off x="3697784" y="2684094"/>
              <a:ext cx="2007970" cy="24896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  <a:miter lim="800000"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  <p:sp>
          <p:nvSpPr>
            <p:cNvPr id="43" name="îṣļïḓê"/>
            <p:cNvSpPr/>
            <p:nvPr/>
          </p:nvSpPr>
          <p:spPr bwMode="auto">
            <a:xfrm>
              <a:off x="3456800" y="4392002"/>
              <a:ext cx="2489938" cy="781699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>
              <a:noFill/>
              <a:miter lim="800000"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3,600K</a:t>
              </a:r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44" name="iṩlíḍe"/>
            <p:cNvSpPr/>
            <p:nvPr/>
          </p:nvSpPr>
          <p:spPr>
            <a:xfrm flipH="1">
              <a:off x="3457833" y="4021724"/>
              <a:ext cx="237623" cy="370275"/>
            </a:xfrm>
            <a:prstGeom prst="rtTriangle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noFill/>
              <a:miter lim="800000"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45" name="îşḷïdé"/>
            <p:cNvSpPr/>
            <p:nvPr/>
          </p:nvSpPr>
          <p:spPr>
            <a:xfrm>
              <a:off x="5704978" y="4021724"/>
              <a:ext cx="237623" cy="370275"/>
            </a:xfrm>
            <a:prstGeom prst="rtTriangle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noFill/>
              <a:miter lim="800000"/>
            </a:ln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46" name="îš1ïḍé"/>
            <p:cNvSpPr/>
            <p:nvPr/>
          </p:nvSpPr>
          <p:spPr bwMode="auto">
            <a:xfrm>
              <a:off x="6484659" y="2684094"/>
              <a:ext cx="2007970" cy="24896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  <a:miter lim="800000"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  <p:sp>
          <p:nvSpPr>
            <p:cNvPr id="47" name="íṡḻïďê"/>
            <p:cNvSpPr/>
            <p:nvPr/>
          </p:nvSpPr>
          <p:spPr bwMode="auto">
            <a:xfrm>
              <a:off x="6243675" y="4392002"/>
              <a:ext cx="2489938" cy="781699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6,600K</a:t>
              </a:r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48" name="íśļiḑê"/>
            <p:cNvSpPr/>
            <p:nvPr/>
          </p:nvSpPr>
          <p:spPr>
            <a:xfrm flipH="1">
              <a:off x="6244708" y="4021724"/>
              <a:ext cx="237623" cy="370275"/>
            </a:xfrm>
            <a:prstGeom prst="rt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</a:p>
          </p:txBody>
        </p:sp>
        <p:sp>
          <p:nvSpPr>
            <p:cNvPr id="49" name="ïŝḷïḍè"/>
            <p:cNvSpPr/>
            <p:nvPr/>
          </p:nvSpPr>
          <p:spPr>
            <a:xfrm>
              <a:off x="8491853" y="4021724"/>
              <a:ext cx="237623" cy="370275"/>
            </a:xfrm>
            <a:prstGeom prst="rt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</a:p>
          </p:txBody>
        </p:sp>
        <p:sp>
          <p:nvSpPr>
            <p:cNvPr id="50" name="íŝľíḍê"/>
            <p:cNvSpPr/>
            <p:nvPr/>
          </p:nvSpPr>
          <p:spPr bwMode="auto">
            <a:xfrm>
              <a:off x="9271534" y="2684094"/>
              <a:ext cx="2007970" cy="24896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  <a:miter lim="800000"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  <p:sp>
          <p:nvSpPr>
            <p:cNvPr id="51" name="íSḻïḋe"/>
            <p:cNvSpPr/>
            <p:nvPr/>
          </p:nvSpPr>
          <p:spPr bwMode="auto">
            <a:xfrm>
              <a:off x="9030550" y="4392002"/>
              <a:ext cx="2489938" cy="781699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>
              <a:noFill/>
              <a:miter lim="800000"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6,000K</a:t>
              </a:r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52" name="îšlïḍè"/>
            <p:cNvSpPr/>
            <p:nvPr/>
          </p:nvSpPr>
          <p:spPr>
            <a:xfrm flipH="1">
              <a:off x="9031583" y="4021724"/>
              <a:ext cx="237623" cy="370275"/>
            </a:xfrm>
            <a:prstGeom prst="rt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</a:p>
          </p:txBody>
        </p:sp>
        <p:sp>
          <p:nvSpPr>
            <p:cNvPr id="53" name="i$ļíde"/>
            <p:cNvSpPr/>
            <p:nvPr/>
          </p:nvSpPr>
          <p:spPr>
            <a:xfrm>
              <a:off x="11278728" y="4021724"/>
              <a:ext cx="237623" cy="370275"/>
            </a:xfrm>
            <a:prstGeom prst="rt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</a:p>
          </p:txBody>
        </p:sp>
        <p:grpSp>
          <p:nvGrpSpPr>
            <p:cNvPr id="54" name="iṡ1íďe"/>
            <p:cNvGrpSpPr/>
            <p:nvPr/>
          </p:nvGrpSpPr>
          <p:grpSpPr>
            <a:xfrm>
              <a:off x="820624" y="2884779"/>
              <a:ext cx="2188540" cy="1306539"/>
              <a:chOff x="719137" y="2442364"/>
              <a:chExt cx="5376847" cy="1306539"/>
            </a:xfrm>
          </p:grpSpPr>
          <p:sp>
            <p:nvSpPr>
              <p:cNvPr id="66" name="îṥľïdè"/>
              <p:cNvSpPr/>
              <p:nvPr/>
            </p:nvSpPr>
            <p:spPr bwMode="auto">
              <a:xfrm>
                <a:off x="719137" y="2884168"/>
                <a:ext cx="5376845" cy="8647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  <a:p>
                <a:pPr algn="ctr"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  <p:sp>
            <p:nvSpPr>
              <p:cNvPr id="67" name="ïṧļîḍé"/>
              <p:cNvSpPr txBox="1"/>
              <p:nvPr/>
            </p:nvSpPr>
            <p:spPr bwMode="auto">
              <a:xfrm>
                <a:off x="719137" y="2442364"/>
                <a:ext cx="5376847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</p:grpSp>
        <p:grpSp>
          <p:nvGrpSpPr>
            <p:cNvPr id="55" name="isliḑê"/>
            <p:cNvGrpSpPr/>
            <p:nvPr/>
          </p:nvGrpSpPr>
          <p:grpSpPr>
            <a:xfrm>
              <a:off x="3607499" y="2884779"/>
              <a:ext cx="2188540" cy="1306539"/>
              <a:chOff x="719137" y="2442364"/>
              <a:chExt cx="5376847" cy="1306539"/>
            </a:xfrm>
          </p:grpSpPr>
          <p:sp>
            <p:nvSpPr>
              <p:cNvPr id="64" name="íşḻiḍê"/>
              <p:cNvSpPr/>
              <p:nvPr/>
            </p:nvSpPr>
            <p:spPr bwMode="auto">
              <a:xfrm>
                <a:off x="719137" y="2884168"/>
                <a:ext cx="5376845" cy="8647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  <a:p>
                <a:pPr algn="ctr"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  <p:sp>
            <p:nvSpPr>
              <p:cNvPr id="65" name="ïṩḻíḑê"/>
              <p:cNvSpPr txBox="1"/>
              <p:nvPr/>
            </p:nvSpPr>
            <p:spPr bwMode="auto">
              <a:xfrm>
                <a:off x="719137" y="2442364"/>
                <a:ext cx="5376847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</p:grpSp>
        <p:grpSp>
          <p:nvGrpSpPr>
            <p:cNvPr id="56" name="ïṩľíďê"/>
            <p:cNvGrpSpPr/>
            <p:nvPr/>
          </p:nvGrpSpPr>
          <p:grpSpPr>
            <a:xfrm>
              <a:off x="6394374" y="2884779"/>
              <a:ext cx="2188540" cy="1306539"/>
              <a:chOff x="719137" y="2442364"/>
              <a:chExt cx="5376847" cy="1306539"/>
            </a:xfrm>
          </p:grpSpPr>
          <p:sp>
            <p:nvSpPr>
              <p:cNvPr id="62" name="íşlíḓe"/>
              <p:cNvSpPr/>
              <p:nvPr/>
            </p:nvSpPr>
            <p:spPr bwMode="auto">
              <a:xfrm>
                <a:off x="719137" y="2884168"/>
                <a:ext cx="5376845" cy="8647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  <a:p>
                <a:pPr algn="ctr"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  <p:sp>
            <p:nvSpPr>
              <p:cNvPr id="63" name="ïsļiḓê"/>
              <p:cNvSpPr txBox="1"/>
              <p:nvPr/>
            </p:nvSpPr>
            <p:spPr bwMode="auto">
              <a:xfrm>
                <a:off x="719137" y="2442364"/>
                <a:ext cx="5376847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</p:grpSp>
        <p:grpSp>
          <p:nvGrpSpPr>
            <p:cNvPr id="57" name="íşľîdé"/>
            <p:cNvGrpSpPr/>
            <p:nvPr/>
          </p:nvGrpSpPr>
          <p:grpSpPr>
            <a:xfrm>
              <a:off x="9181249" y="2884779"/>
              <a:ext cx="2188540" cy="1306539"/>
              <a:chOff x="719137" y="2442364"/>
              <a:chExt cx="5376847" cy="1306539"/>
            </a:xfrm>
          </p:grpSpPr>
          <p:sp>
            <p:nvSpPr>
              <p:cNvPr id="60" name="îṥ1îdé"/>
              <p:cNvSpPr/>
              <p:nvPr/>
            </p:nvSpPr>
            <p:spPr bwMode="auto">
              <a:xfrm>
                <a:off x="719137" y="2884168"/>
                <a:ext cx="5376845" cy="8647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  <a:p>
                <a:pPr algn="ctr"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  <p:sp>
            <p:nvSpPr>
              <p:cNvPr id="61" name="îšľîḑé"/>
              <p:cNvSpPr txBox="1"/>
              <p:nvPr/>
            </p:nvSpPr>
            <p:spPr bwMode="auto">
              <a:xfrm>
                <a:off x="719137" y="2442364"/>
                <a:ext cx="5376847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</p:grpSp>
        <p:sp>
          <p:nvSpPr>
            <p:cNvPr id="58" name="íşḷîḍé"/>
            <p:cNvSpPr txBox="1"/>
            <p:nvPr/>
          </p:nvSpPr>
          <p:spPr>
            <a:xfrm>
              <a:off x="673100" y="1269922"/>
              <a:ext cx="10845800" cy="7816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ctr">
                <a:buSzPct val="25000"/>
              </a:pPr>
              <a:r>
                <a:rPr lang="en-US" sz="3200" dirty="0">
                  <a:solidFill>
                    <a:srgbClr val="3A3838"/>
                  </a:solidFill>
                </a:rPr>
                <a:t>Unified fonts make reading more fluent.</a:t>
              </a:r>
              <a:endParaRPr lang="en-US" sz="3200" dirty="0">
                <a:solidFill>
                  <a:srgbClr val="3A3838"/>
                </a:solidFill>
              </a:endParaRPr>
            </a:p>
          </p:txBody>
        </p:sp>
        <p:sp>
          <p:nvSpPr>
            <p:cNvPr id="59" name="iSḻîḍe"/>
            <p:cNvSpPr/>
            <p:nvPr/>
          </p:nvSpPr>
          <p:spPr>
            <a:xfrm>
              <a:off x="0" y="5173702"/>
              <a:ext cx="12192000" cy="951328"/>
            </a:xfrm>
            <a:prstGeom prst="trapezoid">
              <a:avLst>
                <a:gd name="adj" fmla="val 68061"/>
              </a:avLst>
            </a:prstGeom>
            <a:solidFill>
              <a:schemeClr val="bg1">
                <a:lumMod val="95000"/>
              </a:schemeClr>
            </a:solidFill>
            <a:ln w="9525">
              <a:noFill/>
              <a:miter lim="800000"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>
                <a:lnSpc>
                  <a:spcPct val="150000"/>
                </a:lnSpc>
                <a:buSzPct val="25000"/>
              </a:pPr>
              <a:r>
                <a:rPr lang="en-US" altLang="zh-CN" sz="1400" dirty="0"/>
                <a:t>Copy paste fonts. Choose the only option to retain text.…</a:t>
              </a:r>
              <a:r>
                <a:rPr lang="de-DE" altLang="zh-CN" sz="1400" dirty="0"/>
                <a:t>..</a:t>
              </a:r>
              <a:endParaRPr lang="de-DE" altLang="zh-CN" sz="1400" dirty="0"/>
            </a:p>
          </p:txBody>
        </p:sp>
      </p:grpSp>
      <p:pic>
        <p:nvPicPr>
          <p:cNvPr id="5" name="图片 4" descr="中科大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0600" y="110490"/>
            <a:ext cx="769620" cy="7696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4"/>
          <p:cNvSpPr>
            <a:spLocks noGrp="1"/>
          </p:cNvSpPr>
          <p:nvPr>
            <p:ph type="title"/>
          </p:nvPr>
        </p:nvSpPr>
        <p:spPr>
          <a:xfrm>
            <a:off x="4258653" y="2112478"/>
            <a:ext cx="5419185" cy="895350"/>
          </a:xfrm>
        </p:spPr>
        <p:txBody>
          <a:bodyPr/>
          <a:lstStyle/>
          <a:p>
            <a:r>
              <a:rPr lang="en-US" altLang="zh-CN" dirty="0"/>
              <a:t>Section Header Here</a:t>
            </a:r>
            <a:endParaRPr lang="zh-CN" altLang="en-US" dirty="0"/>
          </a:p>
        </p:txBody>
      </p:sp>
      <p:sp>
        <p:nvSpPr>
          <p:cNvPr id="8" name="文本占位符 5"/>
          <p:cNvSpPr>
            <a:spLocks noGrp="1"/>
          </p:cNvSpPr>
          <p:nvPr>
            <p:ph type="body" idx="1"/>
          </p:nvPr>
        </p:nvSpPr>
        <p:spPr>
          <a:xfrm>
            <a:off x="4259769" y="3007828"/>
            <a:ext cx="5419185" cy="1015623"/>
          </a:xfrm>
        </p:spPr>
        <p:txBody>
          <a:bodyPr/>
          <a:lstStyle/>
          <a:p>
            <a:pPr lvl="0">
              <a:lnSpc>
                <a:spcPct val="100000"/>
              </a:lnSpc>
            </a:pPr>
            <a:r>
              <a:rPr lang="en-US" altLang="zh-CN" dirty="0"/>
              <a:t>Supporting text here.</a:t>
            </a:r>
            <a:endParaRPr lang="en-US" altLang="zh-CN" dirty="0"/>
          </a:p>
          <a:p>
            <a:pPr lvl="0">
              <a:lnSpc>
                <a:spcPct val="100000"/>
              </a:lnSpc>
            </a:pPr>
            <a:r>
              <a:rPr lang="en-US" altLang="zh-CN" dirty="0"/>
              <a:t>When you copy &amp; paste, choose "keep text only" option.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389710" y="2654170"/>
            <a:ext cx="102351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</a:t>
            </a:r>
            <a:r>
              <a:rPr lang="en-US" altLang="zh-CN" spc="100" dirty="0" smtClean="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02</a:t>
            </a:r>
            <a:endParaRPr lang="zh-CN" altLang="en-US" spc="100" dirty="0">
              <a:solidFill>
                <a:schemeClr val="accent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图片 1" descr="中科大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0600" y="110490"/>
            <a:ext cx="769620" cy="7696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5" name="1e1e30c9-44e8-4808-b45e-c1de80d92571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129349" y="1052570"/>
            <a:ext cx="9933303" cy="5841430"/>
            <a:chOff x="995185" y="1123950"/>
            <a:chExt cx="10526083" cy="6190024"/>
          </a:xfrm>
        </p:grpSpPr>
        <p:grpSp>
          <p:nvGrpSpPr>
            <p:cNvPr id="6" name="íšḻïḍé"/>
            <p:cNvGrpSpPr/>
            <p:nvPr/>
          </p:nvGrpSpPr>
          <p:grpSpPr>
            <a:xfrm>
              <a:off x="995185" y="1169617"/>
              <a:ext cx="5324346" cy="6144357"/>
              <a:chOff x="3433827" y="749643"/>
              <a:chExt cx="5324346" cy="6144357"/>
            </a:xfrm>
          </p:grpSpPr>
          <p:sp>
            <p:nvSpPr>
              <p:cNvPr id="22" name="íṩlidê"/>
              <p:cNvSpPr/>
              <p:nvPr/>
            </p:nvSpPr>
            <p:spPr bwMode="auto">
              <a:xfrm>
                <a:off x="7458032" y="2481000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3" name="í$ļide"/>
              <p:cNvSpPr/>
              <p:nvPr/>
            </p:nvSpPr>
            <p:spPr bwMode="auto">
              <a:xfrm>
                <a:off x="3433827" y="3040331"/>
                <a:ext cx="845065" cy="688582"/>
              </a:xfrm>
              <a:custGeom>
                <a:avLst/>
                <a:gdLst>
                  <a:gd name="T0" fmla="*/ 280 w 280"/>
                  <a:gd name="T1" fmla="*/ 27 h 228"/>
                  <a:gd name="T2" fmla="*/ 247 w 280"/>
                  <a:gd name="T3" fmla="*/ 36 h 228"/>
                  <a:gd name="T4" fmla="*/ 272 w 280"/>
                  <a:gd name="T5" fmla="*/ 5 h 228"/>
                  <a:gd name="T6" fmla="*/ 236 w 280"/>
                  <a:gd name="T7" fmla="*/ 19 h 228"/>
                  <a:gd name="T8" fmla="*/ 194 w 280"/>
                  <a:gd name="T9" fmla="*/ 0 h 228"/>
                  <a:gd name="T10" fmla="*/ 136 w 280"/>
                  <a:gd name="T11" fmla="*/ 58 h 228"/>
                  <a:gd name="T12" fmla="*/ 138 w 280"/>
                  <a:gd name="T13" fmla="*/ 71 h 228"/>
                  <a:gd name="T14" fmla="*/ 19 w 280"/>
                  <a:gd name="T15" fmla="*/ 11 h 228"/>
                  <a:gd name="T16" fmla="*/ 12 w 280"/>
                  <a:gd name="T17" fmla="*/ 40 h 228"/>
                  <a:gd name="T18" fmla="*/ 37 w 280"/>
                  <a:gd name="T19" fmla="*/ 88 h 228"/>
                  <a:gd name="T20" fmla="*/ 11 w 280"/>
                  <a:gd name="T21" fmla="*/ 80 h 228"/>
                  <a:gd name="T22" fmla="*/ 11 w 280"/>
                  <a:gd name="T23" fmla="*/ 81 h 228"/>
                  <a:gd name="T24" fmla="*/ 57 w 280"/>
                  <a:gd name="T25" fmla="*/ 138 h 228"/>
                  <a:gd name="T26" fmla="*/ 42 w 280"/>
                  <a:gd name="T27" fmla="*/ 140 h 228"/>
                  <a:gd name="T28" fmla="*/ 31 w 280"/>
                  <a:gd name="T29" fmla="*/ 139 h 228"/>
                  <a:gd name="T30" fmla="*/ 85 w 280"/>
                  <a:gd name="T31" fmla="*/ 178 h 228"/>
                  <a:gd name="T32" fmla="*/ 14 w 280"/>
                  <a:gd name="T33" fmla="*/ 203 h 228"/>
                  <a:gd name="T34" fmla="*/ 0 w 280"/>
                  <a:gd name="T35" fmla="*/ 202 h 228"/>
                  <a:gd name="T36" fmla="*/ 88 w 280"/>
                  <a:gd name="T37" fmla="*/ 228 h 228"/>
                  <a:gd name="T38" fmla="*/ 251 w 280"/>
                  <a:gd name="T39" fmla="*/ 65 h 228"/>
                  <a:gd name="T40" fmla="*/ 251 w 280"/>
                  <a:gd name="T41" fmla="*/ 57 h 228"/>
                  <a:gd name="T42" fmla="*/ 280 w 280"/>
                  <a:gd name="T43" fmla="*/ 27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80" h="228">
                    <a:moveTo>
                      <a:pt x="280" y="27"/>
                    </a:moveTo>
                    <a:cubicBezTo>
                      <a:pt x="270" y="32"/>
                      <a:pt x="259" y="35"/>
                      <a:pt x="247" y="36"/>
                    </a:cubicBezTo>
                    <a:cubicBezTo>
                      <a:pt x="259" y="29"/>
                      <a:pt x="268" y="18"/>
                      <a:pt x="272" y="5"/>
                    </a:cubicBezTo>
                    <a:cubicBezTo>
                      <a:pt x="261" y="11"/>
                      <a:pt x="249" y="16"/>
                      <a:pt x="236" y="19"/>
                    </a:cubicBezTo>
                    <a:cubicBezTo>
                      <a:pt x="225" y="7"/>
                      <a:pt x="210" y="0"/>
                      <a:pt x="194" y="0"/>
                    </a:cubicBezTo>
                    <a:cubicBezTo>
                      <a:pt x="162" y="0"/>
                      <a:pt x="136" y="26"/>
                      <a:pt x="136" y="58"/>
                    </a:cubicBezTo>
                    <a:cubicBezTo>
                      <a:pt x="136" y="62"/>
                      <a:pt x="137" y="67"/>
                      <a:pt x="138" y="71"/>
                    </a:cubicBezTo>
                    <a:cubicBezTo>
                      <a:pt x="90" y="69"/>
                      <a:pt x="48" y="46"/>
                      <a:pt x="19" y="11"/>
                    </a:cubicBezTo>
                    <a:cubicBezTo>
                      <a:pt x="14" y="19"/>
                      <a:pt x="12" y="29"/>
                      <a:pt x="12" y="40"/>
                    </a:cubicBezTo>
                    <a:cubicBezTo>
                      <a:pt x="12" y="60"/>
                      <a:pt x="22" y="77"/>
                      <a:pt x="37" y="88"/>
                    </a:cubicBezTo>
                    <a:cubicBezTo>
                      <a:pt x="28" y="87"/>
                      <a:pt x="19" y="85"/>
                      <a:pt x="11" y="80"/>
                    </a:cubicBezTo>
                    <a:cubicBezTo>
                      <a:pt x="11" y="81"/>
                      <a:pt x="11" y="81"/>
                      <a:pt x="11" y="81"/>
                    </a:cubicBezTo>
                    <a:cubicBezTo>
                      <a:pt x="11" y="109"/>
                      <a:pt x="31" y="132"/>
                      <a:pt x="57" y="138"/>
                    </a:cubicBezTo>
                    <a:cubicBezTo>
                      <a:pt x="52" y="139"/>
                      <a:pt x="47" y="140"/>
                      <a:pt x="42" y="140"/>
                    </a:cubicBezTo>
                    <a:cubicBezTo>
                      <a:pt x="38" y="140"/>
                      <a:pt x="35" y="139"/>
                      <a:pt x="31" y="139"/>
                    </a:cubicBezTo>
                    <a:cubicBezTo>
                      <a:pt x="39" y="161"/>
                      <a:pt x="60" y="178"/>
                      <a:pt x="85" y="178"/>
                    </a:cubicBezTo>
                    <a:cubicBezTo>
                      <a:pt x="65" y="194"/>
                      <a:pt x="40" y="203"/>
                      <a:pt x="14" y="203"/>
                    </a:cubicBezTo>
                    <a:cubicBezTo>
                      <a:pt x="9" y="203"/>
                      <a:pt x="4" y="203"/>
                      <a:pt x="0" y="202"/>
                    </a:cubicBezTo>
                    <a:cubicBezTo>
                      <a:pt x="25" y="219"/>
                      <a:pt x="55" y="228"/>
                      <a:pt x="88" y="228"/>
                    </a:cubicBezTo>
                    <a:cubicBezTo>
                      <a:pt x="194" y="228"/>
                      <a:pt x="251" y="140"/>
                      <a:pt x="251" y="65"/>
                    </a:cubicBezTo>
                    <a:cubicBezTo>
                      <a:pt x="251" y="62"/>
                      <a:pt x="251" y="60"/>
                      <a:pt x="251" y="57"/>
                    </a:cubicBezTo>
                    <a:cubicBezTo>
                      <a:pt x="263" y="49"/>
                      <a:pt x="272" y="39"/>
                      <a:pt x="280" y="27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4" name="iṡļiďê"/>
              <p:cNvSpPr/>
              <p:nvPr/>
            </p:nvSpPr>
            <p:spPr bwMode="auto">
              <a:xfrm>
                <a:off x="4792193" y="2863228"/>
                <a:ext cx="2345637" cy="4030772"/>
              </a:xfrm>
              <a:custGeom>
                <a:avLst/>
                <a:gdLst>
                  <a:gd name="T0" fmla="*/ 470 w 588"/>
                  <a:gd name="T1" fmla="*/ 274 h 1010"/>
                  <a:gd name="T2" fmla="*/ 543 w 588"/>
                  <a:gd name="T3" fmla="*/ 164 h 1010"/>
                  <a:gd name="T4" fmla="*/ 588 w 588"/>
                  <a:gd name="T5" fmla="*/ 13 h 1010"/>
                  <a:gd name="T6" fmla="*/ 580 w 588"/>
                  <a:gd name="T7" fmla="*/ 9 h 1010"/>
                  <a:gd name="T8" fmla="*/ 531 w 588"/>
                  <a:gd name="T9" fmla="*/ 143 h 1010"/>
                  <a:gd name="T10" fmla="*/ 456 w 588"/>
                  <a:gd name="T11" fmla="*/ 237 h 1010"/>
                  <a:gd name="T12" fmla="*/ 454 w 588"/>
                  <a:gd name="T13" fmla="*/ 238 h 1010"/>
                  <a:gd name="T14" fmla="*/ 310 w 588"/>
                  <a:gd name="T15" fmla="*/ 0 h 1010"/>
                  <a:gd name="T16" fmla="*/ 272 w 588"/>
                  <a:gd name="T17" fmla="*/ 25 h 1010"/>
                  <a:gd name="T18" fmla="*/ 401 w 588"/>
                  <a:gd name="T19" fmla="*/ 434 h 1010"/>
                  <a:gd name="T20" fmla="*/ 234 w 588"/>
                  <a:gd name="T21" fmla="*/ 365 h 1010"/>
                  <a:gd name="T22" fmla="*/ 106 w 588"/>
                  <a:gd name="T23" fmla="*/ 257 h 1010"/>
                  <a:gd name="T24" fmla="*/ 12 w 588"/>
                  <a:gd name="T25" fmla="*/ 95 h 1010"/>
                  <a:gd name="T26" fmla="*/ 0 w 588"/>
                  <a:gd name="T27" fmla="*/ 101 h 1010"/>
                  <a:gd name="T28" fmla="*/ 90 w 588"/>
                  <a:gd name="T29" fmla="*/ 284 h 1010"/>
                  <a:gd name="T30" fmla="*/ 218 w 588"/>
                  <a:gd name="T31" fmla="*/ 413 h 1010"/>
                  <a:gd name="T32" fmla="*/ 406 w 588"/>
                  <a:gd name="T33" fmla="*/ 511 h 1010"/>
                  <a:gd name="T34" fmla="*/ 331 w 588"/>
                  <a:gd name="T35" fmla="*/ 1010 h 1010"/>
                  <a:gd name="T36" fmla="*/ 557 w 588"/>
                  <a:gd name="T37" fmla="*/ 1010 h 1010"/>
                  <a:gd name="T38" fmla="*/ 546 w 588"/>
                  <a:gd name="T39" fmla="*/ 509 h 1010"/>
                  <a:gd name="T40" fmla="*/ 470 w 588"/>
                  <a:gd name="T41" fmla="*/ 274 h 10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88" h="1010">
                    <a:moveTo>
                      <a:pt x="470" y="274"/>
                    </a:moveTo>
                    <a:cubicBezTo>
                      <a:pt x="498" y="243"/>
                      <a:pt x="523" y="207"/>
                      <a:pt x="543" y="164"/>
                    </a:cubicBezTo>
                    <a:cubicBezTo>
                      <a:pt x="564" y="120"/>
                      <a:pt x="581" y="71"/>
                      <a:pt x="588" y="13"/>
                    </a:cubicBezTo>
                    <a:cubicBezTo>
                      <a:pt x="580" y="9"/>
                      <a:pt x="580" y="9"/>
                      <a:pt x="580" y="9"/>
                    </a:cubicBezTo>
                    <a:cubicBezTo>
                      <a:pt x="571" y="60"/>
                      <a:pt x="552" y="106"/>
                      <a:pt x="531" y="143"/>
                    </a:cubicBezTo>
                    <a:cubicBezTo>
                      <a:pt x="509" y="181"/>
                      <a:pt x="483" y="212"/>
                      <a:pt x="456" y="237"/>
                    </a:cubicBezTo>
                    <a:cubicBezTo>
                      <a:pt x="455" y="238"/>
                      <a:pt x="455" y="238"/>
                      <a:pt x="454" y="238"/>
                    </a:cubicBezTo>
                    <a:cubicBezTo>
                      <a:pt x="415" y="153"/>
                      <a:pt x="366" y="73"/>
                      <a:pt x="310" y="0"/>
                    </a:cubicBezTo>
                    <a:cubicBezTo>
                      <a:pt x="272" y="25"/>
                      <a:pt x="272" y="25"/>
                      <a:pt x="272" y="25"/>
                    </a:cubicBezTo>
                    <a:cubicBezTo>
                      <a:pt x="346" y="158"/>
                      <a:pt x="386" y="295"/>
                      <a:pt x="401" y="434"/>
                    </a:cubicBezTo>
                    <a:cubicBezTo>
                      <a:pt x="344" y="419"/>
                      <a:pt x="287" y="397"/>
                      <a:pt x="234" y="365"/>
                    </a:cubicBezTo>
                    <a:cubicBezTo>
                      <a:pt x="188" y="337"/>
                      <a:pt x="145" y="301"/>
                      <a:pt x="106" y="257"/>
                    </a:cubicBezTo>
                    <a:cubicBezTo>
                      <a:pt x="68" y="212"/>
                      <a:pt x="32" y="157"/>
                      <a:pt x="12" y="95"/>
                    </a:cubicBezTo>
                    <a:cubicBezTo>
                      <a:pt x="0" y="101"/>
                      <a:pt x="0" y="101"/>
                      <a:pt x="0" y="101"/>
                    </a:cubicBezTo>
                    <a:cubicBezTo>
                      <a:pt x="18" y="172"/>
                      <a:pt x="52" y="232"/>
                      <a:pt x="90" y="284"/>
                    </a:cubicBezTo>
                    <a:cubicBezTo>
                      <a:pt x="128" y="335"/>
                      <a:pt x="172" y="378"/>
                      <a:pt x="218" y="413"/>
                    </a:cubicBezTo>
                    <a:cubicBezTo>
                      <a:pt x="278" y="457"/>
                      <a:pt x="341" y="489"/>
                      <a:pt x="406" y="511"/>
                    </a:cubicBezTo>
                    <a:cubicBezTo>
                      <a:pt x="412" y="679"/>
                      <a:pt x="383" y="847"/>
                      <a:pt x="331" y="1010"/>
                    </a:cubicBezTo>
                    <a:cubicBezTo>
                      <a:pt x="557" y="1010"/>
                      <a:pt x="557" y="1010"/>
                      <a:pt x="557" y="1010"/>
                    </a:cubicBezTo>
                    <a:cubicBezTo>
                      <a:pt x="583" y="820"/>
                      <a:pt x="587" y="695"/>
                      <a:pt x="546" y="509"/>
                    </a:cubicBezTo>
                    <a:cubicBezTo>
                      <a:pt x="528" y="428"/>
                      <a:pt x="503" y="349"/>
                      <a:pt x="470" y="27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5" name="iśḷîḍe"/>
              <p:cNvSpPr/>
              <p:nvPr/>
            </p:nvSpPr>
            <p:spPr bwMode="auto">
              <a:xfrm>
                <a:off x="7213350" y="2277046"/>
                <a:ext cx="456138" cy="454746"/>
              </a:xfrm>
              <a:custGeom>
                <a:avLst/>
                <a:gdLst>
                  <a:gd name="T0" fmla="*/ 106 w 114"/>
                  <a:gd name="T1" fmla="*/ 0 h 114"/>
                  <a:gd name="T2" fmla="*/ 8 w 114"/>
                  <a:gd name="T3" fmla="*/ 0 h 114"/>
                  <a:gd name="T4" fmla="*/ 0 w 114"/>
                  <a:gd name="T5" fmla="*/ 8 h 114"/>
                  <a:gd name="T6" fmla="*/ 0 w 114"/>
                  <a:gd name="T7" fmla="*/ 106 h 114"/>
                  <a:gd name="T8" fmla="*/ 8 w 114"/>
                  <a:gd name="T9" fmla="*/ 114 h 114"/>
                  <a:gd name="T10" fmla="*/ 106 w 114"/>
                  <a:gd name="T11" fmla="*/ 114 h 114"/>
                  <a:gd name="T12" fmla="*/ 114 w 114"/>
                  <a:gd name="T13" fmla="*/ 106 h 114"/>
                  <a:gd name="T14" fmla="*/ 114 w 114"/>
                  <a:gd name="T15" fmla="*/ 8 h 114"/>
                  <a:gd name="T16" fmla="*/ 106 w 114"/>
                  <a:gd name="T17" fmla="*/ 0 h 114"/>
                  <a:gd name="T18" fmla="*/ 35 w 114"/>
                  <a:gd name="T19" fmla="*/ 96 h 114"/>
                  <a:gd name="T20" fmla="*/ 17 w 114"/>
                  <a:gd name="T21" fmla="*/ 96 h 114"/>
                  <a:gd name="T22" fmla="*/ 17 w 114"/>
                  <a:gd name="T23" fmla="*/ 44 h 114"/>
                  <a:gd name="T24" fmla="*/ 35 w 114"/>
                  <a:gd name="T25" fmla="*/ 44 h 114"/>
                  <a:gd name="T26" fmla="*/ 35 w 114"/>
                  <a:gd name="T27" fmla="*/ 96 h 114"/>
                  <a:gd name="T28" fmla="*/ 26 w 114"/>
                  <a:gd name="T29" fmla="*/ 37 h 114"/>
                  <a:gd name="T30" fmla="*/ 26 w 114"/>
                  <a:gd name="T31" fmla="*/ 37 h 114"/>
                  <a:gd name="T32" fmla="*/ 16 w 114"/>
                  <a:gd name="T33" fmla="*/ 28 h 114"/>
                  <a:gd name="T34" fmla="*/ 26 w 114"/>
                  <a:gd name="T35" fmla="*/ 19 h 114"/>
                  <a:gd name="T36" fmla="*/ 36 w 114"/>
                  <a:gd name="T37" fmla="*/ 28 h 114"/>
                  <a:gd name="T38" fmla="*/ 26 w 114"/>
                  <a:gd name="T39" fmla="*/ 37 h 114"/>
                  <a:gd name="T40" fmla="*/ 97 w 114"/>
                  <a:gd name="T41" fmla="*/ 96 h 114"/>
                  <a:gd name="T42" fmla="*/ 80 w 114"/>
                  <a:gd name="T43" fmla="*/ 96 h 114"/>
                  <a:gd name="T44" fmla="*/ 80 w 114"/>
                  <a:gd name="T45" fmla="*/ 68 h 114"/>
                  <a:gd name="T46" fmla="*/ 71 w 114"/>
                  <a:gd name="T47" fmla="*/ 56 h 114"/>
                  <a:gd name="T48" fmla="*/ 62 w 114"/>
                  <a:gd name="T49" fmla="*/ 63 h 114"/>
                  <a:gd name="T50" fmla="*/ 61 w 114"/>
                  <a:gd name="T51" fmla="*/ 67 h 114"/>
                  <a:gd name="T52" fmla="*/ 61 w 114"/>
                  <a:gd name="T53" fmla="*/ 96 h 114"/>
                  <a:gd name="T54" fmla="*/ 44 w 114"/>
                  <a:gd name="T55" fmla="*/ 96 h 114"/>
                  <a:gd name="T56" fmla="*/ 44 w 114"/>
                  <a:gd name="T57" fmla="*/ 44 h 114"/>
                  <a:gd name="T58" fmla="*/ 61 w 114"/>
                  <a:gd name="T59" fmla="*/ 44 h 114"/>
                  <a:gd name="T60" fmla="*/ 61 w 114"/>
                  <a:gd name="T61" fmla="*/ 51 h 114"/>
                  <a:gd name="T62" fmla="*/ 77 w 114"/>
                  <a:gd name="T63" fmla="*/ 43 h 114"/>
                  <a:gd name="T64" fmla="*/ 97 w 114"/>
                  <a:gd name="T65" fmla="*/ 66 h 114"/>
                  <a:gd name="T66" fmla="*/ 97 w 114"/>
                  <a:gd name="T67" fmla="*/ 96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14" h="114">
                    <a:moveTo>
                      <a:pt x="106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3"/>
                      <a:pt x="0" y="8"/>
                    </a:cubicBezTo>
                    <a:cubicBezTo>
                      <a:pt x="0" y="106"/>
                      <a:pt x="0" y="106"/>
                      <a:pt x="0" y="106"/>
                    </a:cubicBezTo>
                    <a:cubicBezTo>
                      <a:pt x="0" y="111"/>
                      <a:pt x="4" y="114"/>
                      <a:pt x="8" y="114"/>
                    </a:cubicBezTo>
                    <a:cubicBezTo>
                      <a:pt x="106" y="114"/>
                      <a:pt x="106" y="114"/>
                      <a:pt x="106" y="114"/>
                    </a:cubicBezTo>
                    <a:cubicBezTo>
                      <a:pt x="110" y="114"/>
                      <a:pt x="114" y="111"/>
                      <a:pt x="114" y="106"/>
                    </a:cubicBezTo>
                    <a:cubicBezTo>
                      <a:pt x="114" y="8"/>
                      <a:pt x="114" y="8"/>
                      <a:pt x="114" y="8"/>
                    </a:cubicBezTo>
                    <a:cubicBezTo>
                      <a:pt x="114" y="3"/>
                      <a:pt x="110" y="0"/>
                      <a:pt x="106" y="0"/>
                    </a:cubicBezTo>
                    <a:close/>
                    <a:moveTo>
                      <a:pt x="35" y="96"/>
                    </a:moveTo>
                    <a:cubicBezTo>
                      <a:pt x="17" y="96"/>
                      <a:pt x="17" y="96"/>
                      <a:pt x="17" y="96"/>
                    </a:cubicBezTo>
                    <a:cubicBezTo>
                      <a:pt x="17" y="44"/>
                      <a:pt x="17" y="44"/>
                      <a:pt x="17" y="44"/>
                    </a:cubicBezTo>
                    <a:cubicBezTo>
                      <a:pt x="35" y="44"/>
                      <a:pt x="35" y="44"/>
                      <a:pt x="35" y="44"/>
                    </a:cubicBezTo>
                    <a:lnTo>
                      <a:pt x="35" y="96"/>
                    </a:lnTo>
                    <a:close/>
                    <a:moveTo>
                      <a:pt x="26" y="37"/>
                    </a:moveTo>
                    <a:cubicBezTo>
                      <a:pt x="26" y="37"/>
                      <a:pt x="26" y="37"/>
                      <a:pt x="26" y="37"/>
                    </a:cubicBezTo>
                    <a:cubicBezTo>
                      <a:pt x="20" y="37"/>
                      <a:pt x="16" y="33"/>
                      <a:pt x="16" y="28"/>
                    </a:cubicBezTo>
                    <a:cubicBezTo>
                      <a:pt x="16" y="23"/>
                      <a:pt x="20" y="19"/>
                      <a:pt x="26" y="19"/>
                    </a:cubicBezTo>
                    <a:cubicBezTo>
                      <a:pt x="32" y="19"/>
                      <a:pt x="36" y="23"/>
                      <a:pt x="36" y="28"/>
                    </a:cubicBezTo>
                    <a:cubicBezTo>
                      <a:pt x="36" y="33"/>
                      <a:pt x="32" y="37"/>
                      <a:pt x="26" y="37"/>
                    </a:cubicBezTo>
                    <a:close/>
                    <a:moveTo>
                      <a:pt x="97" y="96"/>
                    </a:moveTo>
                    <a:cubicBezTo>
                      <a:pt x="80" y="96"/>
                      <a:pt x="80" y="96"/>
                      <a:pt x="80" y="96"/>
                    </a:cubicBezTo>
                    <a:cubicBezTo>
                      <a:pt x="80" y="68"/>
                      <a:pt x="80" y="68"/>
                      <a:pt x="80" y="68"/>
                    </a:cubicBezTo>
                    <a:cubicBezTo>
                      <a:pt x="80" y="61"/>
                      <a:pt x="77" y="56"/>
                      <a:pt x="71" y="56"/>
                    </a:cubicBezTo>
                    <a:cubicBezTo>
                      <a:pt x="66" y="56"/>
                      <a:pt x="63" y="59"/>
                      <a:pt x="62" y="63"/>
                    </a:cubicBezTo>
                    <a:cubicBezTo>
                      <a:pt x="61" y="64"/>
                      <a:pt x="61" y="65"/>
                      <a:pt x="61" y="67"/>
                    </a:cubicBezTo>
                    <a:cubicBezTo>
                      <a:pt x="61" y="96"/>
                      <a:pt x="61" y="96"/>
                      <a:pt x="61" y="96"/>
                    </a:cubicBezTo>
                    <a:cubicBezTo>
                      <a:pt x="44" y="96"/>
                      <a:pt x="44" y="96"/>
                      <a:pt x="44" y="96"/>
                    </a:cubicBezTo>
                    <a:cubicBezTo>
                      <a:pt x="44" y="96"/>
                      <a:pt x="44" y="49"/>
                      <a:pt x="44" y="44"/>
                    </a:cubicBezTo>
                    <a:cubicBezTo>
                      <a:pt x="61" y="44"/>
                      <a:pt x="61" y="44"/>
                      <a:pt x="61" y="44"/>
                    </a:cubicBezTo>
                    <a:cubicBezTo>
                      <a:pt x="61" y="51"/>
                      <a:pt x="61" y="51"/>
                      <a:pt x="61" y="51"/>
                    </a:cubicBezTo>
                    <a:cubicBezTo>
                      <a:pt x="64" y="48"/>
                      <a:pt x="68" y="43"/>
                      <a:pt x="77" y="43"/>
                    </a:cubicBezTo>
                    <a:cubicBezTo>
                      <a:pt x="88" y="43"/>
                      <a:pt x="97" y="50"/>
                      <a:pt x="97" y="66"/>
                    </a:cubicBezTo>
                    <a:lnTo>
                      <a:pt x="97" y="96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grpSp>
            <p:nvGrpSpPr>
              <p:cNvPr id="26" name="iṩḻidé"/>
              <p:cNvGrpSpPr/>
              <p:nvPr/>
            </p:nvGrpSpPr>
            <p:grpSpPr>
              <a:xfrm>
                <a:off x="7122757" y="4228974"/>
                <a:ext cx="865461" cy="865677"/>
                <a:chOff x="4127501" y="4194175"/>
                <a:chExt cx="909638" cy="909637"/>
              </a:xfrm>
              <a:solidFill>
                <a:schemeClr val="bg2"/>
              </a:solidFill>
            </p:grpSpPr>
            <p:sp>
              <p:nvSpPr>
                <p:cNvPr id="56" name="îŝļïḑe"/>
                <p:cNvSpPr/>
                <p:nvPr/>
              </p:nvSpPr>
              <p:spPr bwMode="auto">
                <a:xfrm>
                  <a:off x="4386263" y="4659313"/>
                  <a:ext cx="96838" cy="192087"/>
                </a:xfrm>
                <a:custGeom>
                  <a:avLst/>
                  <a:gdLst>
                    <a:gd name="T0" fmla="*/ 0 w 61"/>
                    <a:gd name="T1" fmla="*/ 18 h 121"/>
                    <a:gd name="T2" fmla="*/ 22 w 61"/>
                    <a:gd name="T3" fmla="*/ 18 h 121"/>
                    <a:gd name="T4" fmla="*/ 22 w 61"/>
                    <a:gd name="T5" fmla="*/ 121 h 121"/>
                    <a:gd name="T6" fmla="*/ 40 w 61"/>
                    <a:gd name="T7" fmla="*/ 121 h 121"/>
                    <a:gd name="T8" fmla="*/ 40 w 61"/>
                    <a:gd name="T9" fmla="*/ 18 h 121"/>
                    <a:gd name="T10" fmla="*/ 61 w 61"/>
                    <a:gd name="T11" fmla="*/ 18 h 121"/>
                    <a:gd name="T12" fmla="*/ 61 w 61"/>
                    <a:gd name="T13" fmla="*/ 0 h 121"/>
                    <a:gd name="T14" fmla="*/ 0 w 61"/>
                    <a:gd name="T15" fmla="*/ 0 h 121"/>
                    <a:gd name="T16" fmla="*/ 0 w 61"/>
                    <a:gd name="T17" fmla="*/ 18 h 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1" h="121">
                      <a:moveTo>
                        <a:pt x="0" y="18"/>
                      </a:moveTo>
                      <a:lnTo>
                        <a:pt x="22" y="18"/>
                      </a:lnTo>
                      <a:lnTo>
                        <a:pt x="22" y="121"/>
                      </a:lnTo>
                      <a:lnTo>
                        <a:pt x="40" y="121"/>
                      </a:lnTo>
                      <a:lnTo>
                        <a:pt x="40" y="18"/>
                      </a:lnTo>
                      <a:lnTo>
                        <a:pt x="61" y="18"/>
                      </a:lnTo>
                      <a:lnTo>
                        <a:pt x="61" y="0"/>
                      </a:lnTo>
                      <a:lnTo>
                        <a:pt x="0" y="0"/>
                      </a:lnTo>
                      <a:lnTo>
                        <a:pt x="0" y="1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7" name="iṥḷîḋè"/>
                <p:cNvSpPr/>
                <p:nvPr/>
              </p:nvSpPr>
              <p:spPr bwMode="auto">
                <a:xfrm>
                  <a:off x="4572001" y="4440238"/>
                  <a:ext cx="25400" cy="109537"/>
                </a:xfrm>
                <a:custGeom>
                  <a:avLst/>
                  <a:gdLst>
                    <a:gd name="T0" fmla="*/ 3 w 6"/>
                    <a:gd name="T1" fmla="*/ 26 h 26"/>
                    <a:gd name="T2" fmla="*/ 5 w 6"/>
                    <a:gd name="T3" fmla="*/ 25 h 26"/>
                    <a:gd name="T4" fmla="*/ 6 w 6"/>
                    <a:gd name="T5" fmla="*/ 23 h 26"/>
                    <a:gd name="T6" fmla="*/ 6 w 6"/>
                    <a:gd name="T7" fmla="*/ 3 h 26"/>
                    <a:gd name="T8" fmla="*/ 5 w 6"/>
                    <a:gd name="T9" fmla="*/ 1 h 26"/>
                    <a:gd name="T10" fmla="*/ 3 w 6"/>
                    <a:gd name="T11" fmla="*/ 0 h 26"/>
                    <a:gd name="T12" fmla="*/ 0 w 6"/>
                    <a:gd name="T13" fmla="*/ 1 h 26"/>
                    <a:gd name="T14" fmla="*/ 0 w 6"/>
                    <a:gd name="T15" fmla="*/ 3 h 26"/>
                    <a:gd name="T16" fmla="*/ 0 w 6"/>
                    <a:gd name="T17" fmla="*/ 23 h 26"/>
                    <a:gd name="T18" fmla="*/ 0 w 6"/>
                    <a:gd name="T19" fmla="*/ 25 h 26"/>
                    <a:gd name="T20" fmla="*/ 3 w 6"/>
                    <a:gd name="T21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" h="26">
                      <a:moveTo>
                        <a:pt x="3" y="26"/>
                      </a:moveTo>
                      <a:cubicBezTo>
                        <a:pt x="4" y="26"/>
                        <a:pt x="5" y="26"/>
                        <a:pt x="5" y="25"/>
                      </a:cubicBezTo>
                      <a:cubicBezTo>
                        <a:pt x="6" y="25"/>
                        <a:pt x="6" y="24"/>
                        <a:pt x="6" y="2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6" y="2"/>
                        <a:pt x="6" y="1"/>
                        <a:pt x="5" y="1"/>
                      </a:cubicBezTo>
                      <a:cubicBezTo>
                        <a:pt x="5" y="0"/>
                        <a:pt x="4" y="0"/>
                        <a:pt x="3" y="0"/>
                      </a:cubicBezTo>
                      <a:cubicBezTo>
                        <a:pt x="2" y="0"/>
                        <a:pt x="1" y="0"/>
                        <a:pt x="0" y="1"/>
                      </a:cubicBezTo>
                      <a:cubicBezTo>
                        <a:pt x="0" y="1"/>
                        <a:pt x="0" y="2"/>
                        <a:pt x="0" y="3"/>
                      </a:cubicBezTo>
                      <a:cubicBezTo>
                        <a:pt x="0" y="23"/>
                        <a:pt x="0" y="23"/>
                        <a:pt x="0" y="23"/>
                      </a:cubicBezTo>
                      <a:cubicBezTo>
                        <a:pt x="0" y="24"/>
                        <a:pt x="0" y="25"/>
                        <a:pt x="0" y="25"/>
                      </a:cubicBezTo>
                      <a:cubicBezTo>
                        <a:pt x="1" y="26"/>
                        <a:pt x="2" y="26"/>
                        <a:pt x="3" y="2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8" name="íṧḻíḑe"/>
                <p:cNvSpPr/>
                <p:nvPr/>
              </p:nvSpPr>
              <p:spPr bwMode="auto">
                <a:xfrm>
                  <a:off x="4600576" y="4659313"/>
                  <a:ext cx="79375" cy="192087"/>
                </a:xfrm>
                <a:custGeom>
                  <a:avLst/>
                  <a:gdLst>
                    <a:gd name="T0" fmla="*/ 13 w 19"/>
                    <a:gd name="T1" fmla="*/ 12 h 46"/>
                    <a:gd name="T2" fmla="*/ 9 w 19"/>
                    <a:gd name="T3" fmla="*/ 12 h 46"/>
                    <a:gd name="T4" fmla="*/ 6 w 19"/>
                    <a:gd name="T5" fmla="*/ 15 h 46"/>
                    <a:gd name="T6" fmla="*/ 6 w 19"/>
                    <a:gd name="T7" fmla="*/ 0 h 46"/>
                    <a:gd name="T8" fmla="*/ 0 w 19"/>
                    <a:gd name="T9" fmla="*/ 0 h 46"/>
                    <a:gd name="T10" fmla="*/ 0 w 19"/>
                    <a:gd name="T11" fmla="*/ 46 h 46"/>
                    <a:gd name="T12" fmla="*/ 6 w 19"/>
                    <a:gd name="T13" fmla="*/ 46 h 46"/>
                    <a:gd name="T14" fmla="*/ 6 w 19"/>
                    <a:gd name="T15" fmla="*/ 43 h 46"/>
                    <a:gd name="T16" fmla="*/ 9 w 19"/>
                    <a:gd name="T17" fmla="*/ 45 h 46"/>
                    <a:gd name="T18" fmla="*/ 13 w 19"/>
                    <a:gd name="T19" fmla="*/ 46 h 46"/>
                    <a:gd name="T20" fmla="*/ 18 w 19"/>
                    <a:gd name="T21" fmla="*/ 44 h 46"/>
                    <a:gd name="T22" fmla="*/ 19 w 19"/>
                    <a:gd name="T23" fmla="*/ 39 h 46"/>
                    <a:gd name="T24" fmla="*/ 19 w 19"/>
                    <a:gd name="T25" fmla="*/ 20 h 46"/>
                    <a:gd name="T26" fmla="*/ 17 w 19"/>
                    <a:gd name="T27" fmla="*/ 14 h 46"/>
                    <a:gd name="T28" fmla="*/ 13 w 19"/>
                    <a:gd name="T29" fmla="*/ 12 h 46"/>
                    <a:gd name="T30" fmla="*/ 12 w 19"/>
                    <a:gd name="T31" fmla="*/ 38 h 46"/>
                    <a:gd name="T32" fmla="*/ 12 w 19"/>
                    <a:gd name="T33" fmla="*/ 40 h 46"/>
                    <a:gd name="T34" fmla="*/ 10 w 19"/>
                    <a:gd name="T35" fmla="*/ 41 h 46"/>
                    <a:gd name="T36" fmla="*/ 8 w 19"/>
                    <a:gd name="T37" fmla="*/ 41 h 46"/>
                    <a:gd name="T38" fmla="*/ 6 w 19"/>
                    <a:gd name="T39" fmla="*/ 39 h 46"/>
                    <a:gd name="T40" fmla="*/ 6 w 19"/>
                    <a:gd name="T41" fmla="*/ 18 h 46"/>
                    <a:gd name="T42" fmla="*/ 8 w 19"/>
                    <a:gd name="T43" fmla="*/ 17 h 46"/>
                    <a:gd name="T44" fmla="*/ 9 w 19"/>
                    <a:gd name="T45" fmla="*/ 17 h 46"/>
                    <a:gd name="T46" fmla="*/ 11 w 19"/>
                    <a:gd name="T47" fmla="*/ 18 h 46"/>
                    <a:gd name="T48" fmla="*/ 12 w 19"/>
                    <a:gd name="T49" fmla="*/ 20 h 46"/>
                    <a:gd name="T50" fmla="*/ 12 w 19"/>
                    <a:gd name="T51" fmla="*/ 38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19" h="46">
                      <a:moveTo>
                        <a:pt x="13" y="12"/>
                      </a:moveTo>
                      <a:cubicBezTo>
                        <a:pt x="11" y="12"/>
                        <a:pt x="10" y="12"/>
                        <a:pt x="9" y="12"/>
                      </a:cubicBezTo>
                      <a:cubicBezTo>
                        <a:pt x="8" y="13"/>
                        <a:pt x="7" y="14"/>
                        <a:pt x="6" y="15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46"/>
                        <a:pt x="0" y="46"/>
                        <a:pt x="0" y="46"/>
                      </a:cubicBezTo>
                      <a:cubicBezTo>
                        <a:pt x="6" y="46"/>
                        <a:pt x="6" y="46"/>
                        <a:pt x="6" y="46"/>
                      </a:cubicBezTo>
                      <a:cubicBezTo>
                        <a:pt x="6" y="43"/>
                        <a:pt x="6" y="43"/>
                        <a:pt x="6" y="43"/>
                      </a:cubicBezTo>
                      <a:cubicBezTo>
                        <a:pt x="7" y="44"/>
                        <a:pt x="8" y="45"/>
                        <a:pt x="9" y="45"/>
                      </a:cubicBezTo>
                      <a:cubicBezTo>
                        <a:pt x="10" y="46"/>
                        <a:pt x="12" y="46"/>
                        <a:pt x="13" y="46"/>
                      </a:cubicBezTo>
                      <a:cubicBezTo>
                        <a:pt x="15" y="46"/>
                        <a:pt x="16" y="46"/>
                        <a:pt x="18" y="44"/>
                      </a:cubicBezTo>
                      <a:cubicBezTo>
                        <a:pt x="19" y="43"/>
                        <a:pt x="19" y="41"/>
                        <a:pt x="19" y="39"/>
                      </a:cubicBezTo>
                      <a:cubicBezTo>
                        <a:pt x="19" y="20"/>
                        <a:pt x="19" y="20"/>
                        <a:pt x="19" y="20"/>
                      </a:cubicBezTo>
                      <a:cubicBezTo>
                        <a:pt x="19" y="17"/>
                        <a:pt x="19" y="15"/>
                        <a:pt x="17" y="14"/>
                      </a:cubicBezTo>
                      <a:cubicBezTo>
                        <a:pt x="16" y="12"/>
                        <a:pt x="15" y="12"/>
                        <a:pt x="13" y="12"/>
                      </a:cubicBezTo>
                      <a:close/>
                      <a:moveTo>
                        <a:pt x="12" y="38"/>
                      </a:moveTo>
                      <a:cubicBezTo>
                        <a:pt x="12" y="39"/>
                        <a:pt x="12" y="40"/>
                        <a:pt x="12" y="40"/>
                      </a:cubicBezTo>
                      <a:cubicBezTo>
                        <a:pt x="11" y="41"/>
                        <a:pt x="11" y="41"/>
                        <a:pt x="10" y="41"/>
                      </a:cubicBezTo>
                      <a:cubicBezTo>
                        <a:pt x="9" y="41"/>
                        <a:pt x="9" y="41"/>
                        <a:pt x="8" y="41"/>
                      </a:cubicBezTo>
                      <a:cubicBezTo>
                        <a:pt x="8" y="40"/>
                        <a:pt x="7" y="40"/>
                        <a:pt x="6" y="39"/>
                      </a:cubicBezTo>
                      <a:cubicBezTo>
                        <a:pt x="6" y="18"/>
                        <a:pt x="6" y="18"/>
                        <a:pt x="6" y="18"/>
                      </a:cubicBezTo>
                      <a:cubicBezTo>
                        <a:pt x="7" y="18"/>
                        <a:pt x="7" y="17"/>
                        <a:pt x="8" y="17"/>
                      </a:cubicBezTo>
                      <a:cubicBezTo>
                        <a:pt x="8" y="17"/>
                        <a:pt x="9" y="17"/>
                        <a:pt x="9" y="17"/>
                      </a:cubicBezTo>
                      <a:cubicBezTo>
                        <a:pt x="10" y="17"/>
                        <a:pt x="11" y="17"/>
                        <a:pt x="11" y="18"/>
                      </a:cubicBezTo>
                      <a:cubicBezTo>
                        <a:pt x="12" y="18"/>
                        <a:pt x="12" y="19"/>
                        <a:pt x="12" y="20"/>
                      </a:cubicBezTo>
                      <a:lnTo>
                        <a:pt x="12" y="3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9" name="íṡḻiḓé"/>
                <p:cNvSpPr/>
                <p:nvPr/>
              </p:nvSpPr>
              <p:spPr bwMode="auto">
                <a:xfrm>
                  <a:off x="4495801" y="4710113"/>
                  <a:ext cx="84138" cy="141287"/>
                </a:xfrm>
                <a:custGeom>
                  <a:avLst/>
                  <a:gdLst>
                    <a:gd name="T0" fmla="*/ 13 w 20"/>
                    <a:gd name="T1" fmla="*/ 26 h 34"/>
                    <a:gd name="T2" fmla="*/ 11 w 20"/>
                    <a:gd name="T3" fmla="*/ 27 h 34"/>
                    <a:gd name="T4" fmla="*/ 9 w 20"/>
                    <a:gd name="T5" fmla="*/ 28 h 34"/>
                    <a:gd name="T6" fmla="*/ 7 w 20"/>
                    <a:gd name="T7" fmla="*/ 28 h 34"/>
                    <a:gd name="T8" fmla="*/ 7 w 20"/>
                    <a:gd name="T9" fmla="*/ 26 h 34"/>
                    <a:gd name="T10" fmla="*/ 7 w 20"/>
                    <a:gd name="T11" fmla="*/ 0 h 34"/>
                    <a:gd name="T12" fmla="*/ 0 w 20"/>
                    <a:gd name="T13" fmla="*/ 0 h 34"/>
                    <a:gd name="T14" fmla="*/ 0 w 20"/>
                    <a:gd name="T15" fmla="*/ 28 h 34"/>
                    <a:gd name="T16" fmla="*/ 1 w 20"/>
                    <a:gd name="T17" fmla="*/ 33 h 34"/>
                    <a:gd name="T18" fmla="*/ 5 w 20"/>
                    <a:gd name="T19" fmla="*/ 34 h 34"/>
                    <a:gd name="T20" fmla="*/ 9 w 20"/>
                    <a:gd name="T21" fmla="*/ 33 h 34"/>
                    <a:gd name="T22" fmla="*/ 13 w 20"/>
                    <a:gd name="T23" fmla="*/ 30 h 34"/>
                    <a:gd name="T24" fmla="*/ 13 w 20"/>
                    <a:gd name="T25" fmla="*/ 34 h 34"/>
                    <a:gd name="T26" fmla="*/ 20 w 20"/>
                    <a:gd name="T27" fmla="*/ 34 h 34"/>
                    <a:gd name="T28" fmla="*/ 20 w 20"/>
                    <a:gd name="T29" fmla="*/ 0 h 34"/>
                    <a:gd name="T30" fmla="*/ 13 w 20"/>
                    <a:gd name="T31" fmla="*/ 0 h 34"/>
                    <a:gd name="T32" fmla="*/ 13 w 20"/>
                    <a:gd name="T33" fmla="*/ 26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20" h="34">
                      <a:moveTo>
                        <a:pt x="13" y="26"/>
                      </a:moveTo>
                      <a:cubicBezTo>
                        <a:pt x="12" y="26"/>
                        <a:pt x="11" y="27"/>
                        <a:pt x="11" y="27"/>
                      </a:cubicBezTo>
                      <a:cubicBezTo>
                        <a:pt x="10" y="28"/>
                        <a:pt x="9" y="28"/>
                        <a:pt x="9" y="28"/>
                      </a:cubicBezTo>
                      <a:cubicBezTo>
                        <a:pt x="8" y="28"/>
                        <a:pt x="8" y="28"/>
                        <a:pt x="7" y="28"/>
                      </a:cubicBezTo>
                      <a:cubicBezTo>
                        <a:pt x="7" y="27"/>
                        <a:pt x="7" y="27"/>
                        <a:pt x="7" y="26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28"/>
                        <a:pt x="0" y="28"/>
                        <a:pt x="0" y="28"/>
                      </a:cubicBezTo>
                      <a:cubicBezTo>
                        <a:pt x="0" y="30"/>
                        <a:pt x="1" y="32"/>
                        <a:pt x="1" y="33"/>
                      </a:cubicBezTo>
                      <a:cubicBezTo>
                        <a:pt x="2" y="34"/>
                        <a:pt x="3" y="34"/>
                        <a:pt x="5" y="34"/>
                      </a:cubicBezTo>
                      <a:cubicBezTo>
                        <a:pt x="6" y="34"/>
                        <a:pt x="8" y="34"/>
                        <a:pt x="9" y="33"/>
                      </a:cubicBezTo>
                      <a:cubicBezTo>
                        <a:pt x="10" y="32"/>
                        <a:pt x="12" y="31"/>
                        <a:pt x="13" y="30"/>
                      </a:cubicBezTo>
                      <a:cubicBezTo>
                        <a:pt x="13" y="34"/>
                        <a:pt x="13" y="34"/>
                        <a:pt x="13" y="34"/>
                      </a:cubicBezTo>
                      <a:cubicBezTo>
                        <a:pt x="20" y="34"/>
                        <a:pt x="20" y="34"/>
                        <a:pt x="20" y="34"/>
                      </a:cubicBezTo>
                      <a:cubicBezTo>
                        <a:pt x="20" y="0"/>
                        <a:pt x="20" y="0"/>
                        <a:pt x="20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lnTo>
                        <a:pt x="13" y="2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60" name="íṥḷidê"/>
                <p:cNvSpPr/>
                <p:nvPr/>
              </p:nvSpPr>
              <p:spPr bwMode="auto">
                <a:xfrm>
                  <a:off x="4127501" y="4194175"/>
                  <a:ext cx="909638" cy="909637"/>
                </a:xfrm>
                <a:custGeom>
                  <a:avLst/>
                  <a:gdLst>
                    <a:gd name="T0" fmla="*/ 108 w 217"/>
                    <a:gd name="T1" fmla="*/ 0 h 217"/>
                    <a:gd name="T2" fmla="*/ 0 w 217"/>
                    <a:gd name="T3" fmla="*/ 108 h 217"/>
                    <a:gd name="T4" fmla="*/ 108 w 217"/>
                    <a:gd name="T5" fmla="*/ 217 h 217"/>
                    <a:gd name="T6" fmla="*/ 217 w 217"/>
                    <a:gd name="T7" fmla="*/ 108 h 217"/>
                    <a:gd name="T8" fmla="*/ 108 w 217"/>
                    <a:gd name="T9" fmla="*/ 0 h 217"/>
                    <a:gd name="T10" fmla="*/ 126 w 217"/>
                    <a:gd name="T11" fmla="*/ 53 h 217"/>
                    <a:gd name="T12" fmla="*/ 134 w 217"/>
                    <a:gd name="T13" fmla="*/ 53 h 217"/>
                    <a:gd name="T14" fmla="*/ 134 w 217"/>
                    <a:gd name="T15" fmla="*/ 82 h 217"/>
                    <a:gd name="T16" fmla="*/ 134 w 217"/>
                    <a:gd name="T17" fmla="*/ 84 h 217"/>
                    <a:gd name="T18" fmla="*/ 136 w 217"/>
                    <a:gd name="T19" fmla="*/ 84 h 217"/>
                    <a:gd name="T20" fmla="*/ 138 w 217"/>
                    <a:gd name="T21" fmla="*/ 84 h 217"/>
                    <a:gd name="T22" fmla="*/ 140 w 217"/>
                    <a:gd name="T23" fmla="*/ 82 h 217"/>
                    <a:gd name="T24" fmla="*/ 140 w 217"/>
                    <a:gd name="T25" fmla="*/ 53 h 217"/>
                    <a:gd name="T26" fmla="*/ 148 w 217"/>
                    <a:gd name="T27" fmla="*/ 53 h 217"/>
                    <a:gd name="T28" fmla="*/ 148 w 217"/>
                    <a:gd name="T29" fmla="*/ 91 h 217"/>
                    <a:gd name="T30" fmla="*/ 140 w 217"/>
                    <a:gd name="T31" fmla="*/ 91 h 217"/>
                    <a:gd name="T32" fmla="*/ 140 w 217"/>
                    <a:gd name="T33" fmla="*/ 86 h 217"/>
                    <a:gd name="T34" fmla="*/ 136 w 217"/>
                    <a:gd name="T35" fmla="*/ 90 h 217"/>
                    <a:gd name="T36" fmla="*/ 131 w 217"/>
                    <a:gd name="T37" fmla="*/ 91 h 217"/>
                    <a:gd name="T38" fmla="*/ 127 w 217"/>
                    <a:gd name="T39" fmla="*/ 89 h 217"/>
                    <a:gd name="T40" fmla="*/ 126 w 217"/>
                    <a:gd name="T41" fmla="*/ 84 h 217"/>
                    <a:gd name="T42" fmla="*/ 126 w 217"/>
                    <a:gd name="T43" fmla="*/ 53 h 217"/>
                    <a:gd name="T44" fmla="*/ 98 w 217"/>
                    <a:gd name="T45" fmla="*/ 62 h 217"/>
                    <a:gd name="T46" fmla="*/ 101 w 217"/>
                    <a:gd name="T47" fmla="*/ 55 h 217"/>
                    <a:gd name="T48" fmla="*/ 109 w 217"/>
                    <a:gd name="T49" fmla="*/ 52 h 217"/>
                    <a:gd name="T50" fmla="*/ 117 w 217"/>
                    <a:gd name="T51" fmla="*/ 55 h 217"/>
                    <a:gd name="T52" fmla="*/ 120 w 217"/>
                    <a:gd name="T53" fmla="*/ 62 h 217"/>
                    <a:gd name="T54" fmla="*/ 120 w 217"/>
                    <a:gd name="T55" fmla="*/ 81 h 217"/>
                    <a:gd name="T56" fmla="*/ 117 w 217"/>
                    <a:gd name="T57" fmla="*/ 89 h 217"/>
                    <a:gd name="T58" fmla="*/ 109 w 217"/>
                    <a:gd name="T59" fmla="*/ 91 h 217"/>
                    <a:gd name="T60" fmla="*/ 101 w 217"/>
                    <a:gd name="T61" fmla="*/ 89 h 217"/>
                    <a:gd name="T62" fmla="*/ 98 w 217"/>
                    <a:gd name="T63" fmla="*/ 81 h 217"/>
                    <a:gd name="T64" fmla="*/ 98 w 217"/>
                    <a:gd name="T65" fmla="*/ 62 h 217"/>
                    <a:gd name="T66" fmla="*/ 77 w 217"/>
                    <a:gd name="T67" fmla="*/ 40 h 217"/>
                    <a:gd name="T68" fmla="*/ 83 w 217"/>
                    <a:gd name="T69" fmla="*/ 60 h 217"/>
                    <a:gd name="T70" fmla="*/ 83 w 217"/>
                    <a:gd name="T71" fmla="*/ 60 h 217"/>
                    <a:gd name="T72" fmla="*/ 88 w 217"/>
                    <a:gd name="T73" fmla="*/ 40 h 217"/>
                    <a:gd name="T74" fmla="*/ 97 w 217"/>
                    <a:gd name="T75" fmla="*/ 40 h 217"/>
                    <a:gd name="T76" fmla="*/ 87 w 217"/>
                    <a:gd name="T77" fmla="*/ 70 h 217"/>
                    <a:gd name="T78" fmla="*/ 87 w 217"/>
                    <a:gd name="T79" fmla="*/ 91 h 217"/>
                    <a:gd name="T80" fmla="*/ 79 w 217"/>
                    <a:gd name="T81" fmla="*/ 91 h 217"/>
                    <a:gd name="T82" fmla="*/ 79 w 217"/>
                    <a:gd name="T83" fmla="*/ 71 h 217"/>
                    <a:gd name="T84" fmla="*/ 68 w 217"/>
                    <a:gd name="T85" fmla="*/ 40 h 217"/>
                    <a:gd name="T86" fmla="*/ 77 w 217"/>
                    <a:gd name="T87" fmla="*/ 40 h 217"/>
                    <a:gd name="T88" fmla="*/ 177 w 217"/>
                    <a:gd name="T89" fmla="*/ 146 h 217"/>
                    <a:gd name="T90" fmla="*/ 152 w 217"/>
                    <a:gd name="T91" fmla="*/ 171 h 217"/>
                    <a:gd name="T92" fmla="*/ 68 w 217"/>
                    <a:gd name="T93" fmla="*/ 171 h 217"/>
                    <a:gd name="T94" fmla="*/ 43 w 217"/>
                    <a:gd name="T95" fmla="*/ 146 h 217"/>
                    <a:gd name="T96" fmla="*/ 43 w 217"/>
                    <a:gd name="T97" fmla="*/ 127 h 217"/>
                    <a:gd name="T98" fmla="*/ 68 w 217"/>
                    <a:gd name="T99" fmla="*/ 102 h 217"/>
                    <a:gd name="T100" fmla="*/ 152 w 217"/>
                    <a:gd name="T101" fmla="*/ 102 h 217"/>
                    <a:gd name="T102" fmla="*/ 177 w 217"/>
                    <a:gd name="T103" fmla="*/ 127 h 217"/>
                    <a:gd name="T104" fmla="*/ 177 w 217"/>
                    <a:gd name="T105" fmla="*/ 146 h 2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217" h="217">
                      <a:moveTo>
                        <a:pt x="108" y="0"/>
                      </a:moveTo>
                      <a:cubicBezTo>
                        <a:pt x="48" y="0"/>
                        <a:pt x="0" y="48"/>
                        <a:pt x="0" y="108"/>
                      </a:cubicBezTo>
                      <a:cubicBezTo>
                        <a:pt x="0" y="169"/>
                        <a:pt x="48" y="217"/>
                        <a:pt x="108" y="217"/>
                      </a:cubicBezTo>
                      <a:cubicBezTo>
                        <a:pt x="169" y="217"/>
                        <a:pt x="217" y="169"/>
                        <a:pt x="217" y="108"/>
                      </a:cubicBezTo>
                      <a:cubicBezTo>
                        <a:pt x="217" y="48"/>
                        <a:pt x="169" y="0"/>
                        <a:pt x="108" y="0"/>
                      </a:cubicBezTo>
                      <a:close/>
                      <a:moveTo>
                        <a:pt x="126" y="53"/>
                      </a:moveTo>
                      <a:cubicBezTo>
                        <a:pt x="134" y="53"/>
                        <a:pt x="134" y="53"/>
                        <a:pt x="134" y="53"/>
                      </a:cubicBezTo>
                      <a:cubicBezTo>
                        <a:pt x="134" y="82"/>
                        <a:pt x="134" y="82"/>
                        <a:pt x="134" y="82"/>
                      </a:cubicBezTo>
                      <a:cubicBezTo>
                        <a:pt x="134" y="83"/>
                        <a:pt x="134" y="83"/>
                        <a:pt x="134" y="84"/>
                      </a:cubicBezTo>
                      <a:cubicBezTo>
                        <a:pt x="134" y="84"/>
                        <a:pt x="135" y="84"/>
                        <a:pt x="136" y="84"/>
                      </a:cubicBezTo>
                      <a:cubicBezTo>
                        <a:pt x="136" y="84"/>
                        <a:pt x="137" y="84"/>
                        <a:pt x="138" y="84"/>
                      </a:cubicBezTo>
                      <a:cubicBezTo>
                        <a:pt x="139" y="83"/>
                        <a:pt x="139" y="82"/>
                        <a:pt x="140" y="82"/>
                      </a:cubicBezTo>
                      <a:cubicBezTo>
                        <a:pt x="140" y="53"/>
                        <a:pt x="140" y="53"/>
                        <a:pt x="140" y="53"/>
                      </a:cubicBezTo>
                      <a:cubicBezTo>
                        <a:pt x="148" y="53"/>
                        <a:pt x="148" y="53"/>
                        <a:pt x="148" y="53"/>
                      </a:cubicBezTo>
                      <a:cubicBezTo>
                        <a:pt x="148" y="91"/>
                        <a:pt x="148" y="91"/>
                        <a:pt x="148" y="91"/>
                      </a:cubicBezTo>
                      <a:cubicBezTo>
                        <a:pt x="140" y="91"/>
                        <a:pt x="140" y="91"/>
                        <a:pt x="140" y="91"/>
                      </a:cubicBezTo>
                      <a:cubicBezTo>
                        <a:pt x="140" y="86"/>
                        <a:pt x="140" y="86"/>
                        <a:pt x="140" y="86"/>
                      </a:cubicBezTo>
                      <a:cubicBezTo>
                        <a:pt x="139" y="88"/>
                        <a:pt x="137" y="89"/>
                        <a:pt x="136" y="90"/>
                      </a:cubicBezTo>
                      <a:cubicBezTo>
                        <a:pt x="134" y="91"/>
                        <a:pt x="133" y="91"/>
                        <a:pt x="131" y="91"/>
                      </a:cubicBezTo>
                      <a:cubicBezTo>
                        <a:pt x="130" y="91"/>
                        <a:pt x="128" y="91"/>
                        <a:pt x="127" y="89"/>
                      </a:cubicBezTo>
                      <a:cubicBezTo>
                        <a:pt x="126" y="88"/>
                        <a:pt x="126" y="87"/>
                        <a:pt x="126" y="84"/>
                      </a:cubicBezTo>
                      <a:lnTo>
                        <a:pt x="126" y="53"/>
                      </a:lnTo>
                      <a:close/>
                      <a:moveTo>
                        <a:pt x="98" y="62"/>
                      </a:moveTo>
                      <a:cubicBezTo>
                        <a:pt x="98" y="59"/>
                        <a:pt x="99" y="57"/>
                        <a:pt x="101" y="55"/>
                      </a:cubicBezTo>
                      <a:cubicBezTo>
                        <a:pt x="103" y="53"/>
                        <a:pt x="106" y="52"/>
                        <a:pt x="109" y="52"/>
                      </a:cubicBezTo>
                      <a:cubicBezTo>
                        <a:pt x="112" y="52"/>
                        <a:pt x="115" y="53"/>
                        <a:pt x="117" y="55"/>
                      </a:cubicBezTo>
                      <a:cubicBezTo>
                        <a:pt x="119" y="57"/>
                        <a:pt x="120" y="59"/>
                        <a:pt x="120" y="62"/>
                      </a:cubicBezTo>
                      <a:cubicBezTo>
                        <a:pt x="120" y="81"/>
                        <a:pt x="120" y="81"/>
                        <a:pt x="120" y="81"/>
                      </a:cubicBezTo>
                      <a:cubicBezTo>
                        <a:pt x="120" y="84"/>
                        <a:pt x="119" y="87"/>
                        <a:pt x="117" y="89"/>
                      </a:cubicBezTo>
                      <a:cubicBezTo>
                        <a:pt x="115" y="91"/>
                        <a:pt x="112" y="91"/>
                        <a:pt x="109" y="91"/>
                      </a:cubicBezTo>
                      <a:cubicBezTo>
                        <a:pt x="105" y="91"/>
                        <a:pt x="103" y="91"/>
                        <a:pt x="101" y="89"/>
                      </a:cubicBezTo>
                      <a:cubicBezTo>
                        <a:pt x="99" y="87"/>
                        <a:pt x="98" y="84"/>
                        <a:pt x="98" y="81"/>
                      </a:cubicBezTo>
                      <a:lnTo>
                        <a:pt x="98" y="62"/>
                      </a:lnTo>
                      <a:close/>
                      <a:moveTo>
                        <a:pt x="77" y="40"/>
                      </a:moveTo>
                      <a:cubicBezTo>
                        <a:pt x="83" y="60"/>
                        <a:pt x="83" y="60"/>
                        <a:pt x="83" y="60"/>
                      </a:cubicBezTo>
                      <a:cubicBezTo>
                        <a:pt x="83" y="60"/>
                        <a:pt x="83" y="60"/>
                        <a:pt x="83" y="60"/>
                      </a:cubicBezTo>
                      <a:cubicBezTo>
                        <a:pt x="88" y="40"/>
                        <a:pt x="88" y="40"/>
                        <a:pt x="88" y="40"/>
                      </a:cubicBezTo>
                      <a:cubicBezTo>
                        <a:pt x="97" y="40"/>
                        <a:pt x="97" y="40"/>
                        <a:pt x="97" y="40"/>
                      </a:cubicBezTo>
                      <a:cubicBezTo>
                        <a:pt x="87" y="70"/>
                        <a:pt x="87" y="70"/>
                        <a:pt x="87" y="70"/>
                      </a:cubicBezTo>
                      <a:cubicBezTo>
                        <a:pt x="87" y="91"/>
                        <a:pt x="87" y="91"/>
                        <a:pt x="87" y="91"/>
                      </a:cubicBezTo>
                      <a:cubicBezTo>
                        <a:pt x="79" y="91"/>
                        <a:pt x="79" y="91"/>
                        <a:pt x="79" y="91"/>
                      </a:cubicBezTo>
                      <a:cubicBezTo>
                        <a:pt x="79" y="71"/>
                        <a:pt x="79" y="71"/>
                        <a:pt x="79" y="71"/>
                      </a:cubicBezTo>
                      <a:cubicBezTo>
                        <a:pt x="68" y="40"/>
                        <a:pt x="68" y="40"/>
                        <a:pt x="68" y="40"/>
                      </a:cubicBezTo>
                      <a:lnTo>
                        <a:pt x="77" y="40"/>
                      </a:lnTo>
                      <a:close/>
                      <a:moveTo>
                        <a:pt x="177" y="146"/>
                      </a:moveTo>
                      <a:cubicBezTo>
                        <a:pt x="177" y="160"/>
                        <a:pt x="166" y="171"/>
                        <a:pt x="152" y="171"/>
                      </a:cubicBezTo>
                      <a:cubicBezTo>
                        <a:pt x="68" y="171"/>
                        <a:pt x="68" y="171"/>
                        <a:pt x="68" y="171"/>
                      </a:cubicBezTo>
                      <a:cubicBezTo>
                        <a:pt x="54" y="171"/>
                        <a:pt x="43" y="160"/>
                        <a:pt x="43" y="146"/>
                      </a:cubicBezTo>
                      <a:cubicBezTo>
                        <a:pt x="43" y="127"/>
                        <a:pt x="43" y="127"/>
                        <a:pt x="43" y="127"/>
                      </a:cubicBezTo>
                      <a:cubicBezTo>
                        <a:pt x="43" y="113"/>
                        <a:pt x="54" y="102"/>
                        <a:pt x="68" y="102"/>
                      </a:cubicBezTo>
                      <a:cubicBezTo>
                        <a:pt x="152" y="102"/>
                        <a:pt x="152" y="102"/>
                        <a:pt x="152" y="102"/>
                      </a:cubicBezTo>
                      <a:cubicBezTo>
                        <a:pt x="166" y="102"/>
                        <a:pt x="177" y="113"/>
                        <a:pt x="177" y="127"/>
                      </a:cubicBezTo>
                      <a:lnTo>
                        <a:pt x="177" y="14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61" name="îŝ1iḍè"/>
                <p:cNvSpPr/>
                <p:nvPr/>
              </p:nvSpPr>
              <p:spPr bwMode="auto">
                <a:xfrm>
                  <a:off x="4697413" y="4705350"/>
                  <a:ext cx="84138" cy="150812"/>
                </a:xfrm>
                <a:custGeom>
                  <a:avLst/>
                  <a:gdLst>
                    <a:gd name="T0" fmla="*/ 10 w 20"/>
                    <a:gd name="T1" fmla="*/ 0 h 36"/>
                    <a:gd name="T2" fmla="*/ 3 w 20"/>
                    <a:gd name="T3" fmla="*/ 3 h 36"/>
                    <a:gd name="T4" fmla="*/ 0 w 20"/>
                    <a:gd name="T5" fmla="*/ 10 h 36"/>
                    <a:gd name="T6" fmla="*/ 0 w 20"/>
                    <a:gd name="T7" fmla="*/ 25 h 36"/>
                    <a:gd name="T8" fmla="*/ 2 w 20"/>
                    <a:gd name="T9" fmla="*/ 33 h 36"/>
                    <a:gd name="T10" fmla="*/ 9 w 20"/>
                    <a:gd name="T11" fmla="*/ 36 h 36"/>
                    <a:gd name="T12" fmla="*/ 17 w 20"/>
                    <a:gd name="T13" fmla="*/ 33 h 36"/>
                    <a:gd name="T14" fmla="*/ 20 w 20"/>
                    <a:gd name="T15" fmla="*/ 25 h 36"/>
                    <a:gd name="T16" fmla="*/ 20 w 20"/>
                    <a:gd name="T17" fmla="*/ 23 h 36"/>
                    <a:gd name="T18" fmla="*/ 13 w 20"/>
                    <a:gd name="T19" fmla="*/ 23 h 36"/>
                    <a:gd name="T20" fmla="*/ 13 w 20"/>
                    <a:gd name="T21" fmla="*/ 25 h 36"/>
                    <a:gd name="T22" fmla="*/ 12 w 20"/>
                    <a:gd name="T23" fmla="*/ 29 h 36"/>
                    <a:gd name="T24" fmla="*/ 10 w 20"/>
                    <a:gd name="T25" fmla="*/ 30 h 36"/>
                    <a:gd name="T26" fmla="*/ 7 w 20"/>
                    <a:gd name="T27" fmla="*/ 29 h 36"/>
                    <a:gd name="T28" fmla="*/ 7 w 20"/>
                    <a:gd name="T29" fmla="*/ 25 h 36"/>
                    <a:gd name="T30" fmla="*/ 7 w 20"/>
                    <a:gd name="T31" fmla="*/ 19 h 36"/>
                    <a:gd name="T32" fmla="*/ 20 w 20"/>
                    <a:gd name="T33" fmla="*/ 19 h 36"/>
                    <a:gd name="T34" fmla="*/ 20 w 20"/>
                    <a:gd name="T35" fmla="*/ 10 h 36"/>
                    <a:gd name="T36" fmla="*/ 17 w 20"/>
                    <a:gd name="T37" fmla="*/ 3 h 36"/>
                    <a:gd name="T38" fmla="*/ 10 w 20"/>
                    <a:gd name="T39" fmla="*/ 0 h 36"/>
                    <a:gd name="T40" fmla="*/ 13 w 20"/>
                    <a:gd name="T41" fmla="*/ 13 h 36"/>
                    <a:gd name="T42" fmla="*/ 7 w 20"/>
                    <a:gd name="T43" fmla="*/ 13 h 36"/>
                    <a:gd name="T44" fmla="*/ 7 w 20"/>
                    <a:gd name="T45" fmla="*/ 10 h 36"/>
                    <a:gd name="T46" fmla="*/ 7 w 20"/>
                    <a:gd name="T47" fmla="*/ 7 h 36"/>
                    <a:gd name="T48" fmla="*/ 10 w 20"/>
                    <a:gd name="T49" fmla="*/ 6 h 36"/>
                    <a:gd name="T50" fmla="*/ 12 w 20"/>
                    <a:gd name="T51" fmla="*/ 7 h 36"/>
                    <a:gd name="T52" fmla="*/ 13 w 20"/>
                    <a:gd name="T53" fmla="*/ 10 h 36"/>
                    <a:gd name="T54" fmla="*/ 13 w 20"/>
                    <a:gd name="T55" fmla="*/ 13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20" h="36">
                      <a:moveTo>
                        <a:pt x="10" y="0"/>
                      </a:moveTo>
                      <a:cubicBezTo>
                        <a:pt x="7" y="0"/>
                        <a:pt x="4" y="1"/>
                        <a:pt x="3" y="3"/>
                      </a:cubicBezTo>
                      <a:cubicBezTo>
                        <a:pt x="1" y="5"/>
                        <a:pt x="0" y="7"/>
                        <a:pt x="0" y="10"/>
                      </a:cubicBezTo>
                      <a:cubicBezTo>
                        <a:pt x="0" y="25"/>
                        <a:pt x="0" y="25"/>
                        <a:pt x="0" y="25"/>
                      </a:cubicBezTo>
                      <a:cubicBezTo>
                        <a:pt x="0" y="28"/>
                        <a:pt x="1" y="31"/>
                        <a:pt x="2" y="33"/>
                      </a:cubicBezTo>
                      <a:cubicBezTo>
                        <a:pt x="4" y="35"/>
                        <a:pt x="6" y="36"/>
                        <a:pt x="9" y="36"/>
                      </a:cubicBezTo>
                      <a:cubicBezTo>
                        <a:pt x="13" y="36"/>
                        <a:pt x="15" y="35"/>
                        <a:pt x="17" y="33"/>
                      </a:cubicBezTo>
                      <a:cubicBezTo>
                        <a:pt x="19" y="31"/>
                        <a:pt x="20" y="29"/>
                        <a:pt x="20" y="25"/>
                      </a:cubicBezTo>
                      <a:cubicBezTo>
                        <a:pt x="20" y="23"/>
                        <a:pt x="20" y="23"/>
                        <a:pt x="20" y="23"/>
                      </a:cubicBezTo>
                      <a:cubicBezTo>
                        <a:pt x="13" y="23"/>
                        <a:pt x="13" y="23"/>
                        <a:pt x="13" y="23"/>
                      </a:cubicBezTo>
                      <a:cubicBezTo>
                        <a:pt x="13" y="25"/>
                        <a:pt x="13" y="25"/>
                        <a:pt x="13" y="25"/>
                      </a:cubicBezTo>
                      <a:cubicBezTo>
                        <a:pt x="13" y="27"/>
                        <a:pt x="12" y="28"/>
                        <a:pt x="12" y="29"/>
                      </a:cubicBezTo>
                      <a:cubicBezTo>
                        <a:pt x="11" y="29"/>
                        <a:pt x="11" y="30"/>
                        <a:pt x="10" y="30"/>
                      </a:cubicBezTo>
                      <a:cubicBezTo>
                        <a:pt x="8" y="30"/>
                        <a:pt x="8" y="29"/>
                        <a:pt x="7" y="29"/>
                      </a:cubicBezTo>
                      <a:cubicBezTo>
                        <a:pt x="7" y="28"/>
                        <a:pt x="7" y="27"/>
                        <a:pt x="7" y="25"/>
                      </a:cubicBezTo>
                      <a:cubicBezTo>
                        <a:pt x="7" y="19"/>
                        <a:pt x="7" y="19"/>
                        <a:pt x="7" y="19"/>
                      </a:cubicBezTo>
                      <a:cubicBezTo>
                        <a:pt x="20" y="19"/>
                        <a:pt x="20" y="19"/>
                        <a:pt x="20" y="19"/>
                      </a:cubicBezTo>
                      <a:cubicBezTo>
                        <a:pt x="20" y="10"/>
                        <a:pt x="20" y="10"/>
                        <a:pt x="20" y="10"/>
                      </a:cubicBezTo>
                      <a:cubicBezTo>
                        <a:pt x="20" y="7"/>
                        <a:pt x="19" y="4"/>
                        <a:pt x="17" y="3"/>
                      </a:cubicBezTo>
                      <a:cubicBezTo>
                        <a:pt x="15" y="1"/>
                        <a:pt x="13" y="0"/>
                        <a:pt x="10" y="0"/>
                      </a:cubicBezTo>
                      <a:close/>
                      <a:moveTo>
                        <a:pt x="13" y="13"/>
                      </a:moveTo>
                      <a:cubicBezTo>
                        <a:pt x="7" y="13"/>
                        <a:pt x="7" y="13"/>
                        <a:pt x="7" y="13"/>
                      </a:cubicBezTo>
                      <a:cubicBezTo>
                        <a:pt x="7" y="10"/>
                        <a:pt x="7" y="10"/>
                        <a:pt x="7" y="10"/>
                      </a:cubicBezTo>
                      <a:cubicBezTo>
                        <a:pt x="7" y="9"/>
                        <a:pt x="7" y="8"/>
                        <a:pt x="7" y="7"/>
                      </a:cubicBezTo>
                      <a:cubicBezTo>
                        <a:pt x="8" y="6"/>
                        <a:pt x="9" y="6"/>
                        <a:pt x="10" y="6"/>
                      </a:cubicBezTo>
                      <a:cubicBezTo>
                        <a:pt x="11" y="6"/>
                        <a:pt x="11" y="6"/>
                        <a:pt x="12" y="7"/>
                      </a:cubicBezTo>
                      <a:cubicBezTo>
                        <a:pt x="12" y="8"/>
                        <a:pt x="13" y="9"/>
                        <a:pt x="13" y="10"/>
                      </a:cubicBezTo>
                      <a:lnTo>
                        <a:pt x="13" y="13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  <p:sp>
            <p:nvSpPr>
              <p:cNvPr id="27" name="iṣļíďé"/>
              <p:cNvSpPr/>
              <p:nvPr/>
            </p:nvSpPr>
            <p:spPr bwMode="auto">
              <a:xfrm>
                <a:off x="4887348" y="2863230"/>
                <a:ext cx="950036" cy="475896"/>
              </a:xfrm>
              <a:custGeom>
                <a:avLst/>
                <a:gdLst>
                  <a:gd name="T0" fmla="*/ 101 w 238"/>
                  <a:gd name="T1" fmla="*/ 35 h 119"/>
                  <a:gd name="T2" fmla="*/ 190 w 238"/>
                  <a:gd name="T3" fmla="*/ 50 h 119"/>
                  <a:gd name="T4" fmla="*/ 157 w 238"/>
                  <a:gd name="T5" fmla="*/ 59 h 119"/>
                  <a:gd name="T6" fmla="*/ 147 w 238"/>
                  <a:gd name="T7" fmla="*/ 41 h 119"/>
                  <a:gd name="T8" fmla="*/ 116 w 238"/>
                  <a:gd name="T9" fmla="*/ 41 h 119"/>
                  <a:gd name="T10" fmla="*/ 139 w 238"/>
                  <a:gd name="T11" fmla="*/ 87 h 119"/>
                  <a:gd name="T12" fmla="*/ 238 w 238"/>
                  <a:gd name="T13" fmla="*/ 59 h 119"/>
                  <a:gd name="T14" fmla="*/ 95 w 238"/>
                  <a:gd name="T15" fmla="*/ 21 h 119"/>
                  <a:gd name="T16" fmla="*/ 93 w 238"/>
                  <a:gd name="T17" fmla="*/ 21 h 119"/>
                  <a:gd name="T18" fmla="*/ 83 w 238"/>
                  <a:gd name="T19" fmla="*/ 0 h 119"/>
                  <a:gd name="T20" fmla="*/ 52 w 238"/>
                  <a:gd name="T21" fmla="*/ 4 h 119"/>
                  <a:gd name="T22" fmla="*/ 65 w 238"/>
                  <a:gd name="T23" fmla="*/ 29 h 119"/>
                  <a:gd name="T24" fmla="*/ 29 w 238"/>
                  <a:gd name="T25" fmla="*/ 119 h 119"/>
                  <a:gd name="T26" fmla="*/ 128 w 238"/>
                  <a:gd name="T27" fmla="*/ 91 h 119"/>
                  <a:gd name="T28" fmla="*/ 101 w 238"/>
                  <a:gd name="T29" fmla="*/ 35 h 119"/>
                  <a:gd name="T30" fmla="*/ 56 w 238"/>
                  <a:gd name="T31" fmla="*/ 86 h 119"/>
                  <a:gd name="T32" fmla="*/ 74 w 238"/>
                  <a:gd name="T33" fmla="*/ 47 h 119"/>
                  <a:gd name="T34" fmla="*/ 89 w 238"/>
                  <a:gd name="T35" fmla="*/ 78 h 119"/>
                  <a:gd name="T36" fmla="*/ 56 w 238"/>
                  <a:gd name="T37" fmla="*/ 86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38" h="119">
                    <a:moveTo>
                      <a:pt x="101" y="35"/>
                    </a:moveTo>
                    <a:cubicBezTo>
                      <a:pt x="149" y="21"/>
                      <a:pt x="190" y="50"/>
                      <a:pt x="190" y="50"/>
                    </a:cubicBezTo>
                    <a:cubicBezTo>
                      <a:pt x="157" y="59"/>
                      <a:pt x="157" y="59"/>
                      <a:pt x="157" y="59"/>
                    </a:cubicBezTo>
                    <a:cubicBezTo>
                      <a:pt x="147" y="41"/>
                      <a:pt x="147" y="41"/>
                      <a:pt x="147" y="41"/>
                    </a:cubicBezTo>
                    <a:cubicBezTo>
                      <a:pt x="138" y="40"/>
                      <a:pt x="127" y="39"/>
                      <a:pt x="116" y="41"/>
                    </a:cubicBezTo>
                    <a:cubicBezTo>
                      <a:pt x="139" y="87"/>
                      <a:pt x="139" y="87"/>
                      <a:pt x="139" y="87"/>
                    </a:cubicBezTo>
                    <a:cubicBezTo>
                      <a:pt x="238" y="59"/>
                      <a:pt x="238" y="59"/>
                      <a:pt x="238" y="59"/>
                    </a:cubicBezTo>
                    <a:cubicBezTo>
                      <a:pt x="238" y="59"/>
                      <a:pt x="202" y="3"/>
                      <a:pt x="95" y="21"/>
                    </a:cubicBezTo>
                    <a:cubicBezTo>
                      <a:pt x="95" y="21"/>
                      <a:pt x="94" y="21"/>
                      <a:pt x="93" y="21"/>
                    </a:cubicBezTo>
                    <a:cubicBezTo>
                      <a:pt x="83" y="0"/>
                      <a:pt x="83" y="0"/>
                      <a:pt x="83" y="0"/>
                    </a:cubicBezTo>
                    <a:cubicBezTo>
                      <a:pt x="52" y="4"/>
                      <a:pt x="52" y="4"/>
                      <a:pt x="52" y="4"/>
                    </a:cubicBezTo>
                    <a:cubicBezTo>
                      <a:pt x="65" y="29"/>
                      <a:pt x="65" y="29"/>
                      <a:pt x="65" y="29"/>
                    </a:cubicBezTo>
                    <a:cubicBezTo>
                      <a:pt x="0" y="56"/>
                      <a:pt x="29" y="119"/>
                      <a:pt x="29" y="119"/>
                    </a:cubicBezTo>
                    <a:cubicBezTo>
                      <a:pt x="128" y="91"/>
                      <a:pt x="128" y="91"/>
                      <a:pt x="128" y="91"/>
                    </a:cubicBezTo>
                    <a:lnTo>
                      <a:pt x="101" y="35"/>
                    </a:lnTo>
                    <a:close/>
                    <a:moveTo>
                      <a:pt x="56" y="86"/>
                    </a:moveTo>
                    <a:cubicBezTo>
                      <a:pt x="56" y="86"/>
                      <a:pt x="46" y="65"/>
                      <a:pt x="74" y="47"/>
                    </a:cubicBezTo>
                    <a:cubicBezTo>
                      <a:pt x="89" y="78"/>
                      <a:pt x="89" y="78"/>
                      <a:pt x="89" y="78"/>
                    </a:cubicBezTo>
                    <a:lnTo>
                      <a:pt x="56" y="86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8" name="íṥ1iḓe"/>
              <p:cNvSpPr/>
              <p:nvPr/>
            </p:nvSpPr>
            <p:spPr bwMode="auto">
              <a:xfrm>
                <a:off x="6204409" y="2517261"/>
                <a:ext cx="830715" cy="800715"/>
              </a:xfrm>
              <a:custGeom>
                <a:avLst/>
                <a:gdLst>
                  <a:gd name="T0" fmla="*/ 0 w 208"/>
                  <a:gd name="T1" fmla="*/ 68 h 201"/>
                  <a:gd name="T2" fmla="*/ 8 w 208"/>
                  <a:gd name="T3" fmla="*/ 78 h 201"/>
                  <a:gd name="T4" fmla="*/ 31 w 208"/>
                  <a:gd name="T5" fmla="*/ 72 h 201"/>
                  <a:gd name="T6" fmla="*/ 64 w 208"/>
                  <a:gd name="T7" fmla="*/ 172 h 201"/>
                  <a:gd name="T8" fmla="*/ 106 w 208"/>
                  <a:gd name="T9" fmla="*/ 189 h 201"/>
                  <a:gd name="T10" fmla="*/ 197 w 208"/>
                  <a:gd name="T11" fmla="*/ 62 h 201"/>
                  <a:gd name="T12" fmla="*/ 114 w 208"/>
                  <a:gd name="T13" fmla="*/ 67 h 201"/>
                  <a:gd name="T14" fmla="*/ 137 w 208"/>
                  <a:gd name="T15" fmla="*/ 94 h 201"/>
                  <a:gd name="T16" fmla="*/ 109 w 208"/>
                  <a:gd name="T17" fmla="*/ 130 h 201"/>
                  <a:gd name="T18" fmla="*/ 93 w 208"/>
                  <a:gd name="T19" fmla="*/ 90 h 201"/>
                  <a:gd name="T20" fmla="*/ 60 w 208"/>
                  <a:gd name="T21" fmla="*/ 22 h 201"/>
                  <a:gd name="T22" fmla="*/ 0 w 208"/>
                  <a:gd name="T23" fmla="*/ 68 h 2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08" h="201">
                    <a:moveTo>
                      <a:pt x="0" y="68"/>
                    </a:moveTo>
                    <a:cubicBezTo>
                      <a:pt x="8" y="78"/>
                      <a:pt x="8" y="78"/>
                      <a:pt x="8" y="78"/>
                    </a:cubicBezTo>
                    <a:cubicBezTo>
                      <a:pt x="8" y="78"/>
                      <a:pt x="25" y="65"/>
                      <a:pt x="31" y="72"/>
                    </a:cubicBezTo>
                    <a:cubicBezTo>
                      <a:pt x="36" y="78"/>
                      <a:pt x="57" y="157"/>
                      <a:pt x="64" y="172"/>
                    </a:cubicBezTo>
                    <a:cubicBezTo>
                      <a:pt x="70" y="184"/>
                      <a:pt x="87" y="201"/>
                      <a:pt x="106" y="189"/>
                    </a:cubicBezTo>
                    <a:cubicBezTo>
                      <a:pt x="125" y="177"/>
                      <a:pt x="186" y="124"/>
                      <a:pt x="197" y="62"/>
                    </a:cubicBezTo>
                    <a:cubicBezTo>
                      <a:pt x="208" y="0"/>
                      <a:pt x="123" y="13"/>
                      <a:pt x="114" y="67"/>
                    </a:cubicBezTo>
                    <a:cubicBezTo>
                      <a:pt x="137" y="54"/>
                      <a:pt x="149" y="73"/>
                      <a:pt x="137" y="94"/>
                    </a:cubicBezTo>
                    <a:cubicBezTo>
                      <a:pt x="126" y="116"/>
                      <a:pt x="115" y="130"/>
                      <a:pt x="109" y="130"/>
                    </a:cubicBezTo>
                    <a:cubicBezTo>
                      <a:pt x="104" y="130"/>
                      <a:pt x="100" y="116"/>
                      <a:pt x="93" y="90"/>
                    </a:cubicBezTo>
                    <a:cubicBezTo>
                      <a:pt x="87" y="64"/>
                      <a:pt x="87" y="17"/>
                      <a:pt x="60" y="22"/>
                    </a:cubicBezTo>
                    <a:cubicBezTo>
                      <a:pt x="34" y="27"/>
                      <a:pt x="0" y="68"/>
                      <a:pt x="0" y="68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9" name="iŝḷîḋe"/>
              <p:cNvSpPr/>
              <p:nvPr/>
            </p:nvSpPr>
            <p:spPr bwMode="auto">
              <a:xfrm>
                <a:off x="8210806" y="1767713"/>
                <a:ext cx="464004" cy="462115"/>
              </a:xfrm>
              <a:custGeom>
                <a:avLst/>
                <a:gdLst>
                  <a:gd name="T0" fmla="*/ 168 w 175"/>
                  <a:gd name="T1" fmla="*/ 53 h 174"/>
                  <a:gd name="T2" fmla="*/ 149 w 175"/>
                  <a:gd name="T3" fmla="*/ 25 h 174"/>
                  <a:gd name="T4" fmla="*/ 121 w 175"/>
                  <a:gd name="T5" fmla="*/ 6 h 174"/>
                  <a:gd name="T6" fmla="*/ 87 w 175"/>
                  <a:gd name="T7" fmla="*/ 0 h 174"/>
                  <a:gd name="T8" fmla="*/ 53 w 175"/>
                  <a:gd name="T9" fmla="*/ 6 h 174"/>
                  <a:gd name="T10" fmla="*/ 26 w 175"/>
                  <a:gd name="T11" fmla="*/ 25 h 174"/>
                  <a:gd name="T12" fmla="*/ 7 w 175"/>
                  <a:gd name="T13" fmla="*/ 53 h 174"/>
                  <a:gd name="T14" fmla="*/ 0 w 175"/>
                  <a:gd name="T15" fmla="*/ 87 h 174"/>
                  <a:gd name="T16" fmla="*/ 7 w 175"/>
                  <a:gd name="T17" fmla="*/ 121 h 174"/>
                  <a:gd name="T18" fmla="*/ 26 w 175"/>
                  <a:gd name="T19" fmla="*/ 149 h 174"/>
                  <a:gd name="T20" fmla="*/ 53 w 175"/>
                  <a:gd name="T21" fmla="*/ 167 h 174"/>
                  <a:gd name="T22" fmla="*/ 87 w 175"/>
                  <a:gd name="T23" fmla="*/ 174 h 174"/>
                  <a:gd name="T24" fmla="*/ 121 w 175"/>
                  <a:gd name="T25" fmla="*/ 167 h 174"/>
                  <a:gd name="T26" fmla="*/ 149 w 175"/>
                  <a:gd name="T27" fmla="*/ 149 h 174"/>
                  <a:gd name="T28" fmla="*/ 168 w 175"/>
                  <a:gd name="T29" fmla="*/ 121 h 174"/>
                  <a:gd name="T30" fmla="*/ 175 w 175"/>
                  <a:gd name="T31" fmla="*/ 87 h 174"/>
                  <a:gd name="T32" fmla="*/ 162 w 175"/>
                  <a:gd name="T33" fmla="*/ 86 h 174"/>
                  <a:gd name="T34" fmla="*/ 108 w 175"/>
                  <a:gd name="T35" fmla="*/ 80 h 174"/>
                  <a:gd name="T36" fmla="*/ 145 w 175"/>
                  <a:gd name="T37" fmla="*/ 40 h 174"/>
                  <a:gd name="T38" fmla="*/ 137 w 175"/>
                  <a:gd name="T39" fmla="*/ 31 h 174"/>
                  <a:gd name="T40" fmla="*/ 70 w 175"/>
                  <a:gd name="T41" fmla="*/ 14 h 174"/>
                  <a:gd name="T42" fmla="*/ 137 w 175"/>
                  <a:gd name="T43" fmla="*/ 31 h 174"/>
                  <a:gd name="T44" fmla="*/ 70 w 175"/>
                  <a:gd name="T45" fmla="*/ 14 h 174"/>
                  <a:gd name="T46" fmla="*/ 70 w 175"/>
                  <a:gd name="T47" fmla="*/ 14 h 174"/>
                  <a:gd name="T48" fmla="*/ 83 w 175"/>
                  <a:gd name="T49" fmla="*/ 62 h 174"/>
                  <a:gd name="T50" fmla="*/ 56 w 175"/>
                  <a:gd name="T51" fmla="*/ 19 h 174"/>
                  <a:gd name="T52" fmla="*/ 13 w 175"/>
                  <a:gd name="T53" fmla="*/ 85 h 174"/>
                  <a:gd name="T54" fmla="*/ 96 w 175"/>
                  <a:gd name="T55" fmla="*/ 87 h 174"/>
                  <a:gd name="T56" fmla="*/ 32 w 175"/>
                  <a:gd name="T57" fmla="*/ 137 h 174"/>
                  <a:gd name="T58" fmla="*/ 13 w 175"/>
                  <a:gd name="T59" fmla="*/ 87 h 174"/>
                  <a:gd name="T60" fmla="*/ 40 w 175"/>
                  <a:gd name="T61" fmla="*/ 144 h 174"/>
                  <a:gd name="T62" fmla="*/ 100 w 175"/>
                  <a:gd name="T63" fmla="*/ 99 h 174"/>
                  <a:gd name="T64" fmla="*/ 117 w 175"/>
                  <a:gd name="T65" fmla="*/ 156 h 174"/>
                  <a:gd name="T66" fmla="*/ 129 w 175"/>
                  <a:gd name="T67" fmla="*/ 149 h 174"/>
                  <a:gd name="T68" fmla="*/ 161 w 175"/>
                  <a:gd name="T69" fmla="*/ 99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75" h="174">
                    <a:moveTo>
                      <a:pt x="173" y="69"/>
                    </a:moveTo>
                    <a:cubicBezTo>
                      <a:pt x="172" y="64"/>
                      <a:pt x="170" y="58"/>
                      <a:pt x="168" y="53"/>
                    </a:cubicBezTo>
                    <a:cubicBezTo>
                      <a:pt x="166" y="48"/>
                      <a:pt x="163" y="43"/>
                      <a:pt x="160" y="38"/>
                    </a:cubicBezTo>
                    <a:cubicBezTo>
                      <a:pt x="157" y="33"/>
                      <a:pt x="153" y="29"/>
                      <a:pt x="149" y="25"/>
                    </a:cubicBezTo>
                    <a:cubicBezTo>
                      <a:pt x="145" y="21"/>
                      <a:pt x="141" y="18"/>
                      <a:pt x="136" y="14"/>
                    </a:cubicBezTo>
                    <a:cubicBezTo>
                      <a:pt x="132" y="11"/>
                      <a:pt x="127" y="9"/>
                      <a:pt x="121" y="6"/>
                    </a:cubicBezTo>
                    <a:cubicBezTo>
                      <a:pt x="116" y="4"/>
                      <a:pt x="111" y="2"/>
                      <a:pt x="105" y="1"/>
                    </a:cubicBezTo>
                    <a:cubicBezTo>
                      <a:pt x="99" y="0"/>
                      <a:pt x="93" y="0"/>
                      <a:pt x="87" y="0"/>
                    </a:cubicBezTo>
                    <a:cubicBezTo>
                      <a:pt x="82" y="0"/>
                      <a:pt x="76" y="0"/>
                      <a:pt x="70" y="1"/>
                    </a:cubicBezTo>
                    <a:cubicBezTo>
                      <a:pt x="64" y="2"/>
                      <a:pt x="59" y="4"/>
                      <a:pt x="53" y="6"/>
                    </a:cubicBezTo>
                    <a:cubicBezTo>
                      <a:pt x="48" y="9"/>
                      <a:pt x="43" y="11"/>
                      <a:pt x="39" y="14"/>
                    </a:cubicBezTo>
                    <a:cubicBezTo>
                      <a:pt x="34" y="18"/>
                      <a:pt x="30" y="21"/>
                      <a:pt x="26" y="25"/>
                    </a:cubicBezTo>
                    <a:cubicBezTo>
                      <a:pt x="22" y="29"/>
                      <a:pt x="18" y="33"/>
                      <a:pt x="15" y="38"/>
                    </a:cubicBezTo>
                    <a:cubicBezTo>
                      <a:pt x="12" y="43"/>
                      <a:pt x="9" y="48"/>
                      <a:pt x="7" y="53"/>
                    </a:cubicBezTo>
                    <a:cubicBezTo>
                      <a:pt x="5" y="58"/>
                      <a:pt x="3" y="64"/>
                      <a:pt x="2" y="69"/>
                    </a:cubicBezTo>
                    <a:cubicBezTo>
                      <a:pt x="1" y="75"/>
                      <a:pt x="0" y="81"/>
                      <a:pt x="0" y="87"/>
                    </a:cubicBezTo>
                    <a:cubicBezTo>
                      <a:pt x="0" y="93"/>
                      <a:pt x="1" y="99"/>
                      <a:pt x="2" y="105"/>
                    </a:cubicBezTo>
                    <a:cubicBezTo>
                      <a:pt x="3" y="110"/>
                      <a:pt x="5" y="116"/>
                      <a:pt x="7" y="121"/>
                    </a:cubicBezTo>
                    <a:cubicBezTo>
                      <a:pt x="9" y="126"/>
                      <a:pt x="12" y="131"/>
                      <a:pt x="15" y="136"/>
                    </a:cubicBezTo>
                    <a:cubicBezTo>
                      <a:pt x="18" y="140"/>
                      <a:pt x="22" y="145"/>
                      <a:pt x="26" y="149"/>
                    </a:cubicBezTo>
                    <a:cubicBezTo>
                      <a:pt x="30" y="153"/>
                      <a:pt x="34" y="156"/>
                      <a:pt x="39" y="159"/>
                    </a:cubicBezTo>
                    <a:cubicBezTo>
                      <a:pt x="43" y="163"/>
                      <a:pt x="48" y="165"/>
                      <a:pt x="53" y="167"/>
                    </a:cubicBezTo>
                    <a:cubicBezTo>
                      <a:pt x="59" y="170"/>
                      <a:pt x="64" y="171"/>
                      <a:pt x="70" y="173"/>
                    </a:cubicBezTo>
                    <a:cubicBezTo>
                      <a:pt x="76" y="174"/>
                      <a:pt x="82" y="174"/>
                      <a:pt x="87" y="174"/>
                    </a:cubicBezTo>
                    <a:cubicBezTo>
                      <a:pt x="93" y="174"/>
                      <a:pt x="99" y="174"/>
                      <a:pt x="105" y="173"/>
                    </a:cubicBezTo>
                    <a:cubicBezTo>
                      <a:pt x="111" y="171"/>
                      <a:pt x="116" y="170"/>
                      <a:pt x="121" y="167"/>
                    </a:cubicBezTo>
                    <a:cubicBezTo>
                      <a:pt x="127" y="165"/>
                      <a:pt x="132" y="163"/>
                      <a:pt x="136" y="159"/>
                    </a:cubicBezTo>
                    <a:cubicBezTo>
                      <a:pt x="141" y="156"/>
                      <a:pt x="145" y="153"/>
                      <a:pt x="149" y="149"/>
                    </a:cubicBezTo>
                    <a:cubicBezTo>
                      <a:pt x="153" y="145"/>
                      <a:pt x="157" y="140"/>
                      <a:pt x="160" y="136"/>
                    </a:cubicBezTo>
                    <a:cubicBezTo>
                      <a:pt x="163" y="131"/>
                      <a:pt x="166" y="126"/>
                      <a:pt x="168" y="121"/>
                    </a:cubicBezTo>
                    <a:cubicBezTo>
                      <a:pt x="170" y="116"/>
                      <a:pt x="172" y="110"/>
                      <a:pt x="173" y="105"/>
                    </a:cubicBezTo>
                    <a:cubicBezTo>
                      <a:pt x="174" y="99"/>
                      <a:pt x="175" y="93"/>
                      <a:pt x="175" y="87"/>
                    </a:cubicBezTo>
                    <a:cubicBezTo>
                      <a:pt x="175" y="81"/>
                      <a:pt x="174" y="75"/>
                      <a:pt x="173" y="69"/>
                    </a:cubicBezTo>
                    <a:close/>
                    <a:moveTo>
                      <a:pt x="162" y="86"/>
                    </a:moveTo>
                    <a:cubicBezTo>
                      <a:pt x="161" y="86"/>
                      <a:pt x="136" y="81"/>
                      <a:pt x="110" y="84"/>
                    </a:cubicBezTo>
                    <a:cubicBezTo>
                      <a:pt x="110" y="82"/>
                      <a:pt x="109" y="81"/>
                      <a:pt x="108" y="80"/>
                    </a:cubicBezTo>
                    <a:cubicBezTo>
                      <a:pt x="107" y="76"/>
                      <a:pt x="105" y="73"/>
                      <a:pt x="104" y="69"/>
                    </a:cubicBezTo>
                    <a:cubicBezTo>
                      <a:pt x="133" y="57"/>
                      <a:pt x="145" y="40"/>
                      <a:pt x="145" y="40"/>
                    </a:cubicBezTo>
                    <a:cubicBezTo>
                      <a:pt x="156" y="52"/>
                      <a:pt x="162" y="68"/>
                      <a:pt x="162" y="86"/>
                    </a:cubicBezTo>
                    <a:close/>
                    <a:moveTo>
                      <a:pt x="137" y="31"/>
                    </a:moveTo>
                    <a:cubicBezTo>
                      <a:pt x="137" y="31"/>
                      <a:pt x="126" y="47"/>
                      <a:pt x="98" y="58"/>
                    </a:cubicBezTo>
                    <a:cubicBezTo>
                      <a:pt x="85" y="35"/>
                      <a:pt x="71" y="16"/>
                      <a:pt x="70" y="14"/>
                    </a:cubicBezTo>
                    <a:cubicBezTo>
                      <a:pt x="76" y="13"/>
                      <a:pt x="81" y="12"/>
                      <a:pt x="87" y="12"/>
                    </a:cubicBezTo>
                    <a:cubicBezTo>
                      <a:pt x="106" y="12"/>
                      <a:pt x="124" y="19"/>
                      <a:pt x="137" y="31"/>
                    </a:cubicBezTo>
                    <a:close/>
                    <a:moveTo>
                      <a:pt x="70" y="14"/>
                    </a:moveTo>
                    <a:cubicBezTo>
                      <a:pt x="70" y="14"/>
                      <a:pt x="70" y="14"/>
                      <a:pt x="70" y="14"/>
                    </a:cubicBezTo>
                    <a:cubicBezTo>
                      <a:pt x="70" y="14"/>
                      <a:pt x="69" y="15"/>
                      <a:pt x="69" y="15"/>
                    </a:cubicBezTo>
                    <a:cubicBezTo>
                      <a:pt x="69" y="15"/>
                      <a:pt x="70" y="15"/>
                      <a:pt x="70" y="14"/>
                    </a:cubicBezTo>
                    <a:close/>
                    <a:moveTo>
                      <a:pt x="56" y="19"/>
                    </a:moveTo>
                    <a:cubicBezTo>
                      <a:pt x="57" y="21"/>
                      <a:pt x="70" y="39"/>
                      <a:pt x="83" y="62"/>
                    </a:cubicBezTo>
                    <a:cubicBezTo>
                      <a:pt x="47" y="72"/>
                      <a:pt x="16" y="72"/>
                      <a:pt x="14" y="72"/>
                    </a:cubicBezTo>
                    <a:cubicBezTo>
                      <a:pt x="19" y="48"/>
                      <a:pt x="35" y="29"/>
                      <a:pt x="56" y="19"/>
                    </a:cubicBezTo>
                    <a:close/>
                    <a:moveTo>
                      <a:pt x="13" y="87"/>
                    </a:moveTo>
                    <a:cubicBezTo>
                      <a:pt x="13" y="86"/>
                      <a:pt x="13" y="85"/>
                      <a:pt x="13" y="85"/>
                    </a:cubicBezTo>
                    <a:cubicBezTo>
                      <a:pt x="14" y="85"/>
                      <a:pt x="51" y="85"/>
                      <a:pt x="90" y="74"/>
                    </a:cubicBezTo>
                    <a:cubicBezTo>
                      <a:pt x="92" y="78"/>
                      <a:pt x="94" y="82"/>
                      <a:pt x="96" y="87"/>
                    </a:cubicBezTo>
                    <a:cubicBezTo>
                      <a:pt x="95" y="87"/>
                      <a:pt x="94" y="87"/>
                      <a:pt x="93" y="88"/>
                    </a:cubicBezTo>
                    <a:cubicBezTo>
                      <a:pt x="52" y="101"/>
                      <a:pt x="32" y="137"/>
                      <a:pt x="32" y="137"/>
                    </a:cubicBezTo>
                    <a:cubicBezTo>
                      <a:pt x="32" y="137"/>
                      <a:pt x="32" y="137"/>
                      <a:pt x="32" y="137"/>
                    </a:cubicBezTo>
                    <a:cubicBezTo>
                      <a:pt x="20" y="124"/>
                      <a:pt x="13" y="106"/>
                      <a:pt x="13" y="87"/>
                    </a:cubicBezTo>
                    <a:close/>
                    <a:moveTo>
                      <a:pt x="87" y="162"/>
                    </a:moveTo>
                    <a:cubicBezTo>
                      <a:pt x="69" y="162"/>
                      <a:pt x="53" y="155"/>
                      <a:pt x="40" y="144"/>
                    </a:cubicBezTo>
                    <a:cubicBezTo>
                      <a:pt x="41" y="145"/>
                      <a:pt x="42" y="146"/>
                      <a:pt x="42" y="146"/>
                    </a:cubicBezTo>
                    <a:cubicBezTo>
                      <a:pt x="42" y="146"/>
                      <a:pt x="56" y="115"/>
                      <a:pt x="100" y="99"/>
                    </a:cubicBezTo>
                    <a:cubicBezTo>
                      <a:pt x="100" y="99"/>
                      <a:pt x="100" y="99"/>
                      <a:pt x="101" y="99"/>
                    </a:cubicBezTo>
                    <a:cubicBezTo>
                      <a:pt x="111" y="126"/>
                      <a:pt x="115" y="149"/>
                      <a:pt x="117" y="156"/>
                    </a:cubicBezTo>
                    <a:cubicBezTo>
                      <a:pt x="108" y="159"/>
                      <a:pt x="98" y="162"/>
                      <a:pt x="87" y="162"/>
                    </a:cubicBezTo>
                    <a:close/>
                    <a:moveTo>
                      <a:pt x="129" y="149"/>
                    </a:moveTo>
                    <a:cubicBezTo>
                      <a:pt x="128" y="144"/>
                      <a:pt x="124" y="122"/>
                      <a:pt x="115" y="96"/>
                    </a:cubicBezTo>
                    <a:cubicBezTo>
                      <a:pt x="139" y="92"/>
                      <a:pt x="160" y="98"/>
                      <a:pt x="161" y="99"/>
                    </a:cubicBezTo>
                    <a:cubicBezTo>
                      <a:pt x="158" y="120"/>
                      <a:pt x="146" y="138"/>
                      <a:pt x="129" y="149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0" name="iṥḻïḍê"/>
              <p:cNvSpPr/>
              <p:nvPr/>
            </p:nvSpPr>
            <p:spPr bwMode="auto">
              <a:xfrm>
                <a:off x="5181483" y="4640045"/>
                <a:ext cx="910766" cy="906470"/>
              </a:xfrm>
              <a:custGeom>
                <a:avLst/>
                <a:gdLst>
                  <a:gd name="T0" fmla="*/ 114 w 228"/>
                  <a:gd name="T1" fmla="*/ 0 h 227"/>
                  <a:gd name="T2" fmla="*/ 0 w 228"/>
                  <a:gd name="T3" fmla="*/ 114 h 227"/>
                  <a:gd name="T4" fmla="*/ 68 w 228"/>
                  <a:gd name="T5" fmla="*/ 218 h 227"/>
                  <a:gd name="T6" fmla="*/ 70 w 228"/>
                  <a:gd name="T7" fmla="*/ 192 h 227"/>
                  <a:gd name="T8" fmla="*/ 85 w 228"/>
                  <a:gd name="T9" fmla="*/ 130 h 227"/>
                  <a:gd name="T10" fmla="*/ 81 w 228"/>
                  <a:gd name="T11" fmla="*/ 112 h 227"/>
                  <a:gd name="T12" fmla="*/ 103 w 228"/>
                  <a:gd name="T13" fmla="*/ 82 h 227"/>
                  <a:gd name="T14" fmla="*/ 119 w 228"/>
                  <a:gd name="T15" fmla="*/ 99 h 227"/>
                  <a:gd name="T16" fmla="*/ 109 w 228"/>
                  <a:gd name="T17" fmla="*/ 140 h 227"/>
                  <a:gd name="T18" fmla="*/ 127 w 228"/>
                  <a:gd name="T19" fmla="*/ 162 h 227"/>
                  <a:gd name="T20" fmla="*/ 163 w 228"/>
                  <a:gd name="T21" fmla="*/ 101 h 227"/>
                  <a:gd name="T22" fmla="*/ 115 w 228"/>
                  <a:gd name="T23" fmla="*/ 57 h 227"/>
                  <a:gd name="T24" fmla="*/ 59 w 228"/>
                  <a:gd name="T25" fmla="*/ 112 h 227"/>
                  <a:gd name="T26" fmla="*/ 67 w 228"/>
                  <a:gd name="T27" fmla="*/ 134 h 227"/>
                  <a:gd name="T28" fmla="*/ 68 w 228"/>
                  <a:gd name="T29" fmla="*/ 141 h 227"/>
                  <a:gd name="T30" fmla="*/ 66 w 228"/>
                  <a:gd name="T31" fmla="*/ 150 h 227"/>
                  <a:gd name="T32" fmla="*/ 60 w 228"/>
                  <a:gd name="T33" fmla="*/ 153 h 227"/>
                  <a:gd name="T34" fmla="*/ 37 w 228"/>
                  <a:gd name="T35" fmla="*/ 109 h 227"/>
                  <a:gd name="T36" fmla="*/ 118 w 228"/>
                  <a:gd name="T37" fmla="*/ 38 h 227"/>
                  <a:gd name="T38" fmla="*/ 191 w 228"/>
                  <a:gd name="T39" fmla="*/ 103 h 227"/>
                  <a:gd name="T40" fmla="*/ 129 w 228"/>
                  <a:gd name="T41" fmla="*/ 181 h 227"/>
                  <a:gd name="T42" fmla="*/ 101 w 228"/>
                  <a:gd name="T43" fmla="*/ 167 h 227"/>
                  <a:gd name="T44" fmla="*/ 93 w 228"/>
                  <a:gd name="T45" fmla="*/ 198 h 227"/>
                  <a:gd name="T46" fmla="*/ 82 w 228"/>
                  <a:gd name="T47" fmla="*/ 223 h 227"/>
                  <a:gd name="T48" fmla="*/ 114 w 228"/>
                  <a:gd name="T49" fmla="*/ 227 h 227"/>
                  <a:gd name="T50" fmla="*/ 228 w 228"/>
                  <a:gd name="T51" fmla="*/ 114 h 227"/>
                  <a:gd name="T52" fmla="*/ 114 w 228"/>
                  <a:gd name="T53" fmla="*/ 0 h 2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28" h="227">
                    <a:moveTo>
                      <a:pt x="114" y="0"/>
                    </a:moveTo>
                    <a:cubicBezTo>
                      <a:pt x="51" y="0"/>
                      <a:pt x="0" y="51"/>
                      <a:pt x="0" y="114"/>
                    </a:cubicBezTo>
                    <a:cubicBezTo>
                      <a:pt x="0" y="160"/>
                      <a:pt x="28" y="200"/>
                      <a:pt x="68" y="218"/>
                    </a:cubicBezTo>
                    <a:cubicBezTo>
                      <a:pt x="68" y="210"/>
                      <a:pt x="68" y="200"/>
                      <a:pt x="70" y="192"/>
                    </a:cubicBezTo>
                    <a:cubicBezTo>
                      <a:pt x="73" y="183"/>
                      <a:pt x="85" y="130"/>
                      <a:pt x="85" y="130"/>
                    </a:cubicBezTo>
                    <a:cubicBezTo>
                      <a:pt x="85" y="130"/>
                      <a:pt x="81" y="122"/>
                      <a:pt x="81" y="112"/>
                    </a:cubicBezTo>
                    <a:cubicBezTo>
                      <a:pt x="81" y="95"/>
                      <a:pt x="91" y="82"/>
                      <a:pt x="103" y="82"/>
                    </a:cubicBezTo>
                    <a:cubicBezTo>
                      <a:pt x="114" y="82"/>
                      <a:pt x="119" y="90"/>
                      <a:pt x="119" y="99"/>
                    </a:cubicBezTo>
                    <a:cubicBezTo>
                      <a:pt x="119" y="110"/>
                      <a:pt x="112" y="125"/>
                      <a:pt x="109" y="140"/>
                    </a:cubicBezTo>
                    <a:cubicBezTo>
                      <a:pt x="106" y="152"/>
                      <a:pt x="115" y="162"/>
                      <a:pt x="127" y="162"/>
                    </a:cubicBezTo>
                    <a:cubicBezTo>
                      <a:pt x="148" y="162"/>
                      <a:pt x="163" y="134"/>
                      <a:pt x="163" y="101"/>
                    </a:cubicBezTo>
                    <a:cubicBezTo>
                      <a:pt x="163" y="76"/>
                      <a:pt x="146" y="57"/>
                      <a:pt x="115" y="57"/>
                    </a:cubicBezTo>
                    <a:cubicBezTo>
                      <a:pt x="81" y="57"/>
                      <a:pt x="59" y="83"/>
                      <a:pt x="59" y="112"/>
                    </a:cubicBezTo>
                    <a:cubicBezTo>
                      <a:pt x="59" y="122"/>
                      <a:pt x="62" y="129"/>
                      <a:pt x="67" y="134"/>
                    </a:cubicBezTo>
                    <a:cubicBezTo>
                      <a:pt x="69" y="137"/>
                      <a:pt x="69" y="138"/>
                      <a:pt x="68" y="141"/>
                    </a:cubicBezTo>
                    <a:cubicBezTo>
                      <a:pt x="68" y="143"/>
                      <a:pt x="67" y="148"/>
                      <a:pt x="66" y="150"/>
                    </a:cubicBezTo>
                    <a:cubicBezTo>
                      <a:pt x="65" y="153"/>
                      <a:pt x="63" y="154"/>
                      <a:pt x="60" y="153"/>
                    </a:cubicBezTo>
                    <a:cubicBezTo>
                      <a:pt x="44" y="146"/>
                      <a:pt x="37" y="129"/>
                      <a:pt x="37" y="109"/>
                    </a:cubicBezTo>
                    <a:cubicBezTo>
                      <a:pt x="37" y="77"/>
                      <a:pt x="64" y="38"/>
                      <a:pt x="118" y="38"/>
                    </a:cubicBezTo>
                    <a:cubicBezTo>
                      <a:pt x="162" y="38"/>
                      <a:pt x="191" y="70"/>
                      <a:pt x="191" y="103"/>
                    </a:cubicBezTo>
                    <a:cubicBezTo>
                      <a:pt x="191" y="148"/>
                      <a:pt x="166" y="181"/>
                      <a:pt x="129" y="181"/>
                    </a:cubicBezTo>
                    <a:cubicBezTo>
                      <a:pt x="117" y="181"/>
                      <a:pt x="105" y="175"/>
                      <a:pt x="101" y="167"/>
                    </a:cubicBezTo>
                    <a:cubicBezTo>
                      <a:pt x="101" y="167"/>
                      <a:pt x="95" y="193"/>
                      <a:pt x="93" y="198"/>
                    </a:cubicBezTo>
                    <a:cubicBezTo>
                      <a:pt x="91" y="207"/>
                      <a:pt x="86" y="216"/>
                      <a:pt x="82" y="223"/>
                    </a:cubicBezTo>
                    <a:cubicBezTo>
                      <a:pt x="92" y="226"/>
                      <a:pt x="103" y="227"/>
                      <a:pt x="114" y="227"/>
                    </a:cubicBezTo>
                    <a:cubicBezTo>
                      <a:pt x="177" y="227"/>
                      <a:pt x="228" y="176"/>
                      <a:pt x="228" y="114"/>
                    </a:cubicBezTo>
                    <a:cubicBezTo>
                      <a:pt x="228" y="51"/>
                      <a:pt x="177" y="0"/>
                      <a:pt x="114" y="0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1" name="ísļïďè"/>
              <p:cNvSpPr/>
              <p:nvPr/>
            </p:nvSpPr>
            <p:spPr bwMode="auto">
              <a:xfrm>
                <a:off x="7944073" y="2407562"/>
                <a:ext cx="814100" cy="812802"/>
              </a:xfrm>
              <a:custGeom>
                <a:avLst/>
                <a:gdLst>
                  <a:gd name="T0" fmla="*/ 164 w 204"/>
                  <a:gd name="T1" fmla="*/ 0 h 204"/>
                  <a:gd name="T2" fmla="*/ 39 w 204"/>
                  <a:gd name="T3" fmla="*/ 0 h 204"/>
                  <a:gd name="T4" fmla="*/ 0 w 204"/>
                  <a:gd name="T5" fmla="*/ 39 h 204"/>
                  <a:gd name="T6" fmla="*/ 0 w 204"/>
                  <a:gd name="T7" fmla="*/ 81 h 204"/>
                  <a:gd name="T8" fmla="*/ 0 w 204"/>
                  <a:gd name="T9" fmla="*/ 164 h 204"/>
                  <a:gd name="T10" fmla="*/ 39 w 204"/>
                  <a:gd name="T11" fmla="*/ 204 h 204"/>
                  <a:gd name="T12" fmla="*/ 164 w 204"/>
                  <a:gd name="T13" fmla="*/ 204 h 204"/>
                  <a:gd name="T14" fmla="*/ 204 w 204"/>
                  <a:gd name="T15" fmla="*/ 164 h 204"/>
                  <a:gd name="T16" fmla="*/ 204 w 204"/>
                  <a:gd name="T17" fmla="*/ 81 h 204"/>
                  <a:gd name="T18" fmla="*/ 204 w 204"/>
                  <a:gd name="T19" fmla="*/ 39 h 204"/>
                  <a:gd name="T20" fmla="*/ 164 w 204"/>
                  <a:gd name="T21" fmla="*/ 0 h 204"/>
                  <a:gd name="T22" fmla="*/ 176 w 204"/>
                  <a:gd name="T23" fmla="*/ 23 h 204"/>
                  <a:gd name="T24" fmla="*/ 180 w 204"/>
                  <a:gd name="T25" fmla="*/ 23 h 204"/>
                  <a:gd name="T26" fmla="*/ 180 w 204"/>
                  <a:gd name="T27" fmla="*/ 28 h 204"/>
                  <a:gd name="T28" fmla="*/ 180 w 204"/>
                  <a:gd name="T29" fmla="*/ 58 h 204"/>
                  <a:gd name="T30" fmla="*/ 146 w 204"/>
                  <a:gd name="T31" fmla="*/ 58 h 204"/>
                  <a:gd name="T32" fmla="*/ 146 w 204"/>
                  <a:gd name="T33" fmla="*/ 24 h 204"/>
                  <a:gd name="T34" fmla="*/ 176 w 204"/>
                  <a:gd name="T35" fmla="*/ 23 h 204"/>
                  <a:gd name="T36" fmla="*/ 73 w 204"/>
                  <a:gd name="T37" fmla="*/ 81 h 204"/>
                  <a:gd name="T38" fmla="*/ 102 w 204"/>
                  <a:gd name="T39" fmla="*/ 66 h 204"/>
                  <a:gd name="T40" fmla="*/ 131 w 204"/>
                  <a:gd name="T41" fmla="*/ 81 h 204"/>
                  <a:gd name="T42" fmla="*/ 138 w 204"/>
                  <a:gd name="T43" fmla="*/ 102 h 204"/>
                  <a:gd name="T44" fmla="*/ 102 w 204"/>
                  <a:gd name="T45" fmla="*/ 138 h 204"/>
                  <a:gd name="T46" fmla="*/ 66 w 204"/>
                  <a:gd name="T47" fmla="*/ 102 h 204"/>
                  <a:gd name="T48" fmla="*/ 73 w 204"/>
                  <a:gd name="T49" fmla="*/ 81 h 204"/>
                  <a:gd name="T50" fmla="*/ 184 w 204"/>
                  <a:gd name="T51" fmla="*/ 164 h 204"/>
                  <a:gd name="T52" fmla="*/ 164 w 204"/>
                  <a:gd name="T53" fmla="*/ 184 h 204"/>
                  <a:gd name="T54" fmla="*/ 39 w 204"/>
                  <a:gd name="T55" fmla="*/ 184 h 204"/>
                  <a:gd name="T56" fmla="*/ 20 w 204"/>
                  <a:gd name="T57" fmla="*/ 164 h 204"/>
                  <a:gd name="T58" fmla="*/ 20 w 204"/>
                  <a:gd name="T59" fmla="*/ 81 h 204"/>
                  <a:gd name="T60" fmla="*/ 50 w 204"/>
                  <a:gd name="T61" fmla="*/ 81 h 204"/>
                  <a:gd name="T62" fmla="*/ 46 w 204"/>
                  <a:gd name="T63" fmla="*/ 102 h 204"/>
                  <a:gd name="T64" fmla="*/ 102 w 204"/>
                  <a:gd name="T65" fmla="*/ 158 h 204"/>
                  <a:gd name="T66" fmla="*/ 157 w 204"/>
                  <a:gd name="T67" fmla="*/ 102 h 204"/>
                  <a:gd name="T68" fmla="*/ 153 w 204"/>
                  <a:gd name="T69" fmla="*/ 81 h 204"/>
                  <a:gd name="T70" fmla="*/ 184 w 204"/>
                  <a:gd name="T71" fmla="*/ 81 h 204"/>
                  <a:gd name="T72" fmla="*/ 184 w 204"/>
                  <a:gd name="T73" fmla="*/ 164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04" h="204">
                    <a:moveTo>
                      <a:pt x="164" y="0"/>
                    </a:moveTo>
                    <a:cubicBezTo>
                      <a:pt x="39" y="0"/>
                      <a:pt x="39" y="0"/>
                      <a:pt x="39" y="0"/>
                    </a:cubicBezTo>
                    <a:cubicBezTo>
                      <a:pt x="17" y="0"/>
                      <a:pt x="0" y="18"/>
                      <a:pt x="0" y="39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164"/>
                      <a:pt x="0" y="164"/>
                      <a:pt x="0" y="164"/>
                    </a:cubicBezTo>
                    <a:cubicBezTo>
                      <a:pt x="0" y="186"/>
                      <a:pt x="17" y="204"/>
                      <a:pt x="39" y="204"/>
                    </a:cubicBezTo>
                    <a:cubicBezTo>
                      <a:pt x="164" y="204"/>
                      <a:pt x="164" y="204"/>
                      <a:pt x="164" y="204"/>
                    </a:cubicBezTo>
                    <a:cubicBezTo>
                      <a:pt x="186" y="204"/>
                      <a:pt x="204" y="186"/>
                      <a:pt x="204" y="164"/>
                    </a:cubicBezTo>
                    <a:cubicBezTo>
                      <a:pt x="204" y="81"/>
                      <a:pt x="204" y="81"/>
                      <a:pt x="204" y="81"/>
                    </a:cubicBezTo>
                    <a:cubicBezTo>
                      <a:pt x="204" y="39"/>
                      <a:pt x="204" y="39"/>
                      <a:pt x="204" y="39"/>
                    </a:cubicBezTo>
                    <a:cubicBezTo>
                      <a:pt x="204" y="18"/>
                      <a:pt x="186" y="0"/>
                      <a:pt x="164" y="0"/>
                    </a:cubicBezTo>
                    <a:close/>
                    <a:moveTo>
                      <a:pt x="176" y="23"/>
                    </a:moveTo>
                    <a:cubicBezTo>
                      <a:pt x="180" y="23"/>
                      <a:pt x="180" y="23"/>
                      <a:pt x="180" y="23"/>
                    </a:cubicBezTo>
                    <a:cubicBezTo>
                      <a:pt x="180" y="28"/>
                      <a:pt x="180" y="28"/>
                      <a:pt x="180" y="28"/>
                    </a:cubicBezTo>
                    <a:cubicBezTo>
                      <a:pt x="180" y="58"/>
                      <a:pt x="180" y="58"/>
                      <a:pt x="180" y="58"/>
                    </a:cubicBezTo>
                    <a:cubicBezTo>
                      <a:pt x="146" y="58"/>
                      <a:pt x="146" y="58"/>
                      <a:pt x="146" y="58"/>
                    </a:cubicBezTo>
                    <a:cubicBezTo>
                      <a:pt x="146" y="24"/>
                      <a:pt x="146" y="24"/>
                      <a:pt x="146" y="24"/>
                    </a:cubicBezTo>
                    <a:lnTo>
                      <a:pt x="176" y="23"/>
                    </a:lnTo>
                    <a:close/>
                    <a:moveTo>
                      <a:pt x="73" y="81"/>
                    </a:moveTo>
                    <a:cubicBezTo>
                      <a:pt x="79" y="72"/>
                      <a:pt x="90" y="66"/>
                      <a:pt x="102" y="66"/>
                    </a:cubicBezTo>
                    <a:cubicBezTo>
                      <a:pt x="114" y="66"/>
                      <a:pt x="124" y="72"/>
                      <a:pt x="131" y="81"/>
                    </a:cubicBezTo>
                    <a:cubicBezTo>
                      <a:pt x="135" y="87"/>
                      <a:pt x="138" y="94"/>
                      <a:pt x="138" y="102"/>
                    </a:cubicBezTo>
                    <a:cubicBezTo>
                      <a:pt x="138" y="122"/>
                      <a:pt x="121" y="138"/>
                      <a:pt x="102" y="138"/>
                    </a:cubicBezTo>
                    <a:cubicBezTo>
                      <a:pt x="82" y="138"/>
                      <a:pt x="66" y="122"/>
                      <a:pt x="66" y="102"/>
                    </a:cubicBezTo>
                    <a:cubicBezTo>
                      <a:pt x="66" y="94"/>
                      <a:pt x="68" y="87"/>
                      <a:pt x="73" y="81"/>
                    </a:cubicBezTo>
                    <a:close/>
                    <a:moveTo>
                      <a:pt x="184" y="164"/>
                    </a:moveTo>
                    <a:cubicBezTo>
                      <a:pt x="184" y="175"/>
                      <a:pt x="175" y="184"/>
                      <a:pt x="164" y="184"/>
                    </a:cubicBezTo>
                    <a:cubicBezTo>
                      <a:pt x="39" y="184"/>
                      <a:pt x="39" y="184"/>
                      <a:pt x="39" y="184"/>
                    </a:cubicBezTo>
                    <a:cubicBezTo>
                      <a:pt x="28" y="184"/>
                      <a:pt x="20" y="175"/>
                      <a:pt x="20" y="164"/>
                    </a:cubicBezTo>
                    <a:cubicBezTo>
                      <a:pt x="20" y="81"/>
                      <a:pt x="20" y="81"/>
                      <a:pt x="20" y="81"/>
                    </a:cubicBezTo>
                    <a:cubicBezTo>
                      <a:pt x="50" y="81"/>
                      <a:pt x="50" y="81"/>
                      <a:pt x="50" y="81"/>
                    </a:cubicBezTo>
                    <a:cubicBezTo>
                      <a:pt x="47" y="87"/>
                      <a:pt x="46" y="95"/>
                      <a:pt x="46" y="102"/>
                    </a:cubicBezTo>
                    <a:cubicBezTo>
                      <a:pt x="46" y="133"/>
                      <a:pt x="71" y="158"/>
                      <a:pt x="102" y="158"/>
                    </a:cubicBezTo>
                    <a:cubicBezTo>
                      <a:pt x="132" y="158"/>
                      <a:pt x="157" y="133"/>
                      <a:pt x="157" y="102"/>
                    </a:cubicBezTo>
                    <a:cubicBezTo>
                      <a:pt x="157" y="95"/>
                      <a:pt x="156" y="87"/>
                      <a:pt x="153" y="81"/>
                    </a:cubicBezTo>
                    <a:cubicBezTo>
                      <a:pt x="184" y="81"/>
                      <a:pt x="184" y="81"/>
                      <a:pt x="184" y="81"/>
                    </a:cubicBezTo>
                    <a:lnTo>
                      <a:pt x="184" y="164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grpSp>
            <p:nvGrpSpPr>
              <p:cNvPr id="32" name="íṡlíḑè"/>
              <p:cNvGrpSpPr/>
              <p:nvPr/>
            </p:nvGrpSpPr>
            <p:grpSpPr>
              <a:xfrm>
                <a:off x="6372064" y="900721"/>
                <a:ext cx="734051" cy="682874"/>
                <a:chOff x="3338513" y="696913"/>
                <a:chExt cx="771525" cy="717550"/>
              </a:xfrm>
              <a:solidFill>
                <a:schemeClr val="bg2"/>
              </a:solidFill>
            </p:grpSpPr>
            <p:sp>
              <p:nvSpPr>
                <p:cNvPr id="54" name="ísľíḋê"/>
                <p:cNvSpPr/>
                <p:nvPr/>
              </p:nvSpPr>
              <p:spPr bwMode="auto">
                <a:xfrm>
                  <a:off x="3586163" y="696913"/>
                  <a:ext cx="523875" cy="717550"/>
                </a:xfrm>
                <a:custGeom>
                  <a:avLst/>
                  <a:gdLst>
                    <a:gd name="T0" fmla="*/ 115 w 125"/>
                    <a:gd name="T1" fmla="*/ 63 h 171"/>
                    <a:gd name="T2" fmla="*/ 69 w 125"/>
                    <a:gd name="T3" fmla="*/ 63 h 171"/>
                    <a:gd name="T4" fmla="*/ 85 w 125"/>
                    <a:gd name="T5" fmla="*/ 32 h 171"/>
                    <a:gd name="T6" fmla="*/ 74 w 125"/>
                    <a:gd name="T7" fmla="*/ 0 h 171"/>
                    <a:gd name="T8" fmla="*/ 61 w 125"/>
                    <a:gd name="T9" fmla="*/ 21 h 171"/>
                    <a:gd name="T10" fmla="*/ 37 w 125"/>
                    <a:gd name="T11" fmla="*/ 53 h 171"/>
                    <a:gd name="T12" fmla="*/ 0 w 125"/>
                    <a:gd name="T13" fmla="*/ 70 h 171"/>
                    <a:gd name="T14" fmla="*/ 0 w 125"/>
                    <a:gd name="T15" fmla="*/ 71 h 171"/>
                    <a:gd name="T16" fmla="*/ 0 w 125"/>
                    <a:gd name="T17" fmla="*/ 148 h 171"/>
                    <a:gd name="T18" fmla="*/ 26 w 125"/>
                    <a:gd name="T19" fmla="*/ 155 h 171"/>
                    <a:gd name="T20" fmla="*/ 76 w 125"/>
                    <a:gd name="T21" fmla="*/ 171 h 171"/>
                    <a:gd name="T22" fmla="*/ 91 w 125"/>
                    <a:gd name="T23" fmla="*/ 147 h 171"/>
                    <a:gd name="T24" fmla="*/ 103 w 125"/>
                    <a:gd name="T25" fmla="*/ 121 h 171"/>
                    <a:gd name="T26" fmla="*/ 107 w 125"/>
                    <a:gd name="T27" fmla="*/ 91 h 171"/>
                    <a:gd name="T28" fmla="*/ 115 w 125"/>
                    <a:gd name="T29" fmla="*/ 63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125" h="171">
                      <a:moveTo>
                        <a:pt x="115" y="63"/>
                      </a:moveTo>
                      <a:cubicBezTo>
                        <a:pt x="105" y="57"/>
                        <a:pt x="69" y="63"/>
                        <a:pt x="69" y="63"/>
                      </a:cubicBezTo>
                      <a:cubicBezTo>
                        <a:pt x="75" y="59"/>
                        <a:pt x="85" y="38"/>
                        <a:pt x="85" y="32"/>
                      </a:cubicBezTo>
                      <a:cubicBezTo>
                        <a:pt x="86" y="19"/>
                        <a:pt x="83" y="0"/>
                        <a:pt x="74" y="0"/>
                      </a:cubicBezTo>
                      <a:cubicBezTo>
                        <a:pt x="64" y="0"/>
                        <a:pt x="62" y="16"/>
                        <a:pt x="61" y="21"/>
                      </a:cubicBezTo>
                      <a:cubicBezTo>
                        <a:pt x="59" y="35"/>
                        <a:pt x="46" y="48"/>
                        <a:pt x="37" y="53"/>
                      </a:cubicBezTo>
                      <a:cubicBezTo>
                        <a:pt x="25" y="60"/>
                        <a:pt x="16" y="66"/>
                        <a:pt x="0" y="70"/>
                      </a:cubicBezTo>
                      <a:cubicBezTo>
                        <a:pt x="0" y="70"/>
                        <a:pt x="0" y="71"/>
                        <a:pt x="0" y="71"/>
                      </a:cubicBezTo>
                      <a:cubicBezTo>
                        <a:pt x="0" y="148"/>
                        <a:pt x="0" y="148"/>
                        <a:pt x="0" y="148"/>
                      </a:cubicBezTo>
                      <a:cubicBezTo>
                        <a:pt x="9" y="148"/>
                        <a:pt x="18" y="150"/>
                        <a:pt x="26" y="155"/>
                      </a:cubicBezTo>
                      <a:cubicBezTo>
                        <a:pt x="43" y="164"/>
                        <a:pt x="56" y="171"/>
                        <a:pt x="76" y="171"/>
                      </a:cubicBezTo>
                      <a:cubicBezTo>
                        <a:pt x="106" y="171"/>
                        <a:pt x="103" y="148"/>
                        <a:pt x="91" y="147"/>
                      </a:cubicBezTo>
                      <a:cubicBezTo>
                        <a:pt x="115" y="148"/>
                        <a:pt x="117" y="128"/>
                        <a:pt x="103" y="121"/>
                      </a:cubicBezTo>
                      <a:cubicBezTo>
                        <a:pt x="125" y="121"/>
                        <a:pt x="122" y="93"/>
                        <a:pt x="107" y="91"/>
                      </a:cubicBezTo>
                      <a:cubicBezTo>
                        <a:pt x="124" y="92"/>
                        <a:pt x="125" y="70"/>
                        <a:pt x="115" y="6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5" name="îşļíḑè"/>
                <p:cNvSpPr/>
                <p:nvPr/>
              </p:nvSpPr>
              <p:spPr bwMode="auto">
                <a:xfrm>
                  <a:off x="3338513" y="960438"/>
                  <a:ext cx="163513" cy="390525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  <p:grpSp>
            <p:nvGrpSpPr>
              <p:cNvPr id="33" name="îṣļîḑè"/>
              <p:cNvGrpSpPr/>
              <p:nvPr/>
            </p:nvGrpSpPr>
            <p:grpSpPr>
              <a:xfrm>
                <a:off x="5192322" y="1769361"/>
                <a:ext cx="977541" cy="915731"/>
                <a:chOff x="544513" y="3295650"/>
                <a:chExt cx="1325563" cy="1241425"/>
              </a:xfrm>
              <a:solidFill>
                <a:schemeClr val="bg2"/>
              </a:solidFill>
            </p:grpSpPr>
            <p:sp>
              <p:nvSpPr>
                <p:cNvPr id="51" name="îśḷîďè"/>
                <p:cNvSpPr/>
                <p:nvPr/>
              </p:nvSpPr>
              <p:spPr bwMode="auto">
                <a:xfrm>
                  <a:off x="692151" y="3351213"/>
                  <a:ext cx="1077913" cy="1185862"/>
                </a:xfrm>
                <a:custGeom>
                  <a:avLst/>
                  <a:gdLst>
                    <a:gd name="T0" fmla="*/ 55 w 257"/>
                    <a:gd name="T1" fmla="*/ 128 h 283"/>
                    <a:gd name="T2" fmla="*/ 49 w 257"/>
                    <a:gd name="T3" fmla="*/ 128 h 283"/>
                    <a:gd name="T4" fmla="*/ 43 w 257"/>
                    <a:gd name="T5" fmla="*/ 129 h 283"/>
                    <a:gd name="T6" fmla="*/ 36 w 257"/>
                    <a:gd name="T7" fmla="*/ 133 h 283"/>
                    <a:gd name="T8" fmla="*/ 9 w 257"/>
                    <a:gd name="T9" fmla="*/ 145 h 283"/>
                    <a:gd name="T10" fmla="*/ 4 w 257"/>
                    <a:gd name="T11" fmla="*/ 167 h 283"/>
                    <a:gd name="T12" fmla="*/ 26 w 257"/>
                    <a:gd name="T13" fmla="*/ 218 h 283"/>
                    <a:gd name="T14" fmla="*/ 46 w 257"/>
                    <a:gd name="T15" fmla="*/ 229 h 283"/>
                    <a:gd name="T16" fmla="*/ 61 w 257"/>
                    <a:gd name="T17" fmla="*/ 223 h 283"/>
                    <a:gd name="T18" fmla="*/ 73 w 257"/>
                    <a:gd name="T19" fmla="*/ 243 h 283"/>
                    <a:gd name="T20" fmla="*/ 77 w 257"/>
                    <a:gd name="T21" fmla="*/ 240 h 283"/>
                    <a:gd name="T22" fmla="*/ 106 w 257"/>
                    <a:gd name="T23" fmla="*/ 273 h 283"/>
                    <a:gd name="T24" fmla="*/ 139 w 257"/>
                    <a:gd name="T25" fmla="*/ 275 h 283"/>
                    <a:gd name="T26" fmla="*/ 141 w 257"/>
                    <a:gd name="T27" fmla="*/ 242 h 283"/>
                    <a:gd name="T28" fmla="*/ 138 w 257"/>
                    <a:gd name="T29" fmla="*/ 239 h 283"/>
                    <a:gd name="T30" fmla="*/ 138 w 257"/>
                    <a:gd name="T31" fmla="*/ 239 h 283"/>
                    <a:gd name="T32" fmla="*/ 112 w 257"/>
                    <a:gd name="T33" fmla="*/ 209 h 283"/>
                    <a:gd name="T34" fmla="*/ 128 w 257"/>
                    <a:gd name="T35" fmla="*/ 194 h 283"/>
                    <a:gd name="T36" fmla="*/ 131 w 257"/>
                    <a:gd name="T37" fmla="*/ 193 h 283"/>
                    <a:gd name="T38" fmla="*/ 257 w 257"/>
                    <a:gd name="T39" fmla="*/ 188 h 283"/>
                    <a:gd name="T40" fmla="*/ 174 w 257"/>
                    <a:gd name="T41" fmla="*/ 0 h 283"/>
                    <a:gd name="T42" fmla="*/ 55 w 257"/>
                    <a:gd name="T43" fmla="*/ 128 h 2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257" h="283">
                      <a:moveTo>
                        <a:pt x="55" y="128"/>
                      </a:moveTo>
                      <a:cubicBezTo>
                        <a:pt x="53" y="127"/>
                        <a:pt x="51" y="127"/>
                        <a:pt x="49" y="128"/>
                      </a:cubicBezTo>
                      <a:cubicBezTo>
                        <a:pt x="47" y="128"/>
                        <a:pt x="45" y="128"/>
                        <a:pt x="43" y="129"/>
                      </a:cubicBezTo>
                      <a:cubicBezTo>
                        <a:pt x="41" y="130"/>
                        <a:pt x="38" y="131"/>
                        <a:pt x="36" y="133"/>
                      </a:cubicBezTo>
                      <a:cubicBezTo>
                        <a:pt x="9" y="145"/>
                        <a:pt x="9" y="145"/>
                        <a:pt x="9" y="145"/>
                      </a:cubicBezTo>
                      <a:cubicBezTo>
                        <a:pt x="2" y="148"/>
                        <a:pt x="0" y="158"/>
                        <a:pt x="4" y="167"/>
                      </a:cubicBezTo>
                      <a:cubicBezTo>
                        <a:pt x="26" y="218"/>
                        <a:pt x="26" y="218"/>
                        <a:pt x="26" y="218"/>
                      </a:cubicBezTo>
                      <a:cubicBezTo>
                        <a:pt x="30" y="227"/>
                        <a:pt x="39" y="232"/>
                        <a:pt x="46" y="229"/>
                      </a:cubicBezTo>
                      <a:cubicBezTo>
                        <a:pt x="61" y="223"/>
                        <a:pt x="61" y="223"/>
                        <a:pt x="61" y="223"/>
                      </a:cubicBezTo>
                      <a:cubicBezTo>
                        <a:pt x="73" y="243"/>
                        <a:pt x="73" y="243"/>
                        <a:pt x="73" y="243"/>
                      </a:cubicBezTo>
                      <a:cubicBezTo>
                        <a:pt x="77" y="240"/>
                        <a:pt x="77" y="240"/>
                        <a:pt x="77" y="240"/>
                      </a:cubicBezTo>
                      <a:cubicBezTo>
                        <a:pt x="106" y="273"/>
                        <a:pt x="106" y="273"/>
                        <a:pt x="106" y="273"/>
                      </a:cubicBezTo>
                      <a:cubicBezTo>
                        <a:pt x="115" y="282"/>
                        <a:pt x="129" y="283"/>
                        <a:pt x="139" y="275"/>
                      </a:cubicBezTo>
                      <a:cubicBezTo>
                        <a:pt x="149" y="266"/>
                        <a:pt x="149" y="251"/>
                        <a:pt x="141" y="242"/>
                      </a:cubicBezTo>
                      <a:cubicBezTo>
                        <a:pt x="138" y="239"/>
                        <a:pt x="138" y="239"/>
                        <a:pt x="138" y="239"/>
                      </a:cubicBezTo>
                      <a:cubicBezTo>
                        <a:pt x="138" y="239"/>
                        <a:pt x="138" y="239"/>
                        <a:pt x="138" y="239"/>
                      </a:cubicBezTo>
                      <a:cubicBezTo>
                        <a:pt x="112" y="209"/>
                        <a:pt x="112" y="209"/>
                        <a:pt x="112" y="209"/>
                      </a:cubicBezTo>
                      <a:cubicBezTo>
                        <a:pt x="128" y="194"/>
                        <a:pt x="128" y="194"/>
                        <a:pt x="128" y="194"/>
                      </a:cubicBezTo>
                      <a:cubicBezTo>
                        <a:pt x="129" y="194"/>
                        <a:pt x="130" y="193"/>
                        <a:pt x="131" y="193"/>
                      </a:cubicBezTo>
                      <a:cubicBezTo>
                        <a:pt x="197" y="178"/>
                        <a:pt x="257" y="188"/>
                        <a:pt x="257" y="188"/>
                      </a:cubicBezTo>
                      <a:cubicBezTo>
                        <a:pt x="174" y="0"/>
                        <a:pt x="174" y="0"/>
                        <a:pt x="174" y="0"/>
                      </a:cubicBezTo>
                      <a:cubicBezTo>
                        <a:pt x="161" y="54"/>
                        <a:pt x="86" y="108"/>
                        <a:pt x="55" y="12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2" name="isľiďê"/>
                <p:cNvSpPr/>
                <p:nvPr/>
              </p:nvSpPr>
              <p:spPr bwMode="auto">
                <a:xfrm>
                  <a:off x="1446213" y="3295650"/>
                  <a:ext cx="423863" cy="865187"/>
                </a:xfrm>
                <a:custGeom>
                  <a:avLst/>
                  <a:gdLst>
                    <a:gd name="T0" fmla="*/ 0 w 267"/>
                    <a:gd name="T1" fmla="*/ 16 h 545"/>
                    <a:gd name="T2" fmla="*/ 233 w 267"/>
                    <a:gd name="T3" fmla="*/ 545 h 545"/>
                    <a:gd name="T4" fmla="*/ 267 w 267"/>
                    <a:gd name="T5" fmla="*/ 531 h 545"/>
                    <a:gd name="T6" fmla="*/ 32 w 267"/>
                    <a:gd name="T7" fmla="*/ 0 h 545"/>
                    <a:gd name="T8" fmla="*/ 0 w 267"/>
                    <a:gd name="T9" fmla="*/ 16 h 5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7" h="545">
                      <a:moveTo>
                        <a:pt x="0" y="16"/>
                      </a:moveTo>
                      <a:lnTo>
                        <a:pt x="233" y="545"/>
                      </a:lnTo>
                      <a:lnTo>
                        <a:pt x="267" y="531"/>
                      </a:lnTo>
                      <a:lnTo>
                        <a:pt x="32" y="0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3" name="í$lîďê"/>
                <p:cNvSpPr/>
                <p:nvPr/>
              </p:nvSpPr>
              <p:spPr bwMode="auto">
                <a:xfrm>
                  <a:off x="544513" y="4021138"/>
                  <a:ext cx="257175" cy="339725"/>
                </a:xfrm>
                <a:custGeom>
                  <a:avLst/>
                  <a:gdLst>
                    <a:gd name="T0" fmla="*/ 30 w 61"/>
                    <a:gd name="T1" fmla="*/ 10 h 81"/>
                    <a:gd name="T2" fmla="*/ 28 w 61"/>
                    <a:gd name="T3" fmla="*/ 0 h 81"/>
                    <a:gd name="T4" fmla="*/ 17 w 61"/>
                    <a:gd name="T5" fmla="*/ 5 h 81"/>
                    <a:gd name="T6" fmla="*/ 1 w 61"/>
                    <a:gd name="T7" fmla="*/ 32 h 81"/>
                    <a:gd name="T8" fmla="*/ 15 w 61"/>
                    <a:gd name="T9" fmla="*/ 26 h 81"/>
                    <a:gd name="T10" fmla="*/ 21 w 61"/>
                    <a:gd name="T11" fmla="*/ 28 h 81"/>
                    <a:gd name="T12" fmla="*/ 21 w 61"/>
                    <a:gd name="T13" fmla="*/ 29 h 81"/>
                    <a:gd name="T14" fmla="*/ 22 w 61"/>
                    <a:gd name="T15" fmla="*/ 29 h 81"/>
                    <a:gd name="T16" fmla="*/ 19 w 61"/>
                    <a:gd name="T17" fmla="*/ 35 h 81"/>
                    <a:gd name="T18" fmla="*/ 4 w 61"/>
                    <a:gd name="T19" fmla="*/ 42 h 81"/>
                    <a:gd name="T20" fmla="*/ 6 w 61"/>
                    <a:gd name="T21" fmla="*/ 47 h 81"/>
                    <a:gd name="T22" fmla="*/ 21 w 61"/>
                    <a:gd name="T23" fmla="*/ 40 h 81"/>
                    <a:gd name="T24" fmla="*/ 27 w 61"/>
                    <a:gd name="T25" fmla="*/ 42 h 81"/>
                    <a:gd name="T26" fmla="*/ 28 w 61"/>
                    <a:gd name="T27" fmla="*/ 43 h 81"/>
                    <a:gd name="T28" fmla="*/ 28 w 61"/>
                    <a:gd name="T29" fmla="*/ 43 h 81"/>
                    <a:gd name="T30" fmla="*/ 25 w 61"/>
                    <a:gd name="T31" fmla="*/ 49 h 81"/>
                    <a:gd name="T32" fmla="*/ 10 w 61"/>
                    <a:gd name="T33" fmla="*/ 56 h 81"/>
                    <a:gd name="T34" fmla="*/ 12 w 61"/>
                    <a:gd name="T35" fmla="*/ 61 h 81"/>
                    <a:gd name="T36" fmla="*/ 28 w 61"/>
                    <a:gd name="T37" fmla="*/ 54 h 81"/>
                    <a:gd name="T38" fmla="*/ 34 w 61"/>
                    <a:gd name="T39" fmla="*/ 56 h 81"/>
                    <a:gd name="T40" fmla="*/ 34 w 61"/>
                    <a:gd name="T41" fmla="*/ 56 h 81"/>
                    <a:gd name="T42" fmla="*/ 34 w 61"/>
                    <a:gd name="T43" fmla="*/ 57 h 81"/>
                    <a:gd name="T44" fmla="*/ 31 w 61"/>
                    <a:gd name="T45" fmla="*/ 63 h 81"/>
                    <a:gd name="T46" fmla="*/ 17 w 61"/>
                    <a:gd name="T47" fmla="*/ 69 h 81"/>
                    <a:gd name="T48" fmla="*/ 48 w 61"/>
                    <a:gd name="T49" fmla="*/ 76 h 81"/>
                    <a:gd name="T50" fmla="*/ 61 w 61"/>
                    <a:gd name="T51" fmla="*/ 71 h 81"/>
                    <a:gd name="T52" fmla="*/ 53 w 61"/>
                    <a:gd name="T53" fmla="*/ 61 h 81"/>
                    <a:gd name="T54" fmla="*/ 30 w 61"/>
                    <a:gd name="T55" fmla="*/ 10 h 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61" h="81">
                      <a:moveTo>
                        <a:pt x="30" y="10"/>
                      </a:moveTo>
                      <a:cubicBezTo>
                        <a:pt x="29" y="6"/>
                        <a:pt x="28" y="3"/>
                        <a:pt x="28" y="0"/>
                      </a:cubicBezTo>
                      <a:cubicBezTo>
                        <a:pt x="17" y="5"/>
                        <a:pt x="17" y="5"/>
                        <a:pt x="17" y="5"/>
                      </a:cubicBezTo>
                      <a:cubicBezTo>
                        <a:pt x="6" y="10"/>
                        <a:pt x="0" y="21"/>
                        <a:pt x="1" y="32"/>
                      </a:cubicBezTo>
                      <a:cubicBezTo>
                        <a:pt x="15" y="26"/>
                        <a:pt x="15" y="26"/>
                        <a:pt x="15" y="26"/>
                      </a:cubicBezTo>
                      <a:cubicBezTo>
                        <a:pt x="18" y="25"/>
                        <a:pt x="20" y="26"/>
                        <a:pt x="21" y="28"/>
                      </a:cubicBezTo>
                      <a:cubicBezTo>
                        <a:pt x="21" y="29"/>
                        <a:pt x="21" y="29"/>
                        <a:pt x="21" y="29"/>
                      </a:cubicBezTo>
                      <a:cubicBezTo>
                        <a:pt x="21" y="29"/>
                        <a:pt x="22" y="29"/>
                        <a:pt x="22" y="29"/>
                      </a:cubicBezTo>
                      <a:cubicBezTo>
                        <a:pt x="23" y="31"/>
                        <a:pt x="22" y="34"/>
                        <a:pt x="19" y="35"/>
                      </a:cubicBezTo>
                      <a:cubicBezTo>
                        <a:pt x="4" y="42"/>
                        <a:pt x="4" y="42"/>
                        <a:pt x="4" y="42"/>
                      </a:cubicBezTo>
                      <a:cubicBezTo>
                        <a:pt x="6" y="47"/>
                        <a:pt x="6" y="47"/>
                        <a:pt x="6" y="47"/>
                      </a:cubicBezTo>
                      <a:cubicBezTo>
                        <a:pt x="21" y="40"/>
                        <a:pt x="21" y="40"/>
                        <a:pt x="21" y="40"/>
                      </a:cubicBezTo>
                      <a:cubicBezTo>
                        <a:pt x="24" y="39"/>
                        <a:pt x="26" y="40"/>
                        <a:pt x="27" y="42"/>
                      </a:cubicBezTo>
                      <a:cubicBezTo>
                        <a:pt x="27" y="42"/>
                        <a:pt x="27" y="43"/>
                        <a:pt x="28" y="43"/>
                      </a:cubicBezTo>
                      <a:cubicBezTo>
                        <a:pt x="28" y="43"/>
                        <a:pt x="28" y="43"/>
                        <a:pt x="28" y="43"/>
                      </a:cubicBezTo>
                      <a:cubicBezTo>
                        <a:pt x="29" y="45"/>
                        <a:pt x="28" y="48"/>
                        <a:pt x="25" y="49"/>
                      </a:cubicBezTo>
                      <a:cubicBezTo>
                        <a:pt x="10" y="56"/>
                        <a:pt x="10" y="56"/>
                        <a:pt x="10" y="56"/>
                      </a:cubicBezTo>
                      <a:cubicBezTo>
                        <a:pt x="12" y="61"/>
                        <a:pt x="12" y="61"/>
                        <a:pt x="12" y="61"/>
                      </a:cubicBezTo>
                      <a:cubicBezTo>
                        <a:pt x="28" y="54"/>
                        <a:pt x="28" y="54"/>
                        <a:pt x="28" y="54"/>
                      </a:cubicBezTo>
                      <a:cubicBezTo>
                        <a:pt x="30" y="53"/>
                        <a:pt x="33" y="54"/>
                        <a:pt x="34" y="56"/>
                      </a:cubicBezTo>
                      <a:cubicBezTo>
                        <a:pt x="34" y="56"/>
                        <a:pt x="34" y="56"/>
                        <a:pt x="34" y="56"/>
                      </a:cubicBezTo>
                      <a:cubicBezTo>
                        <a:pt x="34" y="57"/>
                        <a:pt x="34" y="57"/>
                        <a:pt x="34" y="57"/>
                      </a:cubicBezTo>
                      <a:cubicBezTo>
                        <a:pt x="35" y="59"/>
                        <a:pt x="34" y="62"/>
                        <a:pt x="31" y="63"/>
                      </a:cubicBezTo>
                      <a:cubicBezTo>
                        <a:pt x="17" y="69"/>
                        <a:pt x="17" y="69"/>
                        <a:pt x="17" y="69"/>
                      </a:cubicBezTo>
                      <a:cubicBezTo>
                        <a:pt x="24" y="78"/>
                        <a:pt x="37" y="81"/>
                        <a:pt x="48" y="76"/>
                      </a:cubicBezTo>
                      <a:cubicBezTo>
                        <a:pt x="61" y="71"/>
                        <a:pt x="61" y="71"/>
                        <a:pt x="61" y="71"/>
                      </a:cubicBezTo>
                      <a:cubicBezTo>
                        <a:pt x="58" y="68"/>
                        <a:pt x="55" y="65"/>
                        <a:pt x="53" y="61"/>
                      </a:cubicBezTo>
                      <a:lnTo>
                        <a:pt x="30" y="1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  <p:sp>
            <p:nvSpPr>
              <p:cNvPr id="34" name="ïṣļîḓé"/>
              <p:cNvSpPr/>
              <p:nvPr/>
            </p:nvSpPr>
            <p:spPr bwMode="auto">
              <a:xfrm>
                <a:off x="3602006" y="2021722"/>
                <a:ext cx="583011" cy="702513"/>
              </a:xfrm>
              <a:custGeom>
                <a:avLst/>
                <a:gdLst>
                  <a:gd name="T0" fmla="*/ 60 w 146"/>
                  <a:gd name="T1" fmla="*/ 173 h 176"/>
                  <a:gd name="T2" fmla="*/ 40 w 146"/>
                  <a:gd name="T3" fmla="*/ 173 h 176"/>
                  <a:gd name="T4" fmla="*/ 38 w 146"/>
                  <a:gd name="T5" fmla="*/ 172 h 176"/>
                  <a:gd name="T6" fmla="*/ 17 w 146"/>
                  <a:gd name="T7" fmla="*/ 122 h 176"/>
                  <a:gd name="T8" fmla="*/ 40 w 146"/>
                  <a:gd name="T9" fmla="*/ 62 h 176"/>
                  <a:gd name="T10" fmla="*/ 55 w 146"/>
                  <a:gd name="T11" fmla="*/ 24 h 176"/>
                  <a:gd name="T12" fmla="*/ 103 w 146"/>
                  <a:gd name="T13" fmla="*/ 9 h 176"/>
                  <a:gd name="T14" fmla="*/ 141 w 146"/>
                  <a:gd name="T15" fmla="*/ 53 h 176"/>
                  <a:gd name="T16" fmla="*/ 108 w 146"/>
                  <a:gd name="T17" fmla="*/ 142 h 176"/>
                  <a:gd name="T18" fmla="*/ 98 w 146"/>
                  <a:gd name="T19" fmla="*/ 146 h 176"/>
                  <a:gd name="T20" fmla="*/ 94 w 146"/>
                  <a:gd name="T21" fmla="*/ 137 h 176"/>
                  <a:gd name="T22" fmla="*/ 127 w 146"/>
                  <a:gd name="T23" fmla="*/ 49 h 176"/>
                  <a:gd name="T24" fmla="*/ 98 w 146"/>
                  <a:gd name="T25" fmla="*/ 23 h 176"/>
                  <a:gd name="T26" fmla="*/ 69 w 146"/>
                  <a:gd name="T27" fmla="*/ 30 h 176"/>
                  <a:gd name="T28" fmla="*/ 54 w 146"/>
                  <a:gd name="T29" fmla="*/ 67 h 176"/>
                  <a:gd name="T30" fmla="*/ 30 w 146"/>
                  <a:gd name="T31" fmla="*/ 127 h 176"/>
                  <a:gd name="T32" fmla="*/ 44 w 146"/>
                  <a:gd name="T33" fmla="*/ 159 h 176"/>
                  <a:gd name="T34" fmla="*/ 45 w 146"/>
                  <a:gd name="T35" fmla="*/ 159 h 176"/>
                  <a:gd name="T36" fmla="*/ 61 w 146"/>
                  <a:gd name="T37" fmla="*/ 151 h 176"/>
                  <a:gd name="T38" fmla="*/ 67 w 146"/>
                  <a:gd name="T39" fmla="*/ 135 h 176"/>
                  <a:gd name="T40" fmla="*/ 93 w 146"/>
                  <a:gd name="T41" fmla="*/ 68 h 176"/>
                  <a:gd name="T42" fmla="*/ 91 w 146"/>
                  <a:gd name="T43" fmla="*/ 58 h 176"/>
                  <a:gd name="T44" fmla="*/ 82 w 146"/>
                  <a:gd name="T45" fmla="*/ 67 h 176"/>
                  <a:gd name="T46" fmla="*/ 57 w 146"/>
                  <a:gd name="T47" fmla="*/ 130 h 176"/>
                  <a:gd name="T48" fmla="*/ 48 w 146"/>
                  <a:gd name="T49" fmla="*/ 134 h 176"/>
                  <a:gd name="T50" fmla="*/ 44 w 146"/>
                  <a:gd name="T51" fmla="*/ 124 h 176"/>
                  <a:gd name="T52" fmla="*/ 68 w 146"/>
                  <a:gd name="T53" fmla="*/ 62 h 176"/>
                  <a:gd name="T54" fmla="*/ 96 w 146"/>
                  <a:gd name="T55" fmla="*/ 44 h 176"/>
                  <a:gd name="T56" fmla="*/ 107 w 146"/>
                  <a:gd name="T57" fmla="*/ 72 h 176"/>
                  <a:gd name="T58" fmla="*/ 80 w 146"/>
                  <a:gd name="T59" fmla="*/ 141 h 176"/>
                  <a:gd name="T60" fmla="*/ 74 w 146"/>
                  <a:gd name="T61" fmla="*/ 156 h 176"/>
                  <a:gd name="T62" fmla="*/ 60 w 146"/>
                  <a:gd name="T63" fmla="*/ 173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6" h="176">
                    <a:moveTo>
                      <a:pt x="60" y="173"/>
                    </a:moveTo>
                    <a:cubicBezTo>
                      <a:pt x="54" y="176"/>
                      <a:pt x="47" y="176"/>
                      <a:pt x="40" y="173"/>
                    </a:cubicBezTo>
                    <a:cubicBezTo>
                      <a:pt x="38" y="172"/>
                      <a:pt x="38" y="172"/>
                      <a:pt x="38" y="172"/>
                    </a:cubicBezTo>
                    <a:cubicBezTo>
                      <a:pt x="31" y="169"/>
                      <a:pt x="0" y="160"/>
                      <a:pt x="17" y="122"/>
                    </a:cubicBezTo>
                    <a:cubicBezTo>
                      <a:pt x="24" y="106"/>
                      <a:pt x="31" y="84"/>
                      <a:pt x="40" y="62"/>
                    </a:cubicBezTo>
                    <a:cubicBezTo>
                      <a:pt x="45" y="50"/>
                      <a:pt x="50" y="37"/>
                      <a:pt x="55" y="24"/>
                    </a:cubicBezTo>
                    <a:cubicBezTo>
                      <a:pt x="64" y="1"/>
                      <a:pt x="78" y="0"/>
                      <a:pt x="103" y="9"/>
                    </a:cubicBezTo>
                    <a:cubicBezTo>
                      <a:pt x="133" y="20"/>
                      <a:pt x="146" y="39"/>
                      <a:pt x="141" y="53"/>
                    </a:cubicBezTo>
                    <a:cubicBezTo>
                      <a:pt x="135" y="73"/>
                      <a:pt x="109" y="139"/>
                      <a:pt x="108" y="142"/>
                    </a:cubicBezTo>
                    <a:cubicBezTo>
                      <a:pt x="106" y="146"/>
                      <a:pt x="102" y="148"/>
                      <a:pt x="98" y="146"/>
                    </a:cubicBezTo>
                    <a:cubicBezTo>
                      <a:pt x="95" y="145"/>
                      <a:pt x="93" y="141"/>
                      <a:pt x="94" y="137"/>
                    </a:cubicBezTo>
                    <a:cubicBezTo>
                      <a:pt x="94" y="136"/>
                      <a:pt x="121" y="68"/>
                      <a:pt x="127" y="49"/>
                    </a:cubicBezTo>
                    <a:cubicBezTo>
                      <a:pt x="129" y="45"/>
                      <a:pt x="124" y="32"/>
                      <a:pt x="98" y="23"/>
                    </a:cubicBezTo>
                    <a:cubicBezTo>
                      <a:pt x="83" y="17"/>
                      <a:pt x="76" y="10"/>
                      <a:pt x="69" y="30"/>
                    </a:cubicBezTo>
                    <a:cubicBezTo>
                      <a:pt x="64" y="42"/>
                      <a:pt x="59" y="55"/>
                      <a:pt x="54" y="67"/>
                    </a:cubicBezTo>
                    <a:cubicBezTo>
                      <a:pt x="45" y="90"/>
                      <a:pt x="37" y="111"/>
                      <a:pt x="30" y="127"/>
                    </a:cubicBezTo>
                    <a:cubicBezTo>
                      <a:pt x="20" y="152"/>
                      <a:pt x="36" y="155"/>
                      <a:pt x="44" y="159"/>
                    </a:cubicBezTo>
                    <a:cubicBezTo>
                      <a:pt x="45" y="159"/>
                      <a:pt x="45" y="159"/>
                      <a:pt x="45" y="159"/>
                    </a:cubicBezTo>
                    <a:cubicBezTo>
                      <a:pt x="52" y="162"/>
                      <a:pt x="56" y="161"/>
                      <a:pt x="61" y="151"/>
                    </a:cubicBezTo>
                    <a:cubicBezTo>
                      <a:pt x="62" y="148"/>
                      <a:pt x="64" y="142"/>
                      <a:pt x="67" y="135"/>
                    </a:cubicBezTo>
                    <a:cubicBezTo>
                      <a:pt x="75" y="115"/>
                      <a:pt x="91" y="77"/>
                      <a:pt x="93" y="68"/>
                    </a:cubicBezTo>
                    <a:cubicBezTo>
                      <a:pt x="94" y="65"/>
                      <a:pt x="94" y="59"/>
                      <a:pt x="91" y="58"/>
                    </a:cubicBezTo>
                    <a:cubicBezTo>
                      <a:pt x="87" y="56"/>
                      <a:pt x="83" y="65"/>
                      <a:pt x="82" y="67"/>
                    </a:cubicBezTo>
                    <a:cubicBezTo>
                      <a:pt x="72" y="95"/>
                      <a:pt x="58" y="130"/>
                      <a:pt x="57" y="130"/>
                    </a:cubicBezTo>
                    <a:cubicBezTo>
                      <a:pt x="56" y="134"/>
                      <a:pt x="52" y="135"/>
                      <a:pt x="48" y="134"/>
                    </a:cubicBezTo>
                    <a:cubicBezTo>
                      <a:pt x="44" y="132"/>
                      <a:pt x="42" y="128"/>
                      <a:pt x="44" y="124"/>
                    </a:cubicBezTo>
                    <a:cubicBezTo>
                      <a:pt x="44" y="124"/>
                      <a:pt x="58" y="90"/>
                      <a:pt x="68" y="62"/>
                    </a:cubicBezTo>
                    <a:cubicBezTo>
                      <a:pt x="75" y="45"/>
                      <a:pt x="87" y="41"/>
                      <a:pt x="96" y="44"/>
                    </a:cubicBezTo>
                    <a:cubicBezTo>
                      <a:pt x="106" y="47"/>
                      <a:pt x="110" y="62"/>
                      <a:pt x="107" y="72"/>
                    </a:cubicBezTo>
                    <a:cubicBezTo>
                      <a:pt x="105" y="81"/>
                      <a:pt x="93" y="111"/>
                      <a:pt x="80" y="141"/>
                    </a:cubicBezTo>
                    <a:cubicBezTo>
                      <a:pt x="78" y="148"/>
                      <a:pt x="75" y="154"/>
                      <a:pt x="74" y="156"/>
                    </a:cubicBezTo>
                    <a:cubicBezTo>
                      <a:pt x="71" y="165"/>
                      <a:pt x="66" y="171"/>
                      <a:pt x="60" y="173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5" name="ïṣľîďè"/>
              <p:cNvSpPr/>
              <p:nvPr/>
            </p:nvSpPr>
            <p:spPr bwMode="auto">
              <a:xfrm>
                <a:off x="7572822" y="1340838"/>
                <a:ext cx="518721" cy="625046"/>
              </a:xfrm>
              <a:custGeom>
                <a:avLst/>
                <a:gdLst>
                  <a:gd name="T0" fmla="*/ 60 w 146"/>
                  <a:gd name="T1" fmla="*/ 173 h 176"/>
                  <a:gd name="T2" fmla="*/ 40 w 146"/>
                  <a:gd name="T3" fmla="*/ 173 h 176"/>
                  <a:gd name="T4" fmla="*/ 38 w 146"/>
                  <a:gd name="T5" fmla="*/ 172 h 176"/>
                  <a:gd name="T6" fmla="*/ 17 w 146"/>
                  <a:gd name="T7" fmla="*/ 122 h 176"/>
                  <a:gd name="T8" fmla="*/ 40 w 146"/>
                  <a:gd name="T9" fmla="*/ 62 h 176"/>
                  <a:gd name="T10" fmla="*/ 55 w 146"/>
                  <a:gd name="T11" fmla="*/ 24 h 176"/>
                  <a:gd name="T12" fmla="*/ 103 w 146"/>
                  <a:gd name="T13" fmla="*/ 9 h 176"/>
                  <a:gd name="T14" fmla="*/ 141 w 146"/>
                  <a:gd name="T15" fmla="*/ 53 h 176"/>
                  <a:gd name="T16" fmla="*/ 108 w 146"/>
                  <a:gd name="T17" fmla="*/ 142 h 176"/>
                  <a:gd name="T18" fmla="*/ 98 w 146"/>
                  <a:gd name="T19" fmla="*/ 146 h 176"/>
                  <a:gd name="T20" fmla="*/ 94 w 146"/>
                  <a:gd name="T21" fmla="*/ 137 h 176"/>
                  <a:gd name="T22" fmla="*/ 127 w 146"/>
                  <a:gd name="T23" fmla="*/ 49 h 176"/>
                  <a:gd name="T24" fmla="*/ 98 w 146"/>
                  <a:gd name="T25" fmla="*/ 23 h 176"/>
                  <a:gd name="T26" fmla="*/ 69 w 146"/>
                  <a:gd name="T27" fmla="*/ 30 h 176"/>
                  <a:gd name="T28" fmla="*/ 54 w 146"/>
                  <a:gd name="T29" fmla="*/ 67 h 176"/>
                  <a:gd name="T30" fmla="*/ 30 w 146"/>
                  <a:gd name="T31" fmla="*/ 127 h 176"/>
                  <a:gd name="T32" fmla="*/ 44 w 146"/>
                  <a:gd name="T33" fmla="*/ 159 h 176"/>
                  <a:gd name="T34" fmla="*/ 45 w 146"/>
                  <a:gd name="T35" fmla="*/ 159 h 176"/>
                  <a:gd name="T36" fmla="*/ 61 w 146"/>
                  <a:gd name="T37" fmla="*/ 151 h 176"/>
                  <a:gd name="T38" fmla="*/ 67 w 146"/>
                  <a:gd name="T39" fmla="*/ 135 h 176"/>
                  <a:gd name="T40" fmla="*/ 93 w 146"/>
                  <a:gd name="T41" fmla="*/ 68 h 176"/>
                  <a:gd name="T42" fmla="*/ 91 w 146"/>
                  <a:gd name="T43" fmla="*/ 58 h 176"/>
                  <a:gd name="T44" fmla="*/ 82 w 146"/>
                  <a:gd name="T45" fmla="*/ 67 h 176"/>
                  <a:gd name="T46" fmla="*/ 57 w 146"/>
                  <a:gd name="T47" fmla="*/ 130 h 176"/>
                  <a:gd name="T48" fmla="*/ 48 w 146"/>
                  <a:gd name="T49" fmla="*/ 134 h 176"/>
                  <a:gd name="T50" fmla="*/ 44 w 146"/>
                  <a:gd name="T51" fmla="*/ 124 h 176"/>
                  <a:gd name="T52" fmla="*/ 68 w 146"/>
                  <a:gd name="T53" fmla="*/ 62 h 176"/>
                  <a:gd name="T54" fmla="*/ 96 w 146"/>
                  <a:gd name="T55" fmla="*/ 44 h 176"/>
                  <a:gd name="T56" fmla="*/ 107 w 146"/>
                  <a:gd name="T57" fmla="*/ 72 h 176"/>
                  <a:gd name="T58" fmla="*/ 80 w 146"/>
                  <a:gd name="T59" fmla="*/ 141 h 176"/>
                  <a:gd name="T60" fmla="*/ 74 w 146"/>
                  <a:gd name="T61" fmla="*/ 156 h 176"/>
                  <a:gd name="T62" fmla="*/ 60 w 146"/>
                  <a:gd name="T63" fmla="*/ 173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6" h="176">
                    <a:moveTo>
                      <a:pt x="60" y="173"/>
                    </a:moveTo>
                    <a:cubicBezTo>
                      <a:pt x="54" y="176"/>
                      <a:pt x="47" y="176"/>
                      <a:pt x="40" y="173"/>
                    </a:cubicBezTo>
                    <a:cubicBezTo>
                      <a:pt x="38" y="172"/>
                      <a:pt x="38" y="172"/>
                      <a:pt x="38" y="172"/>
                    </a:cubicBezTo>
                    <a:cubicBezTo>
                      <a:pt x="31" y="169"/>
                      <a:pt x="0" y="160"/>
                      <a:pt x="17" y="122"/>
                    </a:cubicBezTo>
                    <a:cubicBezTo>
                      <a:pt x="24" y="106"/>
                      <a:pt x="31" y="84"/>
                      <a:pt x="40" y="62"/>
                    </a:cubicBezTo>
                    <a:cubicBezTo>
                      <a:pt x="45" y="50"/>
                      <a:pt x="50" y="37"/>
                      <a:pt x="55" y="24"/>
                    </a:cubicBezTo>
                    <a:cubicBezTo>
                      <a:pt x="64" y="1"/>
                      <a:pt x="78" y="0"/>
                      <a:pt x="103" y="9"/>
                    </a:cubicBezTo>
                    <a:cubicBezTo>
                      <a:pt x="133" y="20"/>
                      <a:pt x="146" y="39"/>
                      <a:pt x="141" y="53"/>
                    </a:cubicBezTo>
                    <a:cubicBezTo>
                      <a:pt x="135" y="73"/>
                      <a:pt x="109" y="139"/>
                      <a:pt x="108" y="142"/>
                    </a:cubicBezTo>
                    <a:cubicBezTo>
                      <a:pt x="106" y="146"/>
                      <a:pt x="102" y="148"/>
                      <a:pt x="98" y="146"/>
                    </a:cubicBezTo>
                    <a:cubicBezTo>
                      <a:pt x="95" y="145"/>
                      <a:pt x="93" y="141"/>
                      <a:pt x="94" y="137"/>
                    </a:cubicBezTo>
                    <a:cubicBezTo>
                      <a:pt x="94" y="136"/>
                      <a:pt x="121" y="68"/>
                      <a:pt x="127" y="49"/>
                    </a:cubicBezTo>
                    <a:cubicBezTo>
                      <a:pt x="129" y="45"/>
                      <a:pt x="124" y="32"/>
                      <a:pt x="98" y="23"/>
                    </a:cubicBezTo>
                    <a:cubicBezTo>
                      <a:pt x="83" y="17"/>
                      <a:pt x="76" y="10"/>
                      <a:pt x="69" y="30"/>
                    </a:cubicBezTo>
                    <a:cubicBezTo>
                      <a:pt x="64" y="42"/>
                      <a:pt x="59" y="55"/>
                      <a:pt x="54" y="67"/>
                    </a:cubicBezTo>
                    <a:cubicBezTo>
                      <a:pt x="45" y="90"/>
                      <a:pt x="37" y="111"/>
                      <a:pt x="30" y="127"/>
                    </a:cubicBezTo>
                    <a:cubicBezTo>
                      <a:pt x="20" y="152"/>
                      <a:pt x="36" y="155"/>
                      <a:pt x="44" y="159"/>
                    </a:cubicBezTo>
                    <a:cubicBezTo>
                      <a:pt x="45" y="159"/>
                      <a:pt x="45" y="159"/>
                      <a:pt x="45" y="159"/>
                    </a:cubicBezTo>
                    <a:cubicBezTo>
                      <a:pt x="52" y="162"/>
                      <a:pt x="56" y="161"/>
                      <a:pt x="61" y="151"/>
                    </a:cubicBezTo>
                    <a:cubicBezTo>
                      <a:pt x="62" y="148"/>
                      <a:pt x="64" y="142"/>
                      <a:pt x="67" y="135"/>
                    </a:cubicBezTo>
                    <a:cubicBezTo>
                      <a:pt x="75" y="115"/>
                      <a:pt x="91" y="77"/>
                      <a:pt x="93" y="68"/>
                    </a:cubicBezTo>
                    <a:cubicBezTo>
                      <a:pt x="94" y="65"/>
                      <a:pt x="94" y="59"/>
                      <a:pt x="91" y="58"/>
                    </a:cubicBezTo>
                    <a:cubicBezTo>
                      <a:pt x="87" y="56"/>
                      <a:pt x="83" y="65"/>
                      <a:pt x="82" y="67"/>
                    </a:cubicBezTo>
                    <a:cubicBezTo>
                      <a:pt x="72" y="95"/>
                      <a:pt x="58" y="130"/>
                      <a:pt x="57" y="130"/>
                    </a:cubicBezTo>
                    <a:cubicBezTo>
                      <a:pt x="56" y="134"/>
                      <a:pt x="52" y="135"/>
                      <a:pt x="48" y="134"/>
                    </a:cubicBezTo>
                    <a:cubicBezTo>
                      <a:pt x="44" y="132"/>
                      <a:pt x="42" y="128"/>
                      <a:pt x="44" y="124"/>
                    </a:cubicBezTo>
                    <a:cubicBezTo>
                      <a:pt x="44" y="124"/>
                      <a:pt x="58" y="90"/>
                      <a:pt x="68" y="62"/>
                    </a:cubicBezTo>
                    <a:cubicBezTo>
                      <a:pt x="75" y="45"/>
                      <a:pt x="87" y="41"/>
                      <a:pt x="96" y="44"/>
                    </a:cubicBezTo>
                    <a:cubicBezTo>
                      <a:pt x="106" y="47"/>
                      <a:pt x="110" y="62"/>
                      <a:pt x="107" y="72"/>
                    </a:cubicBezTo>
                    <a:cubicBezTo>
                      <a:pt x="105" y="81"/>
                      <a:pt x="93" y="111"/>
                      <a:pt x="80" y="141"/>
                    </a:cubicBezTo>
                    <a:cubicBezTo>
                      <a:pt x="78" y="148"/>
                      <a:pt x="75" y="154"/>
                      <a:pt x="74" y="156"/>
                    </a:cubicBezTo>
                    <a:cubicBezTo>
                      <a:pt x="71" y="165"/>
                      <a:pt x="66" y="171"/>
                      <a:pt x="60" y="173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6" name="îŝḻîḍe"/>
              <p:cNvSpPr/>
              <p:nvPr/>
            </p:nvSpPr>
            <p:spPr bwMode="auto">
              <a:xfrm>
                <a:off x="3965942" y="3525903"/>
                <a:ext cx="969671" cy="969923"/>
              </a:xfrm>
              <a:custGeom>
                <a:avLst/>
                <a:gdLst>
                  <a:gd name="T0" fmla="*/ 122 w 243"/>
                  <a:gd name="T1" fmla="*/ 0 h 243"/>
                  <a:gd name="T2" fmla="*/ 0 w 243"/>
                  <a:gd name="T3" fmla="*/ 121 h 243"/>
                  <a:gd name="T4" fmla="*/ 122 w 243"/>
                  <a:gd name="T5" fmla="*/ 243 h 243"/>
                  <a:gd name="T6" fmla="*/ 243 w 243"/>
                  <a:gd name="T7" fmla="*/ 121 h 243"/>
                  <a:gd name="T8" fmla="*/ 122 w 243"/>
                  <a:gd name="T9" fmla="*/ 0 h 243"/>
                  <a:gd name="T10" fmla="*/ 154 w 243"/>
                  <a:gd name="T11" fmla="*/ 121 h 243"/>
                  <a:gd name="T12" fmla="*/ 133 w 243"/>
                  <a:gd name="T13" fmla="*/ 121 h 243"/>
                  <a:gd name="T14" fmla="*/ 133 w 243"/>
                  <a:gd name="T15" fmla="*/ 196 h 243"/>
                  <a:gd name="T16" fmla="*/ 102 w 243"/>
                  <a:gd name="T17" fmla="*/ 196 h 243"/>
                  <a:gd name="T18" fmla="*/ 102 w 243"/>
                  <a:gd name="T19" fmla="*/ 121 h 243"/>
                  <a:gd name="T20" fmla="*/ 87 w 243"/>
                  <a:gd name="T21" fmla="*/ 121 h 243"/>
                  <a:gd name="T22" fmla="*/ 87 w 243"/>
                  <a:gd name="T23" fmla="*/ 94 h 243"/>
                  <a:gd name="T24" fmla="*/ 102 w 243"/>
                  <a:gd name="T25" fmla="*/ 94 h 243"/>
                  <a:gd name="T26" fmla="*/ 102 w 243"/>
                  <a:gd name="T27" fmla="*/ 77 h 243"/>
                  <a:gd name="T28" fmla="*/ 133 w 243"/>
                  <a:gd name="T29" fmla="*/ 46 h 243"/>
                  <a:gd name="T30" fmla="*/ 156 w 243"/>
                  <a:gd name="T31" fmla="*/ 46 h 243"/>
                  <a:gd name="T32" fmla="*/ 156 w 243"/>
                  <a:gd name="T33" fmla="*/ 72 h 243"/>
                  <a:gd name="T34" fmla="*/ 140 w 243"/>
                  <a:gd name="T35" fmla="*/ 72 h 243"/>
                  <a:gd name="T36" fmla="*/ 133 w 243"/>
                  <a:gd name="T37" fmla="*/ 79 h 243"/>
                  <a:gd name="T38" fmla="*/ 133 w 243"/>
                  <a:gd name="T39" fmla="*/ 94 h 243"/>
                  <a:gd name="T40" fmla="*/ 157 w 243"/>
                  <a:gd name="T41" fmla="*/ 94 h 243"/>
                  <a:gd name="T42" fmla="*/ 154 w 243"/>
                  <a:gd name="T43" fmla="*/ 121 h 2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43" h="243">
                    <a:moveTo>
                      <a:pt x="122" y="0"/>
                    </a:moveTo>
                    <a:cubicBezTo>
                      <a:pt x="55" y="0"/>
                      <a:pt x="0" y="54"/>
                      <a:pt x="0" y="121"/>
                    </a:cubicBezTo>
                    <a:cubicBezTo>
                      <a:pt x="0" y="188"/>
                      <a:pt x="55" y="243"/>
                      <a:pt x="122" y="243"/>
                    </a:cubicBezTo>
                    <a:cubicBezTo>
                      <a:pt x="189" y="243"/>
                      <a:pt x="243" y="188"/>
                      <a:pt x="243" y="121"/>
                    </a:cubicBezTo>
                    <a:cubicBezTo>
                      <a:pt x="243" y="54"/>
                      <a:pt x="189" y="0"/>
                      <a:pt x="122" y="0"/>
                    </a:cubicBezTo>
                    <a:close/>
                    <a:moveTo>
                      <a:pt x="154" y="121"/>
                    </a:moveTo>
                    <a:cubicBezTo>
                      <a:pt x="133" y="121"/>
                      <a:pt x="133" y="121"/>
                      <a:pt x="133" y="121"/>
                    </a:cubicBezTo>
                    <a:cubicBezTo>
                      <a:pt x="133" y="154"/>
                      <a:pt x="133" y="196"/>
                      <a:pt x="133" y="196"/>
                    </a:cubicBezTo>
                    <a:cubicBezTo>
                      <a:pt x="102" y="196"/>
                      <a:pt x="102" y="196"/>
                      <a:pt x="102" y="196"/>
                    </a:cubicBezTo>
                    <a:cubicBezTo>
                      <a:pt x="102" y="196"/>
                      <a:pt x="102" y="155"/>
                      <a:pt x="102" y="121"/>
                    </a:cubicBezTo>
                    <a:cubicBezTo>
                      <a:pt x="87" y="121"/>
                      <a:pt x="87" y="121"/>
                      <a:pt x="87" y="121"/>
                    </a:cubicBezTo>
                    <a:cubicBezTo>
                      <a:pt x="87" y="94"/>
                      <a:pt x="87" y="94"/>
                      <a:pt x="87" y="94"/>
                    </a:cubicBezTo>
                    <a:cubicBezTo>
                      <a:pt x="102" y="94"/>
                      <a:pt x="102" y="94"/>
                      <a:pt x="102" y="94"/>
                    </a:cubicBezTo>
                    <a:cubicBezTo>
                      <a:pt x="102" y="77"/>
                      <a:pt x="102" y="77"/>
                      <a:pt x="102" y="77"/>
                    </a:cubicBezTo>
                    <a:cubicBezTo>
                      <a:pt x="102" y="65"/>
                      <a:pt x="108" y="46"/>
                      <a:pt x="133" y="46"/>
                    </a:cubicBezTo>
                    <a:cubicBezTo>
                      <a:pt x="156" y="46"/>
                      <a:pt x="156" y="46"/>
                      <a:pt x="156" y="46"/>
                    </a:cubicBezTo>
                    <a:cubicBezTo>
                      <a:pt x="156" y="72"/>
                      <a:pt x="156" y="72"/>
                      <a:pt x="156" y="72"/>
                    </a:cubicBezTo>
                    <a:cubicBezTo>
                      <a:pt x="156" y="72"/>
                      <a:pt x="142" y="72"/>
                      <a:pt x="140" y="72"/>
                    </a:cubicBezTo>
                    <a:cubicBezTo>
                      <a:pt x="137" y="72"/>
                      <a:pt x="133" y="73"/>
                      <a:pt x="133" y="79"/>
                    </a:cubicBezTo>
                    <a:cubicBezTo>
                      <a:pt x="133" y="94"/>
                      <a:pt x="133" y="94"/>
                      <a:pt x="133" y="94"/>
                    </a:cubicBezTo>
                    <a:cubicBezTo>
                      <a:pt x="157" y="94"/>
                      <a:pt x="157" y="94"/>
                      <a:pt x="157" y="94"/>
                    </a:cubicBezTo>
                    <a:lnTo>
                      <a:pt x="154" y="121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7" name="íṧliḓê"/>
              <p:cNvSpPr/>
              <p:nvPr/>
            </p:nvSpPr>
            <p:spPr bwMode="auto">
              <a:xfrm>
                <a:off x="7086476" y="2860207"/>
                <a:ext cx="561866" cy="746328"/>
              </a:xfrm>
              <a:custGeom>
                <a:avLst/>
                <a:gdLst>
                  <a:gd name="T0" fmla="*/ 3 w 141"/>
                  <a:gd name="T1" fmla="*/ 157 h 187"/>
                  <a:gd name="T2" fmla="*/ 3 w 141"/>
                  <a:gd name="T3" fmla="*/ 155 h 187"/>
                  <a:gd name="T4" fmla="*/ 36 w 141"/>
                  <a:gd name="T5" fmla="*/ 131 h 187"/>
                  <a:gd name="T6" fmla="*/ 38 w 141"/>
                  <a:gd name="T7" fmla="*/ 130 h 187"/>
                  <a:gd name="T8" fmla="*/ 60 w 141"/>
                  <a:gd name="T9" fmla="*/ 139 h 187"/>
                  <a:gd name="T10" fmla="*/ 87 w 141"/>
                  <a:gd name="T11" fmla="*/ 105 h 187"/>
                  <a:gd name="T12" fmla="*/ 99 w 141"/>
                  <a:gd name="T13" fmla="*/ 65 h 187"/>
                  <a:gd name="T14" fmla="*/ 79 w 141"/>
                  <a:gd name="T15" fmla="*/ 50 h 187"/>
                  <a:gd name="T16" fmla="*/ 80 w 141"/>
                  <a:gd name="T17" fmla="*/ 10 h 187"/>
                  <a:gd name="T18" fmla="*/ 82 w 141"/>
                  <a:gd name="T19" fmla="*/ 8 h 187"/>
                  <a:gd name="T20" fmla="*/ 96 w 141"/>
                  <a:gd name="T21" fmla="*/ 0 h 187"/>
                  <a:gd name="T22" fmla="*/ 100 w 141"/>
                  <a:gd name="T23" fmla="*/ 1 h 187"/>
                  <a:gd name="T24" fmla="*/ 123 w 141"/>
                  <a:gd name="T25" fmla="*/ 15 h 187"/>
                  <a:gd name="T26" fmla="*/ 113 w 141"/>
                  <a:gd name="T27" fmla="*/ 123 h 187"/>
                  <a:gd name="T28" fmla="*/ 32 w 141"/>
                  <a:gd name="T29" fmla="*/ 187 h 187"/>
                  <a:gd name="T30" fmla="*/ 32 w 141"/>
                  <a:gd name="T31" fmla="*/ 187 h 187"/>
                  <a:gd name="T32" fmla="*/ 31 w 141"/>
                  <a:gd name="T33" fmla="*/ 187 h 187"/>
                  <a:gd name="T34" fmla="*/ 7 w 141"/>
                  <a:gd name="T35" fmla="*/ 176 h 187"/>
                  <a:gd name="T36" fmla="*/ 3 w 141"/>
                  <a:gd name="T37" fmla="*/ 157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1" h="187">
                    <a:moveTo>
                      <a:pt x="3" y="157"/>
                    </a:moveTo>
                    <a:cubicBezTo>
                      <a:pt x="3" y="155"/>
                      <a:pt x="3" y="155"/>
                      <a:pt x="3" y="155"/>
                    </a:cubicBezTo>
                    <a:cubicBezTo>
                      <a:pt x="4" y="148"/>
                      <a:pt x="33" y="131"/>
                      <a:pt x="36" y="131"/>
                    </a:cubicBezTo>
                    <a:cubicBezTo>
                      <a:pt x="38" y="130"/>
                      <a:pt x="38" y="130"/>
                      <a:pt x="38" y="130"/>
                    </a:cubicBezTo>
                    <a:cubicBezTo>
                      <a:pt x="42" y="130"/>
                      <a:pt x="48" y="133"/>
                      <a:pt x="60" y="139"/>
                    </a:cubicBezTo>
                    <a:cubicBezTo>
                      <a:pt x="70" y="132"/>
                      <a:pt x="82" y="114"/>
                      <a:pt x="87" y="105"/>
                    </a:cubicBezTo>
                    <a:cubicBezTo>
                      <a:pt x="92" y="94"/>
                      <a:pt x="99" y="77"/>
                      <a:pt x="99" y="65"/>
                    </a:cubicBezTo>
                    <a:cubicBezTo>
                      <a:pt x="86" y="58"/>
                      <a:pt x="80" y="55"/>
                      <a:pt x="79" y="50"/>
                    </a:cubicBezTo>
                    <a:cubicBezTo>
                      <a:pt x="78" y="48"/>
                      <a:pt x="76" y="14"/>
                      <a:pt x="80" y="10"/>
                    </a:cubicBezTo>
                    <a:cubicBezTo>
                      <a:pt x="82" y="8"/>
                      <a:pt x="82" y="8"/>
                      <a:pt x="82" y="8"/>
                    </a:cubicBezTo>
                    <a:cubicBezTo>
                      <a:pt x="85" y="5"/>
                      <a:pt x="89" y="0"/>
                      <a:pt x="96" y="0"/>
                    </a:cubicBezTo>
                    <a:cubicBezTo>
                      <a:pt x="97" y="0"/>
                      <a:pt x="99" y="0"/>
                      <a:pt x="100" y="1"/>
                    </a:cubicBezTo>
                    <a:cubicBezTo>
                      <a:pt x="105" y="2"/>
                      <a:pt x="117" y="7"/>
                      <a:pt x="123" y="15"/>
                    </a:cubicBezTo>
                    <a:cubicBezTo>
                      <a:pt x="127" y="20"/>
                      <a:pt x="141" y="70"/>
                      <a:pt x="113" y="123"/>
                    </a:cubicBezTo>
                    <a:cubicBezTo>
                      <a:pt x="85" y="174"/>
                      <a:pt x="39" y="187"/>
                      <a:pt x="32" y="187"/>
                    </a:cubicBezTo>
                    <a:cubicBezTo>
                      <a:pt x="32" y="187"/>
                      <a:pt x="32" y="187"/>
                      <a:pt x="32" y="187"/>
                    </a:cubicBezTo>
                    <a:cubicBezTo>
                      <a:pt x="31" y="187"/>
                      <a:pt x="31" y="187"/>
                      <a:pt x="31" y="187"/>
                    </a:cubicBezTo>
                    <a:cubicBezTo>
                      <a:pt x="21" y="186"/>
                      <a:pt x="11" y="179"/>
                      <a:pt x="7" y="176"/>
                    </a:cubicBezTo>
                    <a:cubicBezTo>
                      <a:pt x="0" y="171"/>
                      <a:pt x="2" y="162"/>
                      <a:pt x="3" y="157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8" name="iślíďê"/>
              <p:cNvSpPr/>
              <p:nvPr/>
            </p:nvSpPr>
            <p:spPr bwMode="auto">
              <a:xfrm>
                <a:off x="5358590" y="3378406"/>
                <a:ext cx="777851" cy="790139"/>
              </a:xfrm>
              <a:custGeom>
                <a:avLst/>
                <a:gdLst>
                  <a:gd name="T0" fmla="*/ 190 w 195"/>
                  <a:gd name="T1" fmla="*/ 120 h 198"/>
                  <a:gd name="T2" fmla="*/ 192 w 195"/>
                  <a:gd name="T3" fmla="*/ 100 h 198"/>
                  <a:gd name="T4" fmla="*/ 99 w 195"/>
                  <a:gd name="T5" fmla="*/ 7 h 198"/>
                  <a:gd name="T6" fmla="*/ 83 w 195"/>
                  <a:gd name="T7" fmla="*/ 8 h 198"/>
                  <a:gd name="T8" fmla="*/ 54 w 195"/>
                  <a:gd name="T9" fmla="*/ 0 h 198"/>
                  <a:gd name="T10" fmla="*/ 0 w 195"/>
                  <a:gd name="T11" fmla="*/ 54 h 198"/>
                  <a:gd name="T12" fmla="*/ 7 w 195"/>
                  <a:gd name="T13" fmla="*/ 81 h 198"/>
                  <a:gd name="T14" fmla="*/ 5 w 195"/>
                  <a:gd name="T15" fmla="*/ 100 h 198"/>
                  <a:gd name="T16" fmla="*/ 99 w 195"/>
                  <a:gd name="T17" fmla="*/ 193 h 198"/>
                  <a:gd name="T18" fmla="*/ 116 w 195"/>
                  <a:gd name="T19" fmla="*/ 192 h 198"/>
                  <a:gd name="T20" fmla="*/ 141 w 195"/>
                  <a:gd name="T21" fmla="*/ 198 h 198"/>
                  <a:gd name="T22" fmla="*/ 195 w 195"/>
                  <a:gd name="T23" fmla="*/ 144 h 198"/>
                  <a:gd name="T24" fmla="*/ 190 w 195"/>
                  <a:gd name="T25" fmla="*/ 120 h 198"/>
                  <a:gd name="T26" fmla="*/ 146 w 195"/>
                  <a:gd name="T27" fmla="*/ 145 h 198"/>
                  <a:gd name="T28" fmla="*/ 127 w 195"/>
                  <a:gd name="T29" fmla="*/ 159 h 198"/>
                  <a:gd name="T30" fmla="*/ 98 w 195"/>
                  <a:gd name="T31" fmla="*/ 164 h 198"/>
                  <a:gd name="T32" fmla="*/ 65 w 195"/>
                  <a:gd name="T33" fmla="*/ 157 h 198"/>
                  <a:gd name="T34" fmla="*/ 49 w 195"/>
                  <a:gd name="T35" fmla="*/ 144 h 198"/>
                  <a:gd name="T36" fmla="*/ 44 w 195"/>
                  <a:gd name="T37" fmla="*/ 127 h 198"/>
                  <a:gd name="T38" fmla="*/ 47 w 195"/>
                  <a:gd name="T39" fmla="*/ 118 h 198"/>
                  <a:gd name="T40" fmla="*/ 57 w 195"/>
                  <a:gd name="T41" fmla="*/ 114 h 198"/>
                  <a:gd name="T42" fmla="*/ 65 w 195"/>
                  <a:gd name="T43" fmla="*/ 117 h 198"/>
                  <a:gd name="T44" fmla="*/ 71 w 195"/>
                  <a:gd name="T45" fmla="*/ 125 h 198"/>
                  <a:gd name="T46" fmla="*/ 76 w 195"/>
                  <a:gd name="T47" fmla="*/ 135 h 198"/>
                  <a:gd name="T48" fmla="*/ 84 w 195"/>
                  <a:gd name="T49" fmla="*/ 141 h 198"/>
                  <a:gd name="T50" fmla="*/ 98 w 195"/>
                  <a:gd name="T51" fmla="*/ 143 h 198"/>
                  <a:gd name="T52" fmla="*/ 116 w 195"/>
                  <a:gd name="T53" fmla="*/ 138 h 198"/>
                  <a:gd name="T54" fmla="*/ 123 w 195"/>
                  <a:gd name="T55" fmla="*/ 127 h 198"/>
                  <a:gd name="T56" fmla="*/ 120 w 195"/>
                  <a:gd name="T57" fmla="*/ 118 h 198"/>
                  <a:gd name="T58" fmla="*/ 110 w 195"/>
                  <a:gd name="T59" fmla="*/ 112 h 198"/>
                  <a:gd name="T60" fmla="*/ 93 w 195"/>
                  <a:gd name="T61" fmla="*/ 108 h 198"/>
                  <a:gd name="T62" fmla="*/ 68 w 195"/>
                  <a:gd name="T63" fmla="*/ 101 h 198"/>
                  <a:gd name="T64" fmla="*/ 52 w 195"/>
                  <a:gd name="T65" fmla="*/ 89 h 198"/>
                  <a:gd name="T66" fmla="*/ 46 w 195"/>
                  <a:gd name="T67" fmla="*/ 70 h 198"/>
                  <a:gd name="T68" fmla="*/ 52 w 195"/>
                  <a:gd name="T69" fmla="*/ 51 h 198"/>
                  <a:gd name="T70" fmla="*/ 71 w 195"/>
                  <a:gd name="T71" fmla="*/ 39 h 198"/>
                  <a:gd name="T72" fmla="*/ 98 w 195"/>
                  <a:gd name="T73" fmla="*/ 35 h 198"/>
                  <a:gd name="T74" fmla="*/ 120 w 195"/>
                  <a:gd name="T75" fmla="*/ 37 h 198"/>
                  <a:gd name="T76" fmla="*/ 135 w 195"/>
                  <a:gd name="T77" fmla="*/ 45 h 198"/>
                  <a:gd name="T78" fmla="*/ 144 w 195"/>
                  <a:gd name="T79" fmla="*/ 55 h 198"/>
                  <a:gd name="T80" fmla="*/ 147 w 195"/>
                  <a:gd name="T81" fmla="*/ 66 h 198"/>
                  <a:gd name="T82" fmla="*/ 143 w 195"/>
                  <a:gd name="T83" fmla="*/ 75 h 198"/>
                  <a:gd name="T84" fmla="*/ 134 w 195"/>
                  <a:gd name="T85" fmla="*/ 79 h 198"/>
                  <a:gd name="T86" fmla="*/ 126 w 195"/>
                  <a:gd name="T87" fmla="*/ 76 h 198"/>
                  <a:gd name="T88" fmla="*/ 120 w 195"/>
                  <a:gd name="T89" fmla="*/ 69 h 198"/>
                  <a:gd name="T90" fmla="*/ 112 w 195"/>
                  <a:gd name="T91" fmla="*/ 59 h 198"/>
                  <a:gd name="T92" fmla="*/ 96 w 195"/>
                  <a:gd name="T93" fmla="*/ 55 h 198"/>
                  <a:gd name="T94" fmla="*/ 80 w 195"/>
                  <a:gd name="T95" fmla="*/ 59 h 198"/>
                  <a:gd name="T96" fmla="*/ 74 w 195"/>
                  <a:gd name="T97" fmla="*/ 68 h 198"/>
                  <a:gd name="T98" fmla="*/ 76 w 195"/>
                  <a:gd name="T99" fmla="*/ 73 h 198"/>
                  <a:gd name="T100" fmla="*/ 82 w 195"/>
                  <a:gd name="T101" fmla="*/ 78 h 198"/>
                  <a:gd name="T102" fmla="*/ 89 w 195"/>
                  <a:gd name="T103" fmla="*/ 81 h 198"/>
                  <a:gd name="T104" fmla="*/ 102 w 195"/>
                  <a:gd name="T105" fmla="*/ 84 h 198"/>
                  <a:gd name="T106" fmla="*/ 123 w 195"/>
                  <a:gd name="T107" fmla="*/ 89 h 198"/>
                  <a:gd name="T108" fmla="*/ 139 w 195"/>
                  <a:gd name="T109" fmla="*/ 96 h 198"/>
                  <a:gd name="T110" fmla="*/ 149 w 195"/>
                  <a:gd name="T111" fmla="*/ 108 h 198"/>
                  <a:gd name="T112" fmla="*/ 153 w 195"/>
                  <a:gd name="T113" fmla="*/ 124 h 198"/>
                  <a:gd name="T114" fmla="*/ 146 w 195"/>
                  <a:gd name="T115" fmla="*/ 145 h 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95" h="198">
                    <a:moveTo>
                      <a:pt x="190" y="120"/>
                    </a:moveTo>
                    <a:cubicBezTo>
                      <a:pt x="191" y="114"/>
                      <a:pt x="192" y="107"/>
                      <a:pt x="192" y="100"/>
                    </a:cubicBezTo>
                    <a:cubicBezTo>
                      <a:pt x="192" y="49"/>
                      <a:pt x="150" y="7"/>
                      <a:pt x="99" y="7"/>
                    </a:cubicBezTo>
                    <a:cubicBezTo>
                      <a:pt x="93" y="7"/>
                      <a:pt x="88" y="7"/>
                      <a:pt x="83" y="8"/>
                    </a:cubicBezTo>
                    <a:cubicBezTo>
                      <a:pt x="74" y="3"/>
                      <a:pt x="64" y="0"/>
                      <a:pt x="54" y="0"/>
                    </a:cubicBezTo>
                    <a:cubicBezTo>
                      <a:pt x="24" y="0"/>
                      <a:pt x="0" y="24"/>
                      <a:pt x="0" y="54"/>
                    </a:cubicBezTo>
                    <a:cubicBezTo>
                      <a:pt x="0" y="64"/>
                      <a:pt x="2" y="73"/>
                      <a:pt x="7" y="81"/>
                    </a:cubicBezTo>
                    <a:cubicBezTo>
                      <a:pt x="6" y="87"/>
                      <a:pt x="5" y="94"/>
                      <a:pt x="5" y="100"/>
                    </a:cubicBezTo>
                    <a:cubicBezTo>
                      <a:pt x="5" y="152"/>
                      <a:pt x="47" y="193"/>
                      <a:pt x="99" y="193"/>
                    </a:cubicBezTo>
                    <a:cubicBezTo>
                      <a:pt x="104" y="193"/>
                      <a:pt x="110" y="193"/>
                      <a:pt x="116" y="192"/>
                    </a:cubicBezTo>
                    <a:cubicBezTo>
                      <a:pt x="123" y="196"/>
                      <a:pt x="132" y="198"/>
                      <a:pt x="141" y="198"/>
                    </a:cubicBezTo>
                    <a:cubicBezTo>
                      <a:pt x="171" y="198"/>
                      <a:pt x="195" y="174"/>
                      <a:pt x="195" y="144"/>
                    </a:cubicBezTo>
                    <a:cubicBezTo>
                      <a:pt x="195" y="136"/>
                      <a:pt x="193" y="127"/>
                      <a:pt x="190" y="120"/>
                    </a:cubicBezTo>
                    <a:close/>
                    <a:moveTo>
                      <a:pt x="146" y="145"/>
                    </a:moveTo>
                    <a:cubicBezTo>
                      <a:pt x="142" y="151"/>
                      <a:pt x="136" y="156"/>
                      <a:pt x="127" y="159"/>
                    </a:cubicBezTo>
                    <a:cubicBezTo>
                      <a:pt x="119" y="163"/>
                      <a:pt x="109" y="164"/>
                      <a:pt x="98" y="164"/>
                    </a:cubicBezTo>
                    <a:cubicBezTo>
                      <a:pt x="85" y="164"/>
                      <a:pt x="74" y="162"/>
                      <a:pt x="65" y="157"/>
                    </a:cubicBezTo>
                    <a:cubicBezTo>
                      <a:pt x="59" y="154"/>
                      <a:pt x="53" y="149"/>
                      <a:pt x="49" y="144"/>
                    </a:cubicBezTo>
                    <a:cubicBezTo>
                      <a:pt x="46" y="138"/>
                      <a:pt x="44" y="132"/>
                      <a:pt x="44" y="127"/>
                    </a:cubicBezTo>
                    <a:cubicBezTo>
                      <a:pt x="44" y="123"/>
                      <a:pt x="45" y="120"/>
                      <a:pt x="47" y="118"/>
                    </a:cubicBezTo>
                    <a:cubicBezTo>
                      <a:pt x="50" y="116"/>
                      <a:pt x="53" y="114"/>
                      <a:pt x="57" y="114"/>
                    </a:cubicBezTo>
                    <a:cubicBezTo>
                      <a:pt x="60" y="114"/>
                      <a:pt x="63" y="115"/>
                      <a:pt x="65" y="117"/>
                    </a:cubicBezTo>
                    <a:cubicBezTo>
                      <a:pt x="68" y="119"/>
                      <a:pt x="69" y="122"/>
                      <a:pt x="71" y="125"/>
                    </a:cubicBezTo>
                    <a:cubicBezTo>
                      <a:pt x="72" y="129"/>
                      <a:pt x="74" y="132"/>
                      <a:pt x="76" y="135"/>
                    </a:cubicBezTo>
                    <a:cubicBezTo>
                      <a:pt x="78" y="137"/>
                      <a:pt x="81" y="139"/>
                      <a:pt x="84" y="141"/>
                    </a:cubicBezTo>
                    <a:cubicBezTo>
                      <a:pt x="87" y="142"/>
                      <a:pt x="92" y="143"/>
                      <a:pt x="98" y="143"/>
                    </a:cubicBezTo>
                    <a:cubicBezTo>
                      <a:pt x="105" y="143"/>
                      <a:pt x="112" y="142"/>
                      <a:pt x="116" y="138"/>
                    </a:cubicBezTo>
                    <a:cubicBezTo>
                      <a:pt x="121" y="135"/>
                      <a:pt x="123" y="131"/>
                      <a:pt x="123" y="127"/>
                    </a:cubicBezTo>
                    <a:cubicBezTo>
                      <a:pt x="123" y="123"/>
                      <a:pt x="122" y="120"/>
                      <a:pt x="120" y="118"/>
                    </a:cubicBezTo>
                    <a:cubicBezTo>
                      <a:pt x="117" y="115"/>
                      <a:pt x="114" y="114"/>
                      <a:pt x="110" y="112"/>
                    </a:cubicBezTo>
                    <a:cubicBezTo>
                      <a:pt x="105" y="111"/>
                      <a:pt x="100" y="110"/>
                      <a:pt x="93" y="108"/>
                    </a:cubicBezTo>
                    <a:cubicBezTo>
                      <a:pt x="83" y="106"/>
                      <a:pt x="75" y="104"/>
                      <a:pt x="68" y="101"/>
                    </a:cubicBezTo>
                    <a:cubicBezTo>
                      <a:pt x="61" y="98"/>
                      <a:pt x="56" y="94"/>
                      <a:pt x="52" y="89"/>
                    </a:cubicBezTo>
                    <a:cubicBezTo>
                      <a:pt x="48" y="84"/>
                      <a:pt x="46" y="78"/>
                      <a:pt x="46" y="70"/>
                    </a:cubicBezTo>
                    <a:cubicBezTo>
                      <a:pt x="46" y="63"/>
                      <a:pt x="48" y="57"/>
                      <a:pt x="52" y="51"/>
                    </a:cubicBezTo>
                    <a:cubicBezTo>
                      <a:pt x="57" y="46"/>
                      <a:pt x="63" y="42"/>
                      <a:pt x="71" y="39"/>
                    </a:cubicBezTo>
                    <a:cubicBezTo>
                      <a:pt x="78" y="36"/>
                      <a:pt x="87" y="35"/>
                      <a:pt x="98" y="35"/>
                    </a:cubicBezTo>
                    <a:cubicBezTo>
                      <a:pt x="106" y="35"/>
                      <a:pt x="114" y="35"/>
                      <a:pt x="120" y="37"/>
                    </a:cubicBezTo>
                    <a:cubicBezTo>
                      <a:pt x="126" y="39"/>
                      <a:pt x="131" y="42"/>
                      <a:pt x="135" y="45"/>
                    </a:cubicBezTo>
                    <a:cubicBezTo>
                      <a:pt x="139" y="48"/>
                      <a:pt x="142" y="52"/>
                      <a:pt x="144" y="55"/>
                    </a:cubicBezTo>
                    <a:cubicBezTo>
                      <a:pt x="146" y="59"/>
                      <a:pt x="147" y="62"/>
                      <a:pt x="147" y="66"/>
                    </a:cubicBezTo>
                    <a:cubicBezTo>
                      <a:pt x="147" y="69"/>
                      <a:pt x="146" y="72"/>
                      <a:pt x="143" y="75"/>
                    </a:cubicBezTo>
                    <a:cubicBezTo>
                      <a:pt x="141" y="78"/>
                      <a:pt x="137" y="79"/>
                      <a:pt x="134" y="79"/>
                    </a:cubicBezTo>
                    <a:cubicBezTo>
                      <a:pt x="130" y="79"/>
                      <a:pt x="128" y="78"/>
                      <a:pt x="126" y="76"/>
                    </a:cubicBezTo>
                    <a:cubicBezTo>
                      <a:pt x="124" y="75"/>
                      <a:pt x="122" y="72"/>
                      <a:pt x="120" y="69"/>
                    </a:cubicBezTo>
                    <a:cubicBezTo>
                      <a:pt x="118" y="65"/>
                      <a:pt x="115" y="61"/>
                      <a:pt x="112" y="59"/>
                    </a:cubicBezTo>
                    <a:cubicBezTo>
                      <a:pt x="109" y="56"/>
                      <a:pt x="103" y="55"/>
                      <a:pt x="96" y="55"/>
                    </a:cubicBezTo>
                    <a:cubicBezTo>
                      <a:pt x="89" y="55"/>
                      <a:pt x="84" y="56"/>
                      <a:pt x="80" y="59"/>
                    </a:cubicBezTo>
                    <a:cubicBezTo>
                      <a:pt x="76" y="62"/>
                      <a:pt x="74" y="65"/>
                      <a:pt x="74" y="68"/>
                    </a:cubicBezTo>
                    <a:cubicBezTo>
                      <a:pt x="74" y="70"/>
                      <a:pt x="75" y="72"/>
                      <a:pt x="76" y="73"/>
                    </a:cubicBezTo>
                    <a:cubicBezTo>
                      <a:pt x="77" y="75"/>
                      <a:pt x="79" y="76"/>
                      <a:pt x="82" y="78"/>
                    </a:cubicBezTo>
                    <a:cubicBezTo>
                      <a:pt x="84" y="79"/>
                      <a:pt x="87" y="80"/>
                      <a:pt x="89" y="81"/>
                    </a:cubicBezTo>
                    <a:cubicBezTo>
                      <a:pt x="92" y="81"/>
                      <a:pt x="96" y="82"/>
                      <a:pt x="102" y="84"/>
                    </a:cubicBezTo>
                    <a:cubicBezTo>
                      <a:pt x="110" y="85"/>
                      <a:pt x="117" y="87"/>
                      <a:pt x="123" y="89"/>
                    </a:cubicBezTo>
                    <a:cubicBezTo>
                      <a:pt x="129" y="91"/>
                      <a:pt x="134" y="94"/>
                      <a:pt x="139" y="96"/>
                    </a:cubicBezTo>
                    <a:cubicBezTo>
                      <a:pt x="143" y="99"/>
                      <a:pt x="147" y="103"/>
                      <a:pt x="149" y="108"/>
                    </a:cubicBezTo>
                    <a:cubicBezTo>
                      <a:pt x="152" y="112"/>
                      <a:pt x="153" y="118"/>
                      <a:pt x="153" y="124"/>
                    </a:cubicBezTo>
                    <a:cubicBezTo>
                      <a:pt x="153" y="132"/>
                      <a:pt x="151" y="139"/>
                      <a:pt x="146" y="145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9" name="îš1ïḍê"/>
              <p:cNvSpPr/>
              <p:nvPr/>
            </p:nvSpPr>
            <p:spPr bwMode="auto">
              <a:xfrm>
                <a:off x="4185016" y="2281578"/>
                <a:ext cx="770299" cy="773521"/>
              </a:xfrm>
              <a:custGeom>
                <a:avLst/>
                <a:gdLst>
                  <a:gd name="T0" fmla="*/ 192 w 193"/>
                  <a:gd name="T1" fmla="*/ 81 h 194"/>
                  <a:gd name="T2" fmla="*/ 191 w 193"/>
                  <a:gd name="T3" fmla="*/ 77 h 194"/>
                  <a:gd name="T4" fmla="*/ 188 w 193"/>
                  <a:gd name="T5" fmla="*/ 75 h 194"/>
                  <a:gd name="T6" fmla="*/ 162 w 193"/>
                  <a:gd name="T7" fmla="*/ 71 h 194"/>
                  <a:gd name="T8" fmla="*/ 157 w 193"/>
                  <a:gd name="T9" fmla="*/ 54 h 194"/>
                  <a:gd name="T10" fmla="*/ 151 w 193"/>
                  <a:gd name="T11" fmla="*/ 34 h 194"/>
                  <a:gd name="T12" fmla="*/ 104 w 193"/>
                  <a:gd name="T13" fmla="*/ 0 h 194"/>
                  <a:gd name="T14" fmla="*/ 61 w 193"/>
                  <a:gd name="T15" fmla="*/ 0 h 194"/>
                  <a:gd name="T16" fmla="*/ 0 w 193"/>
                  <a:gd name="T17" fmla="*/ 61 h 194"/>
                  <a:gd name="T18" fmla="*/ 0 w 193"/>
                  <a:gd name="T19" fmla="*/ 133 h 194"/>
                  <a:gd name="T20" fmla="*/ 61 w 193"/>
                  <a:gd name="T21" fmla="*/ 194 h 194"/>
                  <a:gd name="T22" fmla="*/ 131 w 193"/>
                  <a:gd name="T23" fmla="*/ 194 h 194"/>
                  <a:gd name="T24" fmla="*/ 192 w 193"/>
                  <a:gd name="T25" fmla="*/ 133 h 194"/>
                  <a:gd name="T26" fmla="*/ 193 w 193"/>
                  <a:gd name="T27" fmla="*/ 83 h 194"/>
                  <a:gd name="T28" fmla="*/ 192 w 193"/>
                  <a:gd name="T29" fmla="*/ 81 h 194"/>
                  <a:gd name="T30" fmla="*/ 62 w 193"/>
                  <a:gd name="T31" fmla="*/ 50 h 194"/>
                  <a:gd name="T32" fmla="*/ 96 w 193"/>
                  <a:gd name="T33" fmla="*/ 50 h 194"/>
                  <a:gd name="T34" fmla="*/ 108 w 193"/>
                  <a:gd name="T35" fmla="*/ 62 h 194"/>
                  <a:gd name="T36" fmla="*/ 96 w 193"/>
                  <a:gd name="T37" fmla="*/ 73 h 194"/>
                  <a:gd name="T38" fmla="*/ 62 w 193"/>
                  <a:gd name="T39" fmla="*/ 73 h 194"/>
                  <a:gd name="T40" fmla="*/ 50 w 193"/>
                  <a:gd name="T41" fmla="*/ 62 h 194"/>
                  <a:gd name="T42" fmla="*/ 62 w 193"/>
                  <a:gd name="T43" fmla="*/ 50 h 194"/>
                  <a:gd name="T44" fmla="*/ 131 w 193"/>
                  <a:gd name="T45" fmla="*/ 143 h 194"/>
                  <a:gd name="T46" fmla="*/ 62 w 193"/>
                  <a:gd name="T47" fmla="*/ 143 h 194"/>
                  <a:gd name="T48" fmla="*/ 50 w 193"/>
                  <a:gd name="T49" fmla="*/ 132 h 194"/>
                  <a:gd name="T50" fmla="*/ 62 w 193"/>
                  <a:gd name="T51" fmla="*/ 120 h 194"/>
                  <a:gd name="T52" fmla="*/ 131 w 193"/>
                  <a:gd name="T53" fmla="*/ 120 h 194"/>
                  <a:gd name="T54" fmla="*/ 142 w 193"/>
                  <a:gd name="T55" fmla="*/ 132 h 194"/>
                  <a:gd name="T56" fmla="*/ 131 w 193"/>
                  <a:gd name="T57" fmla="*/ 143 h 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93" h="194">
                    <a:moveTo>
                      <a:pt x="192" y="81"/>
                    </a:moveTo>
                    <a:cubicBezTo>
                      <a:pt x="191" y="77"/>
                      <a:pt x="191" y="77"/>
                      <a:pt x="191" y="77"/>
                    </a:cubicBezTo>
                    <a:cubicBezTo>
                      <a:pt x="188" y="75"/>
                      <a:pt x="188" y="75"/>
                      <a:pt x="188" y="75"/>
                    </a:cubicBezTo>
                    <a:cubicBezTo>
                      <a:pt x="184" y="72"/>
                      <a:pt x="166" y="75"/>
                      <a:pt x="162" y="71"/>
                    </a:cubicBezTo>
                    <a:cubicBezTo>
                      <a:pt x="158" y="68"/>
                      <a:pt x="158" y="62"/>
                      <a:pt x="157" y="54"/>
                    </a:cubicBezTo>
                    <a:cubicBezTo>
                      <a:pt x="155" y="39"/>
                      <a:pt x="153" y="39"/>
                      <a:pt x="151" y="34"/>
                    </a:cubicBezTo>
                    <a:cubicBezTo>
                      <a:pt x="143" y="16"/>
                      <a:pt x="120" y="2"/>
                      <a:pt x="104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28" y="0"/>
                      <a:pt x="0" y="28"/>
                      <a:pt x="0" y="61"/>
                    </a:cubicBezTo>
                    <a:cubicBezTo>
                      <a:pt x="0" y="133"/>
                      <a:pt x="0" y="133"/>
                      <a:pt x="0" y="133"/>
                    </a:cubicBezTo>
                    <a:cubicBezTo>
                      <a:pt x="0" y="166"/>
                      <a:pt x="28" y="194"/>
                      <a:pt x="61" y="194"/>
                    </a:cubicBezTo>
                    <a:cubicBezTo>
                      <a:pt x="131" y="194"/>
                      <a:pt x="131" y="194"/>
                      <a:pt x="131" y="194"/>
                    </a:cubicBezTo>
                    <a:cubicBezTo>
                      <a:pt x="165" y="194"/>
                      <a:pt x="192" y="166"/>
                      <a:pt x="192" y="133"/>
                    </a:cubicBezTo>
                    <a:cubicBezTo>
                      <a:pt x="193" y="83"/>
                      <a:pt x="193" y="83"/>
                      <a:pt x="193" y="83"/>
                    </a:cubicBezTo>
                    <a:lnTo>
                      <a:pt x="192" y="81"/>
                    </a:lnTo>
                    <a:close/>
                    <a:moveTo>
                      <a:pt x="62" y="50"/>
                    </a:moveTo>
                    <a:cubicBezTo>
                      <a:pt x="96" y="50"/>
                      <a:pt x="96" y="50"/>
                      <a:pt x="96" y="50"/>
                    </a:cubicBezTo>
                    <a:cubicBezTo>
                      <a:pt x="102" y="50"/>
                      <a:pt x="108" y="55"/>
                      <a:pt x="108" y="62"/>
                    </a:cubicBezTo>
                    <a:cubicBezTo>
                      <a:pt x="108" y="68"/>
                      <a:pt x="102" y="73"/>
                      <a:pt x="96" y="73"/>
                    </a:cubicBezTo>
                    <a:cubicBezTo>
                      <a:pt x="62" y="73"/>
                      <a:pt x="62" y="73"/>
                      <a:pt x="62" y="73"/>
                    </a:cubicBezTo>
                    <a:cubicBezTo>
                      <a:pt x="56" y="73"/>
                      <a:pt x="50" y="68"/>
                      <a:pt x="50" y="62"/>
                    </a:cubicBezTo>
                    <a:cubicBezTo>
                      <a:pt x="50" y="55"/>
                      <a:pt x="56" y="50"/>
                      <a:pt x="62" y="50"/>
                    </a:cubicBezTo>
                    <a:close/>
                    <a:moveTo>
                      <a:pt x="131" y="143"/>
                    </a:moveTo>
                    <a:cubicBezTo>
                      <a:pt x="62" y="143"/>
                      <a:pt x="62" y="143"/>
                      <a:pt x="62" y="143"/>
                    </a:cubicBezTo>
                    <a:cubicBezTo>
                      <a:pt x="56" y="143"/>
                      <a:pt x="50" y="138"/>
                      <a:pt x="50" y="132"/>
                    </a:cubicBezTo>
                    <a:cubicBezTo>
                      <a:pt x="50" y="125"/>
                      <a:pt x="56" y="120"/>
                      <a:pt x="62" y="120"/>
                    </a:cubicBezTo>
                    <a:cubicBezTo>
                      <a:pt x="131" y="120"/>
                      <a:pt x="131" y="120"/>
                      <a:pt x="131" y="120"/>
                    </a:cubicBezTo>
                    <a:cubicBezTo>
                      <a:pt x="137" y="120"/>
                      <a:pt x="142" y="125"/>
                      <a:pt x="142" y="132"/>
                    </a:cubicBezTo>
                    <a:cubicBezTo>
                      <a:pt x="142" y="138"/>
                      <a:pt x="137" y="143"/>
                      <a:pt x="131" y="143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grpSp>
            <p:nvGrpSpPr>
              <p:cNvPr id="40" name="ïslïḋé"/>
              <p:cNvGrpSpPr/>
              <p:nvPr/>
            </p:nvGrpSpPr>
            <p:grpSpPr>
              <a:xfrm>
                <a:off x="5278539" y="749643"/>
                <a:ext cx="930401" cy="924598"/>
                <a:chOff x="2189163" y="538163"/>
                <a:chExt cx="977900" cy="971549"/>
              </a:xfrm>
              <a:solidFill>
                <a:schemeClr val="bg2"/>
              </a:solidFill>
            </p:grpSpPr>
            <p:sp>
              <p:nvSpPr>
                <p:cNvPr id="49" name="ïšļiḓè"/>
                <p:cNvSpPr/>
                <p:nvPr/>
              </p:nvSpPr>
              <p:spPr bwMode="auto">
                <a:xfrm>
                  <a:off x="2189163" y="538163"/>
                  <a:ext cx="733425" cy="677862"/>
                </a:xfrm>
                <a:custGeom>
                  <a:avLst/>
                  <a:gdLst>
                    <a:gd name="T0" fmla="*/ 75 w 175"/>
                    <a:gd name="T1" fmla="*/ 162 h 162"/>
                    <a:gd name="T2" fmla="*/ 87 w 175"/>
                    <a:gd name="T3" fmla="*/ 152 h 162"/>
                    <a:gd name="T4" fmla="*/ 76 w 175"/>
                    <a:gd name="T5" fmla="*/ 142 h 162"/>
                    <a:gd name="T6" fmla="*/ 69 w 175"/>
                    <a:gd name="T7" fmla="*/ 142 h 162"/>
                    <a:gd name="T8" fmla="*/ 37 w 175"/>
                    <a:gd name="T9" fmla="*/ 109 h 162"/>
                    <a:gd name="T10" fmla="*/ 70 w 175"/>
                    <a:gd name="T11" fmla="*/ 78 h 162"/>
                    <a:gd name="T12" fmla="*/ 114 w 175"/>
                    <a:gd name="T13" fmla="*/ 78 h 162"/>
                    <a:gd name="T14" fmla="*/ 146 w 175"/>
                    <a:gd name="T15" fmla="*/ 110 h 162"/>
                    <a:gd name="T16" fmla="*/ 146 w 175"/>
                    <a:gd name="T17" fmla="*/ 151 h 162"/>
                    <a:gd name="T18" fmla="*/ 158 w 175"/>
                    <a:gd name="T19" fmla="*/ 162 h 162"/>
                    <a:gd name="T20" fmla="*/ 163 w 175"/>
                    <a:gd name="T21" fmla="*/ 162 h 162"/>
                    <a:gd name="T22" fmla="*/ 175 w 175"/>
                    <a:gd name="T23" fmla="*/ 151 h 162"/>
                    <a:gd name="T24" fmla="*/ 175 w 175"/>
                    <a:gd name="T25" fmla="*/ 15 h 162"/>
                    <a:gd name="T26" fmla="*/ 117 w 175"/>
                    <a:gd name="T27" fmla="*/ 0 h 162"/>
                    <a:gd name="T28" fmla="*/ 0 w 175"/>
                    <a:gd name="T29" fmla="*/ 116 h 162"/>
                    <a:gd name="T30" fmla="*/ 10 w 175"/>
                    <a:gd name="T31" fmla="*/ 162 h 162"/>
                    <a:gd name="T32" fmla="*/ 75 w 175"/>
                    <a:gd name="T33" fmla="*/ 162 h 1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175" h="162">
                      <a:moveTo>
                        <a:pt x="75" y="162"/>
                      </a:moveTo>
                      <a:cubicBezTo>
                        <a:pt x="82" y="162"/>
                        <a:pt x="87" y="158"/>
                        <a:pt x="87" y="152"/>
                      </a:cubicBezTo>
                      <a:cubicBezTo>
                        <a:pt x="87" y="147"/>
                        <a:pt x="82" y="143"/>
                        <a:pt x="76" y="142"/>
                      </a:cubicBezTo>
                      <a:cubicBezTo>
                        <a:pt x="69" y="142"/>
                        <a:pt x="69" y="142"/>
                        <a:pt x="69" y="142"/>
                      </a:cubicBezTo>
                      <a:cubicBezTo>
                        <a:pt x="52" y="141"/>
                        <a:pt x="37" y="126"/>
                        <a:pt x="37" y="109"/>
                      </a:cubicBezTo>
                      <a:cubicBezTo>
                        <a:pt x="37" y="92"/>
                        <a:pt x="52" y="78"/>
                        <a:pt x="70" y="78"/>
                      </a:cubicBezTo>
                      <a:cubicBezTo>
                        <a:pt x="114" y="78"/>
                        <a:pt x="114" y="78"/>
                        <a:pt x="114" y="78"/>
                      </a:cubicBezTo>
                      <a:cubicBezTo>
                        <a:pt x="132" y="78"/>
                        <a:pt x="146" y="92"/>
                        <a:pt x="146" y="110"/>
                      </a:cubicBezTo>
                      <a:cubicBezTo>
                        <a:pt x="146" y="151"/>
                        <a:pt x="146" y="151"/>
                        <a:pt x="146" y="151"/>
                      </a:cubicBezTo>
                      <a:cubicBezTo>
                        <a:pt x="146" y="157"/>
                        <a:pt x="152" y="162"/>
                        <a:pt x="158" y="162"/>
                      </a:cubicBezTo>
                      <a:cubicBezTo>
                        <a:pt x="163" y="162"/>
                        <a:pt x="163" y="162"/>
                        <a:pt x="163" y="162"/>
                      </a:cubicBezTo>
                      <a:cubicBezTo>
                        <a:pt x="169" y="162"/>
                        <a:pt x="175" y="157"/>
                        <a:pt x="175" y="151"/>
                      </a:cubicBezTo>
                      <a:cubicBezTo>
                        <a:pt x="175" y="15"/>
                        <a:pt x="175" y="15"/>
                        <a:pt x="175" y="15"/>
                      </a:cubicBezTo>
                      <a:cubicBezTo>
                        <a:pt x="158" y="5"/>
                        <a:pt x="138" y="0"/>
                        <a:pt x="117" y="0"/>
                      </a:cubicBezTo>
                      <a:cubicBezTo>
                        <a:pt x="52" y="0"/>
                        <a:pt x="0" y="52"/>
                        <a:pt x="0" y="116"/>
                      </a:cubicBezTo>
                      <a:cubicBezTo>
                        <a:pt x="0" y="132"/>
                        <a:pt x="4" y="148"/>
                        <a:pt x="10" y="162"/>
                      </a:cubicBezTo>
                      <a:lnTo>
                        <a:pt x="75" y="16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0" name="ïṩ1iḑè"/>
                <p:cNvSpPr/>
                <p:nvPr/>
              </p:nvSpPr>
              <p:spPr bwMode="auto">
                <a:xfrm>
                  <a:off x="2281238" y="666750"/>
                  <a:ext cx="885825" cy="842962"/>
                </a:xfrm>
                <a:custGeom>
                  <a:avLst/>
                  <a:gdLst>
                    <a:gd name="T0" fmla="*/ 174 w 211"/>
                    <a:gd name="T1" fmla="*/ 0 h 201"/>
                    <a:gd name="T2" fmla="*/ 174 w 211"/>
                    <a:gd name="T3" fmla="*/ 120 h 201"/>
                    <a:gd name="T4" fmla="*/ 141 w 211"/>
                    <a:gd name="T5" fmla="*/ 152 h 201"/>
                    <a:gd name="T6" fmla="*/ 136 w 211"/>
                    <a:gd name="T7" fmla="*/ 152 h 201"/>
                    <a:gd name="T8" fmla="*/ 103 w 211"/>
                    <a:gd name="T9" fmla="*/ 120 h 201"/>
                    <a:gd name="T10" fmla="*/ 103 w 211"/>
                    <a:gd name="T11" fmla="*/ 79 h 201"/>
                    <a:gd name="T12" fmla="*/ 92 w 211"/>
                    <a:gd name="T13" fmla="*/ 67 h 201"/>
                    <a:gd name="T14" fmla="*/ 48 w 211"/>
                    <a:gd name="T15" fmla="*/ 67 h 201"/>
                    <a:gd name="T16" fmla="*/ 36 w 211"/>
                    <a:gd name="T17" fmla="*/ 78 h 201"/>
                    <a:gd name="T18" fmla="*/ 48 w 211"/>
                    <a:gd name="T19" fmla="*/ 90 h 201"/>
                    <a:gd name="T20" fmla="*/ 55 w 211"/>
                    <a:gd name="T21" fmla="*/ 90 h 201"/>
                    <a:gd name="T22" fmla="*/ 86 w 211"/>
                    <a:gd name="T23" fmla="*/ 122 h 201"/>
                    <a:gd name="T24" fmla="*/ 53 w 211"/>
                    <a:gd name="T25" fmla="*/ 152 h 201"/>
                    <a:gd name="T26" fmla="*/ 0 w 211"/>
                    <a:gd name="T27" fmla="*/ 152 h 201"/>
                    <a:gd name="T28" fmla="*/ 95 w 211"/>
                    <a:gd name="T29" fmla="*/ 201 h 201"/>
                    <a:gd name="T30" fmla="*/ 211 w 211"/>
                    <a:gd name="T31" fmla="*/ 85 h 201"/>
                    <a:gd name="T32" fmla="*/ 174 w 211"/>
                    <a:gd name="T33" fmla="*/ 0 h 2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211" h="201">
                      <a:moveTo>
                        <a:pt x="174" y="0"/>
                      </a:moveTo>
                      <a:cubicBezTo>
                        <a:pt x="174" y="120"/>
                        <a:pt x="174" y="120"/>
                        <a:pt x="174" y="120"/>
                      </a:cubicBezTo>
                      <a:cubicBezTo>
                        <a:pt x="174" y="138"/>
                        <a:pt x="159" y="152"/>
                        <a:pt x="141" y="152"/>
                      </a:cubicBezTo>
                      <a:cubicBezTo>
                        <a:pt x="136" y="152"/>
                        <a:pt x="136" y="152"/>
                        <a:pt x="136" y="152"/>
                      </a:cubicBezTo>
                      <a:cubicBezTo>
                        <a:pt x="118" y="152"/>
                        <a:pt x="103" y="138"/>
                        <a:pt x="103" y="120"/>
                      </a:cubicBezTo>
                      <a:cubicBezTo>
                        <a:pt x="103" y="79"/>
                        <a:pt x="103" y="79"/>
                        <a:pt x="103" y="79"/>
                      </a:cubicBezTo>
                      <a:cubicBezTo>
                        <a:pt x="103" y="73"/>
                        <a:pt x="98" y="67"/>
                        <a:pt x="92" y="67"/>
                      </a:cubicBezTo>
                      <a:cubicBezTo>
                        <a:pt x="48" y="67"/>
                        <a:pt x="48" y="67"/>
                        <a:pt x="48" y="67"/>
                      </a:cubicBezTo>
                      <a:cubicBezTo>
                        <a:pt x="42" y="67"/>
                        <a:pt x="36" y="72"/>
                        <a:pt x="36" y="78"/>
                      </a:cubicBezTo>
                      <a:cubicBezTo>
                        <a:pt x="36" y="84"/>
                        <a:pt x="42" y="90"/>
                        <a:pt x="48" y="90"/>
                      </a:cubicBezTo>
                      <a:cubicBezTo>
                        <a:pt x="55" y="90"/>
                        <a:pt x="55" y="90"/>
                        <a:pt x="55" y="90"/>
                      </a:cubicBezTo>
                      <a:cubicBezTo>
                        <a:pt x="73" y="91"/>
                        <a:pt x="87" y="106"/>
                        <a:pt x="86" y="122"/>
                      </a:cubicBezTo>
                      <a:cubicBezTo>
                        <a:pt x="86" y="139"/>
                        <a:pt x="71" y="152"/>
                        <a:pt x="53" y="152"/>
                      </a:cubicBezTo>
                      <a:cubicBezTo>
                        <a:pt x="0" y="152"/>
                        <a:pt x="0" y="152"/>
                        <a:pt x="0" y="152"/>
                      </a:cubicBezTo>
                      <a:cubicBezTo>
                        <a:pt x="21" y="182"/>
                        <a:pt x="55" y="201"/>
                        <a:pt x="95" y="201"/>
                      </a:cubicBezTo>
                      <a:cubicBezTo>
                        <a:pt x="159" y="201"/>
                        <a:pt x="211" y="149"/>
                        <a:pt x="211" y="85"/>
                      </a:cubicBezTo>
                      <a:cubicBezTo>
                        <a:pt x="211" y="51"/>
                        <a:pt x="197" y="21"/>
                        <a:pt x="17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  <p:sp>
            <p:nvSpPr>
              <p:cNvPr id="41" name="ïšḷiḍe"/>
              <p:cNvSpPr/>
              <p:nvPr/>
            </p:nvSpPr>
            <p:spPr bwMode="auto">
              <a:xfrm>
                <a:off x="6264454" y="1884736"/>
                <a:ext cx="731773" cy="667273"/>
              </a:xfrm>
              <a:custGeom>
                <a:avLst/>
                <a:gdLst>
                  <a:gd name="T0" fmla="*/ 189 w 255"/>
                  <a:gd name="T1" fmla="*/ 10 h 233"/>
                  <a:gd name="T2" fmla="*/ 104 w 255"/>
                  <a:gd name="T3" fmla="*/ 16 h 233"/>
                  <a:gd name="T4" fmla="*/ 18 w 255"/>
                  <a:gd name="T5" fmla="*/ 30 h 233"/>
                  <a:gd name="T6" fmla="*/ 6 w 255"/>
                  <a:gd name="T7" fmla="*/ 30 h 233"/>
                  <a:gd name="T8" fmla="*/ 3 w 255"/>
                  <a:gd name="T9" fmla="*/ 46 h 233"/>
                  <a:gd name="T10" fmla="*/ 115 w 255"/>
                  <a:gd name="T11" fmla="*/ 228 h 233"/>
                  <a:gd name="T12" fmla="*/ 124 w 255"/>
                  <a:gd name="T13" fmla="*/ 233 h 233"/>
                  <a:gd name="T14" fmla="*/ 130 w 255"/>
                  <a:gd name="T15" fmla="*/ 231 h 233"/>
                  <a:gd name="T16" fmla="*/ 134 w 255"/>
                  <a:gd name="T17" fmla="*/ 216 h 233"/>
                  <a:gd name="T18" fmla="*/ 84 w 255"/>
                  <a:gd name="T19" fmla="*/ 135 h 233"/>
                  <a:gd name="T20" fmla="*/ 170 w 255"/>
                  <a:gd name="T21" fmla="*/ 121 h 233"/>
                  <a:gd name="T22" fmla="*/ 255 w 255"/>
                  <a:gd name="T23" fmla="*/ 115 h 233"/>
                  <a:gd name="T24" fmla="*/ 189 w 255"/>
                  <a:gd name="T25" fmla="*/ 10 h 2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55" h="233">
                    <a:moveTo>
                      <a:pt x="189" y="10"/>
                    </a:moveTo>
                    <a:cubicBezTo>
                      <a:pt x="189" y="10"/>
                      <a:pt x="146" y="31"/>
                      <a:pt x="104" y="16"/>
                    </a:cubicBezTo>
                    <a:cubicBezTo>
                      <a:pt x="58" y="0"/>
                      <a:pt x="37" y="6"/>
                      <a:pt x="18" y="30"/>
                    </a:cubicBezTo>
                    <a:cubicBezTo>
                      <a:pt x="14" y="28"/>
                      <a:pt x="10" y="28"/>
                      <a:pt x="6" y="30"/>
                    </a:cubicBezTo>
                    <a:cubicBezTo>
                      <a:pt x="1" y="33"/>
                      <a:pt x="0" y="40"/>
                      <a:pt x="3" y="46"/>
                    </a:cubicBezTo>
                    <a:cubicBezTo>
                      <a:pt x="115" y="228"/>
                      <a:pt x="115" y="228"/>
                      <a:pt x="115" y="228"/>
                    </a:cubicBezTo>
                    <a:cubicBezTo>
                      <a:pt x="117" y="231"/>
                      <a:pt x="121" y="233"/>
                      <a:pt x="124" y="233"/>
                    </a:cubicBezTo>
                    <a:cubicBezTo>
                      <a:pt x="126" y="233"/>
                      <a:pt x="128" y="232"/>
                      <a:pt x="130" y="231"/>
                    </a:cubicBezTo>
                    <a:cubicBezTo>
                      <a:pt x="135" y="228"/>
                      <a:pt x="137" y="221"/>
                      <a:pt x="134" y="216"/>
                    </a:cubicBezTo>
                    <a:cubicBezTo>
                      <a:pt x="84" y="135"/>
                      <a:pt x="84" y="135"/>
                      <a:pt x="84" y="135"/>
                    </a:cubicBezTo>
                    <a:cubicBezTo>
                      <a:pt x="104" y="111"/>
                      <a:pt x="124" y="105"/>
                      <a:pt x="170" y="121"/>
                    </a:cubicBezTo>
                    <a:cubicBezTo>
                      <a:pt x="213" y="135"/>
                      <a:pt x="255" y="115"/>
                      <a:pt x="255" y="115"/>
                    </a:cubicBezTo>
                    <a:lnTo>
                      <a:pt x="189" y="1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2" name="îṧḻîḑè"/>
              <p:cNvSpPr/>
              <p:nvPr/>
            </p:nvSpPr>
            <p:spPr bwMode="auto">
              <a:xfrm>
                <a:off x="7775449" y="3373873"/>
                <a:ext cx="667359" cy="636992"/>
              </a:xfrm>
              <a:custGeom>
                <a:avLst/>
                <a:gdLst>
                  <a:gd name="T0" fmla="*/ 1347 w 1348"/>
                  <a:gd name="T1" fmla="*/ 786 h 1289"/>
                  <a:gd name="T2" fmla="*/ 1347 w 1348"/>
                  <a:gd name="T3" fmla="*/ 1288 h 1289"/>
                  <a:gd name="T4" fmla="*/ 1054 w 1348"/>
                  <a:gd name="T5" fmla="*/ 1288 h 1289"/>
                  <a:gd name="T6" fmla="*/ 1054 w 1348"/>
                  <a:gd name="T7" fmla="*/ 819 h 1289"/>
                  <a:gd name="T8" fmla="*/ 912 w 1348"/>
                  <a:gd name="T9" fmla="*/ 627 h 1289"/>
                  <a:gd name="T10" fmla="*/ 761 w 1348"/>
                  <a:gd name="T11" fmla="*/ 736 h 1289"/>
                  <a:gd name="T12" fmla="*/ 753 w 1348"/>
                  <a:gd name="T13" fmla="*/ 803 h 1289"/>
                  <a:gd name="T14" fmla="*/ 753 w 1348"/>
                  <a:gd name="T15" fmla="*/ 1288 h 1289"/>
                  <a:gd name="T16" fmla="*/ 468 w 1348"/>
                  <a:gd name="T17" fmla="*/ 1288 h 1289"/>
                  <a:gd name="T18" fmla="*/ 468 w 1348"/>
                  <a:gd name="T19" fmla="*/ 418 h 1289"/>
                  <a:gd name="T20" fmla="*/ 753 w 1348"/>
                  <a:gd name="T21" fmla="*/ 418 h 1289"/>
                  <a:gd name="T22" fmla="*/ 753 w 1348"/>
                  <a:gd name="T23" fmla="*/ 543 h 1289"/>
                  <a:gd name="T24" fmla="*/ 1012 w 1348"/>
                  <a:gd name="T25" fmla="*/ 401 h 1289"/>
                  <a:gd name="T26" fmla="*/ 1347 w 1348"/>
                  <a:gd name="T27" fmla="*/ 786 h 1289"/>
                  <a:gd name="T28" fmla="*/ 167 w 1348"/>
                  <a:gd name="T29" fmla="*/ 0 h 1289"/>
                  <a:gd name="T30" fmla="*/ 0 w 1348"/>
                  <a:gd name="T31" fmla="*/ 151 h 1289"/>
                  <a:gd name="T32" fmla="*/ 159 w 1348"/>
                  <a:gd name="T33" fmla="*/ 301 h 1289"/>
                  <a:gd name="T34" fmla="*/ 167 w 1348"/>
                  <a:gd name="T35" fmla="*/ 301 h 1289"/>
                  <a:gd name="T36" fmla="*/ 326 w 1348"/>
                  <a:gd name="T37" fmla="*/ 151 h 1289"/>
                  <a:gd name="T38" fmla="*/ 167 w 1348"/>
                  <a:gd name="T39" fmla="*/ 0 h 1289"/>
                  <a:gd name="T40" fmla="*/ 17 w 1348"/>
                  <a:gd name="T41" fmla="*/ 1288 h 1289"/>
                  <a:gd name="T42" fmla="*/ 310 w 1348"/>
                  <a:gd name="T43" fmla="*/ 1288 h 1289"/>
                  <a:gd name="T44" fmla="*/ 310 w 1348"/>
                  <a:gd name="T45" fmla="*/ 418 h 1289"/>
                  <a:gd name="T46" fmla="*/ 17 w 1348"/>
                  <a:gd name="T47" fmla="*/ 418 h 1289"/>
                  <a:gd name="T48" fmla="*/ 17 w 1348"/>
                  <a:gd name="T49" fmla="*/ 1288 h 1289"/>
                  <a:gd name="T50" fmla="*/ 17 w 1348"/>
                  <a:gd name="T51" fmla="*/ 1288 h 1289"/>
                  <a:gd name="T52" fmla="*/ 17 w 1348"/>
                  <a:gd name="T53" fmla="*/ 1288 h 1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348" h="1289">
                    <a:moveTo>
                      <a:pt x="1347" y="786"/>
                    </a:moveTo>
                    <a:cubicBezTo>
                      <a:pt x="1347" y="1288"/>
                      <a:pt x="1347" y="1288"/>
                      <a:pt x="1347" y="1288"/>
                    </a:cubicBezTo>
                    <a:cubicBezTo>
                      <a:pt x="1054" y="1288"/>
                      <a:pt x="1054" y="1288"/>
                      <a:pt x="1054" y="1288"/>
                    </a:cubicBezTo>
                    <a:cubicBezTo>
                      <a:pt x="1054" y="819"/>
                      <a:pt x="1054" y="819"/>
                      <a:pt x="1054" y="819"/>
                    </a:cubicBezTo>
                    <a:cubicBezTo>
                      <a:pt x="1054" y="702"/>
                      <a:pt x="1020" y="627"/>
                      <a:pt x="912" y="627"/>
                    </a:cubicBezTo>
                    <a:cubicBezTo>
                      <a:pt x="836" y="627"/>
                      <a:pt x="786" y="677"/>
                      <a:pt x="761" y="736"/>
                    </a:cubicBezTo>
                    <a:cubicBezTo>
                      <a:pt x="761" y="752"/>
                      <a:pt x="753" y="777"/>
                      <a:pt x="753" y="803"/>
                    </a:cubicBezTo>
                    <a:cubicBezTo>
                      <a:pt x="753" y="1288"/>
                      <a:pt x="753" y="1288"/>
                      <a:pt x="753" y="1288"/>
                    </a:cubicBezTo>
                    <a:cubicBezTo>
                      <a:pt x="468" y="1288"/>
                      <a:pt x="468" y="1288"/>
                      <a:pt x="468" y="1288"/>
                    </a:cubicBezTo>
                    <a:cubicBezTo>
                      <a:pt x="468" y="1288"/>
                      <a:pt x="468" y="502"/>
                      <a:pt x="468" y="418"/>
                    </a:cubicBezTo>
                    <a:cubicBezTo>
                      <a:pt x="753" y="418"/>
                      <a:pt x="753" y="418"/>
                      <a:pt x="753" y="418"/>
                    </a:cubicBezTo>
                    <a:cubicBezTo>
                      <a:pt x="753" y="543"/>
                      <a:pt x="753" y="543"/>
                      <a:pt x="753" y="543"/>
                    </a:cubicBezTo>
                    <a:cubicBezTo>
                      <a:pt x="795" y="485"/>
                      <a:pt x="862" y="401"/>
                      <a:pt x="1012" y="401"/>
                    </a:cubicBezTo>
                    <a:cubicBezTo>
                      <a:pt x="1204" y="401"/>
                      <a:pt x="1347" y="527"/>
                      <a:pt x="1347" y="786"/>
                    </a:cubicBezTo>
                    <a:close/>
                    <a:moveTo>
                      <a:pt x="167" y="0"/>
                    </a:moveTo>
                    <a:cubicBezTo>
                      <a:pt x="67" y="0"/>
                      <a:pt x="0" y="67"/>
                      <a:pt x="0" y="151"/>
                    </a:cubicBezTo>
                    <a:cubicBezTo>
                      <a:pt x="0" y="234"/>
                      <a:pt x="67" y="301"/>
                      <a:pt x="159" y="301"/>
                    </a:cubicBezTo>
                    <a:cubicBezTo>
                      <a:pt x="167" y="301"/>
                      <a:pt x="167" y="301"/>
                      <a:pt x="167" y="301"/>
                    </a:cubicBezTo>
                    <a:cubicBezTo>
                      <a:pt x="268" y="301"/>
                      <a:pt x="326" y="234"/>
                      <a:pt x="326" y="151"/>
                    </a:cubicBezTo>
                    <a:cubicBezTo>
                      <a:pt x="326" y="67"/>
                      <a:pt x="268" y="0"/>
                      <a:pt x="167" y="0"/>
                    </a:cubicBezTo>
                    <a:close/>
                    <a:moveTo>
                      <a:pt x="17" y="1288"/>
                    </a:moveTo>
                    <a:cubicBezTo>
                      <a:pt x="310" y="1288"/>
                      <a:pt x="310" y="1288"/>
                      <a:pt x="310" y="1288"/>
                    </a:cubicBezTo>
                    <a:cubicBezTo>
                      <a:pt x="310" y="418"/>
                      <a:pt x="310" y="418"/>
                      <a:pt x="310" y="418"/>
                    </a:cubicBezTo>
                    <a:cubicBezTo>
                      <a:pt x="17" y="418"/>
                      <a:pt x="17" y="418"/>
                      <a:pt x="17" y="418"/>
                    </a:cubicBezTo>
                    <a:lnTo>
                      <a:pt x="17" y="1288"/>
                    </a:lnTo>
                    <a:close/>
                    <a:moveTo>
                      <a:pt x="17" y="1288"/>
                    </a:moveTo>
                    <a:lnTo>
                      <a:pt x="17" y="128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3" name="îṩḷîde"/>
              <p:cNvSpPr/>
              <p:nvPr/>
            </p:nvSpPr>
            <p:spPr bwMode="auto">
              <a:xfrm>
                <a:off x="7035125" y="3732729"/>
                <a:ext cx="466263" cy="464520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0263" y="0"/>
                    </a:moveTo>
                    <a:cubicBezTo>
                      <a:pt x="20630" y="0"/>
                      <a:pt x="20946" y="161"/>
                      <a:pt x="21208" y="481"/>
                    </a:cubicBezTo>
                    <a:cubicBezTo>
                      <a:pt x="21470" y="798"/>
                      <a:pt x="21599" y="1177"/>
                      <a:pt x="21599" y="1618"/>
                    </a:cubicBezTo>
                    <a:lnTo>
                      <a:pt x="21599" y="19981"/>
                    </a:lnTo>
                    <a:cubicBezTo>
                      <a:pt x="21599" y="20422"/>
                      <a:pt x="21470" y="20801"/>
                      <a:pt x="21208" y="21121"/>
                    </a:cubicBezTo>
                    <a:cubicBezTo>
                      <a:pt x="20946" y="21441"/>
                      <a:pt x="20630" y="21599"/>
                      <a:pt x="20263" y="21599"/>
                    </a:cubicBezTo>
                    <a:lnTo>
                      <a:pt x="1346" y="21599"/>
                    </a:lnTo>
                    <a:cubicBezTo>
                      <a:pt x="979" y="21599"/>
                      <a:pt x="663" y="21441"/>
                      <a:pt x="399" y="21121"/>
                    </a:cubicBezTo>
                    <a:cubicBezTo>
                      <a:pt x="132" y="20801"/>
                      <a:pt x="0" y="20422"/>
                      <a:pt x="0" y="19981"/>
                    </a:cubicBezTo>
                    <a:lnTo>
                      <a:pt x="0" y="1618"/>
                    </a:lnTo>
                    <a:cubicBezTo>
                      <a:pt x="0" y="1177"/>
                      <a:pt x="132" y="798"/>
                      <a:pt x="399" y="481"/>
                    </a:cubicBezTo>
                    <a:cubicBezTo>
                      <a:pt x="663" y="161"/>
                      <a:pt x="979" y="0"/>
                      <a:pt x="1346" y="0"/>
                    </a:cubicBezTo>
                    <a:lnTo>
                      <a:pt x="20263" y="0"/>
                    </a:lnTo>
                    <a:close/>
                    <a:moveTo>
                      <a:pt x="19805" y="2252"/>
                    </a:moveTo>
                    <a:lnTo>
                      <a:pt x="8590" y="2252"/>
                    </a:lnTo>
                    <a:lnTo>
                      <a:pt x="8426" y="3545"/>
                    </a:lnTo>
                    <a:lnTo>
                      <a:pt x="1804" y="3545"/>
                    </a:lnTo>
                    <a:lnTo>
                      <a:pt x="1804" y="5501"/>
                    </a:lnTo>
                    <a:lnTo>
                      <a:pt x="19805" y="5501"/>
                    </a:lnTo>
                    <a:lnTo>
                      <a:pt x="19805" y="2252"/>
                    </a:lnTo>
                    <a:close/>
                    <a:moveTo>
                      <a:pt x="19805" y="17746"/>
                    </a:moveTo>
                    <a:lnTo>
                      <a:pt x="1804" y="17746"/>
                    </a:lnTo>
                    <a:lnTo>
                      <a:pt x="1804" y="19350"/>
                    </a:lnTo>
                    <a:lnTo>
                      <a:pt x="19805" y="19350"/>
                    </a:lnTo>
                    <a:lnTo>
                      <a:pt x="19805" y="17746"/>
                    </a:lnTo>
                    <a:close/>
                    <a:moveTo>
                      <a:pt x="3116" y="2743"/>
                    </a:moveTo>
                    <a:lnTo>
                      <a:pt x="6820" y="2743"/>
                    </a:lnTo>
                    <a:lnTo>
                      <a:pt x="6820" y="1436"/>
                    </a:lnTo>
                    <a:lnTo>
                      <a:pt x="3116" y="1436"/>
                    </a:lnTo>
                    <a:lnTo>
                      <a:pt x="3116" y="2743"/>
                    </a:lnTo>
                    <a:close/>
                    <a:moveTo>
                      <a:pt x="6529" y="11631"/>
                    </a:moveTo>
                    <a:cubicBezTo>
                      <a:pt x="6529" y="12342"/>
                      <a:pt x="6639" y="13011"/>
                      <a:pt x="6862" y="13634"/>
                    </a:cubicBezTo>
                    <a:cubicBezTo>
                      <a:pt x="7084" y="14257"/>
                      <a:pt x="7388" y="14800"/>
                      <a:pt x="7775" y="15264"/>
                    </a:cubicBezTo>
                    <a:cubicBezTo>
                      <a:pt x="8162" y="15731"/>
                      <a:pt x="8617" y="16095"/>
                      <a:pt x="9134" y="16359"/>
                    </a:cubicBezTo>
                    <a:cubicBezTo>
                      <a:pt x="9655" y="16630"/>
                      <a:pt x="10211" y="16762"/>
                      <a:pt x="10806" y="16762"/>
                    </a:cubicBezTo>
                    <a:cubicBezTo>
                      <a:pt x="11398" y="16762"/>
                      <a:pt x="11954" y="16630"/>
                      <a:pt x="12470" y="16359"/>
                    </a:cubicBezTo>
                    <a:cubicBezTo>
                      <a:pt x="12984" y="16095"/>
                      <a:pt x="13435" y="15731"/>
                      <a:pt x="13824" y="15264"/>
                    </a:cubicBezTo>
                    <a:cubicBezTo>
                      <a:pt x="14211" y="14800"/>
                      <a:pt x="14515" y="14257"/>
                      <a:pt x="14737" y="13634"/>
                    </a:cubicBezTo>
                    <a:cubicBezTo>
                      <a:pt x="14960" y="13011"/>
                      <a:pt x="15070" y="12342"/>
                      <a:pt x="15070" y="11631"/>
                    </a:cubicBezTo>
                    <a:cubicBezTo>
                      <a:pt x="15070" y="10917"/>
                      <a:pt x="14960" y="10250"/>
                      <a:pt x="14737" y="9625"/>
                    </a:cubicBezTo>
                    <a:cubicBezTo>
                      <a:pt x="14515" y="9002"/>
                      <a:pt x="14211" y="8461"/>
                      <a:pt x="13824" y="8003"/>
                    </a:cubicBezTo>
                    <a:cubicBezTo>
                      <a:pt x="13435" y="7542"/>
                      <a:pt x="12982" y="7178"/>
                      <a:pt x="12463" y="6914"/>
                    </a:cubicBezTo>
                    <a:cubicBezTo>
                      <a:pt x="11944" y="6646"/>
                      <a:pt x="11391" y="6511"/>
                      <a:pt x="10806" y="6511"/>
                    </a:cubicBezTo>
                    <a:cubicBezTo>
                      <a:pt x="10211" y="6511"/>
                      <a:pt x="9655" y="6646"/>
                      <a:pt x="9134" y="6914"/>
                    </a:cubicBezTo>
                    <a:cubicBezTo>
                      <a:pt x="8617" y="7178"/>
                      <a:pt x="8162" y="7542"/>
                      <a:pt x="7775" y="8003"/>
                    </a:cubicBezTo>
                    <a:cubicBezTo>
                      <a:pt x="7388" y="8461"/>
                      <a:pt x="7084" y="9002"/>
                      <a:pt x="6862" y="9625"/>
                    </a:cubicBezTo>
                    <a:cubicBezTo>
                      <a:pt x="6639" y="10250"/>
                      <a:pt x="6529" y="10917"/>
                      <a:pt x="6529" y="11631"/>
                    </a:cubicBezTo>
                    <a:moveTo>
                      <a:pt x="13724" y="11631"/>
                    </a:moveTo>
                    <a:cubicBezTo>
                      <a:pt x="13724" y="12109"/>
                      <a:pt x="13648" y="12565"/>
                      <a:pt x="13501" y="12999"/>
                    </a:cubicBezTo>
                    <a:cubicBezTo>
                      <a:pt x="13352" y="13434"/>
                      <a:pt x="13146" y="13813"/>
                      <a:pt x="12879" y="14127"/>
                    </a:cubicBezTo>
                    <a:cubicBezTo>
                      <a:pt x="12612" y="14439"/>
                      <a:pt x="12301" y="14688"/>
                      <a:pt x="11942" y="14870"/>
                    </a:cubicBezTo>
                    <a:cubicBezTo>
                      <a:pt x="11582" y="15052"/>
                      <a:pt x="11205" y="15144"/>
                      <a:pt x="10806" y="15144"/>
                    </a:cubicBezTo>
                    <a:cubicBezTo>
                      <a:pt x="10407" y="15144"/>
                      <a:pt x="10025" y="15052"/>
                      <a:pt x="9662" y="14870"/>
                    </a:cubicBezTo>
                    <a:cubicBezTo>
                      <a:pt x="9300" y="14688"/>
                      <a:pt x="8987" y="14439"/>
                      <a:pt x="8725" y="14127"/>
                    </a:cubicBezTo>
                    <a:cubicBezTo>
                      <a:pt x="8463" y="13813"/>
                      <a:pt x="8257" y="13440"/>
                      <a:pt x="8103" y="13008"/>
                    </a:cubicBezTo>
                    <a:cubicBezTo>
                      <a:pt x="7951" y="12579"/>
                      <a:pt x="7875" y="12118"/>
                      <a:pt x="7875" y="11631"/>
                    </a:cubicBezTo>
                    <a:cubicBezTo>
                      <a:pt x="7875" y="11152"/>
                      <a:pt x="7951" y="10700"/>
                      <a:pt x="8103" y="10265"/>
                    </a:cubicBezTo>
                    <a:cubicBezTo>
                      <a:pt x="8257" y="9836"/>
                      <a:pt x="8463" y="9460"/>
                      <a:pt x="8725" y="9140"/>
                    </a:cubicBezTo>
                    <a:cubicBezTo>
                      <a:pt x="8987" y="8823"/>
                      <a:pt x="9298" y="8576"/>
                      <a:pt x="9657" y="8394"/>
                    </a:cubicBezTo>
                    <a:cubicBezTo>
                      <a:pt x="10015" y="8218"/>
                      <a:pt x="10399" y="8130"/>
                      <a:pt x="10806" y="8130"/>
                    </a:cubicBezTo>
                    <a:cubicBezTo>
                      <a:pt x="11205" y="8130"/>
                      <a:pt x="11582" y="8218"/>
                      <a:pt x="11942" y="8394"/>
                    </a:cubicBezTo>
                    <a:cubicBezTo>
                      <a:pt x="12301" y="8576"/>
                      <a:pt x="12612" y="8823"/>
                      <a:pt x="12879" y="9140"/>
                    </a:cubicBezTo>
                    <a:cubicBezTo>
                      <a:pt x="13146" y="9460"/>
                      <a:pt x="13352" y="9836"/>
                      <a:pt x="13501" y="10265"/>
                    </a:cubicBezTo>
                    <a:cubicBezTo>
                      <a:pt x="13648" y="10700"/>
                      <a:pt x="13724" y="11152"/>
                      <a:pt x="13724" y="11631"/>
                    </a:cubicBezTo>
                    <a:moveTo>
                      <a:pt x="9692" y="11631"/>
                    </a:moveTo>
                    <a:cubicBezTo>
                      <a:pt x="9692" y="11246"/>
                      <a:pt x="9799" y="10929"/>
                      <a:pt x="10020" y="10682"/>
                    </a:cubicBezTo>
                    <a:cubicBezTo>
                      <a:pt x="10238" y="10432"/>
                      <a:pt x="10500" y="10309"/>
                      <a:pt x="10806" y="10309"/>
                    </a:cubicBezTo>
                    <a:lnTo>
                      <a:pt x="10806" y="10280"/>
                    </a:lnTo>
                    <a:cubicBezTo>
                      <a:pt x="10945" y="10280"/>
                      <a:pt x="11065" y="10224"/>
                      <a:pt x="11163" y="10109"/>
                    </a:cubicBezTo>
                    <a:cubicBezTo>
                      <a:pt x="11261" y="9998"/>
                      <a:pt x="11310" y="9862"/>
                      <a:pt x="11310" y="9704"/>
                    </a:cubicBezTo>
                    <a:cubicBezTo>
                      <a:pt x="11310" y="9533"/>
                      <a:pt x="11261" y="9392"/>
                      <a:pt x="11163" y="9275"/>
                    </a:cubicBezTo>
                    <a:cubicBezTo>
                      <a:pt x="11065" y="9157"/>
                      <a:pt x="10945" y="9096"/>
                      <a:pt x="10806" y="9096"/>
                    </a:cubicBezTo>
                    <a:cubicBezTo>
                      <a:pt x="10228" y="9096"/>
                      <a:pt x="9733" y="9348"/>
                      <a:pt x="9322" y="9848"/>
                    </a:cubicBezTo>
                    <a:cubicBezTo>
                      <a:pt x="8913" y="10350"/>
                      <a:pt x="8708" y="10943"/>
                      <a:pt x="8708" y="11628"/>
                    </a:cubicBezTo>
                    <a:cubicBezTo>
                      <a:pt x="8708" y="11777"/>
                      <a:pt x="8757" y="11913"/>
                      <a:pt x="8854" y="12027"/>
                    </a:cubicBezTo>
                    <a:cubicBezTo>
                      <a:pt x="8952" y="12147"/>
                      <a:pt x="9063" y="12206"/>
                      <a:pt x="9187" y="12206"/>
                    </a:cubicBezTo>
                    <a:cubicBezTo>
                      <a:pt x="9329" y="12206"/>
                      <a:pt x="9447" y="12148"/>
                      <a:pt x="9545" y="12027"/>
                    </a:cubicBezTo>
                    <a:cubicBezTo>
                      <a:pt x="9643" y="11916"/>
                      <a:pt x="9692" y="11780"/>
                      <a:pt x="9692" y="11631"/>
                    </a:cubicBezTo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4" name="íṧliďé"/>
              <p:cNvSpPr/>
              <p:nvPr/>
            </p:nvSpPr>
            <p:spPr bwMode="auto">
              <a:xfrm>
                <a:off x="7215938" y="1373630"/>
                <a:ext cx="337250" cy="484784"/>
              </a:xfrm>
              <a:custGeom>
                <a:avLst/>
                <a:gdLst>
                  <a:gd name="T0" fmla="*/ 499 w 667"/>
                  <a:gd name="T1" fmla="*/ 52 h 959"/>
                  <a:gd name="T2" fmla="*/ 551 w 667"/>
                  <a:gd name="T3" fmla="*/ 104 h 959"/>
                  <a:gd name="T4" fmla="*/ 593 w 667"/>
                  <a:gd name="T5" fmla="*/ 219 h 959"/>
                  <a:gd name="T6" fmla="*/ 562 w 667"/>
                  <a:gd name="T7" fmla="*/ 323 h 959"/>
                  <a:gd name="T8" fmla="*/ 478 w 667"/>
                  <a:gd name="T9" fmla="*/ 396 h 959"/>
                  <a:gd name="T10" fmla="*/ 437 w 667"/>
                  <a:gd name="T11" fmla="*/ 459 h 959"/>
                  <a:gd name="T12" fmla="*/ 478 w 667"/>
                  <a:gd name="T13" fmla="*/ 511 h 959"/>
                  <a:gd name="T14" fmla="*/ 572 w 667"/>
                  <a:gd name="T15" fmla="*/ 583 h 959"/>
                  <a:gd name="T16" fmla="*/ 624 w 667"/>
                  <a:gd name="T17" fmla="*/ 667 h 959"/>
                  <a:gd name="T18" fmla="*/ 614 w 667"/>
                  <a:gd name="T19" fmla="*/ 812 h 959"/>
                  <a:gd name="T20" fmla="*/ 437 w 667"/>
                  <a:gd name="T21" fmla="*/ 937 h 959"/>
                  <a:gd name="T22" fmla="*/ 166 w 667"/>
                  <a:gd name="T23" fmla="*/ 948 h 959"/>
                  <a:gd name="T24" fmla="*/ 20 w 667"/>
                  <a:gd name="T25" fmla="*/ 844 h 959"/>
                  <a:gd name="T26" fmla="*/ 20 w 667"/>
                  <a:gd name="T27" fmla="*/ 698 h 959"/>
                  <a:gd name="T28" fmla="*/ 166 w 667"/>
                  <a:gd name="T29" fmla="*/ 594 h 959"/>
                  <a:gd name="T30" fmla="*/ 301 w 667"/>
                  <a:gd name="T31" fmla="*/ 573 h 959"/>
                  <a:gd name="T32" fmla="*/ 333 w 667"/>
                  <a:gd name="T33" fmla="*/ 531 h 959"/>
                  <a:gd name="T34" fmla="*/ 322 w 667"/>
                  <a:gd name="T35" fmla="*/ 459 h 959"/>
                  <a:gd name="T36" fmla="*/ 312 w 667"/>
                  <a:gd name="T37" fmla="*/ 438 h 959"/>
                  <a:gd name="T38" fmla="*/ 197 w 667"/>
                  <a:gd name="T39" fmla="*/ 417 h 959"/>
                  <a:gd name="T40" fmla="*/ 83 w 667"/>
                  <a:gd name="T41" fmla="*/ 313 h 959"/>
                  <a:gd name="T42" fmla="*/ 93 w 667"/>
                  <a:gd name="T43" fmla="*/ 156 h 959"/>
                  <a:gd name="T44" fmla="*/ 270 w 667"/>
                  <a:gd name="T45" fmla="*/ 21 h 959"/>
                  <a:gd name="T46" fmla="*/ 666 w 667"/>
                  <a:gd name="T47" fmla="*/ 0 h 959"/>
                  <a:gd name="T48" fmla="*/ 551 w 667"/>
                  <a:gd name="T49" fmla="*/ 771 h 959"/>
                  <a:gd name="T50" fmla="*/ 520 w 667"/>
                  <a:gd name="T51" fmla="*/ 687 h 959"/>
                  <a:gd name="T52" fmla="*/ 406 w 667"/>
                  <a:gd name="T53" fmla="*/ 604 h 959"/>
                  <a:gd name="T54" fmla="*/ 374 w 667"/>
                  <a:gd name="T55" fmla="*/ 604 h 959"/>
                  <a:gd name="T56" fmla="*/ 322 w 667"/>
                  <a:gd name="T57" fmla="*/ 604 h 959"/>
                  <a:gd name="T58" fmla="*/ 239 w 667"/>
                  <a:gd name="T59" fmla="*/ 625 h 959"/>
                  <a:gd name="T60" fmla="*/ 166 w 667"/>
                  <a:gd name="T61" fmla="*/ 656 h 959"/>
                  <a:gd name="T62" fmla="*/ 124 w 667"/>
                  <a:gd name="T63" fmla="*/ 750 h 959"/>
                  <a:gd name="T64" fmla="*/ 187 w 667"/>
                  <a:gd name="T65" fmla="*/ 854 h 959"/>
                  <a:gd name="T66" fmla="*/ 353 w 667"/>
                  <a:gd name="T67" fmla="*/ 906 h 959"/>
                  <a:gd name="T68" fmla="*/ 551 w 667"/>
                  <a:gd name="T69" fmla="*/ 771 h 959"/>
                  <a:gd name="T70" fmla="*/ 468 w 667"/>
                  <a:gd name="T71" fmla="*/ 323 h 959"/>
                  <a:gd name="T72" fmla="*/ 468 w 667"/>
                  <a:gd name="T73" fmla="*/ 198 h 959"/>
                  <a:gd name="T74" fmla="*/ 385 w 667"/>
                  <a:gd name="T75" fmla="*/ 73 h 959"/>
                  <a:gd name="T76" fmla="*/ 260 w 667"/>
                  <a:gd name="T77" fmla="*/ 63 h 959"/>
                  <a:gd name="T78" fmla="*/ 197 w 667"/>
                  <a:gd name="T79" fmla="*/ 136 h 959"/>
                  <a:gd name="T80" fmla="*/ 197 w 667"/>
                  <a:gd name="T81" fmla="*/ 250 h 959"/>
                  <a:gd name="T82" fmla="*/ 281 w 667"/>
                  <a:gd name="T83" fmla="*/ 375 h 959"/>
                  <a:gd name="T84" fmla="*/ 406 w 667"/>
                  <a:gd name="T85" fmla="*/ 396 h 959"/>
                  <a:gd name="T86" fmla="*/ 437 w 667"/>
                  <a:gd name="T87" fmla="*/ 365 h 9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667" h="959">
                    <a:moveTo>
                      <a:pt x="583" y="52"/>
                    </a:moveTo>
                    <a:cubicBezTo>
                      <a:pt x="499" y="52"/>
                      <a:pt x="499" y="52"/>
                      <a:pt x="499" y="52"/>
                    </a:cubicBezTo>
                    <a:cubicBezTo>
                      <a:pt x="520" y="73"/>
                      <a:pt x="520" y="73"/>
                      <a:pt x="520" y="73"/>
                    </a:cubicBezTo>
                    <a:cubicBezTo>
                      <a:pt x="531" y="84"/>
                      <a:pt x="541" y="94"/>
                      <a:pt x="551" y="104"/>
                    </a:cubicBezTo>
                    <a:cubicBezTo>
                      <a:pt x="562" y="125"/>
                      <a:pt x="572" y="136"/>
                      <a:pt x="583" y="156"/>
                    </a:cubicBezTo>
                    <a:cubicBezTo>
                      <a:pt x="593" y="177"/>
                      <a:pt x="593" y="198"/>
                      <a:pt x="593" y="219"/>
                    </a:cubicBezTo>
                    <a:cubicBezTo>
                      <a:pt x="593" y="240"/>
                      <a:pt x="593" y="261"/>
                      <a:pt x="583" y="281"/>
                    </a:cubicBezTo>
                    <a:cubicBezTo>
                      <a:pt x="572" y="292"/>
                      <a:pt x="572" y="313"/>
                      <a:pt x="562" y="323"/>
                    </a:cubicBezTo>
                    <a:cubicBezTo>
                      <a:pt x="551" y="344"/>
                      <a:pt x="531" y="354"/>
                      <a:pt x="520" y="365"/>
                    </a:cubicBezTo>
                    <a:cubicBezTo>
                      <a:pt x="478" y="396"/>
                      <a:pt x="478" y="396"/>
                      <a:pt x="478" y="396"/>
                    </a:cubicBezTo>
                    <a:cubicBezTo>
                      <a:pt x="468" y="406"/>
                      <a:pt x="458" y="417"/>
                      <a:pt x="458" y="417"/>
                    </a:cubicBezTo>
                    <a:cubicBezTo>
                      <a:pt x="447" y="427"/>
                      <a:pt x="437" y="438"/>
                      <a:pt x="437" y="459"/>
                    </a:cubicBezTo>
                    <a:cubicBezTo>
                      <a:pt x="437" y="469"/>
                      <a:pt x="447" y="479"/>
                      <a:pt x="458" y="490"/>
                    </a:cubicBezTo>
                    <a:cubicBezTo>
                      <a:pt x="468" y="500"/>
                      <a:pt x="478" y="511"/>
                      <a:pt x="478" y="511"/>
                    </a:cubicBezTo>
                    <a:cubicBezTo>
                      <a:pt x="531" y="542"/>
                      <a:pt x="531" y="542"/>
                      <a:pt x="531" y="542"/>
                    </a:cubicBezTo>
                    <a:cubicBezTo>
                      <a:pt x="541" y="552"/>
                      <a:pt x="562" y="573"/>
                      <a:pt x="572" y="583"/>
                    </a:cubicBezTo>
                    <a:cubicBezTo>
                      <a:pt x="583" y="594"/>
                      <a:pt x="593" y="604"/>
                      <a:pt x="603" y="614"/>
                    </a:cubicBezTo>
                    <a:cubicBezTo>
                      <a:pt x="614" y="635"/>
                      <a:pt x="614" y="646"/>
                      <a:pt x="624" y="667"/>
                    </a:cubicBezTo>
                    <a:cubicBezTo>
                      <a:pt x="624" y="677"/>
                      <a:pt x="635" y="698"/>
                      <a:pt x="635" y="719"/>
                    </a:cubicBezTo>
                    <a:cubicBezTo>
                      <a:pt x="635" y="750"/>
                      <a:pt x="624" y="781"/>
                      <a:pt x="614" y="812"/>
                    </a:cubicBezTo>
                    <a:cubicBezTo>
                      <a:pt x="593" y="833"/>
                      <a:pt x="572" y="864"/>
                      <a:pt x="541" y="885"/>
                    </a:cubicBezTo>
                    <a:cubicBezTo>
                      <a:pt x="520" y="906"/>
                      <a:pt x="478" y="927"/>
                      <a:pt x="437" y="937"/>
                    </a:cubicBezTo>
                    <a:cubicBezTo>
                      <a:pt x="395" y="948"/>
                      <a:pt x="343" y="958"/>
                      <a:pt x="291" y="958"/>
                    </a:cubicBezTo>
                    <a:cubicBezTo>
                      <a:pt x="239" y="958"/>
                      <a:pt x="197" y="958"/>
                      <a:pt x="166" y="948"/>
                    </a:cubicBezTo>
                    <a:cubicBezTo>
                      <a:pt x="124" y="937"/>
                      <a:pt x="93" y="917"/>
                      <a:pt x="72" y="906"/>
                    </a:cubicBezTo>
                    <a:cubicBezTo>
                      <a:pt x="51" y="885"/>
                      <a:pt x="31" y="864"/>
                      <a:pt x="20" y="844"/>
                    </a:cubicBezTo>
                    <a:cubicBezTo>
                      <a:pt x="10" y="823"/>
                      <a:pt x="0" y="802"/>
                      <a:pt x="0" y="781"/>
                    </a:cubicBezTo>
                    <a:cubicBezTo>
                      <a:pt x="0" y="760"/>
                      <a:pt x="10" y="729"/>
                      <a:pt x="20" y="698"/>
                    </a:cubicBezTo>
                    <a:cubicBezTo>
                      <a:pt x="41" y="677"/>
                      <a:pt x="62" y="646"/>
                      <a:pt x="103" y="625"/>
                    </a:cubicBezTo>
                    <a:cubicBezTo>
                      <a:pt x="124" y="614"/>
                      <a:pt x="145" y="604"/>
                      <a:pt x="166" y="594"/>
                    </a:cubicBezTo>
                    <a:cubicBezTo>
                      <a:pt x="197" y="594"/>
                      <a:pt x="218" y="583"/>
                      <a:pt x="239" y="583"/>
                    </a:cubicBezTo>
                    <a:cubicBezTo>
                      <a:pt x="260" y="573"/>
                      <a:pt x="281" y="573"/>
                      <a:pt x="301" y="573"/>
                    </a:cubicBezTo>
                    <a:cubicBezTo>
                      <a:pt x="322" y="573"/>
                      <a:pt x="343" y="573"/>
                      <a:pt x="353" y="573"/>
                    </a:cubicBezTo>
                    <a:cubicBezTo>
                      <a:pt x="353" y="552"/>
                      <a:pt x="343" y="542"/>
                      <a:pt x="333" y="531"/>
                    </a:cubicBezTo>
                    <a:cubicBezTo>
                      <a:pt x="322" y="521"/>
                      <a:pt x="322" y="500"/>
                      <a:pt x="322" y="479"/>
                    </a:cubicBezTo>
                    <a:cubicBezTo>
                      <a:pt x="322" y="469"/>
                      <a:pt x="322" y="459"/>
                      <a:pt x="322" y="459"/>
                    </a:cubicBezTo>
                    <a:cubicBezTo>
                      <a:pt x="322" y="448"/>
                      <a:pt x="333" y="438"/>
                      <a:pt x="333" y="438"/>
                    </a:cubicBezTo>
                    <a:cubicBezTo>
                      <a:pt x="322" y="438"/>
                      <a:pt x="322" y="438"/>
                      <a:pt x="312" y="438"/>
                    </a:cubicBezTo>
                    <a:cubicBezTo>
                      <a:pt x="301" y="438"/>
                      <a:pt x="301" y="438"/>
                      <a:pt x="291" y="438"/>
                    </a:cubicBezTo>
                    <a:cubicBezTo>
                      <a:pt x="260" y="438"/>
                      <a:pt x="218" y="427"/>
                      <a:pt x="197" y="417"/>
                    </a:cubicBezTo>
                    <a:cubicBezTo>
                      <a:pt x="166" y="406"/>
                      <a:pt x="145" y="396"/>
                      <a:pt x="124" y="375"/>
                    </a:cubicBezTo>
                    <a:cubicBezTo>
                      <a:pt x="103" y="354"/>
                      <a:pt x="93" y="334"/>
                      <a:pt x="83" y="313"/>
                    </a:cubicBezTo>
                    <a:cubicBezTo>
                      <a:pt x="72" y="292"/>
                      <a:pt x="62" y="261"/>
                      <a:pt x="62" y="240"/>
                    </a:cubicBezTo>
                    <a:cubicBezTo>
                      <a:pt x="62" y="209"/>
                      <a:pt x="72" y="177"/>
                      <a:pt x="93" y="156"/>
                    </a:cubicBezTo>
                    <a:cubicBezTo>
                      <a:pt x="103" y="125"/>
                      <a:pt x="124" y="94"/>
                      <a:pt x="156" y="73"/>
                    </a:cubicBezTo>
                    <a:cubicBezTo>
                      <a:pt x="187" y="42"/>
                      <a:pt x="228" y="21"/>
                      <a:pt x="270" y="21"/>
                    </a:cubicBezTo>
                    <a:cubicBezTo>
                      <a:pt x="312" y="11"/>
                      <a:pt x="353" y="0"/>
                      <a:pt x="395" y="0"/>
                    </a:cubicBezTo>
                    <a:cubicBezTo>
                      <a:pt x="666" y="0"/>
                      <a:pt x="666" y="0"/>
                      <a:pt x="666" y="0"/>
                    </a:cubicBezTo>
                    <a:lnTo>
                      <a:pt x="583" y="52"/>
                    </a:lnTo>
                    <a:close/>
                    <a:moveTo>
                      <a:pt x="551" y="771"/>
                    </a:moveTo>
                    <a:cubicBezTo>
                      <a:pt x="551" y="750"/>
                      <a:pt x="541" y="739"/>
                      <a:pt x="541" y="729"/>
                    </a:cubicBezTo>
                    <a:cubicBezTo>
                      <a:pt x="531" y="708"/>
                      <a:pt x="531" y="698"/>
                      <a:pt x="520" y="687"/>
                    </a:cubicBezTo>
                    <a:cubicBezTo>
                      <a:pt x="510" y="677"/>
                      <a:pt x="489" y="667"/>
                      <a:pt x="468" y="646"/>
                    </a:cubicBezTo>
                    <a:cubicBezTo>
                      <a:pt x="458" y="635"/>
                      <a:pt x="426" y="625"/>
                      <a:pt x="406" y="604"/>
                    </a:cubicBezTo>
                    <a:lnTo>
                      <a:pt x="395" y="604"/>
                    </a:lnTo>
                    <a:cubicBezTo>
                      <a:pt x="374" y="604"/>
                      <a:pt x="374" y="604"/>
                      <a:pt x="374" y="604"/>
                    </a:cubicBezTo>
                    <a:cubicBezTo>
                      <a:pt x="374" y="604"/>
                      <a:pt x="364" y="604"/>
                      <a:pt x="353" y="604"/>
                    </a:cubicBezTo>
                    <a:cubicBezTo>
                      <a:pt x="343" y="604"/>
                      <a:pt x="333" y="604"/>
                      <a:pt x="322" y="604"/>
                    </a:cubicBezTo>
                    <a:cubicBezTo>
                      <a:pt x="312" y="604"/>
                      <a:pt x="291" y="604"/>
                      <a:pt x="281" y="614"/>
                    </a:cubicBezTo>
                    <a:cubicBezTo>
                      <a:pt x="260" y="614"/>
                      <a:pt x="249" y="614"/>
                      <a:pt x="239" y="625"/>
                    </a:cubicBezTo>
                    <a:cubicBezTo>
                      <a:pt x="228" y="625"/>
                      <a:pt x="218" y="625"/>
                      <a:pt x="208" y="635"/>
                    </a:cubicBezTo>
                    <a:cubicBezTo>
                      <a:pt x="187" y="635"/>
                      <a:pt x="176" y="646"/>
                      <a:pt x="166" y="656"/>
                    </a:cubicBezTo>
                    <a:cubicBezTo>
                      <a:pt x="156" y="667"/>
                      <a:pt x="145" y="677"/>
                      <a:pt x="135" y="698"/>
                    </a:cubicBezTo>
                    <a:cubicBezTo>
                      <a:pt x="124" y="708"/>
                      <a:pt x="124" y="729"/>
                      <a:pt x="124" y="750"/>
                    </a:cubicBezTo>
                    <a:cubicBezTo>
                      <a:pt x="124" y="771"/>
                      <a:pt x="124" y="792"/>
                      <a:pt x="135" y="812"/>
                    </a:cubicBezTo>
                    <a:cubicBezTo>
                      <a:pt x="145" y="833"/>
                      <a:pt x="166" y="844"/>
                      <a:pt x="187" y="854"/>
                    </a:cubicBezTo>
                    <a:cubicBezTo>
                      <a:pt x="208" y="875"/>
                      <a:pt x="228" y="885"/>
                      <a:pt x="260" y="896"/>
                    </a:cubicBezTo>
                    <a:cubicBezTo>
                      <a:pt x="281" y="896"/>
                      <a:pt x="322" y="906"/>
                      <a:pt x="353" y="906"/>
                    </a:cubicBezTo>
                    <a:cubicBezTo>
                      <a:pt x="416" y="906"/>
                      <a:pt x="468" y="885"/>
                      <a:pt x="499" y="864"/>
                    </a:cubicBezTo>
                    <a:cubicBezTo>
                      <a:pt x="531" y="844"/>
                      <a:pt x="551" y="802"/>
                      <a:pt x="551" y="771"/>
                    </a:cubicBezTo>
                    <a:close/>
                    <a:moveTo>
                      <a:pt x="437" y="365"/>
                    </a:moveTo>
                    <a:cubicBezTo>
                      <a:pt x="458" y="354"/>
                      <a:pt x="468" y="334"/>
                      <a:pt x="468" y="323"/>
                    </a:cubicBezTo>
                    <a:cubicBezTo>
                      <a:pt x="468" y="302"/>
                      <a:pt x="478" y="292"/>
                      <a:pt x="478" y="271"/>
                    </a:cubicBezTo>
                    <a:cubicBezTo>
                      <a:pt x="478" y="250"/>
                      <a:pt x="468" y="229"/>
                      <a:pt x="468" y="198"/>
                    </a:cubicBezTo>
                    <a:cubicBezTo>
                      <a:pt x="458" y="177"/>
                      <a:pt x="447" y="146"/>
                      <a:pt x="437" y="125"/>
                    </a:cubicBezTo>
                    <a:cubicBezTo>
                      <a:pt x="416" y="104"/>
                      <a:pt x="406" y="84"/>
                      <a:pt x="385" y="73"/>
                    </a:cubicBezTo>
                    <a:cubicBezTo>
                      <a:pt x="364" y="52"/>
                      <a:pt x="333" y="42"/>
                      <a:pt x="312" y="42"/>
                    </a:cubicBezTo>
                    <a:cubicBezTo>
                      <a:pt x="291" y="42"/>
                      <a:pt x="270" y="52"/>
                      <a:pt x="260" y="63"/>
                    </a:cubicBezTo>
                    <a:cubicBezTo>
                      <a:pt x="239" y="63"/>
                      <a:pt x="228" y="73"/>
                      <a:pt x="218" y="84"/>
                    </a:cubicBezTo>
                    <a:cubicBezTo>
                      <a:pt x="208" y="104"/>
                      <a:pt x="197" y="115"/>
                      <a:pt x="197" y="136"/>
                    </a:cubicBezTo>
                    <a:cubicBezTo>
                      <a:pt x="187" y="146"/>
                      <a:pt x="187" y="167"/>
                      <a:pt x="187" y="177"/>
                    </a:cubicBezTo>
                    <a:cubicBezTo>
                      <a:pt x="187" y="198"/>
                      <a:pt x="187" y="219"/>
                      <a:pt x="197" y="250"/>
                    </a:cubicBezTo>
                    <a:cubicBezTo>
                      <a:pt x="208" y="271"/>
                      <a:pt x="208" y="302"/>
                      <a:pt x="228" y="323"/>
                    </a:cubicBezTo>
                    <a:cubicBezTo>
                      <a:pt x="239" y="344"/>
                      <a:pt x="260" y="365"/>
                      <a:pt x="281" y="375"/>
                    </a:cubicBezTo>
                    <a:cubicBezTo>
                      <a:pt x="301" y="396"/>
                      <a:pt x="322" y="396"/>
                      <a:pt x="353" y="396"/>
                    </a:cubicBezTo>
                    <a:cubicBezTo>
                      <a:pt x="364" y="396"/>
                      <a:pt x="385" y="396"/>
                      <a:pt x="406" y="396"/>
                    </a:cubicBezTo>
                    <a:cubicBezTo>
                      <a:pt x="416" y="386"/>
                      <a:pt x="426" y="375"/>
                      <a:pt x="437" y="365"/>
                    </a:cubicBezTo>
                    <a:close/>
                    <a:moveTo>
                      <a:pt x="437" y="365"/>
                    </a:moveTo>
                    <a:lnTo>
                      <a:pt x="437" y="365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5" name="íś1ïḍè"/>
              <p:cNvSpPr/>
              <p:nvPr/>
            </p:nvSpPr>
            <p:spPr bwMode="auto">
              <a:xfrm>
                <a:off x="4730602" y="1429703"/>
                <a:ext cx="419744" cy="817611"/>
              </a:xfrm>
              <a:custGeom>
                <a:avLst/>
                <a:gdLst>
                  <a:gd name="T0" fmla="*/ 502 w 503"/>
                  <a:gd name="T1" fmla="*/ 351 h 980"/>
                  <a:gd name="T2" fmla="*/ 318 w 503"/>
                  <a:gd name="T3" fmla="*/ 351 h 980"/>
                  <a:gd name="T4" fmla="*/ 318 w 503"/>
                  <a:gd name="T5" fmla="*/ 260 h 980"/>
                  <a:gd name="T6" fmla="*/ 368 w 503"/>
                  <a:gd name="T7" fmla="*/ 176 h 980"/>
                  <a:gd name="T8" fmla="*/ 485 w 503"/>
                  <a:gd name="T9" fmla="*/ 176 h 980"/>
                  <a:gd name="T10" fmla="*/ 485 w 503"/>
                  <a:gd name="T11" fmla="*/ 0 h 980"/>
                  <a:gd name="T12" fmla="*/ 284 w 503"/>
                  <a:gd name="T13" fmla="*/ 0 h 980"/>
                  <a:gd name="T14" fmla="*/ 117 w 503"/>
                  <a:gd name="T15" fmla="*/ 168 h 980"/>
                  <a:gd name="T16" fmla="*/ 117 w 503"/>
                  <a:gd name="T17" fmla="*/ 351 h 980"/>
                  <a:gd name="T18" fmla="*/ 0 w 503"/>
                  <a:gd name="T19" fmla="*/ 351 h 980"/>
                  <a:gd name="T20" fmla="*/ 0 w 503"/>
                  <a:gd name="T21" fmla="*/ 494 h 980"/>
                  <a:gd name="T22" fmla="*/ 117 w 503"/>
                  <a:gd name="T23" fmla="*/ 494 h 980"/>
                  <a:gd name="T24" fmla="*/ 117 w 503"/>
                  <a:gd name="T25" fmla="*/ 979 h 980"/>
                  <a:gd name="T26" fmla="*/ 318 w 503"/>
                  <a:gd name="T27" fmla="*/ 979 h 980"/>
                  <a:gd name="T28" fmla="*/ 318 w 503"/>
                  <a:gd name="T29" fmla="*/ 494 h 980"/>
                  <a:gd name="T30" fmla="*/ 451 w 503"/>
                  <a:gd name="T31" fmla="*/ 494 h 980"/>
                  <a:gd name="T32" fmla="*/ 502 w 503"/>
                  <a:gd name="T33" fmla="*/ 351 h 980"/>
                  <a:gd name="T34" fmla="*/ 502 w 503"/>
                  <a:gd name="T35" fmla="*/ 351 h 980"/>
                  <a:gd name="T36" fmla="*/ 502 w 503"/>
                  <a:gd name="T37" fmla="*/ 351 h 9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3" h="980">
                    <a:moveTo>
                      <a:pt x="502" y="351"/>
                    </a:moveTo>
                    <a:cubicBezTo>
                      <a:pt x="318" y="351"/>
                      <a:pt x="318" y="351"/>
                      <a:pt x="318" y="351"/>
                    </a:cubicBezTo>
                    <a:cubicBezTo>
                      <a:pt x="318" y="260"/>
                      <a:pt x="318" y="260"/>
                      <a:pt x="318" y="260"/>
                    </a:cubicBezTo>
                    <a:cubicBezTo>
                      <a:pt x="318" y="260"/>
                      <a:pt x="309" y="176"/>
                      <a:pt x="368" y="176"/>
                    </a:cubicBezTo>
                    <a:cubicBezTo>
                      <a:pt x="485" y="176"/>
                      <a:pt x="485" y="176"/>
                      <a:pt x="485" y="176"/>
                    </a:cubicBezTo>
                    <a:cubicBezTo>
                      <a:pt x="485" y="0"/>
                      <a:pt x="485" y="0"/>
                      <a:pt x="485" y="0"/>
                    </a:cubicBezTo>
                    <a:cubicBezTo>
                      <a:pt x="284" y="0"/>
                      <a:pt x="284" y="0"/>
                      <a:pt x="284" y="0"/>
                    </a:cubicBezTo>
                    <a:cubicBezTo>
                      <a:pt x="284" y="0"/>
                      <a:pt x="117" y="0"/>
                      <a:pt x="117" y="168"/>
                    </a:cubicBezTo>
                    <a:cubicBezTo>
                      <a:pt x="117" y="209"/>
                      <a:pt x="117" y="268"/>
                      <a:pt x="117" y="351"/>
                    </a:cubicBezTo>
                    <a:cubicBezTo>
                      <a:pt x="0" y="351"/>
                      <a:pt x="0" y="351"/>
                      <a:pt x="0" y="351"/>
                    </a:cubicBezTo>
                    <a:cubicBezTo>
                      <a:pt x="0" y="494"/>
                      <a:pt x="0" y="494"/>
                      <a:pt x="0" y="494"/>
                    </a:cubicBezTo>
                    <a:cubicBezTo>
                      <a:pt x="117" y="494"/>
                      <a:pt x="117" y="494"/>
                      <a:pt x="117" y="494"/>
                    </a:cubicBezTo>
                    <a:cubicBezTo>
                      <a:pt x="117" y="719"/>
                      <a:pt x="117" y="979"/>
                      <a:pt x="117" y="979"/>
                    </a:cubicBezTo>
                    <a:cubicBezTo>
                      <a:pt x="318" y="979"/>
                      <a:pt x="318" y="979"/>
                      <a:pt x="318" y="979"/>
                    </a:cubicBezTo>
                    <a:cubicBezTo>
                      <a:pt x="318" y="494"/>
                      <a:pt x="318" y="494"/>
                      <a:pt x="318" y="494"/>
                    </a:cubicBezTo>
                    <a:cubicBezTo>
                      <a:pt x="451" y="494"/>
                      <a:pt x="451" y="494"/>
                      <a:pt x="451" y="494"/>
                    </a:cubicBezTo>
                    <a:lnTo>
                      <a:pt x="502" y="351"/>
                    </a:lnTo>
                    <a:close/>
                    <a:moveTo>
                      <a:pt x="502" y="351"/>
                    </a:moveTo>
                    <a:lnTo>
                      <a:pt x="502" y="351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</a:p>
            </p:txBody>
          </p:sp>
          <p:grpSp>
            <p:nvGrpSpPr>
              <p:cNvPr id="46" name="îṥļïḍè"/>
              <p:cNvGrpSpPr/>
              <p:nvPr/>
            </p:nvGrpSpPr>
            <p:grpSpPr bwMode="auto">
              <a:xfrm>
                <a:off x="4656656" y="4494498"/>
                <a:ext cx="402020" cy="585315"/>
                <a:chOff x="4294188" y="1712913"/>
                <a:chExt cx="285750" cy="415925"/>
              </a:xfrm>
              <a:solidFill>
                <a:schemeClr val="bg2"/>
              </a:solidFill>
            </p:grpSpPr>
            <p:sp>
              <p:nvSpPr>
                <p:cNvPr id="47" name="îšḷïḍe"/>
                <p:cNvSpPr/>
                <p:nvPr/>
              </p:nvSpPr>
              <p:spPr bwMode="auto">
                <a:xfrm>
                  <a:off x="4294188" y="1712913"/>
                  <a:ext cx="285750" cy="415925"/>
                </a:xfrm>
                <a:custGeom>
                  <a:avLst/>
                  <a:gdLst>
                    <a:gd name="T0" fmla="*/ 396 w 793"/>
                    <a:gd name="T1" fmla="*/ 146 h 1157"/>
                    <a:gd name="T2" fmla="*/ 553 w 793"/>
                    <a:gd name="T3" fmla="*/ 209 h 1157"/>
                    <a:gd name="T4" fmla="*/ 615 w 793"/>
                    <a:gd name="T5" fmla="*/ 365 h 1157"/>
                    <a:gd name="T6" fmla="*/ 553 w 793"/>
                    <a:gd name="T7" fmla="*/ 511 h 1157"/>
                    <a:gd name="T8" fmla="*/ 396 w 793"/>
                    <a:gd name="T9" fmla="*/ 709 h 1157"/>
                    <a:gd name="T10" fmla="*/ 240 w 793"/>
                    <a:gd name="T11" fmla="*/ 511 h 1157"/>
                    <a:gd name="T12" fmla="*/ 178 w 793"/>
                    <a:gd name="T13" fmla="*/ 365 h 1157"/>
                    <a:gd name="T14" fmla="*/ 240 w 793"/>
                    <a:gd name="T15" fmla="*/ 209 h 1157"/>
                    <a:gd name="T16" fmla="*/ 396 w 793"/>
                    <a:gd name="T17" fmla="*/ 146 h 1157"/>
                    <a:gd name="T18" fmla="*/ 396 w 793"/>
                    <a:gd name="T19" fmla="*/ 0 h 1157"/>
                    <a:gd name="T20" fmla="*/ 136 w 793"/>
                    <a:gd name="T21" fmla="*/ 105 h 1157"/>
                    <a:gd name="T22" fmla="*/ 136 w 793"/>
                    <a:gd name="T23" fmla="*/ 615 h 1157"/>
                    <a:gd name="T24" fmla="*/ 396 w 793"/>
                    <a:gd name="T25" fmla="*/ 1156 h 1157"/>
                    <a:gd name="T26" fmla="*/ 646 w 793"/>
                    <a:gd name="T27" fmla="*/ 615 h 1157"/>
                    <a:gd name="T28" fmla="*/ 646 w 793"/>
                    <a:gd name="T29" fmla="*/ 105 h 1157"/>
                    <a:gd name="T30" fmla="*/ 396 w 793"/>
                    <a:gd name="T31" fmla="*/ 0 h 1157"/>
                    <a:gd name="T32" fmla="*/ 396 w 793"/>
                    <a:gd name="T33" fmla="*/ 146 h 1157"/>
                    <a:gd name="T34" fmla="*/ 396 w 793"/>
                    <a:gd name="T35" fmla="*/ 0 h 1157"/>
                    <a:gd name="T36" fmla="*/ 396 w 793"/>
                    <a:gd name="T37" fmla="*/ 0 h 11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793" h="1157">
                      <a:moveTo>
                        <a:pt x="396" y="146"/>
                      </a:moveTo>
                      <a:cubicBezTo>
                        <a:pt x="448" y="146"/>
                        <a:pt x="511" y="167"/>
                        <a:pt x="553" y="209"/>
                      </a:cubicBezTo>
                      <a:cubicBezTo>
                        <a:pt x="584" y="250"/>
                        <a:pt x="615" y="302"/>
                        <a:pt x="615" y="365"/>
                      </a:cubicBezTo>
                      <a:cubicBezTo>
                        <a:pt x="615" y="417"/>
                        <a:pt x="584" y="469"/>
                        <a:pt x="553" y="511"/>
                      </a:cubicBezTo>
                      <a:cubicBezTo>
                        <a:pt x="542" y="521"/>
                        <a:pt x="469" y="594"/>
                        <a:pt x="396" y="709"/>
                      </a:cubicBezTo>
                      <a:cubicBezTo>
                        <a:pt x="323" y="594"/>
                        <a:pt x="250" y="521"/>
                        <a:pt x="240" y="511"/>
                      </a:cubicBezTo>
                      <a:cubicBezTo>
                        <a:pt x="198" y="469"/>
                        <a:pt x="178" y="417"/>
                        <a:pt x="178" y="365"/>
                      </a:cubicBezTo>
                      <a:cubicBezTo>
                        <a:pt x="178" y="302"/>
                        <a:pt x="198" y="250"/>
                        <a:pt x="240" y="209"/>
                      </a:cubicBezTo>
                      <a:cubicBezTo>
                        <a:pt x="282" y="167"/>
                        <a:pt x="334" y="146"/>
                        <a:pt x="396" y="146"/>
                      </a:cubicBezTo>
                      <a:lnTo>
                        <a:pt x="396" y="0"/>
                      </a:lnTo>
                      <a:cubicBezTo>
                        <a:pt x="303" y="0"/>
                        <a:pt x="209" y="32"/>
                        <a:pt x="136" y="105"/>
                      </a:cubicBezTo>
                      <a:cubicBezTo>
                        <a:pt x="0" y="250"/>
                        <a:pt x="0" y="480"/>
                        <a:pt x="136" y="615"/>
                      </a:cubicBezTo>
                      <a:cubicBezTo>
                        <a:pt x="136" y="615"/>
                        <a:pt x="396" y="865"/>
                        <a:pt x="396" y="1156"/>
                      </a:cubicBezTo>
                      <a:cubicBezTo>
                        <a:pt x="396" y="865"/>
                        <a:pt x="646" y="615"/>
                        <a:pt x="646" y="615"/>
                      </a:cubicBezTo>
                      <a:cubicBezTo>
                        <a:pt x="792" y="480"/>
                        <a:pt x="792" y="250"/>
                        <a:pt x="646" y="105"/>
                      </a:cubicBezTo>
                      <a:cubicBezTo>
                        <a:pt x="584" y="32"/>
                        <a:pt x="490" y="0"/>
                        <a:pt x="396" y="0"/>
                      </a:cubicBezTo>
                      <a:lnTo>
                        <a:pt x="396" y="146"/>
                      </a:lnTo>
                      <a:close/>
                      <a:moveTo>
                        <a:pt x="396" y="0"/>
                      </a:moveTo>
                      <a:lnTo>
                        <a:pt x="396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ffectLst/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8" name="iṩļiḋé"/>
                <p:cNvSpPr/>
                <p:nvPr/>
              </p:nvSpPr>
              <p:spPr bwMode="auto">
                <a:xfrm>
                  <a:off x="4410075" y="1817688"/>
                  <a:ext cx="52388" cy="52387"/>
                </a:xfrm>
                <a:custGeom>
                  <a:avLst/>
                  <a:gdLst>
                    <a:gd name="T0" fmla="*/ 146 w 147"/>
                    <a:gd name="T1" fmla="*/ 73 h 147"/>
                    <a:gd name="T2" fmla="*/ 73 w 147"/>
                    <a:gd name="T3" fmla="*/ 146 h 147"/>
                    <a:gd name="T4" fmla="*/ 0 w 147"/>
                    <a:gd name="T5" fmla="*/ 73 h 147"/>
                    <a:gd name="T6" fmla="*/ 73 w 147"/>
                    <a:gd name="T7" fmla="*/ 0 h 147"/>
                    <a:gd name="T8" fmla="*/ 146 w 147"/>
                    <a:gd name="T9" fmla="*/ 73 h 147"/>
                    <a:gd name="T10" fmla="*/ 146 w 147"/>
                    <a:gd name="T11" fmla="*/ 73 h 147"/>
                    <a:gd name="T12" fmla="*/ 146 w 147"/>
                    <a:gd name="T13" fmla="*/ 73 h 1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47" h="147">
                      <a:moveTo>
                        <a:pt x="146" y="73"/>
                      </a:moveTo>
                      <a:cubicBezTo>
                        <a:pt x="146" y="104"/>
                        <a:pt x="115" y="146"/>
                        <a:pt x="73" y="146"/>
                      </a:cubicBezTo>
                      <a:cubicBezTo>
                        <a:pt x="32" y="146"/>
                        <a:pt x="0" y="104"/>
                        <a:pt x="0" y="73"/>
                      </a:cubicBezTo>
                      <a:cubicBezTo>
                        <a:pt x="0" y="31"/>
                        <a:pt x="32" y="0"/>
                        <a:pt x="73" y="0"/>
                      </a:cubicBezTo>
                      <a:cubicBezTo>
                        <a:pt x="115" y="0"/>
                        <a:pt x="146" y="31"/>
                        <a:pt x="146" y="73"/>
                      </a:cubicBezTo>
                      <a:close/>
                      <a:moveTo>
                        <a:pt x="146" y="73"/>
                      </a:moveTo>
                      <a:lnTo>
                        <a:pt x="146" y="73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ffectLst/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</p:grpSp>
        <p:grpSp>
          <p:nvGrpSpPr>
            <p:cNvPr id="7" name="islíḓè"/>
            <p:cNvGrpSpPr/>
            <p:nvPr/>
          </p:nvGrpSpPr>
          <p:grpSpPr>
            <a:xfrm>
              <a:off x="6660853" y="3744001"/>
              <a:ext cx="712143" cy="712143"/>
              <a:chOff x="713590" y="3744001"/>
              <a:chExt cx="712143" cy="712143"/>
            </a:xfrm>
          </p:grpSpPr>
          <p:sp>
            <p:nvSpPr>
              <p:cNvPr id="20" name="iSľiḑè"/>
              <p:cNvSpPr/>
              <p:nvPr/>
            </p:nvSpPr>
            <p:spPr>
              <a:xfrm>
                <a:off x="713590" y="3744001"/>
                <a:ext cx="712143" cy="71214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en-US" dirty="0">
                  <a:solidFill>
                    <a:schemeClr val="lt1"/>
                  </a:solidFill>
                </a:endParaRPr>
              </a:p>
            </p:txBody>
          </p:sp>
          <p:sp>
            <p:nvSpPr>
              <p:cNvPr id="21" name="îśľiďê"/>
              <p:cNvSpPr/>
              <p:nvPr/>
            </p:nvSpPr>
            <p:spPr bwMode="auto">
              <a:xfrm>
                <a:off x="880208" y="3918582"/>
                <a:ext cx="360052" cy="359508"/>
              </a:xfrm>
              <a:custGeom>
                <a:avLst/>
                <a:gdLst>
                  <a:gd name="connsiteX0" fmla="*/ 257564 w 607639"/>
                  <a:gd name="connsiteY0" fmla="*/ 417889 h 606722"/>
                  <a:gd name="connsiteX1" fmla="*/ 261939 w 607639"/>
                  <a:gd name="connsiteY1" fmla="*/ 435248 h 606722"/>
                  <a:gd name="connsiteX2" fmla="*/ 253189 w 607639"/>
                  <a:gd name="connsiteY2" fmla="*/ 435248 h 606722"/>
                  <a:gd name="connsiteX3" fmla="*/ 455707 w 607639"/>
                  <a:gd name="connsiteY3" fmla="*/ 316558 h 606722"/>
                  <a:gd name="connsiteX4" fmla="*/ 435859 w 607639"/>
                  <a:gd name="connsiteY4" fmla="*/ 336288 h 606722"/>
                  <a:gd name="connsiteX5" fmla="*/ 435859 w 607639"/>
                  <a:gd name="connsiteY5" fmla="*/ 494567 h 606722"/>
                  <a:gd name="connsiteX6" fmla="*/ 455707 w 607639"/>
                  <a:gd name="connsiteY6" fmla="*/ 514385 h 606722"/>
                  <a:gd name="connsiteX7" fmla="*/ 508576 w 607639"/>
                  <a:gd name="connsiteY7" fmla="*/ 514385 h 606722"/>
                  <a:gd name="connsiteX8" fmla="*/ 528336 w 607639"/>
                  <a:gd name="connsiteY8" fmla="*/ 494567 h 606722"/>
                  <a:gd name="connsiteX9" fmla="*/ 508576 w 607639"/>
                  <a:gd name="connsiteY9" fmla="*/ 474837 h 606722"/>
                  <a:gd name="connsiteX10" fmla="*/ 475555 w 607639"/>
                  <a:gd name="connsiteY10" fmla="*/ 474837 h 606722"/>
                  <a:gd name="connsiteX11" fmla="*/ 475555 w 607639"/>
                  <a:gd name="connsiteY11" fmla="*/ 435201 h 606722"/>
                  <a:gd name="connsiteX12" fmla="*/ 508576 w 607639"/>
                  <a:gd name="connsiteY12" fmla="*/ 435201 h 606722"/>
                  <a:gd name="connsiteX13" fmla="*/ 528336 w 607639"/>
                  <a:gd name="connsiteY13" fmla="*/ 415472 h 606722"/>
                  <a:gd name="connsiteX14" fmla="*/ 508576 w 607639"/>
                  <a:gd name="connsiteY14" fmla="*/ 395653 h 606722"/>
                  <a:gd name="connsiteX15" fmla="*/ 475555 w 607639"/>
                  <a:gd name="connsiteY15" fmla="*/ 395653 h 606722"/>
                  <a:gd name="connsiteX16" fmla="*/ 475555 w 607639"/>
                  <a:gd name="connsiteY16" fmla="*/ 356106 h 606722"/>
                  <a:gd name="connsiteX17" fmla="*/ 508576 w 607639"/>
                  <a:gd name="connsiteY17" fmla="*/ 356106 h 606722"/>
                  <a:gd name="connsiteX18" fmla="*/ 528336 w 607639"/>
                  <a:gd name="connsiteY18" fmla="*/ 336288 h 606722"/>
                  <a:gd name="connsiteX19" fmla="*/ 508576 w 607639"/>
                  <a:gd name="connsiteY19" fmla="*/ 316558 h 606722"/>
                  <a:gd name="connsiteX20" fmla="*/ 350058 w 607639"/>
                  <a:gd name="connsiteY20" fmla="*/ 316558 h 606722"/>
                  <a:gd name="connsiteX21" fmla="*/ 330210 w 607639"/>
                  <a:gd name="connsiteY21" fmla="*/ 336288 h 606722"/>
                  <a:gd name="connsiteX22" fmla="*/ 330210 w 607639"/>
                  <a:gd name="connsiteY22" fmla="*/ 494567 h 606722"/>
                  <a:gd name="connsiteX23" fmla="*/ 350058 w 607639"/>
                  <a:gd name="connsiteY23" fmla="*/ 514385 h 606722"/>
                  <a:gd name="connsiteX24" fmla="*/ 402838 w 607639"/>
                  <a:gd name="connsiteY24" fmla="*/ 514385 h 606722"/>
                  <a:gd name="connsiteX25" fmla="*/ 422686 w 607639"/>
                  <a:gd name="connsiteY25" fmla="*/ 494567 h 606722"/>
                  <a:gd name="connsiteX26" fmla="*/ 402838 w 607639"/>
                  <a:gd name="connsiteY26" fmla="*/ 474837 h 606722"/>
                  <a:gd name="connsiteX27" fmla="*/ 369817 w 607639"/>
                  <a:gd name="connsiteY27" fmla="*/ 474837 h 606722"/>
                  <a:gd name="connsiteX28" fmla="*/ 369817 w 607639"/>
                  <a:gd name="connsiteY28" fmla="*/ 336288 h 606722"/>
                  <a:gd name="connsiteX29" fmla="*/ 350058 w 607639"/>
                  <a:gd name="connsiteY29" fmla="*/ 316558 h 606722"/>
                  <a:gd name="connsiteX30" fmla="*/ 257582 w 607639"/>
                  <a:gd name="connsiteY30" fmla="*/ 316558 h 606722"/>
                  <a:gd name="connsiteX31" fmla="*/ 238356 w 607639"/>
                  <a:gd name="connsiteY31" fmla="*/ 331489 h 606722"/>
                  <a:gd name="connsiteX32" fmla="*/ 198749 w 607639"/>
                  <a:gd name="connsiteY32" fmla="*/ 489768 h 606722"/>
                  <a:gd name="connsiteX33" fmla="*/ 213168 w 607639"/>
                  <a:gd name="connsiteY33" fmla="*/ 513763 h 606722"/>
                  <a:gd name="connsiteX34" fmla="*/ 237199 w 607639"/>
                  <a:gd name="connsiteY34" fmla="*/ 499366 h 606722"/>
                  <a:gd name="connsiteX35" fmla="*/ 243341 w 607639"/>
                  <a:gd name="connsiteY35" fmla="*/ 474837 h 606722"/>
                  <a:gd name="connsiteX36" fmla="*/ 271822 w 607639"/>
                  <a:gd name="connsiteY36" fmla="*/ 474837 h 606722"/>
                  <a:gd name="connsiteX37" fmla="*/ 277964 w 607639"/>
                  <a:gd name="connsiteY37" fmla="*/ 499366 h 606722"/>
                  <a:gd name="connsiteX38" fmla="*/ 297189 w 607639"/>
                  <a:gd name="connsiteY38" fmla="*/ 514385 h 606722"/>
                  <a:gd name="connsiteX39" fmla="*/ 301995 w 607639"/>
                  <a:gd name="connsiteY39" fmla="*/ 513763 h 606722"/>
                  <a:gd name="connsiteX40" fmla="*/ 316414 w 607639"/>
                  <a:gd name="connsiteY40" fmla="*/ 489768 h 606722"/>
                  <a:gd name="connsiteX41" fmla="*/ 276807 w 607639"/>
                  <a:gd name="connsiteY41" fmla="*/ 331489 h 606722"/>
                  <a:gd name="connsiteX42" fmla="*/ 257582 w 607639"/>
                  <a:gd name="connsiteY42" fmla="*/ 316558 h 606722"/>
                  <a:gd name="connsiteX43" fmla="*/ 112236 w 607639"/>
                  <a:gd name="connsiteY43" fmla="*/ 316558 h 606722"/>
                  <a:gd name="connsiteX44" fmla="*/ 92477 w 607639"/>
                  <a:gd name="connsiteY44" fmla="*/ 336288 h 606722"/>
                  <a:gd name="connsiteX45" fmla="*/ 92477 w 607639"/>
                  <a:gd name="connsiteY45" fmla="*/ 415472 h 606722"/>
                  <a:gd name="connsiteX46" fmla="*/ 112236 w 607639"/>
                  <a:gd name="connsiteY46" fmla="*/ 435201 h 606722"/>
                  <a:gd name="connsiteX47" fmla="*/ 145257 w 607639"/>
                  <a:gd name="connsiteY47" fmla="*/ 435201 h 606722"/>
                  <a:gd name="connsiteX48" fmla="*/ 145257 w 607639"/>
                  <a:gd name="connsiteY48" fmla="*/ 474837 h 606722"/>
                  <a:gd name="connsiteX49" fmla="*/ 112236 w 607639"/>
                  <a:gd name="connsiteY49" fmla="*/ 474837 h 606722"/>
                  <a:gd name="connsiteX50" fmla="*/ 92477 w 607639"/>
                  <a:gd name="connsiteY50" fmla="*/ 494567 h 606722"/>
                  <a:gd name="connsiteX51" fmla="*/ 112236 w 607639"/>
                  <a:gd name="connsiteY51" fmla="*/ 514385 h 606722"/>
                  <a:gd name="connsiteX52" fmla="*/ 165105 w 607639"/>
                  <a:gd name="connsiteY52" fmla="*/ 514385 h 606722"/>
                  <a:gd name="connsiteX53" fmla="*/ 184953 w 607639"/>
                  <a:gd name="connsiteY53" fmla="*/ 494567 h 606722"/>
                  <a:gd name="connsiteX54" fmla="*/ 184953 w 607639"/>
                  <a:gd name="connsiteY54" fmla="*/ 415472 h 606722"/>
                  <a:gd name="connsiteX55" fmla="*/ 165105 w 607639"/>
                  <a:gd name="connsiteY55" fmla="*/ 395653 h 606722"/>
                  <a:gd name="connsiteX56" fmla="*/ 132084 w 607639"/>
                  <a:gd name="connsiteY56" fmla="*/ 395653 h 606722"/>
                  <a:gd name="connsiteX57" fmla="*/ 132084 w 607639"/>
                  <a:gd name="connsiteY57" fmla="*/ 356106 h 606722"/>
                  <a:gd name="connsiteX58" fmla="*/ 165105 w 607639"/>
                  <a:gd name="connsiteY58" fmla="*/ 356106 h 606722"/>
                  <a:gd name="connsiteX59" fmla="*/ 184953 w 607639"/>
                  <a:gd name="connsiteY59" fmla="*/ 336288 h 606722"/>
                  <a:gd name="connsiteX60" fmla="*/ 165105 w 607639"/>
                  <a:gd name="connsiteY60" fmla="*/ 316558 h 606722"/>
                  <a:gd name="connsiteX61" fmla="*/ 501901 w 607639"/>
                  <a:gd name="connsiteY61" fmla="*/ 145037 h 606722"/>
                  <a:gd name="connsiteX62" fmla="*/ 501901 w 607639"/>
                  <a:gd name="connsiteY62" fmla="*/ 184674 h 606722"/>
                  <a:gd name="connsiteX63" fmla="*/ 541597 w 607639"/>
                  <a:gd name="connsiteY63" fmla="*/ 224221 h 606722"/>
                  <a:gd name="connsiteX64" fmla="*/ 567943 w 607639"/>
                  <a:gd name="connsiteY64" fmla="*/ 214090 h 606722"/>
                  <a:gd name="connsiteX65" fmla="*/ 567943 w 607639"/>
                  <a:gd name="connsiteY65" fmla="*/ 164856 h 606722"/>
                  <a:gd name="connsiteX66" fmla="*/ 548184 w 607639"/>
                  <a:gd name="connsiteY66" fmla="*/ 145037 h 606722"/>
                  <a:gd name="connsiteX67" fmla="*/ 383079 w 607639"/>
                  <a:gd name="connsiteY67" fmla="*/ 145037 h 606722"/>
                  <a:gd name="connsiteX68" fmla="*/ 383079 w 607639"/>
                  <a:gd name="connsiteY68" fmla="*/ 184674 h 606722"/>
                  <a:gd name="connsiteX69" fmla="*/ 422686 w 607639"/>
                  <a:gd name="connsiteY69" fmla="*/ 224221 h 606722"/>
                  <a:gd name="connsiteX70" fmla="*/ 462294 w 607639"/>
                  <a:gd name="connsiteY70" fmla="*/ 184674 h 606722"/>
                  <a:gd name="connsiteX71" fmla="*/ 462294 w 607639"/>
                  <a:gd name="connsiteY71" fmla="*/ 145037 h 606722"/>
                  <a:gd name="connsiteX72" fmla="*/ 264168 w 607639"/>
                  <a:gd name="connsiteY72" fmla="*/ 145037 h 606722"/>
                  <a:gd name="connsiteX73" fmla="*/ 264168 w 607639"/>
                  <a:gd name="connsiteY73" fmla="*/ 184674 h 606722"/>
                  <a:gd name="connsiteX74" fmla="*/ 303775 w 607639"/>
                  <a:gd name="connsiteY74" fmla="*/ 224221 h 606722"/>
                  <a:gd name="connsiteX75" fmla="*/ 343472 w 607639"/>
                  <a:gd name="connsiteY75" fmla="*/ 184674 h 606722"/>
                  <a:gd name="connsiteX76" fmla="*/ 343472 w 607639"/>
                  <a:gd name="connsiteY76" fmla="*/ 145037 h 606722"/>
                  <a:gd name="connsiteX77" fmla="*/ 145257 w 607639"/>
                  <a:gd name="connsiteY77" fmla="*/ 145037 h 606722"/>
                  <a:gd name="connsiteX78" fmla="*/ 145257 w 607639"/>
                  <a:gd name="connsiteY78" fmla="*/ 184674 h 606722"/>
                  <a:gd name="connsiteX79" fmla="*/ 184953 w 607639"/>
                  <a:gd name="connsiteY79" fmla="*/ 224221 h 606722"/>
                  <a:gd name="connsiteX80" fmla="*/ 224561 w 607639"/>
                  <a:gd name="connsiteY80" fmla="*/ 184674 h 606722"/>
                  <a:gd name="connsiteX81" fmla="*/ 224561 w 607639"/>
                  <a:gd name="connsiteY81" fmla="*/ 145037 h 606722"/>
                  <a:gd name="connsiteX82" fmla="*/ 59456 w 607639"/>
                  <a:gd name="connsiteY82" fmla="*/ 145037 h 606722"/>
                  <a:gd name="connsiteX83" fmla="*/ 39608 w 607639"/>
                  <a:gd name="connsiteY83" fmla="*/ 164856 h 606722"/>
                  <a:gd name="connsiteX84" fmla="*/ 39608 w 607639"/>
                  <a:gd name="connsiteY84" fmla="*/ 214090 h 606722"/>
                  <a:gd name="connsiteX85" fmla="*/ 66042 w 607639"/>
                  <a:gd name="connsiteY85" fmla="*/ 224221 h 606722"/>
                  <a:gd name="connsiteX86" fmla="*/ 105650 w 607639"/>
                  <a:gd name="connsiteY86" fmla="*/ 184674 h 606722"/>
                  <a:gd name="connsiteX87" fmla="*/ 105650 w 607639"/>
                  <a:gd name="connsiteY87" fmla="*/ 145037 h 606722"/>
                  <a:gd name="connsiteX88" fmla="*/ 99063 w 607639"/>
                  <a:gd name="connsiteY88" fmla="*/ 0 h 606722"/>
                  <a:gd name="connsiteX89" fmla="*/ 508576 w 607639"/>
                  <a:gd name="connsiteY89" fmla="*/ 0 h 606722"/>
                  <a:gd name="connsiteX90" fmla="*/ 567943 w 607639"/>
                  <a:gd name="connsiteY90" fmla="*/ 59366 h 606722"/>
                  <a:gd name="connsiteX91" fmla="*/ 567943 w 607639"/>
                  <a:gd name="connsiteY91" fmla="*/ 108956 h 606722"/>
                  <a:gd name="connsiteX92" fmla="*/ 607639 w 607639"/>
                  <a:gd name="connsiteY92" fmla="*/ 164856 h 606722"/>
                  <a:gd name="connsiteX93" fmla="*/ 607639 w 607639"/>
                  <a:gd name="connsiteY93" fmla="*/ 586904 h 606722"/>
                  <a:gd name="connsiteX94" fmla="*/ 587791 w 607639"/>
                  <a:gd name="connsiteY94" fmla="*/ 606722 h 606722"/>
                  <a:gd name="connsiteX95" fmla="*/ 19848 w 607639"/>
                  <a:gd name="connsiteY95" fmla="*/ 606722 h 606722"/>
                  <a:gd name="connsiteX96" fmla="*/ 0 w 607639"/>
                  <a:gd name="connsiteY96" fmla="*/ 586904 h 606722"/>
                  <a:gd name="connsiteX97" fmla="*/ 0 w 607639"/>
                  <a:gd name="connsiteY97" fmla="*/ 164856 h 606722"/>
                  <a:gd name="connsiteX98" fmla="*/ 39608 w 607639"/>
                  <a:gd name="connsiteY98" fmla="*/ 108956 h 606722"/>
                  <a:gd name="connsiteX99" fmla="*/ 39608 w 607639"/>
                  <a:gd name="connsiteY99" fmla="*/ 59366 h 606722"/>
                  <a:gd name="connsiteX100" fmla="*/ 99063 w 607639"/>
                  <a:gd name="connsiteY100" fmla="*/ 0 h 60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</a:cxnLst>
                <a:rect l="l" t="t" r="r" b="b"/>
                <a:pathLst>
                  <a:path w="607639" h="606722">
                    <a:moveTo>
                      <a:pt x="257564" y="417889"/>
                    </a:moveTo>
                    <a:lnTo>
                      <a:pt x="261939" y="435248"/>
                    </a:lnTo>
                    <a:lnTo>
                      <a:pt x="253189" y="435248"/>
                    </a:lnTo>
                    <a:close/>
                    <a:moveTo>
                      <a:pt x="455707" y="316558"/>
                    </a:moveTo>
                    <a:cubicBezTo>
                      <a:pt x="444760" y="316558"/>
                      <a:pt x="435859" y="325357"/>
                      <a:pt x="435859" y="336288"/>
                    </a:cubicBezTo>
                    <a:lnTo>
                      <a:pt x="435859" y="494567"/>
                    </a:lnTo>
                    <a:cubicBezTo>
                      <a:pt x="435859" y="505498"/>
                      <a:pt x="444760" y="514385"/>
                      <a:pt x="455707" y="514385"/>
                    </a:cubicBezTo>
                    <a:lnTo>
                      <a:pt x="508576" y="514385"/>
                    </a:lnTo>
                    <a:cubicBezTo>
                      <a:pt x="519524" y="514385"/>
                      <a:pt x="528336" y="505498"/>
                      <a:pt x="528336" y="494567"/>
                    </a:cubicBezTo>
                    <a:cubicBezTo>
                      <a:pt x="528336" y="483636"/>
                      <a:pt x="519524" y="474837"/>
                      <a:pt x="508576" y="474837"/>
                    </a:cubicBezTo>
                    <a:lnTo>
                      <a:pt x="475555" y="474837"/>
                    </a:lnTo>
                    <a:lnTo>
                      <a:pt x="475555" y="435201"/>
                    </a:lnTo>
                    <a:lnTo>
                      <a:pt x="508576" y="435201"/>
                    </a:lnTo>
                    <a:cubicBezTo>
                      <a:pt x="519524" y="435201"/>
                      <a:pt x="528336" y="426403"/>
                      <a:pt x="528336" y="415472"/>
                    </a:cubicBezTo>
                    <a:cubicBezTo>
                      <a:pt x="528336" y="404541"/>
                      <a:pt x="519524" y="395653"/>
                      <a:pt x="508576" y="395653"/>
                    </a:cubicBezTo>
                    <a:lnTo>
                      <a:pt x="475555" y="395653"/>
                    </a:lnTo>
                    <a:lnTo>
                      <a:pt x="475555" y="356106"/>
                    </a:lnTo>
                    <a:lnTo>
                      <a:pt x="508576" y="356106"/>
                    </a:lnTo>
                    <a:cubicBezTo>
                      <a:pt x="519524" y="356106"/>
                      <a:pt x="528336" y="347219"/>
                      <a:pt x="528336" y="336288"/>
                    </a:cubicBezTo>
                    <a:cubicBezTo>
                      <a:pt x="528336" y="325357"/>
                      <a:pt x="519524" y="316558"/>
                      <a:pt x="508576" y="316558"/>
                    </a:cubicBezTo>
                    <a:close/>
                    <a:moveTo>
                      <a:pt x="350058" y="316558"/>
                    </a:moveTo>
                    <a:cubicBezTo>
                      <a:pt x="339110" y="316558"/>
                      <a:pt x="330210" y="325357"/>
                      <a:pt x="330210" y="336288"/>
                    </a:cubicBezTo>
                    <a:lnTo>
                      <a:pt x="330210" y="494567"/>
                    </a:lnTo>
                    <a:cubicBezTo>
                      <a:pt x="330210" y="505498"/>
                      <a:pt x="339110" y="514385"/>
                      <a:pt x="350058" y="514385"/>
                    </a:cubicBezTo>
                    <a:lnTo>
                      <a:pt x="402838" y="514385"/>
                    </a:lnTo>
                    <a:cubicBezTo>
                      <a:pt x="413786" y="514385"/>
                      <a:pt x="422686" y="505498"/>
                      <a:pt x="422686" y="494567"/>
                    </a:cubicBezTo>
                    <a:cubicBezTo>
                      <a:pt x="422686" y="483636"/>
                      <a:pt x="413786" y="474837"/>
                      <a:pt x="402838" y="474837"/>
                    </a:cubicBezTo>
                    <a:lnTo>
                      <a:pt x="369817" y="474837"/>
                    </a:lnTo>
                    <a:lnTo>
                      <a:pt x="369817" y="336288"/>
                    </a:lnTo>
                    <a:cubicBezTo>
                      <a:pt x="369817" y="325357"/>
                      <a:pt x="361006" y="316558"/>
                      <a:pt x="350058" y="316558"/>
                    </a:cubicBezTo>
                    <a:close/>
                    <a:moveTo>
                      <a:pt x="257582" y="316558"/>
                    </a:moveTo>
                    <a:cubicBezTo>
                      <a:pt x="248503" y="316558"/>
                      <a:pt x="240581" y="322690"/>
                      <a:pt x="238356" y="331489"/>
                    </a:cubicBezTo>
                    <a:lnTo>
                      <a:pt x="198749" y="489768"/>
                    </a:lnTo>
                    <a:cubicBezTo>
                      <a:pt x="196079" y="500343"/>
                      <a:pt x="202487" y="511097"/>
                      <a:pt x="213168" y="513763"/>
                    </a:cubicBezTo>
                    <a:cubicBezTo>
                      <a:pt x="223759" y="516429"/>
                      <a:pt x="234529" y="509942"/>
                      <a:pt x="237199" y="499366"/>
                    </a:cubicBezTo>
                    <a:lnTo>
                      <a:pt x="243341" y="474837"/>
                    </a:lnTo>
                    <a:lnTo>
                      <a:pt x="271822" y="474837"/>
                    </a:lnTo>
                    <a:lnTo>
                      <a:pt x="277964" y="499366"/>
                    </a:lnTo>
                    <a:cubicBezTo>
                      <a:pt x="280189" y="508342"/>
                      <a:pt x="288288" y="514385"/>
                      <a:pt x="297189" y="514385"/>
                    </a:cubicBezTo>
                    <a:cubicBezTo>
                      <a:pt x="298791" y="514385"/>
                      <a:pt x="300393" y="514207"/>
                      <a:pt x="301995" y="513763"/>
                    </a:cubicBezTo>
                    <a:cubicBezTo>
                      <a:pt x="312587" y="511097"/>
                      <a:pt x="319084" y="500432"/>
                      <a:pt x="316414" y="489768"/>
                    </a:cubicBezTo>
                    <a:lnTo>
                      <a:pt x="276807" y="331489"/>
                    </a:lnTo>
                    <a:cubicBezTo>
                      <a:pt x="274582" y="322690"/>
                      <a:pt x="266660" y="316558"/>
                      <a:pt x="257582" y="316558"/>
                    </a:cubicBezTo>
                    <a:close/>
                    <a:moveTo>
                      <a:pt x="112236" y="316558"/>
                    </a:moveTo>
                    <a:cubicBezTo>
                      <a:pt x="101377" y="316558"/>
                      <a:pt x="92477" y="325357"/>
                      <a:pt x="92477" y="336288"/>
                    </a:cubicBezTo>
                    <a:lnTo>
                      <a:pt x="92477" y="415472"/>
                    </a:lnTo>
                    <a:cubicBezTo>
                      <a:pt x="92477" y="426403"/>
                      <a:pt x="101377" y="435201"/>
                      <a:pt x="112236" y="435201"/>
                    </a:cubicBezTo>
                    <a:lnTo>
                      <a:pt x="145257" y="435201"/>
                    </a:lnTo>
                    <a:lnTo>
                      <a:pt x="145257" y="474837"/>
                    </a:lnTo>
                    <a:lnTo>
                      <a:pt x="112236" y="474837"/>
                    </a:lnTo>
                    <a:cubicBezTo>
                      <a:pt x="101377" y="474837"/>
                      <a:pt x="92477" y="483636"/>
                      <a:pt x="92477" y="494567"/>
                    </a:cubicBezTo>
                    <a:cubicBezTo>
                      <a:pt x="92477" y="505498"/>
                      <a:pt x="101377" y="514385"/>
                      <a:pt x="112236" y="514385"/>
                    </a:cubicBezTo>
                    <a:lnTo>
                      <a:pt x="165105" y="514385"/>
                    </a:lnTo>
                    <a:cubicBezTo>
                      <a:pt x="176053" y="514385"/>
                      <a:pt x="184953" y="505498"/>
                      <a:pt x="184953" y="494567"/>
                    </a:cubicBezTo>
                    <a:lnTo>
                      <a:pt x="184953" y="415472"/>
                    </a:lnTo>
                    <a:cubicBezTo>
                      <a:pt x="184953" y="404541"/>
                      <a:pt x="176053" y="395653"/>
                      <a:pt x="165105" y="395653"/>
                    </a:cubicBezTo>
                    <a:lnTo>
                      <a:pt x="132084" y="395653"/>
                    </a:lnTo>
                    <a:lnTo>
                      <a:pt x="132084" y="356106"/>
                    </a:lnTo>
                    <a:lnTo>
                      <a:pt x="165105" y="356106"/>
                    </a:lnTo>
                    <a:cubicBezTo>
                      <a:pt x="176053" y="356106"/>
                      <a:pt x="184953" y="347219"/>
                      <a:pt x="184953" y="336288"/>
                    </a:cubicBezTo>
                    <a:cubicBezTo>
                      <a:pt x="184953" y="325357"/>
                      <a:pt x="176053" y="316558"/>
                      <a:pt x="165105" y="316558"/>
                    </a:cubicBezTo>
                    <a:close/>
                    <a:moveTo>
                      <a:pt x="501901" y="145037"/>
                    </a:moveTo>
                    <a:lnTo>
                      <a:pt x="501901" y="184674"/>
                    </a:lnTo>
                    <a:cubicBezTo>
                      <a:pt x="501901" y="206447"/>
                      <a:pt x="519702" y="224221"/>
                      <a:pt x="541597" y="224221"/>
                    </a:cubicBezTo>
                    <a:cubicBezTo>
                      <a:pt x="551388" y="224221"/>
                      <a:pt x="560733" y="220578"/>
                      <a:pt x="567943" y="214090"/>
                    </a:cubicBezTo>
                    <a:lnTo>
                      <a:pt x="567943" y="164856"/>
                    </a:lnTo>
                    <a:cubicBezTo>
                      <a:pt x="567943" y="153924"/>
                      <a:pt x="559131" y="145037"/>
                      <a:pt x="548184" y="145037"/>
                    </a:cubicBezTo>
                    <a:close/>
                    <a:moveTo>
                      <a:pt x="383079" y="145037"/>
                    </a:moveTo>
                    <a:lnTo>
                      <a:pt x="383079" y="184674"/>
                    </a:lnTo>
                    <a:cubicBezTo>
                      <a:pt x="383079" y="206447"/>
                      <a:pt x="400791" y="224221"/>
                      <a:pt x="422686" y="224221"/>
                    </a:cubicBezTo>
                    <a:cubicBezTo>
                      <a:pt x="444493" y="224221"/>
                      <a:pt x="462294" y="206447"/>
                      <a:pt x="462294" y="184674"/>
                    </a:cubicBezTo>
                    <a:lnTo>
                      <a:pt x="462294" y="145037"/>
                    </a:lnTo>
                    <a:close/>
                    <a:moveTo>
                      <a:pt x="264168" y="145037"/>
                    </a:moveTo>
                    <a:lnTo>
                      <a:pt x="264168" y="184674"/>
                    </a:lnTo>
                    <a:cubicBezTo>
                      <a:pt x="264168" y="206447"/>
                      <a:pt x="281969" y="224221"/>
                      <a:pt x="303775" y="224221"/>
                    </a:cubicBezTo>
                    <a:cubicBezTo>
                      <a:pt x="325671" y="224221"/>
                      <a:pt x="343472" y="206447"/>
                      <a:pt x="343472" y="184674"/>
                    </a:cubicBezTo>
                    <a:lnTo>
                      <a:pt x="343472" y="145037"/>
                    </a:lnTo>
                    <a:close/>
                    <a:moveTo>
                      <a:pt x="145257" y="145037"/>
                    </a:moveTo>
                    <a:lnTo>
                      <a:pt x="145257" y="184674"/>
                    </a:lnTo>
                    <a:cubicBezTo>
                      <a:pt x="145257" y="206447"/>
                      <a:pt x="163058" y="224221"/>
                      <a:pt x="184953" y="224221"/>
                    </a:cubicBezTo>
                    <a:cubicBezTo>
                      <a:pt x="206759" y="224221"/>
                      <a:pt x="224561" y="206447"/>
                      <a:pt x="224561" y="184674"/>
                    </a:cubicBezTo>
                    <a:lnTo>
                      <a:pt x="224561" y="145037"/>
                    </a:lnTo>
                    <a:close/>
                    <a:moveTo>
                      <a:pt x="59456" y="145037"/>
                    </a:moveTo>
                    <a:cubicBezTo>
                      <a:pt x="48508" y="145037"/>
                      <a:pt x="39608" y="153924"/>
                      <a:pt x="39608" y="164856"/>
                    </a:cubicBezTo>
                    <a:lnTo>
                      <a:pt x="39608" y="214090"/>
                    </a:lnTo>
                    <a:cubicBezTo>
                      <a:pt x="46817" y="220578"/>
                      <a:pt x="56163" y="224221"/>
                      <a:pt x="66042" y="224221"/>
                    </a:cubicBezTo>
                    <a:cubicBezTo>
                      <a:pt x="87937" y="224221"/>
                      <a:pt x="105650" y="206447"/>
                      <a:pt x="105650" y="184674"/>
                    </a:cubicBezTo>
                    <a:lnTo>
                      <a:pt x="105650" y="145037"/>
                    </a:lnTo>
                    <a:close/>
                    <a:moveTo>
                      <a:pt x="99063" y="0"/>
                    </a:moveTo>
                    <a:lnTo>
                      <a:pt x="508576" y="0"/>
                    </a:lnTo>
                    <a:cubicBezTo>
                      <a:pt x="541330" y="0"/>
                      <a:pt x="567943" y="26661"/>
                      <a:pt x="567943" y="59366"/>
                    </a:cubicBezTo>
                    <a:lnTo>
                      <a:pt x="567943" y="108956"/>
                    </a:lnTo>
                    <a:cubicBezTo>
                      <a:pt x="591084" y="117043"/>
                      <a:pt x="607639" y="139083"/>
                      <a:pt x="607639" y="164856"/>
                    </a:cubicBezTo>
                    <a:lnTo>
                      <a:pt x="607639" y="586904"/>
                    </a:lnTo>
                    <a:cubicBezTo>
                      <a:pt x="607639" y="597835"/>
                      <a:pt x="598739" y="606722"/>
                      <a:pt x="587791" y="606722"/>
                    </a:cubicBezTo>
                    <a:lnTo>
                      <a:pt x="19848" y="606722"/>
                    </a:lnTo>
                    <a:cubicBezTo>
                      <a:pt x="8901" y="606722"/>
                      <a:pt x="0" y="597835"/>
                      <a:pt x="0" y="586904"/>
                    </a:cubicBezTo>
                    <a:lnTo>
                      <a:pt x="0" y="164856"/>
                    </a:lnTo>
                    <a:cubicBezTo>
                      <a:pt x="0" y="139083"/>
                      <a:pt x="16555" y="117043"/>
                      <a:pt x="39608" y="108956"/>
                    </a:cubicBezTo>
                    <a:lnTo>
                      <a:pt x="39608" y="59366"/>
                    </a:lnTo>
                    <a:cubicBezTo>
                      <a:pt x="39608" y="26661"/>
                      <a:pt x="66309" y="0"/>
                      <a:pt x="99063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8" name="îšḻidé"/>
            <p:cNvGrpSpPr/>
            <p:nvPr/>
          </p:nvGrpSpPr>
          <p:grpSpPr>
            <a:xfrm>
              <a:off x="7484929" y="3457137"/>
              <a:ext cx="4035559" cy="1306539"/>
              <a:chOff x="719137" y="2442364"/>
              <a:chExt cx="5376847" cy="1306539"/>
            </a:xfrm>
          </p:grpSpPr>
          <p:sp>
            <p:nvSpPr>
              <p:cNvPr id="18" name="işḻiḓe"/>
              <p:cNvSpPr/>
              <p:nvPr/>
            </p:nvSpPr>
            <p:spPr bwMode="auto">
              <a:xfrm>
                <a:off x="719137" y="2884168"/>
                <a:ext cx="5376845" cy="8647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  <p:sp>
            <p:nvSpPr>
              <p:cNvPr id="19" name="iṣľîďé"/>
              <p:cNvSpPr txBox="1"/>
              <p:nvPr/>
            </p:nvSpPr>
            <p:spPr bwMode="auto">
              <a:xfrm>
                <a:off x="719137" y="2442364"/>
                <a:ext cx="5376847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</p:grpSp>
        <p:sp>
          <p:nvSpPr>
            <p:cNvPr id="9" name="îṣ1îḋé"/>
            <p:cNvSpPr/>
            <p:nvPr/>
          </p:nvSpPr>
          <p:spPr>
            <a:xfrm>
              <a:off x="6660853" y="5217430"/>
              <a:ext cx="712143" cy="71214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0" name="îśļîďê"/>
            <p:cNvSpPr/>
            <p:nvPr/>
          </p:nvSpPr>
          <p:spPr bwMode="auto">
            <a:xfrm>
              <a:off x="6835829" y="5391739"/>
              <a:ext cx="343334" cy="360052"/>
            </a:xfrm>
            <a:custGeom>
              <a:avLst/>
              <a:gdLst>
                <a:gd name="T0" fmla="*/ 6188 w 6214"/>
                <a:gd name="T1" fmla="*/ 2298 h 6526"/>
                <a:gd name="T2" fmla="*/ 3245 w 6214"/>
                <a:gd name="T3" fmla="*/ 48 h 6526"/>
                <a:gd name="T4" fmla="*/ 99 w 6214"/>
                <a:gd name="T5" fmla="*/ 2077 h 6526"/>
                <a:gd name="T6" fmla="*/ 209 w 6214"/>
                <a:gd name="T7" fmla="*/ 2428 h 6526"/>
                <a:gd name="T8" fmla="*/ 1022 w 6214"/>
                <a:gd name="T9" fmla="*/ 2577 h 6526"/>
                <a:gd name="T10" fmla="*/ 925 w 6214"/>
                <a:gd name="T11" fmla="*/ 3687 h 6526"/>
                <a:gd name="T12" fmla="*/ 630 w 6214"/>
                <a:gd name="T13" fmla="*/ 5529 h 6526"/>
                <a:gd name="T14" fmla="*/ 59 w 6214"/>
                <a:gd name="T15" fmla="*/ 5913 h 6526"/>
                <a:gd name="T16" fmla="*/ 443 w 6214"/>
                <a:gd name="T17" fmla="*/ 6526 h 6526"/>
                <a:gd name="T18" fmla="*/ 6155 w 6214"/>
                <a:gd name="T19" fmla="*/ 6141 h 6526"/>
                <a:gd name="T20" fmla="*/ 5770 w 6214"/>
                <a:gd name="T21" fmla="*/ 5529 h 6526"/>
                <a:gd name="T22" fmla="*/ 5397 w 6214"/>
                <a:gd name="T23" fmla="*/ 5346 h 6526"/>
                <a:gd name="T24" fmla="*/ 5300 w 6214"/>
                <a:gd name="T25" fmla="*/ 3441 h 6526"/>
                <a:gd name="T26" fmla="*/ 5266 w 6214"/>
                <a:gd name="T27" fmla="*/ 2432 h 6526"/>
                <a:gd name="T28" fmla="*/ 6004 w 6214"/>
                <a:gd name="T29" fmla="*/ 2433 h 6526"/>
                <a:gd name="T30" fmla="*/ 4351 w 6214"/>
                <a:gd name="T31" fmla="*/ 2577 h 6526"/>
                <a:gd name="T32" fmla="*/ 4319 w 6214"/>
                <a:gd name="T33" fmla="*/ 3481 h 6526"/>
                <a:gd name="T34" fmla="*/ 2020 w 6214"/>
                <a:gd name="T35" fmla="*/ 3508 h 6526"/>
                <a:gd name="T36" fmla="*/ 1971 w 6214"/>
                <a:gd name="T37" fmla="*/ 2577 h 6526"/>
                <a:gd name="T38" fmla="*/ 4385 w 6214"/>
                <a:gd name="T39" fmla="*/ 2431 h 6526"/>
                <a:gd name="T40" fmla="*/ 2848 w 6214"/>
                <a:gd name="T41" fmla="*/ 4193 h 6526"/>
                <a:gd name="T42" fmla="*/ 3106 w 6214"/>
                <a:gd name="T43" fmla="*/ 3903 h 6526"/>
                <a:gd name="T44" fmla="*/ 2791 w 6214"/>
                <a:gd name="T45" fmla="*/ 3178 h 6526"/>
                <a:gd name="T46" fmla="*/ 3106 w 6214"/>
                <a:gd name="T47" fmla="*/ 2880 h 6526"/>
                <a:gd name="T48" fmla="*/ 3221 w 6214"/>
                <a:gd name="T49" fmla="*/ 3045 h 6526"/>
                <a:gd name="T50" fmla="*/ 3429 w 6214"/>
                <a:gd name="T51" fmla="*/ 3432 h 6526"/>
                <a:gd name="T52" fmla="*/ 3221 w 6214"/>
                <a:gd name="T53" fmla="*/ 3743 h 6526"/>
                <a:gd name="T54" fmla="*/ 3675 w 6214"/>
                <a:gd name="T55" fmla="*/ 4184 h 6526"/>
                <a:gd name="T56" fmla="*/ 3221 w 6214"/>
                <a:gd name="T57" fmla="*/ 4658 h 6526"/>
                <a:gd name="T58" fmla="*/ 3106 w 6214"/>
                <a:gd name="T59" fmla="*/ 4824 h 6526"/>
                <a:gd name="T60" fmla="*/ 2642 w 6214"/>
                <a:gd name="T61" fmla="*/ 4193 h 6526"/>
                <a:gd name="T62" fmla="*/ 2068 w 6214"/>
                <a:gd name="T63" fmla="*/ 4417 h 6526"/>
                <a:gd name="T64" fmla="*/ 4254 w 6214"/>
                <a:gd name="T65" fmla="*/ 4469 h 6526"/>
                <a:gd name="T66" fmla="*/ 2068 w 6214"/>
                <a:gd name="T67" fmla="*/ 5338 h 6526"/>
                <a:gd name="T68" fmla="*/ 3220 w 6214"/>
                <a:gd name="T69" fmla="*/ 4499 h 6526"/>
                <a:gd name="T70" fmla="*/ 3416 w 6214"/>
                <a:gd name="T71" fmla="*/ 4026 h 6526"/>
                <a:gd name="T72" fmla="*/ 3220 w 6214"/>
                <a:gd name="T73" fmla="*/ 4499 h 6526"/>
                <a:gd name="T74" fmla="*/ 2944 w 6214"/>
                <a:gd name="T75" fmla="*/ 3640 h 6526"/>
                <a:gd name="T76" fmla="*/ 3106 w 6214"/>
                <a:gd name="T77" fmla="*/ 3205 h 65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6214" h="6526">
                  <a:moveTo>
                    <a:pt x="6004" y="2433"/>
                  </a:moveTo>
                  <a:cubicBezTo>
                    <a:pt x="6088" y="2433"/>
                    <a:pt x="6163" y="2378"/>
                    <a:pt x="6188" y="2298"/>
                  </a:cubicBezTo>
                  <a:cubicBezTo>
                    <a:pt x="6214" y="2218"/>
                    <a:pt x="6184" y="2131"/>
                    <a:pt x="6116" y="2082"/>
                  </a:cubicBezTo>
                  <a:lnTo>
                    <a:pt x="3245" y="48"/>
                  </a:lnTo>
                  <a:cubicBezTo>
                    <a:pt x="3178" y="1"/>
                    <a:pt x="3090" y="0"/>
                    <a:pt x="3023" y="47"/>
                  </a:cubicBezTo>
                  <a:lnTo>
                    <a:pt x="99" y="2077"/>
                  </a:lnTo>
                  <a:cubicBezTo>
                    <a:pt x="30" y="2125"/>
                    <a:pt x="0" y="2212"/>
                    <a:pt x="25" y="2293"/>
                  </a:cubicBezTo>
                  <a:cubicBezTo>
                    <a:pt x="50" y="2373"/>
                    <a:pt x="125" y="2428"/>
                    <a:pt x="209" y="2428"/>
                  </a:cubicBezTo>
                  <a:lnTo>
                    <a:pt x="1057" y="2429"/>
                  </a:lnTo>
                  <a:cubicBezTo>
                    <a:pt x="1035" y="2474"/>
                    <a:pt x="1022" y="2524"/>
                    <a:pt x="1022" y="2577"/>
                  </a:cubicBezTo>
                  <a:lnTo>
                    <a:pt x="1022" y="3441"/>
                  </a:lnTo>
                  <a:cubicBezTo>
                    <a:pt x="962" y="3506"/>
                    <a:pt x="925" y="3592"/>
                    <a:pt x="925" y="3687"/>
                  </a:cubicBezTo>
                  <a:lnTo>
                    <a:pt x="925" y="5340"/>
                  </a:lnTo>
                  <a:cubicBezTo>
                    <a:pt x="798" y="5348"/>
                    <a:pt x="688" y="5422"/>
                    <a:pt x="630" y="5529"/>
                  </a:cubicBezTo>
                  <a:lnTo>
                    <a:pt x="443" y="5529"/>
                  </a:lnTo>
                  <a:cubicBezTo>
                    <a:pt x="231" y="5529"/>
                    <a:pt x="59" y="5701"/>
                    <a:pt x="59" y="5913"/>
                  </a:cubicBezTo>
                  <a:lnTo>
                    <a:pt x="59" y="6141"/>
                  </a:lnTo>
                  <a:cubicBezTo>
                    <a:pt x="59" y="6353"/>
                    <a:pt x="231" y="6526"/>
                    <a:pt x="443" y="6526"/>
                  </a:cubicBezTo>
                  <a:lnTo>
                    <a:pt x="5770" y="6526"/>
                  </a:lnTo>
                  <a:cubicBezTo>
                    <a:pt x="5982" y="6526"/>
                    <a:pt x="6155" y="6353"/>
                    <a:pt x="6155" y="6141"/>
                  </a:cubicBezTo>
                  <a:lnTo>
                    <a:pt x="6155" y="5913"/>
                  </a:lnTo>
                  <a:cubicBezTo>
                    <a:pt x="6155" y="5701"/>
                    <a:pt x="5982" y="5529"/>
                    <a:pt x="5770" y="5529"/>
                  </a:cubicBezTo>
                  <a:lnTo>
                    <a:pt x="5643" y="5529"/>
                  </a:lnTo>
                  <a:cubicBezTo>
                    <a:pt x="5593" y="5436"/>
                    <a:pt x="5503" y="5368"/>
                    <a:pt x="5397" y="5346"/>
                  </a:cubicBezTo>
                  <a:lnTo>
                    <a:pt x="5397" y="3687"/>
                  </a:lnTo>
                  <a:cubicBezTo>
                    <a:pt x="5397" y="3592"/>
                    <a:pt x="5360" y="3506"/>
                    <a:pt x="5300" y="3441"/>
                  </a:cubicBezTo>
                  <a:lnTo>
                    <a:pt x="5300" y="2577"/>
                  </a:lnTo>
                  <a:cubicBezTo>
                    <a:pt x="5300" y="2525"/>
                    <a:pt x="5288" y="2476"/>
                    <a:pt x="5266" y="2432"/>
                  </a:cubicBezTo>
                  <a:lnTo>
                    <a:pt x="6004" y="2433"/>
                  </a:lnTo>
                  <a:lnTo>
                    <a:pt x="6004" y="2433"/>
                  </a:lnTo>
                  <a:close/>
                  <a:moveTo>
                    <a:pt x="4385" y="2431"/>
                  </a:moveTo>
                  <a:cubicBezTo>
                    <a:pt x="4363" y="2476"/>
                    <a:pt x="4351" y="2525"/>
                    <a:pt x="4351" y="2577"/>
                  </a:cubicBezTo>
                  <a:lnTo>
                    <a:pt x="4351" y="3441"/>
                  </a:lnTo>
                  <a:cubicBezTo>
                    <a:pt x="4339" y="3454"/>
                    <a:pt x="4329" y="3467"/>
                    <a:pt x="4319" y="3481"/>
                  </a:cubicBezTo>
                  <a:cubicBezTo>
                    <a:pt x="4147" y="3016"/>
                    <a:pt x="3700" y="2683"/>
                    <a:pt x="3174" y="2683"/>
                  </a:cubicBezTo>
                  <a:cubicBezTo>
                    <a:pt x="2639" y="2683"/>
                    <a:pt x="2184" y="3028"/>
                    <a:pt x="2020" y="3508"/>
                  </a:cubicBezTo>
                  <a:cubicBezTo>
                    <a:pt x="2006" y="3484"/>
                    <a:pt x="1990" y="3461"/>
                    <a:pt x="1971" y="3441"/>
                  </a:cubicBezTo>
                  <a:lnTo>
                    <a:pt x="1971" y="2577"/>
                  </a:lnTo>
                  <a:cubicBezTo>
                    <a:pt x="1971" y="2524"/>
                    <a:pt x="1958" y="2474"/>
                    <a:pt x="1936" y="2430"/>
                  </a:cubicBezTo>
                  <a:lnTo>
                    <a:pt x="4385" y="2431"/>
                  </a:lnTo>
                  <a:close/>
                  <a:moveTo>
                    <a:pt x="2642" y="4193"/>
                  </a:moveTo>
                  <a:lnTo>
                    <a:pt x="2848" y="4193"/>
                  </a:lnTo>
                  <a:cubicBezTo>
                    <a:pt x="2864" y="4370"/>
                    <a:pt x="2950" y="4472"/>
                    <a:pt x="3106" y="4499"/>
                  </a:cubicBezTo>
                  <a:lnTo>
                    <a:pt x="3106" y="3903"/>
                  </a:lnTo>
                  <a:cubicBezTo>
                    <a:pt x="2819" y="3845"/>
                    <a:pt x="2675" y="3705"/>
                    <a:pt x="2675" y="3482"/>
                  </a:cubicBezTo>
                  <a:cubicBezTo>
                    <a:pt x="2675" y="3356"/>
                    <a:pt x="2714" y="3255"/>
                    <a:pt x="2791" y="3178"/>
                  </a:cubicBezTo>
                  <a:cubicBezTo>
                    <a:pt x="2869" y="3101"/>
                    <a:pt x="2974" y="3057"/>
                    <a:pt x="3106" y="3045"/>
                  </a:cubicBezTo>
                  <a:lnTo>
                    <a:pt x="3106" y="2880"/>
                  </a:lnTo>
                  <a:lnTo>
                    <a:pt x="3221" y="2880"/>
                  </a:lnTo>
                  <a:lnTo>
                    <a:pt x="3221" y="3045"/>
                  </a:lnTo>
                  <a:cubicBezTo>
                    <a:pt x="3473" y="3064"/>
                    <a:pt x="3612" y="3193"/>
                    <a:pt x="3637" y="3432"/>
                  </a:cubicBezTo>
                  <a:lnTo>
                    <a:pt x="3429" y="3432"/>
                  </a:lnTo>
                  <a:cubicBezTo>
                    <a:pt x="3418" y="3299"/>
                    <a:pt x="3348" y="3224"/>
                    <a:pt x="3221" y="3207"/>
                  </a:cubicBezTo>
                  <a:lnTo>
                    <a:pt x="3221" y="3743"/>
                  </a:lnTo>
                  <a:cubicBezTo>
                    <a:pt x="3397" y="3779"/>
                    <a:pt x="3516" y="3832"/>
                    <a:pt x="3580" y="3901"/>
                  </a:cubicBezTo>
                  <a:cubicBezTo>
                    <a:pt x="3643" y="3970"/>
                    <a:pt x="3675" y="4065"/>
                    <a:pt x="3675" y="4184"/>
                  </a:cubicBezTo>
                  <a:cubicBezTo>
                    <a:pt x="3675" y="4308"/>
                    <a:pt x="3634" y="4417"/>
                    <a:pt x="3554" y="4509"/>
                  </a:cubicBezTo>
                  <a:cubicBezTo>
                    <a:pt x="3474" y="4601"/>
                    <a:pt x="3363" y="4651"/>
                    <a:pt x="3221" y="4658"/>
                  </a:cubicBezTo>
                  <a:lnTo>
                    <a:pt x="3221" y="4824"/>
                  </a:lnTo>
                  <a:lnTo>
                    <a:pt x="3106" y="4824"/>
                  </a:lnTo>
                  <a:lnTo>
                    <a:pt x="3106" y="4660"/>
                  </a:lnTo>
                  <a:cubicBezTo>
                    <a:pt x="2816" y="4629"/>
                    <a:pt x="2661" y="4473"/>
                    <a:pt x="2642" y="4193"/>
                  </a:cubicBezTo>
                  <a:close/>
                  <a:moveTo>
                    <a:pt x="2068" y="5339"/>
                  </a:moveTo>
                  <a:lnTo>
                    <a:pt x="2068" y="4417"/>
                  </a:lnTo>
                  <a:cubicBezTo>
                    <a:pt x="2262" y="4834"/>
                    <a:pt x="2684" y="5123"/>
                    <a:pt x="3174" y="5123"/>
                  </a:cubicBezTo>
                  <a:cubicBezTo>
                    <a:pt x="3643" y="5123"/>
                    <a:pt x="4050" y="4858"/>
                    <a:pt x="4254" y="4469"/>
                  </a:cubicBezTo>
                  <a:lnTo>
                    <a:pt x="4254" y="5338"/>
                  </a:lnTo>
                  <a:lnTo>
                    <a:pt x="2068" y="5338"/>
                  </a:lnTo>
                  <a:lnTo>
                    <a:pt x="2068" y="5339"/>
                  </a:lnTo>
                  <a:close/>
                  <a:moveTo>
                    <a:pt x="3220" y="4499"/>
                  </a:moveTo>
                  <a:lnTo>
                    <a:pt x="3220" y="3928"/>
                  </a:lnTo>
                  <a:cubicBezTo>
                    <a:pt x="3318" y="3954"/>
                    <a:pt x="3383" y="3987"/>
                    <a:pt x="3416" y="4026"/>
                  </a:cubicBezTo>
                  <a:cubicBezTo>
                    <a:pt x="3450" y="4066"/>
                    <a:pt x="3467" y="4123"/>
                    <a:pt x="3467" y="4197"/>
                  </a:cubicBezTo>
                  <a:cubicBezTo>
                    <a:pt x="3467" y="4378"/>
                    <a:pt x="3385" y="4478"/>
                    <a:pt x="3220" y="4499"/>
                  </a:cubicBezTo>
                  <a:close/>
                  <a:moveTo>
                    <a:pt x="3106" y="3719"/>
                  </a:moveTo>
                  <a:cubicBezTo>
                    <a:pt x="3040" y="3702"/>
                    <a:pt x="2985" y="3676"/>
                    <a:pt x="2944" y="3640"/>
                  </a:cubicBezTo>
                  <a:cubicBezTo>
                    <a:pt x="2902" y="3603"/>
                    <a:pt x="2881" y="3545"/>
                    <a:pt x="2881" y="3466"/>
                  </a:cubicBezTo>
                  <a:cubicBezTo>
                    <a:pt x="2881" y="3318"/>
                    <a:pt x="2956" y="3231"/>
                    <a:pt x="3106" y="3205"/>
                  </a:cubicBezTo>
                  <a:lnTo>
                    <a:pt x="3106" y="371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11" name="íSḷïďe"/>
            <p:cNvGrpSpPr/>
            <p:nvPr/>
          </p:nvGrpSpPr>
          <p:grpSpPr>
            <a:xfrm>
              <a:off x="7484929" y="4930566"/>
              <a:ext cx="4035559" cy="1306539"/>
              <a:chOff x="719137" y="2442364"/>
              <a:chExt cx="5376847" cy="1306539"/>
            </a:xfrm>
          </p:grpSpPr>
          <p:sp>
            <p:nvSpPr>
              <p:cNvPr id="16" name="i$ḷîḍe"/>
              <p:cNvSpPr/>
              <p:nvPr/>
            </p:nvSpPr>
            <p:spPr bwMode="auto">
              <a:xfrm>
                <a:off x="719137" y="2884168"/>
                <a:ext cx="5376845" cy="8647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  <p:sp>
            <p:nvSpPr>
              <p:cNvPr id="17" name="ïŝ1ïďè"/>
              <p:cNvSpPr txBox="1"/>
              <p:nvPr/>
            </p:nvSpPr>
            <p:spPr bwMode="auto">
              <a:xfrm>
                <a:off x="719137" y="2442364"/>
                <a:ext cx="5376847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</p:grpSp>
        <p:grpSp>
          <p:nvGrpSpPr>
            <p:cNvPr id="12" name="íŝľîḓè"/>
            <p:cNvGrpSpPr/>
            <p:nvPr/>
          </p:nvGrpSpPr>
          <p:grpSpPr>
            <a:xfrm>
              <a:off x="6703388" y="1215476"/>
              <a:ext cx="4817880" cy="1899399"/>
              <a:chOff x="687278" y="2398652"/>
              <a:chExt cx="3524773" cy="1899399"/>
            </a:xfrm>
          </p:grpSpPr>
          <p:sp>
            <p:nvSpPr>
              <p:cNvPr id="14" name="işļíďé"/>
              <p:cNvSpPr/>
              <p:nvPr/>
            </p:nvSpPr>
            <p:spPr>
              <a:xfrm>
                <a:off x="687278" y="2840457"/>
                <a:ext cx="3524773" cy="145759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0000" anchor="t" anchorCtr="0">
                <a:normAutofit/>
              </a:bodyPr>
              <a:lstStyle/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Unified fonts make reading more fluent.</a:t>
                </a:r>
                <a:endParaRPr lang="en-US" altLang="zh-CN" sz="1100" dirty="0"/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Theme color makes PPT more convenient to change.</a:t>
                </a:r>
                <a:endParaRPr lang="en-US" altLang="zh-CN" sz="1100" dirty="0"/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Adjust the spacing to adapt to Chinese typesetting, use the reference line in PPT.</a:t>
                </a:r>
                <a:endParaRPr lang="en-US" altLang="zh-CN" sz="1100" dirty="0"/>
              </a:p>
            </p:txBody>
          </p:sp>
          <p:sp>
            <p:nvSpPr>
              <p:cNvPr id="15" name="íṩ1îḑê"/>
              <p:cNvSpPr txBox="1"/>
              <p:nvPr/>
            </p:nvSpPr>
            <p:spPr bwMode="auto">
              <a:xfrm>
                <a:off x="687278" y="2398652"/>
                <a:ext cx="3524773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</p:grpSp>
        <p:cxnSp>
          <p:nvCxnSpPr>
            <p:cNvPr id="13" name="直接连接符 12"/>
            <p:cNvCxnSpPr/>
            <p:nvPr/>
          </p:nvCxnSpPr>
          <p:spPr>
            <a:xfrm>
              <a:off x="6423781" y="1123950"/>
              <a:ext cx="0" cy="5019675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2" name="图片 61" descr="中科大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0600" y="110490"/>
            <a:ext cx="769620" cy="7696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5" name="ef6b4193-9a51-4fc0-ac0d-9a6d63ff2989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451029" y="1989000"/>
            <a:ext cx="9913116" cy="4861756"/>
            <a:chOff x="1451029" y="1989000"/>
            <a:chExt cx="9913116" cy="4861756"/>
          </a:xfrm>
        </p:grpSpPr>
        <p:sp>
          <p:nvSpPr>
            <p:cNvPr id="6" name="íślíḍè"/>
            <p:cNvSpPr/>
            <p:nvPr/>
          </p:nvSpPr>
          <p:spPr>
            <a:xfrm>
              <a:off x="4080129" y="3876962"/>
              <a:ext cx="284035" cy="302062"/>
            </a:xfrm>
            <a:custGeom>
              <a:avLst/>
              <a:gdLst>
                <a:gd name="connsiteX0" fmla="*/ 0 w 415856"/>
                <a:gd name="connsiteY0" fmla="*/ 97295 h 486473"/>
                <a:gd name="connsiteX1" fmla="*/ 207928 w 415856"/>
                <a:gd name="connsiteY1" fmla="*/ 97295 h 486473"/>
                <a:gd name="connsiteX2" fmla="*/ 207928 w 415856"/>
                <a:gd name="connsiteY2" fmla="*/ 0 h 486473"/>
                <a:gd name="connsiteX3" fmla="*/ 415856 w 415856"/>
                <a:gd name="connsiteY3" fmla="*/ 243237 h 486473"/>
                <a:gd name="connsiteX4" fmla="*/ 207928 w 415856"/>
                <a:gd name="connsiteY4" fmla="*/ 486473 h 486473"/>
                <a:gd name="connsiteX5" fmla="*/ 207928 w 415856"/>
                <a:gd name="connsiteY5" fmla="*/ 389178 h 486473"/>
                <a:gd name="connsiteX6" fmla="*/ 0 w 415856"/>
                <a:gd name="connsiteY6" fmla="*/ 389178 h 486473"/>
                <a:gd name="connsiteX7" fmla="*/ 0 w 415856"/>
                <a:gd name="connsiteY7" fmla="*/ 97295 h 486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5856" h="486473">
                  <a:moveTo>
                    <a:pt x="0" y="97295"/>
                  </a:moveTo>
                  <a:lnTo>
                    <a:pt x="207928" y="97295"/>
                  </a:lnTo>
                  <a:lnTo>
                    <a:pt x="207928" y="0"/>
                  </a:lnTo>
                  <a:lnTo>
                    <a:pt x="415856" y="243237"/>
                  </a:lnTo>
                  <a:lnTo>
                    <a:pt x="207928" y="486473"/>
                  </a:lnTo>
                  <a:lnTo>
                    <a:pt x="207928" y="389178"/>
                  </a:lnTo>
                  <a:lnTo>
                    <a:pt x="0" y="389178"/>
                  </a:lnTo>
                  <a:lnTo>
                    <a:pt x="0" y="97295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iṩḻîdé"/>
            <p:cNvSpPr/>
            <p:nvPr/>
          </p:nvSpPr>
          <p:spPr>
            <a:xfrm>
              <a:off x="7160179" y="3876962"/>
              <a:ext cx="284035" cy="302062"/>
            </a:xfrm>
            <a:custGeom>
              <a:avLst/>
              <a:gdLst>
                <a:gd name="connsiteX0" fmla="*/ 0 w 415856"/>
                <a:gd name="connsiteY0" fmla="*/ 97295 h 486473"/>
                <a:gd name="connsiteX1" fmla="*/ 207928 w 415856"/>
                <a:gd name="connsiteY1" fmla="*/ 97295 h 486473"/>
                <a:gd name="connsiteX2" fmla="*/ 207928 w 415856"/>
                <a:gd name="connsiteY2" fmla="*/ 0 h 486473"/>
                <a:gd name="connsiteX3" fmla="*/ 415856 w 415856"/>
                <a:gd name="connsiteY3" fmla="*/ 243237 h 486473"/>
                <a:gd name="connsiteX4" fmla="*/ 207928 w 415856"/>
                <a:gd name="connsiteY4" fmla="*/ 486473 h 486473"/>
                <a:gd name="connsiteX5" fmla="*/ 207928 w 415856"/>
                <a:gd name="connsiteY5" fmla="*/ 389178 h 486473"/>
                <a:gd name="connsiteX6" fmla="*/ 0 w 415856"/>
                <a:gd name="connsiteY6" fmla="*/ 389178 h 486473"/>
                <a:gd name="connsiteX7" fmla="*/ 0 w 415856"/>
                <a:gd name="connsiteY7" fmla="*/ 97295 h 486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5856" h="486473">
                  <a:moveTo>
                    <a:pt x="0" y="97295"/>
                  </a:moveTo>
                  <a:lnTo>
                    <a:pt x="207928" y="97295"/>
                  </a:lnTo>
                  <a:lnTo>
                    <a:pt x="207928" y="0"/>
                  </a:lnTo>
                  <a:lnTo>
                    <a:pt x="415856" y="243237"/>
                  </a:lnTo>
                  <a:lnTo>
                    <a:pt x="207928" y="486473"/>
                  </a:lnTo>
                  <a:lnTo>
                    <a:pt x="207928" y="389178"/>
                  </a:lnTo>
                  <a:lnTo>
                    <a:pt x="0" y="389178"/>
                  </a:lnTo>
                  <a:lnTo>
                    <a:pt x="0" y="97295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8" name="i$ḻidé"/>
            <p:cNvSpPr/>
            <p:nvPr/>
          </p:nvSpPr>
          <p:spPr>
            <a:xfrm>
              <a:off x="1701329" y="3439518"/>
              <a:ext cx="1961586" cy="1176951"/>
            </a:xfrm>
            <a:custGeom>
              <a:avLst/>
              <a:gdLst>
                <a:gd name="connsiteX0" fmla="*/ 0 w 1961586"/>
                <a:gd name="connsiteY0" fmla="*/ 117695 h 1176951"/>
                <a:gd name="connsiteX1" fmla="*/ 117695 w 1961586"/>
                <a:gd name="connsiteY1" fmla="*/ 0 h 1176951"/>
                <a:gd name="connsiteX2" fmla="*/ 1843891 w 1961586"/>
                <a:gd name="connsiteY2" fmla="*/ 0 h 1176951"/>
                <a:gd name="connsiteX3" fmla="*/ 1961586 w 1961586"/>
                <a:gd name="connsiteY3" fmla="*/ 117695 h 1176951"/>
                <a:gd name="connsiteX4" fmla="*/ 1961586 w 1961586"/>
                <a:gd name="connsiteY4" fmla="*/ 1059256 h 1176951"/>
                <a:gd name="connsiteX5" fmla="*/ 1843891 w 1961586"/>
                <a:gd name="connsiteY5" fmla="*/ 1176951 h 1176951"/>
                <a:gd name="connsiteX6" fmla="*/ 117695 w 1961586"/>
                <a:gd name="connsiteY6" fmla="*/ 1176951 h 1176951"/>
                <a:gd name="connsiteX7" fmla="*/ 0 w 1961586"/>
                <a:gd name="connsiteY7" fmla="*/ 1059256 h 1176951"/>
                <a:gd name="connsiteX8" fmla="*/ 0 w 1961586"/>
                <a:gd name="connsiteY8" fmla="*/ 117695 h 1176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61586" h="1176951">
                  <a:moveTo>
                    <a:pt x="0" y="117695"/>
                  </a:moveTo>
                  <a:cubicBezTo>
                    <a:pt x="0" y="52694"/>
                    <a:pt x="52694" y="0"/>
                    <a:pt x="117695" y="0"/>
                  </a:cubicBezTo>
                  <a:lnTo>
                    <a:pt x="1843891" y="0"/>
                  </a:lnTo>
                  <a:cubicBezTo>
                    <a:pt x="1908892" y="0"/>
                    <a:pt x="1961586" y="52694"/>
                    <a:pt x="1961586" y="117695"/>
                  </a:cubicBezTo>
                  <a:lnTo>
                    <a:pt x="1961586" y="1059256"/>
                  </a:lnTo>
                  <a:cubicBezTo>
                    <a:pt x="1961586" y="1124257"/>
                    <a:pt x="1908892" y="1176951"/>
                    <a:pt x="1843891" y="1176951"/>
                  </a:cubicBezTo>
                  <a:lnTo>
                    <a:pt x="117695" y="1176951"/>
                  </a:lnTo>
                  <a:cubicBezTo>
                    <a:pt x="52694" y="1176951"/>
                    <a:pt x="0" y="1124257"/>
                    <a:pt x="0" y="1059256"/>
                  </a:cubicBezTo>
                  <a:lnTo>
                    <a:pt x="0" y="117695"/>
                  </a:ln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chemeClr val="accent1"/>
              </a:solidFill>
              <a:prstDash val="sysDash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íş1îḑe"/>
            <p:cNvSpPr/>
            <p:nvPr/>
          </p:nvSpPr>
          <p:spPr bwMode="auto">
            <a:xfrm>
              <a:off x="2377280" y="3734418"/>
              <a:ext cx="609685" cy="587151"/>
            </a:xfrm>
            <a:custGeom>
              <a:avLst/>
              <a:gdLst>
                <a:gd name="connsiteX0" fmla="*/ 216243 w 609050"/>
                <a:gd name="connsiteY0" fmla="*/ 412730 h 586540"/>
                <a:gd name="connsiteX1" fmla="*/ 216243 w 609050"/>
                <a:gd name="connsiteY1" fmla="*/ 456594 h 586540"/>
                <a:gd name="connsiteX2" fmla="*/ 293953 w 609050"/>
                <a:gd name="connsiteY2" fmla="*/ 456594 h 586540"/>
                <a:gd name="connsiteX3" fmla="*/ 293953 w 609050"/>
                <a:gd name="connsiteY3" fmla="*/ 412730 h 586540"/>
                <a:gd name="connsiteX4" fmla="*/ 69884 w 609050"/>
                <a:gd name="connsiteY4" fmla="*/ 412730 h 586540"/>
                <a:gd name="connsiteX5" fmla="*/ 69884 w 609050"/>
                <a:gd name="connsiteY5" fmla="*/ 456594 h 586540"/>
                <a:gd name="connsiteX6" fmla="*/ 147595 w 609050"/>
                <a:gd name="connsiteY6" fmla="*/ 456594 h 586540"/>
                <a:gd name="connsiteX7" fmla="*/ 147595 w 609050"/>
                <a:gd name="connsiteY7" fmla="*/ 412730 h 586540"/>
                <a:gd name="connsiteX8" fmla="*/ 460769 w 609050"/>
                <a:gd name="connsiteY8" fmla="*/ 376268 h 586540"/>
                <a:gd name="connsiteX9" fmla="*/ 460769 w 609050"/>
                <a:gd name="connsiteY9" fmla="*/ 414786 h 586540"/>
                <a:gd name="connsiteX10" fmla="*/ 555916 w 609050"/>
                <a:gd name="connsiteY10" fmla="*/ 414786 h 586540"/>
                <a:gd name="connsiteX11" fmla="*/ 555916 w 609050"/>
                <a:gd name="connsiteY11" fmla="*/ 376268 h 586540"/>
                <a:gd name="connsiteX12" fmla="*/ 216243 w 609050"/>
                <a:gd name="connsiteY12" fmla="*/ 339670 h 586540"/>
                <a:gd name="connsiteX13" fmla="*/ 216243 w 609050"/>
                <a:gd name="connsiteY13" fmla="*/ 383533 h 586540"/>
                <a:gd name="connsiteX14" fmla="*/ 293953 w 609050"/>
                <a:gd name="connsiteY14" fmla="*/ 383533 h 586540"/>
                <a:gd name="connsiteX15" fmla="*/ 293953 w 609050"/>
                <a:gd name="connsiteY15" fmla="*/ 339670 h 586540"/>
                <a:gd name="connsiteX16" fmla="*/ 69884 w 609050"/>
                <a:gd name="connsiteY16" fmla="*/ 339670 h 586540"/>
                <a:gd name="connsiteX17" fmla="*/ 69884 w 609050"/>
                <a:gd name="connsiteY17" fmla="*/ 383533 h 586540"/>
                <a:gd name="connsiteX18" fmla="*/ 147595 w 609050"/>
                <a:gd name="connsiteY18" fmla="*/ 383533 h 586540"/>
                <a:gd name="connsiteX19" fmla="*/ 147595 w 609050"/>
                <a:gd name="connsiteY19" fmla="*/ 339670 h 586540"/>
                <a:gd name="connsiteX20" fmla="*/ 460769 w 609050"/>
                <a:gd name="connsiteY20" fmla="*/ 303071 h 586540"/>
                <a:gd name="connsiteX21" fmla="*/ 460769 w 609050"/>
                <a:gd name="connsiteY21" fmla="*/ 341726 h 586540"/>
                <a:gd name="connsiteX22" fmla="*/ 555916 w 609050"/>
                <a:gd name="connsiteY22" fmla="*/ 341726 h 586540"/>
                <a:gd name="connsiteX23" fmla="*/ 555916 w 609050"/>
                <a:gd name="connsiteY23" fmla="*/ 303071 h 586540"/>
                <a:gd name="connsiteX24" fmla="*/ 216243 w 609050"/>
                <a:gd name="connsiteY24" fmla="*/ 266609 h 586540"/>
                <a:gd name="connsiteX25" fmla="*/ 216243 w 609050"/>
                <a:gd name="connsiteY25" fmla="*/ 310473 h 586540"/>
                <a:gd name="connsiteX26" fmla="*/ 293953 w 609050"/>
                <a:gd name="connsiteY26" fmla="*/ 310473 h 586540"/>
                <a:gd name="connsiteX27" fmla="*/ 293953 w 609050"/>
                <a:gd name="connsiteY27" fmla="*/ 266609 h 586540"/>
                <a:gd name="connsiteX28" fmla="*/ 69884 w 609050"/>
                <a:gd name="connsiteY28" fmla="*/ 266609 h 586540"/>
                <a:gd name="connsiteX29" fmla="*/ 69884 w 609050"/>
                <a:gd name="connsiteY29" fmla="*/ 310473 h 586540"/>
                <a:gd name="connsiteX30" fmla="*/ 147595 w 609050"/>
                <a:gd name="connsiteY30" fmla="*/ 310473 h 586540"/>
                <a:gd name="connsiteX31" fmla="*/ 147595 w 609050"/>
                <a:gd name="connsiteY31" fmla="*/ 266609 h 586540"/>
                <a:gd name="connsiteX32" fmla="*/ 460769 w 609050"/>
                <a:gd name="connsiteY32" fmla="*/ 230010 h 586540"/>
                <a:gd name="connsiteX33" fmla="*/ 460769 w 609050"/>
                <a:gd name="connsiteY33" fmla="*/ 268528 h 586540"/>
                <a:gd name="connsiteX34" fmla="*/ 555916 w 609050"/>
                <a:gd name="connsiteY34" fmla="*/ 268528 h 586540"/>
                <a:gd name="connsiteX35" fmla="*/ 555916 w 609050"/>
                <a:gd name="connsiteY35" fmla="*/ 230010 h 586540"/>
                <a:gd name="connsiteX36" fmla="*/ 216243 w 609050"/>
                <a:gd name="connsiteY36" fmla="*/ 193549 h 586540"/>
                <a:gd name="connsiteX37" fmla="*/ 216243 w 609050"/>
                <a:gd name="connsiteY37" fmla="*/ 237412 h 586540"/>
                <a:gd name="connsiteX38" fmla="*/ 293953 w 609050"/>
                <a:gd name="connsiteY38" fmla="*/ 237412 h 586540"/>
                <a:gd name="connsiteX39" fmla="*/ 293953 w 609050"/>
                <a:gd name="connsiteY39" fmla="*/ 193549 h 586540"/>
                <a:gd name="connsiteX40" fmla="*/ 69884 w 609050"/>
                <a:gd name="connsiteY40" fmla="*/ 193549 h 586540"/>
                <a:gd name="connsiteX41" fmla="*/ 69884 w 609050"/>
                <a:gd name="connsiteY41" fmla="*/ 237412 h 586540"/>
                <a:gd name="connsiteX42" fmla="*/ 147595 w 609050"/>
                <a:gd name="connsiteY42" fmla="*/ 237412 h 586540"/>
                <a:gd name="connsiteX43" fmla="*/ 147595 w 609050"/>
                <a:gd name="connsiteY43" fmla="*/ 193549 h 586540"/>
                <a:gd name="connsiteX44" fmla="*/ 460769 w 609050"/>
                <a:gd name="connsiteY44" fmla="*/ 156950 h 586540"/>
                <a:gd name="connsiteX45" fmla="*/ 460769 w 609050"/>
                <a:gd name="connsiteY45" fmla="*/ 195468 h 586540"/>
                <a:gd name="connsiteX46" fmla="*/ 555916 w 609050"/>
                <a:gd name="connsiteY46" fmla="*/ 195468 h 586540"/>
                <a:gd name="connsiteX47" fmla="*/ 555916 w 609050"/>
                <a:gd name="connsiteY47" fmla="*/ 156950 h 586540"/>
                <a:gd name="connsiteX48" fmla="*/ 192926 w 609050"/>
                <a:gd name="connsiteY48" fmla="*/ 96251 h 586540"/>
                <a:gd name="connsiteX49" fmla="*/ 361366 w 609050"/>
                <a:gd name="connsiteY49" fmla="*/ 96251 h 586540"/>
                <a:gd name="connsiteX50" fmla="*/ 361366 w 609050"/>
                <a:gd name="connsiteY50" fmla="*/ 114880 h 586540"/>
                <a:gd name="connsiteX51" fmla="*/ 192926 w 609050"/>
                <a:gd name="connsiteY51" fmla="*/ 114880 h 586540"/>
                <a:gd name="connsiteX52" fmla="*/ 192926 w 609050"/>
                <a:gd name="connsiteY52" fmla="*/ 49819 h 586540"/>
                <a:gd name="connsiteX53" fmla="*/ 361366 w 609050"/>
                <a:gd name="connsiteY53" fmla="*/ 49819 h 586540"/>
                <a:gd name="connsiteX54" fmla="*/ 361366 w 609050"/>
                <a:gd name="connsiteY54" fmla="*/ 68307 h 586540"/>
                <a:gd name="connsiteX55" fmla="*/ 192926 w 609050"/>
                <a:gd name="connsiteY55" fmla="*/ 68307 h 586540"/>
                <a:gd name="connsiteX56" fmla="*/ 166130 w 609050"/>
                <a:gd name="connsiteY56" fmla="*/ 25222 h 586540"/>
                <a:gd name="connsiteX57" fmla="*/ 166130 w 609050"/>
                <a:gd name="connsiteY57" fmla="*/ 155716 h 586540"/>
                <a:gd name="connsiteX58" fmla="*/ 338987 w 609050"/>
                <a:gd name="connsiteY58" fmla="*/ 155716 h 586540"/>
                <a:gd name="connsiteX59" fmla="*/ 338987 w 609050"/>
                <a:gd name="connsiteY59" fmla="*/ 341040 h 586540"/>
                <a:gd name="connsiteX60" fmla="*/ 338987 w 609050"/>
                <a:gd name="connsiteY60" fmla="*/ 531710 h 586540"/>
                <a:gd name="connsiteX61" fmla="*/ 366721 w 609050"/>
                <a:gd name="connsiteY61" fmla="*/ 531710 h 586540"/>
                <a:gd name="connsiteX62" fmla="*/ 366721 w 609050"/>
                <a:gd name="connsiteY62" fmla="*/ 341040 h 586540"/>
                <a:gd name="connsiteX63" fmla="*/ 366721 w 609050"/>
                <a:gd name="connsiteY63" fmla="*/ 155305 h 586540"/>
                <a:gd name="connsiteX64" fmla="*/ 388002 w 609050"/>
                <a:gd name="connsiteY64" fmla="*/ 143517 h 586540"/>
                <a:gd name="connsiteX65" fmla="*/ 388002 w 609050"/>
                <a:gd name="connsiteY65" fmla="*/ 25222 h 586540"/>
                <a:gd name="connsiteX66" fmla="*/ 140867 w 609050"/>
                <a:gd name="connsiteY66" fmla="*/ 0 h 586540"/>
                <a:gd name="connsiteX67" fmla="*/ 413402 w 609050"/>
                <a:gd name="connsiteY67" fmla="*/ 0 h 586540"/>
                <a:gd name="connsiteX68" fmla="*/ 413402 w 609050"/>
                <a:gd name="connsiteY68" fmla="*/ 129398 h 586540"/>
                <a:gd name="connsiteX69" fmla="*/ 432486 w 609050"/>
                <a:gd name="connsiteY69" fmla="*/ 118843 h 586540"/>
                <a:gd name="connsiteX70" fmla="*/ 584199 w 609050"/>
                <a:gd name="connsiteY70" fmla="*/ 118843 h 586540"/>
                <a:gd name="connsiteX71" fmla="*/ 584199 w 609050"/>
                <a:gd name="connsiteY71" fmla="*/ 531710 h 586540"/>
                <a:gd name="connsiteX72" fmla="*/ 609050 w 609050"/>
                <a:gd name="connsiteY72" fmla="*/ 531710 h 586540"/>
                <a:gd name="connsiteX73" fmla="*/ 609050 w 609050"/>
                <a:gd name="connsiteY73" fmla="*/ 586540 h 586540"/>
                <a:gd name="connsiteX74" fmla="*/ 0 w 609050"/>
                <a:gd name="connsiteY74" fmla="*/ 586540 h 586540"/>
                <a:gd name="connsiteX75" fmla="*/ 0 w 609050"/>
                <a:gd name="connsiteY75" fmla="*/ 531710 h 586540"/>
                <a:gd name="connsiteX76" fmla="*/ 24851 w 609050"/>
                <a:gd name="connsiteY76" fmla="*/ 531710 h 586540"/>
                <a:gd name="connsiteX77" fmla="*/ 24851 w 609050"/>
                <a:gd name="connsiteY77" fmla="*/ 155716 h 586540"/>
                <a:gd name="connsiteX78" fmla="*/ 140867 w 609050"/>
                <a:gd name="connsiteY78" fmla="*/ 155716 h 58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609050" h="586540">
                  <a:moveTo>
                    <a:pt x="216243" y="412730"/>
                  </a:moveTo>
                  <a:lnTo>
                    <a:pt x="216243" y="456594"/>
                  </a:lnTo>
                  <a:lnTo>
                    <a:pt x="293953" y="456594"/>
                  </a:lnTo>
                  <a:lnTo>
                    <a:pt x="293953" y="412730"/>
                  </a:lnTo>
                  <a:close/>
                  <a:moveTo>
                    <a:pt x="69884" y="412730"/>
                  </a:moveTo>
                  <a:lnTo>
                    <a:pt x="69884" y="456594"/>
                  </a:lnTo>
                  <a:lnTo>
                    <a:pt x="147595" y="456594"/>
                  </a:lnTo>
                  <a:lnTo>
                    <a:pt x="147595" y="412730"/>
                  </a:lnTo>
                  <a:close/>
                  <a:moveTo>
                    <a:pt x="460769" y="376268"/>
                  </a:moveTo>
                  <a:lnTo>
                    <a:pt x="460769" y="414786"/>
                  </a:lnTo>
                  <a:lnTo>
                    <a:pt x="555916" y="414786"/>
                  </a:lnTo>
                  <a:lnTo>
                    <a:pt x="555916" y="376268"/>
                  </a:lnTo>
                  <a:close/>
                  <a:moveTo>
                    <a:pt x="216243" y="339670"/>
                  </a:moveTo>
                  <a:lnTo>
                    <a:pt x="216243" y="383533"/>
                  </a:lnTo>
                  <a:lnTo>
                    <a:pt x="293953" y="383533"/>
                  </a:lnTo>
                  <a:lnTo>
                    <a:pt x="293953" y="339670"/>
                  </a:lnTo>
                  <a:close/>
                  <a:moveTo>
                    <a:pt x="69884" y="339670"/>
                  </a:moveTo>
                  <a:lnTo>
                    <a:pt x="69884" y="383533"/>
                  </a:lnTo>
                  <a:lnTo>
                    <a:pt x="147595" y="383533"/>
                  </a:lnTo>
                  <a:lnTo>
                    <a:pt x="147595" y="339670"/>
                  </a:lnTo>
                  <a:close/>
                  <a:moveTo>
                    <a:pt x="460769" y="303071"/>
                  </a:moveTo>
                  <a:lnTo>
                    <a:pt x="460769" y="341726"/>
                  </a:lnTo>
                  <a:lnTo>
                    <a:pt x="555916" y="341726"/>
                  </a:lnTo>
                  <a:lnTo>
                    <a:pt x="555916" y="303071"/>
                  </a:lnTo>
                  <a:close/>
                  <a:moveTo>
                    <a:pt x="216243" y="266609"/>
                  </a:moveTo>
                  <a:lnTo>
                    <a:pt x="216243" y="310473"/>
                  </a:lnTo>
                  <a:lnTo>
                    <a:pt x="293953" y="310473"/>
                  </a:lnTo>
                  <a:lnTo>
                    <a:pt x="293953" y="266609"/>
                  </a:lnTo>
                  <a:close/>
                  <a:moveTo>
                    <a:pt x="69884" y="266609"/>
                  </a:moveTo>
                  <a:lnTo>
                    <a:pt x="69884" y="310473"/>
                  </a:lnTo>
                  <a:lnTo>
                    <a:pt x="147595" y="310473"/>
                  </a:lnTo>
                  <a:lnTo>
                    <a:pt x="147595" y="266609"/>
                  </a:lnTo>
                  <a:close/>
                  <a:moveTo>
                    <a:pt x="460769" y="230010"/>
                  </a:moveTo>
                  <a:lnTo>
                    <a:pt x="460769" y="268528"/>
                  </a:lnTo>
                  <a:lnTo>
                    <a:pt x="555916" y="268528"/>
                  </a:lnTo>
                  <a:lnTo>
                    <a:pt x="555916" y="230010"/>
                  </a:lnTo>
                  <a:close/>
                  <a:moveTo>
                    <a:pt x="216243" y="193549"/>
                  </a:moveTo>
                  <a:lnTo>
                    <a:pt x="216243" y="237412"/>
                  </a:lnTo>
                  <a:lnTo>
                    <a:pt x="293953" y="237412"/>
                  </a:lnTo>
                  <a:lnTo>
                    <a:pt x="293953" y="193549"/>
                  </a:lnTo>
                  <a:close/>
                  <a:moveTo>
                    <a:pt x="69884" y="193549"/>
                  </a:moveTo>
                  <a:lnTo>
                    <a:pt x="69884" y="237412"/>
                  </a:lnTo>
                  <a:lnTo>
                    <a:pt x="147595" y="237412"/>
                  </a:lnTo>
                  <a:lnTo>
                    <a:pt x="147595" y="193549"/>
                  </a:lnTo>
                  <a:close/>
                  <a:moveTo>
                    <a:pt x="460769" y="156950"/>
                  </a:moveTo>
                  <a:lnTo>
                    <a:pt x="460769" y="195468"/>
                  </a:lnTo>
                  <a:lnTo>
                    <a:pt x="555916" y="195468"/>
                  </a:lnTo>
                  <a:lnTo>
                    <a:pt x="555916" y="156950"/>
                  </a:lnTo>
                  <a:close/>
                  <a:moveTo>
                    <a:pt x="192926" y="96251"/>
                  </a:moveTo>
                  <a:lnTo>
                    <a:pt x="361366" y="96251"/>
                  </a:lnTo>
                  <a:lnTo>
                    <a:pt x="361366" y="114880"/>
                  </a:lnTo>
                  <a:lnTo>
                    <a:pt x="192926" y="114880"/>
                  </a:lnTo>
                  <a:close/>
                  <a:moveTo>
                    <a:pt x="192926" y="49819"/>
                  </a:moveTo>
                  <a:lnTo>
                    <a:pt x="361366" y="49819"/>
                  </a:lnTo>
                  <a:lnTo>
                    <a:pt x="361366" y="68307"/>
                  </a:lnTo>
                  <a:lnTo>
                    <a:pt x="192926" y="68307"/>
                  </a:lnTo>
                  <a:close/>
                  <a:moveTo>
                    <a:pt x="166130" y="25222"/>
                  </a:moveTo>
                  <a:lnTo>
                    <a:pt x="166130" y="155716"/>
                  </a:lnTo>
                  <a:lnTo>
                    <a:pt x="338987" y="155716"/>
                  </a:lnTo>
                  <a:lnTo>
                    <a:pt x="338987" y="341040"/>
                  </a:lnTo>
                  <a:lnTo>
                    <a:pt x="338987" y="531710"/>
                  </a:lnTo>
                  <a:lnTo>
                    <a:pt x="366721" y="531710"/>
                  </a:lnTo>
                  <a:lnTo>
                    <a:pt x="366721" y="341040"/>
                  </a:lnTo>
                  <a:lnTo>
                    <a:pt x="366721" y="155305"/>
                  </a:lnTo>
                  <a:lnTo>
                    <a:pt x="388002" y="143517"/>
                  </a:lnTo>
                  <a:lnTo>
                    <a:pt x="388002" y="25222"/>
                  </a:lnTo>
                  <a:close/>
                  <a:moveTo>
                    <a:pt x="140867" y="0"/>
                  </a:moveTo>
                  <a:lnTo>
                    <a:pt x="413402" y="0"/>
                  </a:lnTo>
                  <a:lnTo>
                    <a:pt x="413402" y="129398"/>
                  </a:lnTo>
                  <a:lnTo>
                    <a:pt x="432486" y="118843"/>
                  </a:lnTo>
                  <a:lnTo>
                    <a:pt x="584199" y="118843"/>
                  </a:lnTo>
                  <a:lnTo>
                    <a:pt x="584199" y="531710"/>
                  </a:lnTo>
                  <a:lnTo>
                    <a:pt x="609050" y="531710"/>
                  </a:lnTo>
                  <a:lnTo>
                    <a:pt x="609050" y="586540"/>
                  </a:lnTo>
                  <a:lnTo>
                    <a:pt x="0" y="586540"/>
                  </a:lnTo>
                  <a:lnTo>
                    <a:pt x="0" y="531710"/>
                  </a:lnTo>
                  <a:lnTo>
                    <a:pt x="24851" y="531710"/>
                  </a:lnTo>
                  <a:lnTo>
                    <a:pt x="24851" y="155716"/>
                  </a:lnTo>
                  <a:lnTo>
                    <a:pt x="140867" y="15571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îşļîḑé"/>
            <p:cNvSpPr txBox="1"/>
            <p:nvPr/>
          </p:nvSpPr>
          <p:spPr bwMode="auto">
            <a:xfrm>
              <a:off x="1451029" y="1989000"/>
              <a:ext cx="2462186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11" name="iṩľïdè"/>
            <p:cNvSpPr/>
            <p:nvPr/>
          </p:nvSpPr>
          <p:spPr bwMode="auto">
            <a:xfrm>
              <a:off x="1451029" y="2430806"/>
              <a:ext cx="2462186" cy="8669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sp>
          <p:nvSpPr>
            <p:cNvPr id="12" name="ísľíďé"/>
            <p:cNvSpPr/>
            <p:nvPr/>
          </p:nvSpPr>
          <p:spPr>
            <a:xfrm>
              <a:off x="4781378" y="3439518"/>
              <a:ext cx="1961586" cy="1176951"/>
            </a:xfrm>
            <a:custGeom>
              <a:avLst/>
              <a:gdLst>
                <a:gd name="connsiteX0" fmla="*/ 0 w 1961586"/>
                <a:gd name="connsiteY0" fmla="*/ 117695 h 1176951"/>
                <a:gd name="connsiteX1" fmla="*/ 117695 w 1961586"/>
                <a:gd name="connsiteY1" fmla="*/ 0 h 1176951"/>
                <a:gd name="connsiteX2" fmla="*/ 1843891 w 1961586"/>
                <a:gd name="connsiteY2" fmla="*/ 0 h 1176951"/>
                <a:gd name="connsiteX3" fmla="*/ 1961586 w 1961586"/>
                <a:gd name="connsiteY3" fmla="*/ 117695 h 1176951"/>
                <a:gd name="connsiteX4" fmla="*/ 1961586 w 1961586"/>
                <a:gd name="connsiteY4" fmla="*/ 1059256 h 1176951"/>
                <a:gd name="connsiteX5" fmla="*/ 1843891 w 1961586"/>
                <a:gd name="connsiteY5" fmla="*/ 1176951 h 1176951"/>
                <a:gd name="connsiteX6" fmla="*/ 117695 w 1961586"/>
                <a:gd name="connsiteY6" fmla="*/ 1176951 h 1176951"/>
                <a:gd name="connsiteX7" fmla="*/ 0 w 1961586"/>
                <a:gd name="connsiteY7" fmla="*/ 1059256 h 1176951"/>
                <a:gd name="connsiteX8" fmla="*/ 0 w 1961586"/>
                <a:gd name="connsiteY8" fmla="*/ 117695 h 1176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61586" h="1176951">
                  <a:moveTo>
                    <a:pt x="0" y="117695"/>
                  </a:moveTo>
                  <a:cubicBezTo>
                    <a:pt x="0" y="52694"/>
                    <a:pt x="52694" y="0"/>
                    <a:pt x="117695" y="0"/>
                  </a:cubicBezTo>
                  <a:lnTo>
                    <a:pt x="1843891" y="0"/>
                  </a:lnTo>
                  <a:cubicBezTo>
                    <a:pt x="1908892" y="0"/>
                    <a:pt x="1961586" y="52694"/>
                    <a:pt x="1961586" y="117695"/>
                  </a:cubicBezTo>
                  <a:lnTo>
                    <a:pt x="1961586" y="1059256"/>
                  </a:lnTo>
                  <a:cubicBezTo>
                    <a:pt x="1961586" y="1124257"/>
                    <a:pt x="1908892" y="1176951"/>
                    <a:pt x="1843891" y="1176951"/>
                  </a:cubicBezTo>
                  <a:lnTo>
                    <a:pt x="117695" y="1176951"/>
                  </a:lnTo>
                  <a:cubicBezTo>
                    <a:pt x="52694" y="1176951"/>
                    <a:pt x="0" y="1124257"/>
                    <a:pt x="0" y="1059256"/>
                  </a:cubicBezTo>
                  <a:lnTo>
                    <a:pt x="0" y="117695"/>
                  </a:ln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chemeClr val="accent1"/>
              </a:solidFill>
              <a:prstDash val="sysDash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îŝḻíḓê"/>
            <p:cNvSpPr/>
            <p:nvPr/>
          </p:nvSpPr>
          <p:spPr bwMode="auto">
            <a:xfrm>
              <a:off x="5457329" y="3734418"/>
              <a:ext cx="609685" cy="587151"/>
            </a:xfrm>
            <a:custGeom>
              <a:avLst/>
              <a:gdLst>
                <a:gd name="connsiteX0" fmla="*/ 216243 w 609050"/>
                <a:gd name="connsiteY0" fmla="*/ 412730 h 586540"/>
                <a:gd name="connsiteX1" fmla="*/ 216243 w 609050"/>
                <a:gd name="connsiteY1" fmla="*/ 456594 h 586540"/>
                <a:gd name="connsiteX2" fmla="*/ 293953 w 609050"/>
                <a:gd name="connsiteY2" fmla="*/ 456594 h 586540"/>
                <a:gd name="connsiteX3" fmla="*/ 293953 w 609050"/>
                <a:gd name="connsiteY3" fmla="*/ 412730 h 586540"/>
                <a:gd name="connsiteX4" fmla="*/ 69884 w 609050"/>
                <a:gd name="connsiteY4" fmla="*/ 412730 h 586540"/>
                <a:gd name="connsiteX5" fmla="*/ 69884 w 609050"/>
                <a:gd name="connsiteY5" fmla="*/ 456594 h 586540"/>
                <a:gd name="connsiteX6" fmla="*/ 147595 w 609050"/>
                <a:gd name="connsiteY6" fmla="*/ 456594 h 586540"/>
                <a:gd name="connsiteX7" fmla="*/ 147595 w 609050"/>
                <a:gd name="connsiteY7" fmla="*/ 412730 h 586540"/>
                <a:gd name="connsiteX8" fmla="*/ 460769 w 609050"/>
                <a:gd name="connsiteY8" fmla="*/ 376268 h 586540"/>
                <a:gd name="connsiteX9" fmla="*/ 460769 w 609050"/>
                <a:gd name="connsiteY9" fmla="*/ 414786 h 586540"/>
                <a:gd name="connsiteX10" fmla="*/ 555916 w 609050"/>
                <a:gd name="connsiteY10" fmla="*/ 414786 h 586540"/>
                <a:gd name="connsiteX11" fmla="*/ 555916 w 609050"/>
                <a:gd name="connsiteY11" fmla="*/ 376268 h 586540"/>
                <a:gd name="connsiteX12" fmla="*/ 216243 w 609050"/>
                <a:gd name="connsiteY12" fmla="*/ 339670 h 586540"/>
                <a:gd name="connsiteX13" fmla="*/ 216243 w 609050"/>
                <a:gd name="connsiteY13" fmla="*/ 383533 h 586540"/>
                <a:gd name="connsiteX14" fmla="*/ 293953 w 609050"/>
                <a:gd name="connsiteY14" fmla="*/ 383533 h 586540"/>
                <a:gd name="connsiteX15" fmla="*/ 293953 w 609050"/>
                <a:gd name="connsiteY15" fmla="*/ 339670 h 586540"/>
                <a:gd name="connsiteX16" fmla="*/ 69884 w 609050"/>
                <a:gd name="connsiteY16" fmla="*/ 339670 h 586540"/>
                <a:gd name="connsiteX17" fmla="*/ 69884 w 609050"/>
                <a:gd name="connsiteY17" fmla="*/ 383533 h 586540"/>
                <a:gd name="connsiteX18" fmla="*/ 147595 w 609050"/>
                <a:gd name="connsiteY18" fmla="*/ 383533 h 586540"/>
                <a:gd name="connsiteX19" fmla="*/ 147595 w 609050"/>
                <a:gd name="connsiteY19" fmla="*/ 339670 h 586540"/>
                <a:gd name="connsiteX20" fmla="*/ 460769 w 609050"/>
                <a:gd name="connsiteY20" fmla="*/ 303071 h 586540"/>
                <a:gd name="connsiteX21" fmla="*/ 460769 w 609050"/>
                <a:gd name="connsiteY21" fmla="*/ 341726 h 586540"/>
                <a:gd name="connsiteX22" fmla="*/ 555916 w 609050"/>
                <a:gd name="connsiteY22" fmla="*/ 341726 h 586540"/>
                <a:gd name="connsiteX23" fmla="*/ 555916 w 609050"/>
                <a:gd name="connsiteY23" fmla="*/ 303071 h 586540"/>
                <a:gd name="connsiteX24" fmla="*/ 216243 w 609050"/>
                <a:gd name="connsiteY24" fmla="*/ 266609 h 586540"/>
                <a:gd name="connsiteX25" fmla="*/ 216243 w 609050"/>
                <a:gd name="connsiteY25" fmla="*/ 310473 h 586540"/>
                <a:gd name="connsiteX26" fmla="*/ 293953 w 609050"/>
                <a:gd name="connsiteY26" fmla="*/ 310473 h 586540"/>
                <a:gd name="connsiteX27" fmla="*/ 293953 w 609050"/>
                <a:gd name="connsiteY27" fmla="*/ 266609 h 586540"/>
                <a:gd name="connsiteX28" fmla="*/ 69884 w 609050"/>
                <a:gd name="connsiteY28" fmla="*/ 266609 h 586540"/>
                <a:gd name="connsiteX29" fmla="*/ 69884 w 609050"/>
                <a:gd name="connsiteY29" fmla="*/ 310473 h 586540"/>
                <a:gd name="connsiteX30" fmla="*/ 147595 w 609050"/>
                <a:gd name="connsiteY30" fmla="*/ 310473 h 586540"/>
                <a:gd name="connsiteX31" fmla="*/ 147595 w 609050"/>
                <a:gd name="connsiteY31" fmla="*/ 266609 h 586540"/>
                <a:gd name="connsiteX32" fmla="*/ 460769 w 609050"/>
                <a:gd name="connsiteY32" fmla="*/ 230010 h 586540"/>
                <a:gd name="connsiteX33" fmla="*/ 460769 w 609050"/>
                <a:gd name="connsiteY33" fmla="*/ 268528 h 586540"/>
                <a:gd name="connsiteX34" fmla="*/ 555916 w 609050"/>
                <a:gd name="connsiteY34" fmla="*/ 268528 h 586540"/>
                <a:gd name="connsiteX35" fmla="*/ 555916 w 609050"/>
                <a:gd name="connsiteY35" fmla="*/ 230010 h 586540"/>
                <a:gd name="connsiteX36" fmla="*/ 216243 w 609050"/>
                <a:gd name="connsiteY36" fmla="*/ 193549 h 586540"/>
                <a:gd name="connsiteX37" fmla="*/ 216243 w 609050"/>
                <a:gd name="connsiteY37" fmla="*/ 237412 h 586540"/>
                <a:gd name="connsiteX38" fmla="*/ 293953 w 609050"/>
                <a:gd name="connsiteY38" fmla="*/ 237412 h 586540"/>
                <a:gd name="connsiteX39" fmla="*/ 293953 w 609050"/>
                <a:gd name="connsiteY39" fmla="*/ 193549 h 586540"/>
                <a:gd name="connsiteX40" fmla="*/ 69884 w 609050"/>
                <a:gd name="connsiteY40" fmla="*/ 193549 h 586540"/>
                <a:gd name="connsiteX41" fmla="*/ 69884 w 609050"/>
                <a:gd name="connsiteY41" fmla="*/ 237412 h 586540"/>
                <a:gd name="connsiteX42" fmla="*/ 147595 w 609050"/>
                <a:gd name="connsiteY42" fmla="*/ 237412 h 586540"/>
                <a:gd name="connsiteX43" fmla="*/ 147595 w 609050"/>
                <a:gd name="connsiteY43" fmla="*/ 193549 h 586540"/>
                <a:gd name="connsiteX44" fmla="*/ 460769 w 609050"/>
                <a:gd name="connsiteY44" fmla="*/ 156950 h 586540"/>
                <a:gd name="connsiteX45" fmla="*/ 460769 w 609050"/>
                <a:gd name="connsiteY45" fmla="*/ 195468 h 586540"/>
                <a:gd name="connsiteX46" fmla="*/ 555916 w 609050"/>
                <a:gd name="connsiteY46" fmla="*/ 195468 h 586540"/>
                <a:gd name="connsiteX47" fmla="*/ 555916 w 609050"/>
                <a:gd name="connsiteY47" fmla="*/ 156950 h 586540"/>
                <a:gd name="connsiteX48" fmla="*/ 192926 w 609050"/>
                <a:gd name="connsiteY48" fmla="*/ 96251 h 586540"/>
                <a:gd name="connsiteX49" fmla="*/ 361366 w 609050"/>
                <a:gd name="connsiteY49" fmla="*/ 96251 h 586540"/>
                <a:gd name="connsiteX50" fmla="*/ 361366 w 609050"/>
                <a:gd name="connsiteY50" fmla="*/ 114880 h 586540"/>
                <a:gd name="connsiteX51" fmla="*/ 192926 w 609050"/>
                <a:gd name="connsiteY51" fmla="*/ 114880 h 586540"/>
                <a:gd name="connsiteX52" fmla="*/ 192926 w 609050"/>
                <a:gd name="connsiteY52" fmla="*/ 49819 h 586540"/>
                <a:gd name="connsiteX53" fmla="*/ 361366 w 609050"/>
                <a:gd name="connsiteY53" fmla="*/ 49819 h 586540"/>
                <a:gd name="connsiteX54" fmla="*/ 361366 w 609050"/>
                <a:gd name="connsiteY54" fmla="*/ 68307 h 586540"/>
                <a:gd name="connsiteX55" fmla="*/ 192926 w 609050"/>
                <a:gd name="connsiteY55" fmla="*/ 68307 h 586540"/>
                <a:gd name="connsiteX56" fmla="*/ 166130 w 609050"/>
                <a:gd name="connsiteY56" fmla="*/ 25222 h 586540"/>
                <a:gd name="connsiteX57" fmla="*/ 166130 w 609050"/>
                <a:gd name="connsiteY57" fmla="*/ 155716 h 586540"/>
                <a:gd name="connsiteX58" fmla="*/ 338987 w 609050"/>
                <a:gd name="connsiteY58" fmla="*/ 155716 h 586540"/>
                <a:gd name="connsiteX59" fmla="*/ 338987 w 609050"/>
                <a:gd name="connsiteY59" fmla="*/ 341040 h 586540"/>
                <a:gd name="connsiteX60" fmla="*/ 338987 w 609050"/>
                <a:gd name="connsiteY60" fmla="*/ 531710 h 586540"/>
                <a:gd name="connsiteX61" fmla="*/ 366721 w 609050"/>
                <a:gd name="connsiteY61" fmla="*/ 531710 h 586540"/>
                <a:gd name="connsiteX62" fmla="*/ 366721 w 609050"/>
                <a:gd name="connsiteY62" fmla="*/ 341040 h 586540"/>
                <a:gd name="connsiteX63" fmla="*/ 366721 w 609050"/>
                <a:gd name="connsiteY63" fmla="*/ 155305 h 586540"/>
                <a:gd name="connsiteX64" fmla="*/ 388002 w 609050"/>
                <a:gd name="connsiteY64" fmla="*/ 143517 h 586540"/>
                <a:gd name="connsiteX65" fmla="*/ 388002 w 609050"/>
                <a:gd name="connsiteY65" fmla="*/ 25222 h 586540"/>
                <a:gd name="connsiteX66" fmla="*/ 140867 w 609050"/>
                <a:gd name="connsiteY66" fmla="*/ 0 h 586540"/>
                <a:gd name="connsiteX67" fmla="*/ 413402 w 609050"/>
                <a:gd name="connsiteY67" fmla="*/ 0 h 586540"/>
                <a:gd name="connsiteX68" fmla="*/ 413402 w 609050"/>
                <a:gd name="connsiteY68" fmla="*/ 129398 h 586540"/>
                <a:gd name="connsiteX69" fmla="*/ 432486 w 609050"/>
                <a:gd name="connsiteY69" fmla="*/ 118843 h 586540"/>
                <a:gd name="connsiteX70" fmla="*/ 584199 w 609050"/>
                <a:gd name="connsiteY70" fmla="*/ 118843 h 586540"/>
                <a:gd name="connsiteX71" fmla="*/ 584199 w 609050"/>
                <a:gd name="connsiteY71" fmla="*/ 531710 h 586540"/>
                <a:gd name="connsiteX72" fmla="*/ 609050 w 609050"/>
                <a:gd name="connsiteY72" fmla="*/ 531710 h 586540"/>
                <a:gd name="connsiteX73" fmla="*/ 609050 w 609050"/>
                <a:gd name="connsiteY73" fmla="*/ 586540 h 586540"/>
                <a:gd name="connsiteX74" fmla="*/ 0 w 609050"/>
                <a:gd name="connsiteY74" fmla="*/ 586540 h 586540"/>
                <a:gd name="connsiteX75" fmla="*/ 0 w 609050"/>
                <a:gd name="connsiteY75" fmla="*/ 531710 h 586540"/>
                <a:gd name="connsiteX76" fmla="*/ 24851 w 609050"/>
                <a:gd name="connsiteY76" fmla="*/ 531710 h 586540"/>
                <a:gd name="connsiteX77" fmla="*/ 24851 w 609050"/>
                <a:gd name="connsiteY77" fmla="*/ 155716 h 586540"/>
                <a:gd name="connsiteX78" fmla="*/ 140867 w 609050"/>
                <a:gd name="connsiteY78" fmla="*/ 155716 h 58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609050" h="586540">
                  <a:moveTo>
                    <a:pt x="216243" y="412730"/>
                  </a:moveTo>
                  <a:lnTo>
                    <a:pt x="216243" y="456594"/>
                  </a:lnTo>
                  <a:lnTo>
                    <a:pt x="293953" y="456594"/>
                  </a:lnTo>
                  <a:lnTo>
                    <a:pt x="293953" y="412730"/>
                  </a:lnTo>
                  <a:close/>
                  <a:moveTo>
                    <a:pt x="69884" y="412730"/>
                  </a:moveTo>
                  <a:lnTo>
                    <a:pt x="69884" y="456594"/>
                  </a:lnTo>
                  <a:lnTo>
                    <a:pt x="147595" y="456594"/>
                  </a:lnTo>
                  <a:lnTo>
                    <a:pt x="147595" y="412730"/>
                  </a:lnTo>
                  <a:close/>
                  <a:moveTo>
                    <a:pt x="460769" y="376268"/>
                  </a:moveTo>
                  <a:lnTo>
                    <a:pt x="460769" y="414786"/>
                  </a:lnTo>
                  <a:lnTo>
                    <a:pt x="555916" y="414786"/>
                  </a:lnTo>
                  <a:lnTo>
                    <a:pt x="555916" y="376268"/>
                  </a:lnTo>
                  <a:close/>
                  <a:moveTo>
                    <a:pt x="216243" y="339670"/>
                  </a:moveTo>
                  <a:lnTo>
                    <a:pt x="216243" y="383533"/>
                  </a:lnTo>
                  <a:lnTo>
                    <a:pt x="293953" y="383533"/>
                  </a:lnTo>
                  <a:lnTo>
                    <a:pt x="293953" y="339670"/>
                  </a:lnTo>
                  <a:close/>
                  <a:moveTo>
                    <a:pt x="69884" y="339670"/>
                  </a:moveTo>
                  <a:lnTo>
                    <a:pt x="69884" y="383533"/>
                  </a:lnTo>
                  <a:lnTo>
                    <a:pt x="147595" y="383533"/>
                  </a:lnTo>
                  <a:lnTo>
                    <a:pt x="147595" y="339670"/>
                  </a:lnTo>
                  <a:close/>
                  <a:moveTo>
                    <a:pt x="460769" y="303071"/>
                  </a:moveTo>
                  <a:lnTo>
                    <a:pt x="460769" y="341726"/>
                  </a:lnTo>
                  <a:lnTo>
                    <a:pt x="555916" y="341726"/>
                  </a:lnTo>
                  <a:lnTo>
                    <a:pt x="555916" y="303071"/>
                  </a:lnTo>
                  <a:close/>
                  <a:moveTo>
                    <a:pt x="216243" y="266609"/>
                  </a:moveTo>
                  <a:lnTo>
                    <a:pt x="216243" y="310473"/>
                  </a:lnTo>
                  <a:lnTo>
                    <a:pt x="293953" y="310473"/>
                  </a:lnTo>
                  <a:lnTo>
                    <a:pt x="293953" y="266609"/>
                  </a:lnTo>
                  <a:close/>
                  <a:moveTo>
                    <a:pt x="69884" y="266609"/>
                  </a:moveTo>
                  <a:lnTo>
                    <a:pt x="69884" y="310473"/>
                  </a:lnTo>
                  <a:lnTo>
                    <a:pt x="147595" y="310473"/>
                  </a:lnTo>
                  <a:lnTo>
                    <a:pt x="147595" y="266609"/>
                  </a:lnTo>
                  <a:close/>
                  <a:moveTo>
                    <a:pt x="460769" y="230010"/>
                  </a:moveTo>
                  <a:lnTo>
                    <a:pt x="460769" y="268528"/>
                  </a:lnTo>
                  <a:lnTo>
                    <a:pt x="555916" y="268528"/>
                  </a:lnTo>
                  <a:lnTo>
                    <a:pt x="555916" y="230010"/>
                  </a:lnTo>
                  <a:close/>
                  <a:moveTo>
                    <a:pt x="216243" y="193549"/>
                  </a:moveTo>
                  <a:lnTo>
                    <a:pt x="216243" y="237412"/>
                  </a:lnTo>
                  <a:lnTo>
                    <a:pt x="293953" y="237412"/>
                  </a:lnTo>
                  <a:lnTo>
                    <a:pt x="293953" y="193549"/>
                  </a:lnTo>
                  <a:close/>
                  <a:moveTo>
                    <a:pt x="69884" y="193549"/>
                  </a:moveTo>
                  <a:lnTo>
                    <a:pt x="69884" y="237412"/>
                  </a:lnTo>
                  <a:lnTo>
                    <a:pt x="147595" y="237412"/>
                  </a:lnTo>
                  <a:lnTo>
                    <a:pt x="147595" y="193549"/>
                  </a:lnTo>
                  <a:close/>
                  <a:moveTo>
                    <a:pt x="460769" y="156950"/>
                  </a:moveTo>
                  <a:lnTo>
                    <a:pt x="460769" y="195468"/>
                  </a:lnTo>
                  <a:lnTo>
                    <a:pt x="555916" y="195468"/>
                  </a:lnTo>
                  <a:lnTo>
                    <a:pt x="555916" y="156950"/>
                  </a:lnTo>
                  <a:close/>
                  <a:moveTo>
                    <a:pt x="192926" y="96251"/>
                  </a:moveTo>
                  <a:lnTo>
                    <a:pt x="361366" y="96251"/>
                  </a:lnTo>
                  <a:lnTo>
                    <a:pt x="361366" y="114880"/>
                  </a:lnTo>
                  <a:lnTo>
                    <a:pt x="192926" y="114880"/>
                  </a:lnTo>
                  <a:close/>
                  <a:moveTo>
                    <a:pt x="192926" y="49819"/>
                  </a:moveTo>
                  <a:lnTo>
                    <a:pt x="361366" y="49819"/>
                  </a:lnTo>
                  <a:lnTo>
                    <a:pt x="361366" y="68307"/>
                  </a:lnTo>
                  <a:lnTo>
                    <a:pt x="192926" y="68307"/>
                  </a:lnTo>
                  <a:close/>
                  <a:moveTo>
                    <a:pt x="166130" y="25222"/>
                  </a:moveTo>
                  <a:lnTo>
                    <a:pt x="166130" y="155716"/>
                  </a:lnTo>
                  <a:lnTo>
                    <a:pt x="338987" y="155716"/>
                  </a:lnTo>
                  <a:lnTo>
                    <a:pt x="338987" y="341040"/>
                  </a:lnTo>
                  <a:lnTo>
                    <a:pt x="338987" y="531710"/>
                  </a:lnTo>
                  <a:lnTo>
                    <a:pt x="366721" y="531710"/>
                  </a:lnTo>
                  <a:lnTo>
                    <a:pt x="366721" y="341040"/>
                  </a:lnTo>
                  <a:lnTo>
                    <a:pt x="366721" y="155305"/>
                  </a:lnTo>
                  <a:lnTo>
                    <a:pt x="388002" y="143517"/>
                  </a:lnTo>
                  <a:lnTo>
                    <a:pt x="388002" y="25222"/>
                  </a:lnTo>
                  <a:close/>
                  <a:moveTo>
                    <a:pt x="140867" y="0"/>
                  </a:moveTo>
                  <a:lnTo>
                    <a:pt x="413402" y="0"/>
                  </a:lnTo>
                  <a:lnTo>
                    <a:pt x="413402" y="129398"/>
                  </a:lnTo>
                  <a:lnTo>
                    <a:pt x="432486" y="118843"/>
                  </a:lnTo>
                  <a:lnTo>
                    <a:pt x="584199" y="118843"/>
                  </a:lnTo>
                  <a:lnTo>
                    <a:pt x="584199" y="531710"/>
                  </a:lnTo>
                  <a:lnTo>
                    <a:pt x="609050" y="531710"/>
                  </a:lnTo>
                  <a:lnTo>
                    <a:pt x="609050" y="586540"/>
                  </a:lnTo>
                  <a:lnTo>
                    <a:pt x="0" y="586540"/>
                  </a:lnTo>
                  <a:lnTo>
                    <a:pt x="0" y="531710"/>
                  </a:lnTo>
                  <a:lnTo>
                    <a:pt x="24851" y="531710"/>
                  </a:lnTo>
                  <a:lnTo>
                    <a:pt x="24851" y="155716"/>
                  </a:lnTo>
                  <a:lnTo>
                    <a:pt x="140867" y="15571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iSļîḋê"/>
            <p:cNvSpPr txBox="1"/>
            <p:nvPr/>
          </p:nvSpPr>
          <p:spPr bwMode="auto">
            <a:xfrm>
              <a:off x="4531079" y="1989000"/>
              <a:ext cx="2462186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15" name="iŝḷiḓé"/>
            <p:cNvSpPr/>
            <p:nvPr/>
          </p:nvSpPr>
          <p:spPr bwMode="auto">
            <a:xfrm>
              <a:off x="4531079" y="2430806"/>
              <a:ext cx="2462186" cy="8669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sp>
          <p:nvSpPr>
            <p:cNvPr id="16" name="ïṥḻíḑé"/>
            <p:cNvSpPr/>
            <p:nvPr/>
          </p:nvSpPr>
          <p:spPr>
            <a:xfrm>
              <a:off x="7861427" y="3439518"/>
              <a:ext cx="1961586" cy="1176951"/>
            </a:xfrm>
            <a:custGeom>
              <a:avLst/>
              <a:gdLst>
                <a:gd name="connsiteX0" fmla="*/ 0 w 1961586"/>
                <a:gd name="connsiteY0" fmla="*/ 117695 h 1176951"/>
                <a:gd name="connsiteX1" fmla="*/ 117695 w 1961586"/>
                <a:gd name="connsiteY1" fmla="*/ 0 h 1176951"/>
                <a:gd name="connsiteX2" fmla="*/ 1843891 w 1961586"/>
                <a:gd name="connsiteY2" fmla="*/ 0 h 1176951"/>
                <a:gd name="connsiteX3" fmla="*/ 1961586 w 1961586"/>
                <a:gd name="connsiteY3" fmla="*/ 117695 h 1176951"/>
                <a:gd name="connsiteX4" fmla="*/ 1961586 w 1961586"/>
                <a:gd name="connsiteY4" fmla="*/ 1059256 h 1176951"/>
                <a:gd name="connsiteX5" fmla="*/ 1843891 w 1961586"/>
                <a:gd name="connsiteY5" fmla="*/ 1176951 h 1176951"/>
                <a:gd name="connsiteX6" fmla="*/ 117695 w 1961586"/>
                <a:gd name="connsiteY6" fmla="*/ 1176951 h 1176951"/>
                <a:gd name="connsiteX7" fmla="*/ 0 w 1961586"/>
                <a:gd name="connsiteY7" fmla="*/ 1059256 h 1176951"/>
                <a:gd name="connsiteX8" fmla="*/ 0 w 1961586"/>
                <a:gd name="connsiteY8" fmla="*/ 117695 h 1176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61586" h="1176951">
                  <a:moveTo>
                    <a:pt x="0" y="117695"/>
                  </a:moveTo>
                  <a:cubicBezTo>
                    <a:pt x="0" y="52694"/>
                    <a:pt x="52694" y="0"/>
                    <a:pt x="117695" y="0"/>
                  </a:cubicBezTo>
                  <a:lnTo>
                    <a:pt x="1843891" y="0"/>
                  </a:lnTo>
                  <a:cubicBezTo>
                    <a:pt x="1908892" y="0"/>
                    <a:pt x="1961586" y="52694"/>
                    <a:pt x="1961586" y="117695"/>
                  </a:cubicBezTo>
                  <a:lnTo>
                    <a:pt x="1961586" y="1059256"/>
                  </a:lnTo>
                  <a:cubicBezTo>
                    <a:pt x="1961586" y="1124257"/>
                    <a:pt x="1908892" y="1176951"/>
                    <a:pt x="1843891" y="1176951"/>
                  </a:cubicBezTo>
                  <a:lnTo>
                    <a:pt x="117695" y="1176951"/>
                  </a:lnTo>
                  <a:cubicBezTo>
                    <a:pt x="52694" y="1176951"/>
                    <a:pt x="0" y="1124257"/>
                    <a:pt x="0" y="1059256"/>
                  </a:cubicBezTo>
                  <a:lnTo>
                    <a:pt x="0" y="117695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7" name="i$1íďê"/>
            <p:cNvSpPr/>
            <p:nvPr/>
          </p:nvSpPr>
          <p:spPr bwMode="auto">
            <a:xfrm>
              <a:off x="8537377" y="3734418"/>
              <a:ext cx="609685" cy="587151"/>
            </a:xfrm>
            <a:custGeom>
              <a:avLst/>
              <a:gdLst>
                <a:gd name="connsiteX0" fmla="*/ 216243 w 609050"/>
                <a:gd name="connsiteY0" fmla="*/ 412730 h 586540"/>
                <a:gd name="connsiteX1" fmla="*/ 216243 w 609050"/>
                <a:gd name="connsiteY1" fmla="*/ 456594 h 586540"/>
                <a:gd name="connsiteX2" fmla="*/ 293953 w 609050"/>
                <a:gd name="connsiteY2" fmla="*/ 456594 h 586540"/>
                <a:gd name="connsiteX3" fmla="*/ 293953 w 609050"/>
                <a:gd name="connsiteY3" fmla="*/ 412730 h 586540"/>
                <a:gd name="connsiteX4" fmla="*/ 69884 w 609050"/>
                <a:gd name="connsiteY4" fmla="*/ 412730 h 586540"/>
                <a:gd name="connsiteX5" fmla="*/ 69884 w 609050"/>
                <a:gd name="connsiteY5" fmla="*/ 456594 h 586540"/>
                <a:gd name="connsiteX6" fmla="*/ 147595 w 609050"/>
                <a:gd name="connsiteY6" fmla="*/ 456594 h 586540"/>
                <a:gd name="connsiteX7" fmla="*/ 147595 w 609050"/>
                <a:gd name="connsiteY7" fmla="*/ 412730 h 586540"/>
                <a:gd name="connsiteX8" fmla="*/ 460769 w 609050"/>
                <a:gd name="connsiteY8" fmla="*/ 376268 h 586540"/>
                <a:gd name="connsiteX9" fmla="*/ 460769 w 609050"/>
                <a:gd name="connsiteY9" fmla="*/ 414786 h 586540"/>
                <a:gd name="connsiteX10" fmla="*/ 555916 w 609050"/>
                <a:gd name="connsiteY10" fmla="*/ 414786 h 586540"/>
                <a:gd name="connsiteX11" fmla="*/ 555916 w 609050"/>
                <a:gd name="connsiteY11" fmla="*/ 376268 h 586540"/>
                <a:gd name="connsiteX12" fmla="*/ 216243 w 609050"/>
                <a:gd name="connsiteY12" fmla="*/ 339670 h 586540"/>
                <a:gd name="connsiteX13" fmla="*/ 216243 w 609050"/>
                <a:gd name="connsiteY13" fmla="*/ 383533 h 586540"/>
                <a:gd name="connsiteX14" fmla="*/ 293953 w 609050"/>
                <a:gd name="connsiteY14" fmla="*/ 383533 h 586540"/>
                <a:gd name="connsiteX15" fmla="*/ 293953 w 609050"/>
                <a:gd name="connsiteY15" fmla="*/ 339670 h 586540"/>
                <a:gd name="connsiteX16" fmla="*/ 69884 w 609050"/>
                <a:gd name="connsiteY16" fmla="*/ 339670 h 586540"/>
                <a:gd name="connsiteX17" fmla="*/ 69884 w 609050"/>
                <a:gd name="connsiteY17" fmla="*/ 383533 h 586540"/>
                <a:gd name="connsiteX18" fmla="*/ 147595 w 609050"/>
                <a:gd name="connsiteY18" fmla="*/ 383533 h 586540"/>
                <a:gd name="connsiteX19" fmla="*/ 147595 w 609050"/>
                <a:gd name="connsiteY19" fmla="*/ 339670 h 586540"/>
                <a:gd name="connsiteX20" fmla="*/ 460769 w 609050"/>
                <a:gd name="connsiteY20" fmla="*/ 303071 h 586540"/>
                <a:gd name="connsiteX21" fmla="*/ 460769 w 609050"/>
                <a:gd name="connsiteY21" fmla="*/ 341726 h 586540"/>
                <a:gd name="connsiteX22" fmla="*/ 555916 w 609050"/>
                <a:gd name="connsiteY22" fmla="*/ 341726 h 586540"/>
                <a:gd name="connsiteX23" fmla="*/ 555916 w 609050"/>
                <a:gd name="connsiteY23" fmla="*/ 303071 h 586540"/>
                <a:gd name="connsiteX24" fmla="*/ 216243 w 609050"/>
                <a:gd name="connsiteY24" fmla="*/ 266609 h 586540"/>
                <a:gd name="connsiteX25" fmla="*/ 216243 w 609050"/>
                <a:gd name="connsiteY25" fmla="*/ 310473 h 586540"/>
                <a:gd name="connsiteX26" fmla="*/ 293953 w 609050"/>
                <a:gd name="connsiteY26" fmla="*/ 310473 h 586540"/>
                <a:gd name="connsiteX27" fmla="*/ 293953 w 609050"/>
                <a:gd name="connsiteY27" fmla="*/ 266609 h 586540"/>
                <a:gd name="connsiteX28" fmla="*/ 69884 w 609050"/>
                <a:gd name="connsiteY28" fmla="*/ 266609 h 586540"/>
                <a:gd name="connsiteX29" fmla="*/ 69884 w 609050"/>
                <a:gd name="connsiteY29" fmla="*/ 310473 h 586540"/>
                <a:gd name="connsiteX30" fmla="*/ 147595 w 609050"/>
                <a:gd name="connsiteY30" fmla="*/ 310473 h 586540"/>
                <a:gd name="connsiteX31" fmla="*/ 147595 w 609050"/>
                <a:gd name="connsiteY31" fmla="*/ 266609 h 586540"/>
                <a:gd name="connsiteX32" fmla="*/ 460769 w 609050"/>
                <a:gd name="connsiteY32" fmla="*/ 230010 h 586540"/>
                <a:gd name="connsiteX33" fmla="*/ 460769 w 609050"/>
                <a:gd name="connsiteY33" fmla="*/ 268528 h 586540"/>
                <a:gd name="connsiteX34" fmla="*/ 555916 w 609050"/>
                <a:gd name="connsiteY34" fmla="*/ 268528 h 586540"/>
                <a:gd name="connsiteX35" fmla="*/ 555916 w 609050"/>
                <a:gd name="connsiteY35" fmla="*/ 230010 h 586540"/>
                <a:gd name="connsiteX36" fmla="*/ 216243 w 609050"/>
                <a:gd name="connsiteY36" fmla="*/ 193549 h 586540"/>
                <a:gd name="connsiteX37" fmla="*/ 216243 w 609050"/>
                <a:gd name="connsiteY37" fmla="*/ 237412 h 586540"/>
                <a:gd name="connsiteX38" fmla="*/ 293953 w 609050"/>
                <a:gd name="connsiteY38" fmla="*/ 237412 h 586540"/>
                <a:gd name="connsiteX39" fmla="*/ 293953 w 609050"/>
                <a:gd name="connsiteY39" fmla="*/ 193549 h 586540"/>
                <a:gd name="connsiteX40" fmla="*/ 69884 w 609050"/>
                <a:gd name="connsiteY40" fmla="*/ 193549 h 586540"/>
                <a:gd name="connsiteX41" fmla="*/ 69884 w 609050"/>
                <a:gd name="connsiteY41" fmla="*/ 237412 h 586540"/>
                <a:gd name="connsiteX42" fmla="*/ 147595 w 609050"/>
                <a:gd name="connsiteY42" fmla="*/ 237412 h 586540"/>
                <a:gd name="connsiteX43" fmla="*/ 147595 w 609050"/>
                <a:gd name="connsiteY43" fmla="*/ 193549 h 586540"/>
                <a:gd name="connsiteX44" fmla="*/ 460769 w 609050"/>
                <a:gd name="connsiteY44" fmla="*/ 156950 h 586540"/>
                <a:gd name="connsiteX45" fmla="*/ 460769 w 609050"/>
                <a:gd name="connsiteY45" fmla="*/ 195468 h 586540"/>
                <a:gd name="connsiteX46" fmla="*/ 555916 w 609050"/>
                <a:gd name="connsiteY46" fmla="*/ 195468 h 586540"/>
                <a:gd name="connsiteX47" fmla="*/ 555916 w 609050"/>
                <a:gd name="connsiteY47" fmla="*/ 156950 h 586540"/>
                <a:gd name="connsiteX48" fmla="*/ 192926 w 609050"/>
                <a:gd name="connsiteY48" fmla="*/ 96251 h 586540"/>
                <a:gd name="connsiteX49" fmla="*/ 361366 w 609050"/>
                <a:gd name="connsiteY49" fmla="*/ 96251 h 586540"/>
                <a:gd name="connsiteX50" fmla="*/ 361366 w 609050"/>
                <a:gd name="connsiteY50" fmla="*/ 114880 h 586540"/>
                <a:gd name="connsiteX51" fmla="*/ 192926 w 609050"/>
                <a:gd name="connsiteY51" fmla="*/ 114880 h 586540"/>
                <a:gd name="connsiteX52" fmla="*/ 192926 w 609050"/>
                <a:gd name="connsiteY52" fmla="*/ 49819 h 586540"/>
                <a:gd name="connsiteX53" fmla="*/ 361366 w 609050"/>
                <a:gd name="connsiteY53" fmla="*/ 49819 h 586540"/>
                <a:gd name="connsiteX54" fmla="*/ 361366 w 609050"/>
                <a:gd name="connsiteY54" fmla="*/ 68307 h 586540"/>
                <a:gd name="connsiteX55" fmla="*/ 192926 w 609050"/>
                <a:gd name="connsiteY55" fmla="*/ 68307 h 586540"/>
                <a:gd name="connsiteX56" fmla="*/ 166130 w 609050"/>
                <a:gd name="connsiteY56" fmla="*/ 25222 h 586540"/>
                <a:gd name="connsiteX57" fmla="*/ 166130 w 609050"/>
                <a:gd name="connsiteY57" fmla="*/ 155716 h 586540"/>
                <a:gd name="connsiteX58" fmla="*/ 338987 w 609050"/>
                <a:gd name="connsiteY58" fmla="*/ 155716 h 586540"/>
                <a:gd name="connsiteX59" fmla="*/ 338987 w 609050"/>
                <a:gd name="connsiteY59" fmla="*/ 341040 h 586540"/>
                <a:gd name="connsiteX60" fmla="*/ 338987 w 609050"/>
                <a:gd name="connsiteY60" fmla="*/ 531710 h 586540"/>
                <a:gd name="connsiteX61" fmla="*/ 366721 w 609050"/>
                <a:gd name="connsiteY61" fmla="*/ 531710 h 586540"/>
                <a:gd name="connsiteX62" fmla="*/ 366721 w 609050"/>
                <a:gd name="connsiteY62" fmla="*/ 341040 h 586540"/>
                <a:gd name="connsiteX63" fmla="*/ 366721 w 609050"/>
                <a:gd name="connsiteY63" fmla="*/ 155305 h 586540"/>
                <a:gd name="connsiteX64" fmla="*/ 388002 w 609050"/>
                <a:gd name="connsiteY64" fmla="*/ 143517 h 586540"/>
                <a:gd name="connsiteX65" fmla="*/ 388002 w 609050"/>
                <a:gd name="connsiteY65" fmla="*/ 25222 h 586540"/>
                <a:gd name="connsiteX66" fmla="*/ 140867 w 609050"/>
                <a:gd name="connsiteY66" fmla="*/ 0 h 586540"/>
                <a:gd name="connsiteX67" fmla="*/ 413402 w 609050"/>
                <a:gd name="connsiteY67" fmla="*/ 0 h 586540"/>
                <a:gd name="connsiteX68" fmla="*/ 413402 w 609050"/>
                <a:gd name="connsiteY68" fmla="*/ 129398 h 586540"/>
                <a:gd name="connsiteX69" fmla="*/ 432486 w 609050"/>
                <a:gd name="connsiteY69" fmla="*/ 118843 h 586540"/>
                <a:gd name="connsiteX70" fmla="*/ 584199 w 609050"/>
                <a:gd name="connsiteY70" fmla="*/ 118843 h 586540"/>
                <a:gd name="connsiteX71" fmla="*/ 584199 w 609050"/>
                <a:gd name="connsiteY71" fmla="*/ 531710 h 586540"/>
                <a:gd name="connsiteX72" fmla="*/ 609050 w 609050"/>
                <a:gd name="connsiteY72" fmla="*/ 531710 h 586540"/>
                <a:gd name="connsiteX73" fmla="*/ 609050 w 609050"/>
                <a:gd name="connsiteY73" fmla="*/ 586540 h 586540"/>
                <a:gd name="connsiteX74" fmla="*/ 0 w 609050"/>
                <a:gd name="connsiteY74" fmla="*/ 586540 h 586540"/>
                <a:gd name="connsiteX75" fmla="*/ 0 w 609050"/>
                <a:gd name="connsiteY75" fmla="*/ 531710 h 586540"/>
                <a:gd name="connsiteX76" fmla="*/ 24851 w 609050"/>
                <a:gd name="connsiteY76" fmla="*/ 531710 h 586540"/>
                <a:gd name="connsiteX77" fmla="*/ 24851 w 609050"/>
                <a:gd name="connsiteY77" fmla="*/ 155716 h 586540"/>
                <a:gd name="connsiteX78" fmla="*/ 140867 w 609050"/>
                <a:gd name="connsiteY78" fmla="*/ 155716 h 58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609050" h="586540">
                  <a:moveTo>
                    <a:pt x="216243" y="412730"/>
                  </a:moveTo>
                  <a:lnTo>
                    <a:pt x="216243" y="456594"/>
                  </a:lnTo>
                  <a:lnTo>
                    <a:pt x="293953" y="456594"/>
                  </a:lnTo>
                  <a:lnTo>
                    <a:pt x="293953" y="412730"/>
                  </a:lnTo>
                  <a:close/>
                  <a:moveTo>
                    <a:pt x="69884" y="412730"/>
                  </a:moveTo>
                  <a:lnTo>
                    <a:pt x="69884" y="456594"/>
                  </a:lnTo>
                  <a:lnTo>
                    <a:pt x="147595" y="456594"/>
                  </a:lnTo>
                  <a:lnTo>
                    <a:pt x="147595" y="412730"/>
                  </a:lnTo>
                  <a:close/>
                  <a:moveTo>
                    <a:pt x="460769" y="376268"/>
                  </a:moveTo>
                  <a:lnTo>
                    <a:pt x="460769" y="414786"/>
                  </a:lnTo>
                  <a:lnTo>
                    <a:pt x="555916" y="414786"/>
                  </a:lnTo>
                  <a:lnTo>
                    <a:pt x="555916" y="376268"/>
                  </a:lnTo>
                  <a:close/>
                  <a:moveTo>
                    <a:pt x="216243" y="339670"/>
                  </a:moveTo>
                  <a:lnTo>
                    <a:pt x="216243" y="383533"/>
                  </a:lnTo>
                  <a:lnTo>
                    <a:pt x="293953" y="383533"/>
                  </a:lnTo>
                  <a:lnTo>
                    <a:pt x="293953" y="339670"/>
                  </a:lnTo>
                  <a:close/>
                  <a:moveTo>
                    <a:pt x="69884" y="339670"/>
                  </a:moveTo>
                  <a:lnTo>
                    <a:pt x="69884" y="383533"/>
                  </a:lnTo>
                  <a:lnTo>
                    <a:pt x="147595" y="383533"/>
                  </a:lnTo>
                  <a:lnTo>
                    <a:pt x="147595" y="339670"/>
                  </a:lnTo>
                  <a:close/>
                  <a:moveTo>
                    <a:pt x="460769" y="303071"/>
                  </a:moveTo>
                  <a:lnTo>
                    <a:pt x="460769" y="341726"/>
                  </a:lnTo>
                  <a:lnTo>
                    <a:pt x="555916" y="341726"/>
                  </a:lnTo>
                  <a:lnTo>
                    <a:pt x="555916" y="303071"/>
                  </a:lnTo>
                  <a:close/>
                  <a:moveTo>
                    <a:pt x="216243" y="266609"/>
                  </a:moveTo>
                  <a:lnTo>
                    <a:pt x="216243" y="310473"/>
                  </a:lnTo>
                  <a:lnTo>
                    <a:pt x="293953" y="310473"/>
                  </a:lnTo>
                  <a:lnTo>
                    <a:pt x="293953" y="266609"/>
                  </a:lnTo>
                  <a:close/>
                  <a:moveTo>
                    <a:pt x="69884" y="266609"/>
                  </a:moveTo>
                  <a:lnTo>
                    <a:pt x="69884" y="310473"/>
                  </a:lnTo>
                  <a:lnTo>
                    <a:pt x="147595" y="310473"/>
                  </a:lnTo>
                  <a:lnTo>
                    <a:pt x="147595" y="266609"/>
                  </a:lnTo>
                  <a:close/>
                  <a:moveTo>
                    <a:pt x="460769" y="230010"/>
                  </a:moveTo>
                  <a:lnTo>
                    <a:pt x="460769" y="268528"/>
                  </a:lnTo>
                  <a:lnTo>
                    <a:pt x="555916" y="268528"/>
                  </a:lnTo>
                  <a:lnTo>
                    <a:pt x="555916" y="230010"/>
                  </a:lnTo>
                  <a:close/>
                  <a:moveTo>
                    <a:pt x="216243" y="193549"/>
                  </a:moveTo>
                  <a:lnTo>
                    <a:pt x="216243" y="237412"/>
                  </a:lnTo>
                  <a:lnTo>
                    <a:pt x="293953" y="237412"/>
                  </a:lnTo>
                  <a:lnTo>
                    <a:pt x="293953" y="193549"/>
                  </a:lnTo>
                  <a:close/>
                  <a:moveTo>
                    <a:pt x="69884" y="193549"/>
                  </a:moveTo>
                  <a:lnTo>
                    <a:pt x="69884" y="237412"/>
                  </a:lnTo>
                  <a:lnTo>
                    <a:pt x="147595" y="237412"/>
                  </a:lnTo>
                  <a:lnTo>
                    <a:pt x="147595" y="193549"/>
                  </a:lnTo>
                  <a:close/>
                  <a:moveTo>
                    <a:pt x="460769" y="156950"/>
                  </a:moveTo>
                  <a:lnTo>
                    <a:pt x="460769" y="195468"/>
                  </a:lnTo>
                  <a:lnTo>
                    <a:pt x="555916" y="195468"/>
                  </a:lnTo>
                  <a:lnTo>
                    <a:pt x="555916" y="156950"/>
                  </a:lnTo>
                  <a:close/>
                  <a:moveTo>
                    <a:pt x="192926" y="96251"/>
                  </a:moveTo>
                  <a:lnTo>
                    <a:pt x="361366" y="96251"/>
                  </a:lnTo>
                  <a:lnTo>
                    <a:pt x="361366" y="114880"/>
                  </a:lnTo>
                  <a:lnTo>
                    <a:pt x="192926" y="114880"/>
                  </a:lnTo>
                  <a:close/>
                  <a:moveTo>
                    <a:pt x="192926" y="49819"/>
                  </a:moveTo>
                  <a:lnTo>
                    <a:pt x="361366" y="49819"/>
                  </a:lnTo>
                  <a:lnTo>
                    <a:pt x="361366" y="68307"/>
                  </a:lnTo>
                  <a:lnTo>
                    <a:pt x="192926" y="68307"/>
                  </a:lnTo>
                  <a:close/>
                  <a:moveTo>
                    <a:pt x="166130" y="25222"/>
                  </a:moveTo>
                  <a:lnTo>
                    <a:pt x="166130" y="155716"/>
                  </a:lnTo>
                  <a:lnTo>
                    <a:pt x="338987" y="155716"/>
                  </a:lnTo>
                  <a:lnTo>
                    <a:pt x="338987" y="341040"/>
                  </a:lnTo>
                  <a:lnTo>
                    <a:pt x="338987" y="531710"/>
                  </a:lnTo>
                  <a:lnTo>
                    <a:pt x="366721" y="531710"/>
                  </a:lnTo>
                  <a:lnTo>
                    <a:pt x="366721" y="341040"/>
                  </a:lnTo>
                  <a:lnTo>
                    <a:pt x="366721" y="155305"/>
                  </a:lnTo>
                  <a:lnTo>
                    <a:pt x="388002" y="143517"/>
                  </a:lnTo>
                  <a:lnTo>
                    <a:pt x="388002" y="25222"/>
                  </a:lnTo>
                  <a:close/>
                  <a:moveTo>
                    <a:pt x="140867" y="0"/>
                  </a:moveTo>
                  <a:lnTo>
                    <a:pt x="413402" y="0"/>
                  </a:lnTo>
                  <a:lnTo>
                    <a:pt x="413402" y="129398"/>
                  </a:lnTo>
                  <a:lnTo>
                    <a:pt x="432486" y="118843"/>
                  </a:lnTo>
                  <a:lnTo>
                    <a:pt x="584199" y="118843"/>
                  </a:lnTo>
                  <a:lnTo>
                    <a:pt x="584199" y="531710"/>
                  </a:lnTo>
                  <a:lnTo>
                    <a:pt x="609050" y="531710"/>
                  </a:lnTo>
                  <a:lnTo>
                    <a:pt x="609050" y="586540"/>
                  </a:lnTo>
                  <a:lnTo>
                    <a:pt x="0" y="586540"/>
                  </a:lnTo>
                  <a:lnTo>
                    <a:pt x="0" y="531710"/>
                  </a:lnTo>
                  <a:lnTo>
                    <a:pt x="24851" y="531710"/>
                  </a:lnTo>
                  <a:lnTo>
                    <a:pt x="24851" y="155716"/>
                  </a:lnTo>
                  <a:lnTo>
                    <a:pt x="140867" y="15571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iş1îďê"/>
            <p:cNvSpPr txBox="1"/>
            <p:nvPr/>
          </p:nvSpPr>
          <p:spPr bwMode="auto">
            <a:xfrm>
              <a:off x="7611129" y="1989000"/>
              <a:ext cx="2462186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19" name="íṡlïḋé"/>
            <p:cNvSpPr/>
            <p:nvPr/>
          </p:nvSpPr>
          <p:spPr bwMode="auto">
            <a:xfrm>
              <a:off x="7611129" y="2430806"/>
              <a:ext cx="2462186" cy="8669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sp>
          <p:nvSpPr>
            <p:cNvPr id="20" name="iṡlîḑè"/>
            <p:cNvSpPr/>
            <p:nvPr/>
          </p:nvSpPr>
          <p:spPr bwMode="auto">
            <a:xfrm>
              <a:off x="9402559" y="4056421"/>
              <a:ext cx="1961586" cy="2794335"/>
            </a:xfrm>
            <a:custGeom>
              <a:avLst/>
              <a:gdLst>
                <a:gd name="T0" fmla="*/ 208 w 848"/>
                <a:gd name="T1" fmla="*/ 552 h 1207"/>
                <a:gd name="T2" fmla="*/ 201 w 848"/>
                <a:gd name="T3" fmla="*/ 408 h 1207"/>
                <a:gd name="T4" fmla="*/ 180 w 848"/>
                <a:gd name="T5" fmla="*/ 326 h 1207"/>
                <a:gd name="T6" fmla="*/ 119 w 848"/>
                <a:gd name="T7" fmla="*/ 102 h 1207"/>
                <a:gd name="T8" fmla="*/ 114 w 848"/>
                <a:gd name="T9" fmla="*/ 44 h 1207"/>
                <a:gd name="T10" fmla="*/ 123 w 848"/>
                <a:gd name="T11" fmla="*/ 16 h 1207"/>
                <a:gd name="T12" fmla="*/ 140 w 848"/>
                <a:gd name="T13" fmla="*/ 3 h 1207"/>
                <a:gd name="T14" fmla="*/ 158 w 848"/>
                <a:gd name="T15" fmla="*/ 1 h 1207"/>
                <a:gd name="T16" fmla="*/ 179 w 848"/>
                <a:gd name="T17" fmla="*/ 16 h 1207"/>
                <a:gd name="T18" fmla="*/ 199 w 848"/>
                <a:gd name="T19" fmla="*/ 46 h 1207"/>
                <a:gd name="T20" fmla="*/ 273 w 848"/>
                <a:gd name="T21" fmla="*/ 250 h 1207"/>
                <a:gd name="T22" fmla="*/ 316 w 848"/>
                <a:gd name="T23" fmla="*/ 346 h 1207"/>
                <a:gd name="T24" fmla="*/ 347 w 848"/>
                <a:gd name="T25" fmla="*/ 333 h 1207"/>
                <a:gd name="T26" fmla="*/ 379 w 848"/>
                <a:gd name="T27" fmla="*/ 337 h 1207"/>
                <a:gd name="T28" fmla="*/ 396 w 848"/>
                <a:gd name="T29" fmla="*/ 348 h 1207"/>
                <a:gd name="T30" fmla="*/ 435 w 848"/>
                <a:gd name="T31" fmla="*/ 397 h 1207"/>
                <a:gd name="T32" fmla="*/ 462 w 848"/>
                <a:gd name="T33" fmla="*/ 424 h 1207"/>
                <a:gd name="T34" fmla="*/ 498 w 848"/>
                <a:gd name="T35" fmla="*/ 434 h 1207"/>
                <a:gd name="T36" fmla="*/ 552 w 848"/>
                <a:gd name="T37" fmla="*/ 436 h 1207"/>
                <a:gd name="T38" fmla="*/ 589 w 848"/>
                <a:gd name="T39" fmla="*/ 458 h 1207"/>
                <a:gd name="T40" fmla="*/ 603 w 848"/>
                <a:gd name="T41" fmla="*/ 467 h 1207"/>
                <a:gd name="T42" fmla="*/ 654 w 848"/>
                <a:gd name="T43" fmla="*/ 486 h 1207"/>
                <a:gd name="T44" fmla="*/ 670 w 848"/>
                <a:gd name="T45" fmla="*/ 502 h 1207"/>
                <a:gd name="T46" fmla="*/ 681 w 848"/>
                <a:gd name="T47" fmla="*/ 539 h 1207"/>
                <a:gd name="T48" fmla="*/ 689 w 848"/>
                <a:gd name="T49" fmla="*/ 597 h 1207"/>
                <a:gd name="T50" fmla="*/ 683 w 848"/>
                <a:gd name="T51" fmla="*/ 714 h 1207"/>
                <a:gd name="T52" fmla="*/ 683 w 848"/>
                <a:gd name="T53" fmla="*/ 792 h 1207"/>
                <a:gd name="T54" fmla="*/ 694 w 848"/>
                <a:gd name="T55" fmla="*/ 897 h 1207"/>
                <a:gd name="T56" fmla="*/ 711 w 848"/>
                <a:gd name="T57" fmla="*/ 955 h 1207"/>
                <a:gd name="T58" fmla="*/ 466 w 848"/>
                <a:gd name="T59" fmla="*/ 1207 h 1207"/>
                <a:gd name="T60" fmla="*/ 338 w 848"/>
                <a:gd name="T61" fmla="*/ 1029 h 1207"/>
                <a:gd name="T62" fmla="*/ 266 w 848"/>
                <a:gd name="T63" fmla="*/ 938 h 1207"/>
                <a:gd name="T64" fmla="*/ 177 w 848"/>
                <a:gd name="T65" fmla="*/ 847 h 1207"/>
                <a:gd name="T66" fmla="*/ 123 w 848"/>
                <a:gd name="T67" fmla="*/ 781 h 1207"/>
                <a:gd name="T68" fmla="*/ 91 w 848"/>
                <a:gd name="T69" fmla="*/ 704 h 1207"/>
                <a:gd name="T70" fmla="*/ 50 w 848"/>
                <a:gd name="T71" fmla="*/ 599 h 1207"/>
                <a:gd name="T72" fmla="*/ 37 w 848"/>
                <a:gd name="T73" fmla="*/ 551 h 1207"/>
                <a:gd name="T74" fmla="*/ 32 w 848"/>
                <a:gd name="T75" fmla="*/ 512 h 1207"/>
                <a:gd name="T76" fmla="*/ 12 w 848"/>
                <a:gd name="T77" fmla="*/ 463 h 1207"/>
                <a:gd name="T78" fmla="*/ 0 w 848"/>
                <a:gd name="T79" fmla="*/ 443 h 1207"/>
                <a:gd name="T80" fmla="*/ 6 w 848"/>
                <a:gd name="T81" fmla="*/ 432 h 1207"/>
                <a:gd name="T82" fmla="*/ 28 w 848"/>
                <a:gd name="T83" fmla="*/ 419 h 1207"/>
                <a:gd name="T84" fmla="*/ 58 w 848"/>
                <a:gd name="T85" fmla="*/ 415 h 1207"/>
                <a:gd name="T86" fmla="*/ 89 w 848"/>
                <a:gd name="T87" fmla="*/ 424 h 1207"/>
                <a:gd name="T88" fmla="*/ 127 w 848"/>
                <a:gd name="T89" fmla="*/ 454 h 1207"/>
                <a:gd name="T90" fmla="*/ 149 w 848"/>
                <a:gd name="T91" fmla="*/ 484 h 1207"/>
                <a:gd name="T92" fmla="*/ 158 w 848"/>
                <a:gd name="T93" fmla="*/ 508 h 1207"/>
                <a:gd name="T94" fmla="*/ 195 w 848"/>
                <a:gd name="T95" fmla="*/ 615 h 1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848" h="1207">
                  <a:moveTo>
                    <a:pt x="210" y="643"/>
                  </a:moveTo>
                  <a:lnTo>
                    <a:pt x="210" y="643"/>
                  </a:lnTo>
                  <a:lnTo>
                    <a:pt x="208" y="552"/>
                  </a:lnTo>
                  <a:lnTo>
                    <a:pt x="206" y="474"/>
                  </a:lnTo>
                  <a:lnTo>
                    <a:pt x="205" y="437"/>
                  </a:lnTo>
                  <a:lnTo>
                    <a:pt x="201" y="408"/>
                  </a:lnTo>
                  <a:lnTo>
                    <a:pt x="201" y="408"/>
                  </a:lnTo>
                  <a:lnTo>
                    <a:pt x="193" y="372"/>
                  </a:lnTo>
                  <a:lnTo>
                    <a:pt x="180" y="326"/>
                  </a:lnTo>
                  <a:lnTo>
                    <a:pt x="147" y="211"/>
                  </a:lnTo>
                  <a:lnTo>
                    <a:pt x="132" y="154"/>
                  </a:lnTo>
                  <a:lnTo>
                    <a:pt x="119" y="102"/>
                  </a:lnTo>
                  <a:lnTo>
                    <a:pt x="115" y="79"/>
                  </a:lnTo>
                  <a:lnTo>
                    <a:pt x="114" y="61"/>
                  </a:lnTo>
                  <a:lnTo>
                    <a:pt x="114" y="44"/>
                  </a:lnTo>
                  <a:lnTo>
                    <a:pt x="115" y="33"/>
                  </a:lnTo>
                  <a:lnTo>
                    <a:pt x="115" y="33"/>
                  </a:lnTo>
                  <a:lnTo>
                    <a:pt x="123" y="16"/>
                  </a:lnTo>
                  <a:lnTo>
                    <a:pt x="128" y="11"/>
                  </a:lnTo>
                  <a:lnTo>
                    <a:pt x="134" y="7"/>
                  </a:lnTo>
                  <a:lnTo>
                    <a:pt x="140" y="3"/>
                  </a:lnTo>
                  <a:lnTo>
                    <a:pt x="145" y="1"/>
                  </a:lnTo>
                  <a:lnTo>
                    <a:pt x="151" y="0"/>
                  </a:lnTo>
                  <a:lnTo>
                    <a:pt x="158" y="1"/>
                  </a:lnTo>
                  <a:lnTo>
                    <a:pt x="166" y="5"/>
                  </a:lnTo>
                  <a:lnTo>
                    <a:pt x="171" y="9"/>
                  </a:lnTo>
                  <a:lnTo>
                    <a:pt x="179" y="16"/>
                  </a:lnTo>
                  <a:lnTo>
                    <a:pt x="186" y="24"/>
                  </a:lnTo>
                  <a:lnTo>
                    <a:pt x="193" y="33"/>
                  </a:lnTo>
                  <a:lnTo>
                    <a:pt x="199" y="46"/>
                  </a:lnTo>
                  <a:lnTo>
                    <a:pt x="212" y="78"/>
                  </a:lnTo>
                  <a:lnTo>
                    <a:pt x="212" y="78"/>
                  </a:lnTo>
                  <a:lnTo>
                    <a:pt x="273" y="250"/>
                  </a:lnTo>
                  <a:lnTo>
                    <a:pt x="308" y="352"/>
                  </a:lnTo>
                  <a:lnTo>
                    <a:pt x="308" y="352"/>
                  </a:lnTo>
                  <a:lnTo>
                    <a:pt x="316" y="346"/>
                  </a:lnTo>
                  <a:lnTo>
                    <a:pt x="323" y="341"/>
                  </a:lnTo>
                  <a:lnTo>
                    <a:pt x="334" y="337"/>
                  </a:lnTo>
                  <a:lnTo>
                    <a:pt x="347" y="333"/>
                  </a:lnTo>
                  <a:lnTo>
                    <a:pt x="362" y="333"/>
                  </a:lnTo>
                  <a:lnTo>
                    <a:pt x="370" y="335"/>
                  </a:lnTo>
                  <a:lnTo>
                    <a:pt x="379" y="337"/>
                  </a:lnTo>
                  <a:lnTo>
                    <a:pt x="386" y="341"/>
                  </a:lnTo>
                  <a:lnTo>
                    <a:pt x="396" y="348"/>
                  </a:lnTo>
                  <a:lnTo>
                    <a:pt x="396" y="348"/>
                  </a:lnTo>
                  <a:lnTo>
                    <a:pt x="410" y="361"/>
                  </a:lnTo>
                  <a:lnTo>
                    <a:pt x="422" y="374"/>
                  </a:lnTo>
                  <a:lnTo>
                    <a:pt x="435" y="397"/>
                  </a:lnTo>
                  <a:lnTo>
                    <a:pt x="442" y="408"/>
                  </a:lnTo>
                  <a:lnTo>
                    <a:pt x="451" y="417"/>
                  </a:lnTo>
                  <a:lnTo>
                    <a:pt x="462" y="424"/>
                  </a:lnTo>
                  <a:lnTo>
                    <a:pt x="479" y="430"/>
                  </a:lnTo>
                  <a:lnTo>
                    <a:pt x="479" y="430"/>
                  </a:lnTo>
                  <a:lnTo>
                    <a:pt x="498" y="434"/>
                  </a:lnTo>
                  <a:lnTo>
                    <a:pt x="514" y="436"/>
                  </a:lnTo>
                  <a:lnTo>
                    <a:pt x="540" y="436"/>
                  </a:lnTo>
                  <a:lnTo>
                    <a:pt x="552" y="436"/>
                  </a:lnTo>
                  <a:lnTo>
                    <a:pt x="564" y="439"/>
                  </a:lnTo>
                  <a:lnTo>
                    <a:pt x="576" y="447"/>
                  </a:lnTo>
                  <a:lnTo>
                    <a:pt x="589" y="458"/>
                  </a:lnTo>
                  <a:lnTo>
                    <a:pt x="589" y="458"/>
                  </a:lnTo>
                  <a:lnTo>
                    <a:pt x="596" y="463"/>
                  </a:lnTo>
                  <a:lnTo>
                    <a:pt x="603" y="467"/>
                  </a:lnTo>
                  <a:lnTo>
                    <a:pt x="616" y="473"/>
                  </a:lnTo>
                  <a:lnTo>
                    <a:pt x="642" y="480"/>
                  </a:lnTo>
                  <a:lnTo>
                    <a:pt x="654" y="486"/>
                  </a:lnTo>
                  <a:lnTo>
                    <a:pt x="659" y="489"/>
                  </a:lnTo>
                  <a:lnTo>
                    <a:pt x="665" y="495"/>
                  </a:lnTo>
                  <a:lnTo>
                    <a:pt x="670" y="502"/>
                  </a:lnTo>
                  <a:lnTo>
                    <a:pt x="674" y="512"/>
                  </a:lnTo>
                  <a:lnTo>
                    <a:pt x="678" y="525"/>
                  </a:lnTo>
                  <a:lnTo>
                    <a:pt x="681" y="539"/>
                  </a:lnTo>
                  <a:lnTo>
                    <a:pt x="681" y="539"/>
                  </a:lnTo>
                  <a:lnTo>
                    <a:pt x="687" y="569"/>
                  </a:lnTo>
                  <a:lnTo>
                    <a:pt x="689" y="597"/>
                  </a:lnTo>
                  <a:lnTo>
                    <a:pt x="689" y="625"/>
                  </a:lnTo>
                  <a:lnTo>
                    <a:pt x="687" y="653"/>
                  </a:lnTo>
                  <a:lnTo>
                    <a:pt x="683" y="714"/>
                  </a:lnTo>
                  <a:lnTo>
                    <a:pt x="681" y="751"/>
                  </a:lnTo>
                  <a:lnTo>
                    <a:pt x="683" y="792"/>
                  </a:lnTo>
                  <a:lnTo>
                    <a:pt x="683" y="792"/>
                  </a:lnTo>
                  <a:lnTo>
                    <a:pt x="687" y="834"/>
                  </a:lnTo>
                  <a:lnTo>
                    <a:pt x="691" y="870"/>
                  </a:lnTo>
                  <a:lnTo>
                    <a:pt x="694" y="897"/>
                  </a:lnTo>
                  <a:lnTo>
                    <a:pt x="700" y="918"/>
                  </a:lnTo>
                  <a:lnTo>
                    <a:pt x="707" y="946"/>
                  </a:lnTo>
                  <a:lnTo>
                    <a:pt x="711" y="955"/>
                  </a:lnTo>
                  <a:lnTo>
                    <a:pt x="848" y="1207"/>
                  </a:lnTo>
                  <a:lnTo>
                    <a:pt x="466" y="1207"/>
                  </a:lnTo>
                  <a:lnTo>
                    <a:pt x="466" y="1207"/>
                  </a:lnTo>
                  <a:lnTo>
                    <a:pt x="449" y="1181"/>
                  </a:lnTo>
                  <a:lnTo>
                    <a:pt x="403" y="1116"/>
                  </a:lnTo>
                  <a:lnTo>
                    <a:pt x="338" y="1029"/>
                  </a:lnTo>
                  <a:lnTo>
                    <a:pt x="303" y="985"/>
                  </a:lnTo>
                  <a:lnTo>
                    <a:pt x="266" y="938"/>
                  </a:lnTo>
                  <a:lnTo>
                    <a:pt x="266" y="938"/>
                  </a:lnTo>
                  <a:lnTo>
                    <a:pt x="230" y="901"/>
                  </a:lnTo>
                  <a:lnTo>
                    <a:pt x="201" y="871"/>
                  </a:lnTo>
                  <a:lnTo>
                    <a:pt x="177" y="847"/>
                  </a:lnTo>
                  <a:lnTo>
                    <a:pt x="156" y="827"/>
                  </a:lnTo>
                  <a:lnTo>
                    <a:pt x="138" y="805"/>
                  </a:lnTo>
                  <a:lnTo>
                    <a:pt x="123" y="781"/>
                  </a:lnTo>
                  <a:lnTo>
                    <a:pt x="108" y="747"/>
                  </a:lnTo>
                  <a:lnTo>
                    <a:pt x="91" y="704"/>
                  </a:lnTo>
                  <a:lnTo>
                    <a:pt x="91" y="704"/>
                  </a:lnTo>
                  <a:lnTo>
                    <a:pt x="78" y="664"/>
                  </a:lnTo>
                  <a:lnTo>
                    <a:pt x="67" y="634"/>
                  </a:lnTo>
                  <a:lnTo>
                    <a:pt x="50" y="599"/>
                  </a:lnTo>
                  <a:lnTo>
                    <a:pt x="45" y="584"/>
                  </a:lnTo>
                  <a:lnTo>
                    <a:pt x="41" y="571"/>
                  </a:lnTo>
                  <a:lnTo>
                    <a:pt x="37" y="551"/>
                  </a:lnTo>
                  <a:lnTo>
                    <a:pt x="34" y="525"/>
                  </a:lnTo>
                  <a:lnTo>
                    <a:pt x="34" y="525"/>
                  </a:lnTo>
                  <a:lnTo>
                    <a:pt x="32" y="512"/>
                  </a:lnTo>
                  <a:lnTo>
                    <a:pt x="28" y="499"/>
                  </a:lnTo>
                  <a:lnTo>
                    <a:pt x="21" y="478"/>
                  </a:lnTo>
                  <a:lnTo>
                    <a:pt x="12" y="463"/>
                  </a:lnTo>
                  <a:lnTo>
                    <a:pt x="4" y="454"/>
                  </a:lnTo>
                  <a:lnTo>
                    <a:pt x="0" y="447"/>
                  </a:lnTo>
                  <a:lnTo>
                    <a:pt x="0" y="443"/>
                  </a:lnTo>
                  <a:lnTo>
                    <a:pt x="0" y="439"/>
                  </a:lnTo>
                  <a:lnTo>
                    <a:pt x="2" y="436"/>
                  </a:lnTo>
                  <a:lnTo>
                    <a:pt x="6" y="432"/>
                  </a:lnTo>
                  <a:lnTo>
                    <a:pt x="19" y="423"/>
                  </a:lnTo>
                  <a:lnTo>
                    <a:pt x="19" y="423"/>
                  </a:lnTo>
                  <a:lnTo>
                    <a:pt x="28" y="419"/>
                  </a:lnTo>
                  <a:lnTo>
                    <a:pt x="37" y="415"/>
                  </a:lnTo>
                  <a:lnTo>
                    <a:pt x="47" y="415"/>
                  </a:lnTo>
                  <a:lnTo>
                    <a:pt x="58" y="415"/>
                  </a:lnTo>
                  <a:lnTo>
                    <a:pt x="67" y="417"/>
                  </a:lnTo>
                  <a:lnTo>
                    <a:pt x="78" y="421"/>
                  </a:lnTo>
                  <a:lnTo>
                    <a:pt x="89" y="424"/>
                  </a:lnTo>
                  <a:lnTo>
                    <a:pt x="99" y="430"/>
                  </a:lnTo>
                  <a:lnTo>
                    <a:pt x="119" y="445"/>
                  </a:lnTo>
                  <a:lnTo>
                    <a:pt x="127" y="454"/>
                  </a:lnTo>
                  <a:lnTo>
                    <a:pt x="136" y="463"/>
                  </a:lnTo>
                  <a:lnTo>
                    <a:pt x="143" y="474"/>
                  </a:lnTo>
                  <a:lnTo>
                    <a:pt x="149" y="484"/>
                  </a:lnTo>
                  <a:lnTo>
                    <a:pt x="154" y="497"/>
                  </a:lnTo>
                  <a:lnTo>
                    <a:pt x="158" y="508"/>
                  </a:lnTo>
                  <a:lnTo>
                    <a:pt x="158" y="508"/>
                  </a:lnTo>
                  <a:lnTo>
                    <a:pt x="169" y="552"/>
                  </a:lnTo>
                  <a:lnTo>
                    <a:pt x="180" y="586"/>
                  </a:lnTo>
                  <a:lnTo>
                    <a:pt x="195" y="615"/>
                  </a:lnTo>
                  <a:lnTo>
                    <a:pt x="210" y="643"/>
                  </a:lnTo>
                  <a:lnTo>
                    <a:pt x="210" y="643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pic>
        <p:nvPicPr>
          <p:cNvPr id="21" name="图片 20" descr="中科大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0600" y="110490"/>
            <a:ext cx="769620" cy="7696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5" name="b5e80740-5b81-4db6-8a2a-792167cc284d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73100" y="1130300"/>
            <a:ext cx="10845800" cy="5016500"/>
            <a:chOff x="673100" y="1130300"/>
            <a:chExt cx="10845800" cy="5016500"/>
          </a:xfrm>
        </p:grpSpPr>
        <p:sp>
          <p:nvSpPr>
            <p:cNvPr id="6" name="ïŝ1íḍè"/>
            <p:cNvSpPr/>
            <p:nvPr/>
          </p:nvSpPr>
          <p:spPr bwMode="auto">
            <a:xfrm>
              <a:off x="673100" y="1130300"/>
              <a:ext cx="3542453" cy="5016500"/>
            </a:xfrm>
            <a:prstGeom prst="roundRect">
              <a:avLst>
                <a:gd name="adj" fmla="val 8098"/>
              </a:avLst>
            </a:prstGeom>
            <a:solidFill>
              <a:schemeClr val="bg2"/>
            </a:solidFill>
            <a:ln w="381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dk1"/>
                </a:solidFill>
              </a:endParaRPr>
            </a:p>
          </p:txBody>
        </p:sp>
        <p:grpSp>
          <p:nvGrpSpPr>
            <p:cNvPr id="7" name="iṧ1ïḓe"/>
            <p:cNvGrpSpPr/>
            <p:nvPr/>
          </p:nvGrpSpPr>
          <p:grpSpPr>
            <a:xfrm>
              <a:off x="1537363" y="5274227"/>
              <a:ext cx="1813928" cy="401524"/>
              <a:chOff x="1506490" y="5270500"/>
              <a:chExt cx="1441983" cy="401778"/>
            </a:xfrm>
          </p:grpSpPr>
          <p:sp>
            <p:nvSpPr>
              <p:cNvPr id="36" name="íšlîḍè"/>
              <p:cNvSpPr/>
              <p:nvPr/>
            </p:nvSpPr>
            <p:spPr>
              <a:xfrm>
                <a:off x="1506490" y="5272993"/>
                <a:ext cx="1441983" cy="399285"/>
              </a:xfrm>
              <a:prstGeom prst="roundRect">
                <a:avLst>
                  <a:gd name="adj" fmla="val 50000"/>
                </a:avLst>
              </a:prstGeom>
              <a:noFill/>
              <a:ln w="22225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90000" tIns="46800" rIns="90000" bIns="46800" numCol="1" anchor="ctr">
                <a:normAutofit fontScale="47500" lnSpcReduction="20000"/>
              </a:bodyPr>
              <a:lstStyle/>
              <a:p>
                <a:pPr algn="ctr">
                  <a:defRPr sz="3200" cap="none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7" name="iṧľîďè"/>
              <p:cNvSpPr/>
              <p:nvPr/>
            </p:nvSpPr>
            <p:spPr>
              <a:xfrm>
                <a:off x="1540527" y="5270500"/>
                <a:ext cx="1207811" cy="3936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90000" tIns="46800" rIns="90000" bIns="46800" numCol="1" anchor="ctr">
                <a:normAutofit/>
              </a:bodyPr>
              <a:lstStyle>
                <a:lvl1pPr algn="ctr">
                  <a:defRPr cap="none"/>
                </a:lvl1pPr>
              </a:lstStyle>
              <a:p>
                <a:r>
                  <a:rPr lang="en-US" altLang="zh-CN" dirty="0"/>
                  <a:t>Text</a:t>
                </a:r>
                <a:endParaRPr lang="en-US" dirty="0"/>
              </a:p>
            </p:txBody>
          </p:sp>
          <p:sp>
            <p:nvSpPr>
              <p:cNvPr id="38" name="ïś1iďé"/>
              <p:cNvSpPr/>
              <p:nvPr/>
            </p:nvSpPr>
            <p:spPr>
              <a:xfrm>
                <a:off x="2633514" y="5442711"/>
                <a:ext cx="114825" cy="598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1917"/>
                    </a:moveTo>
                    <a:cubicBezTo>
                      <a:pt x="16615" y="21600"/>
                      <a:pt x="16615" y="21600"/>
                      <a:pt x="16615" y="21600"/>
                    </a:cubicBezTo>
                    <a:cubicBezTo>
                      <a:pt x="16615" y="21600"/>
                      <a:pt x="16615" y="21600"/>
                      <a:pt x="16283" y="21600"/>
                    </a:cubicBezTo>
                    <a:cubicBezTo>
                      <a:pt x="16283" y="21600"/>
                      <a:pt x="15951" y="21600"/>
                      <a:pt x="15951" y="20855"/>
                    </a:cubicBezTo>
                    <a:cubicBezTo>
                      <a:pt x="15951" y="14897"/>
                      <a:pt x="15951" y="14897"/>
                      <a:pt x="15951" y="14897"/>
                    </a:cubicBezTo>
                    <a:cubicBezTo>
                      <a:pt x="332" y="14897"/>
                      <a:pt x="332" y="14897"/>
                      <a:pt x="332" y="14897"/>
                    </a:cubicBezTo>
                    <a:cubicBezTo>
                      <a:pt x="0" y="14897"/>
                      <a:pt x="0" y="14152"/>
                      <a:pt x="0" y="13407"/>
                    </a:cubicBezTo>
                    <a:cubicBezTo>
                      <a:pt x="0" y="8193"/>
                      <a:pt x="0" y="8193"/>
                      <a:pt x="0" y="8193"/>
                    </a:cubicBezTo>
                    <a:cubicBezTo>
                      <a:pt x="0" y="7448"/>
                      <a:pt x="0" y="7448"/>
                      <a:pt x="332" y="7448"/>
                    </a:cubicBezTo>
                    <a:cubicBezTo>
                      <a:pt x="15951" y="7448"/>
                      <a:pt x="15951" y="7448"/>
                      <a:pt x="15951" y="7448"/>
                    </a:cubicBezTo>
                    <a:cubicBezTo>
                      <a:pt x="15951" y="745"/>
                      <a:pt x="15951" y="745"/>
                      <a:pt x="15951" y="745"/>
                    </a:cubicBezTo>
                    <a:cubicBezTo>
                      <a:pt x="15951" y="745"/>
                      <a:pt x="16283" y="0"/>
                      <a:pt x="16283" y="0"/>
                    </a:cubicBezTo>
                    <a:cubicBezTo>
                      <a:pt x="16615" y="0"/>
                      <a:pt x="16615" y="0"/>
                      <a:pt x="16615" y="0"/>
                    </a:cubicBezTo>
                    <a:cubicBezTo>
                      <a:pt x="21600" y="10428"/>
                      <a:pt x="21600" y="10428"/>
                      <a:pt x="21600" y="10428"/>
                    </a:cubicBezTo>
                    <a:cubicBezTo>
                      <a:pt x="21600" y="10428"/>
                      <a:pt x="21600" y="10428"/>
                      <a:pt x="21600" y="11172"/>
                    </a:cubicBezTo>
                    <a:cubicBezTo>
                      <a:pt x="21600" y="11172"/>
                      <a:pt x="21600" y="11172"/>
                      <a:pt x="21600" y="11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0000" tIns="46800" rIns="90000" bIns="46800" numCol="1" anchor="t">
                <a:normAutofit fontScale="25000" lnSpcReduction="20000"/>
              </a:bodyPr>
              <a:lstStyle/>
              <a:p>
                <a:pPr defTabSz="457200">
                  <a:defRPr sz="2400" cap="none">
                    <a:solidFill>
                      <a:srgbClr val="000000"/>
                    </a:solidFill>
                  </a:defRPr>
                </a:pPr>
              </a:p>
            </p:txBody>
          </p:sp>
        </p:grpSp>
        <p:sp>
          <p:nvSpPr>
            <p:cNvPr id="8" name="íSḻíḑè"/>
            <p:cNvSpPr txBox="1"/>
            <p:nvPr/>
          </p:nvSpPr>
          <p:spPr bwMode="auto">
            <a:xfrm>
              <a:off x="944366" y="3209550"/>
              <a:ext cx="2999920" cy="441526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400" b="1" dirty="0"/>
                <a:t>$10</a:t>
              </a:r>
              <a:endParaRPr lang="en-US" altLang="zh-CN" sz="2400" b="1" dirty="0"/>
            </a:p>
          </p:txBody>
        </p:sp>
        <p:sp>
          <p:nvSpPr>
            <p:cNvPr id="9" name="ïs1iḑè"/>
            <p:cNvSpPr/>
            <p:nvPr/>
          </p:nvSpPr>
          <p:spPr bwMode="auto">
            <a:xfrm>
              <a:off x="944366" y="3651074"/>
              <a:ext cx="2999920" cy="11634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  <a:p>
              <a:pPr algn="ctr">
                <a:lnSpc>
                  <a:spcPct val="150000"/>
                </a:lnSpc>
              </a:pPr>
              <a:endParaRPr lang="en-US" altLang="zh-CN" sz="1100" dirty="0"/>
            </a:p>
            <a:p>
              <a:pPr algn="ctr">
                <a:lnSpc>
                  <a:spcPct val="150000"/>
                </a:lnSpc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sp>
          <p:nvSpPr>
            <p:cNvPr id="10" name="íSļide"/>
            <p:cNvSpPr txBox="1"/>
            <p:nvPr/>
          </p:nvSpPr>
          <p:spPr bwMode="auto">
            <a:xfrm>
              <a:off x="944366" y="2589124"/>
              <a:ext cx="2999920" cy="441526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b="1" dirty="0"/>
                <a:t>Text here</a:t>
              </a:r>
              <a:endParaRPr lang="en-US" altLang="zh-CN" b="1" dirty="0"/>
            </a:p>
          </p:txBody>
        </p:sp>
        <p:sp>
          <p:nvSpPr>
            <p:cNvPr id="11" name="íšlîdé"/>
            <p:cNvSpPr/>
            <p:nvPr/>
          </p:nvSpPr>
          <p:spPr bwMode="auto">
            <a:xfrm>
              <a:off x="4324774" y="1130300"/>
              <a:ext cx="3542453" cy="5016500"/>
            </a:xfrm>
            <a:prstGeom prst="roundRect">
              <a:avLst>
                <a:gd name="adj" fmla="val 8098"/>
              </a:avLst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dk1"/>
                </a:solidFill>
              </a:endParaRPr>
            </a:p>
          </p:txBody>
        </p:sp>
        <p:grpSp>
          <p:nvGrpSpPr>
            <p:cNvPr id="12" name="ïṩliďe"/>
            <p:cNvGrpSpPr/>
            <p:nvPr/>
          </p:nvGrpSpPr>
          <p:grpSpPr>
            <a:xfrm>
              <a:off x="5189037" y="5274227"/>
              <a:ext cx="1813928" cy="401524"/>
              <a:chOff x="5189037" y="5274227"/>
              <a:chExt cx="1813928" cy="401524"/>
            </a:xfrm>
          </p:grpSpPr>
          <p:sp>
            <p:nvSpPr>
              <p:cNvPr id="33" name="iSľiḍe"/>
              <p:cNvSpPr/>
              <p:nvPr/>
            </p:nvSpPr>
            <p:spPr>
              <a:xfrm>
                <a:off x="5189037" y="5276718"/>
                <a:ext cx="1813928" cy="399033"/>
              </a:xfrm>
              <a:prstGeom prst="roundRect">
                <a:avLst>
                  <a:gd name="adj" fmla="val 50000"/>
                </a:avLst>
              </a:prstGeom>
              <a:noFill/>
              <a:ln w="22225" cap="flat">
                <a:solidFill>
                  <a:schemeClr val="bg1"/>
                </a:solidFill>
                <a:prstDash val="solid"/>
                <a:miter lim="400000"/>
              </a:ln>
              <a:effectLst/>
            </p:spPr>
            <p:txBody>
              <a:bodyPr wrap="square" lIns="90000" tIns="46800" rIns="90000" bIns="46800" numCol="1" anchor="ctr">
                <a:normAutofit fontScale="47500" lnSpcReduction="20000"/>
              </a:bodyPr>
              <a:lstStyle/>
              <a:p>
                <a:pPr algn="ctr">
                  <a:defRPr sz="3200" cap="none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4" name="ïšḷîdè"/>
              <p:cNvSpPr/>
              <p:nvPr/>
            </p:nvSpPr>
            <p:spPr>
              <a:xfrm>
                <a:off x="5231854" y="5274227"/>
                <a:ext cx="1519354" cy="39345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90000" tIns="46800" rIns="90000" bIns="46800" numCol="1" anchor="ctr">
                <a:normAutofit/>
              </a:bodyPr>
              <a:lstStyle>
                <a:lvl1pPr algn="ctr">
                  <a:defRPr cap="none"/>
                </a:lvl1pPr>
              </a:lstStyle>
              <a:p>
                <a:r>
                  <a:rPr lang="en-US" altLang="zh-CN" dirty="0">
                    <a:solidFill>
                      <a:schemeClr val="bg1"/>
                    </a:solidFill>
                  </a:rPr>
                  <a:t>Text</a:t>
                </a:r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íslïḑè"/>
              <p:cNvSpPr/>
              <p:nvPr/>
            </p:nvSpPr>
            <p:spPr>
              <a:xfrm>
                <a:off x="6606765" y="5446329"/>
                <a:ext cx="144443" cy="598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1917"/>
                    </a:moveTo>
                    <a:cubicBezTo>
                      <a:pt x="16615" y="21600"/>
                      <a:pt x="16615" y="21600"/>
                      <a:pt x="16615" y="21600"/>
                    </a:cubicBezTo>
                    <a:cubicBezTo>
                      <a:pt x="16615" y="21600"/>
                      <a:pt x="16615" y="21600"/>
                      <a:pt x="16283" y="21600"/>
                    </a:cubicBezTo>
                    <a:cubicBezTo>
                      <a:pt x="16283" y="21600"/>
                      <a:pt x="15951" y="21600"/>
                      <a:pt x="15951" y="20855"/>
                    </a:cubicBezTo>
                    <a:cubicBezTo>
                      <a:pt x="15951" y="14897"/>
                      <a:pt x="15951" y="14897"/>
                      <a:pt x="15951" y="14897"/>
                    </a:cubicBezTo>
                    <a:cubicBezTo>
                      <a:pt x="332" y="14897"/>
                      <a:pt x="332" y="14897"/>
                      <a:pt x="332" y="14897"/>
                    </a:cubicBezTo>
                    <a:cubicBezTo>
                      <a:pt x="0" y="14897"/>
                      <a:pt x="0" y="14152"/>
                      <a:pt x="0" y="13407"/>
                    </a:cubicBezTo>
                    <a:cubicBezTo>
                      <a:pt x="0" y="8193"/>
                      <a:pt x="0" y="8193"/>
                      <a:pt x="0" y="8193"/>
                    </a:cubicBezTo>
                    <a:cubicBezTo>
                      <a:pt x="0" y="7448"/>
                      <a:pt x="0" y="7448"/>
                      <a:pt x="332" y="7448"/>
                    </a:cubicBezTo>
                    <a:cubicBezTo>
                      <a:pt x="15951" y="7448"/>
                      <a:pt x="15951" y="7448"/>
                      <a:pt x="15951" y="7448"/>
                    </a:cubicBezTo>
                    <a:cubicBezTo>
                      <a:pt x="15951" y="745"/>
                      <a:pt x="15951" y="745"/>
                      <a:pt x="15951" y="745"/>
                    </a:cubicBezTo>
                    <a:cubicBezTo>
                      <a:pt x="15951" y="745"/>
                      <a:pt x="16283" y="0"/>
                      <a:pt x="16283" y="0"/>
                    </a:cubicBezTo>
                    <a:cubicBezTo>
                      <a:pt x="16615" y="0"/>
                      <a:pt x="16615" y="0"/>
                      <a:pt x="16615" y="0"/>
                    </a:cubicBezTo>
                    <a:cubicBezTo>
                      <a:pt x="21600" y="10428"/>
                      <a:pt x="21600" y="10428"/>
                      <a:pt x="21600" y="10428"/>
                    </a:cubicBezTo>
                    <a:cubicBezTo>
                      <a:pt x="21600" y="10428"/>
                      <a:pt x="21600" y="10428"/>
                      <a:pt x="21600" y="11172"/>
                    </a:cubicBezTo>
                    <a:cubicBezTo>
                      <a:pt x="21600" y="11172"/>
                      <a:pt x="21600" y="11172"/>
                      <a:pt x="21600" y="11917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0000" tIns="46800" rIns="90000" bIns="46800" numCol="1" anchor="t">
                <a:normAutofit fontScale="25000" lnSpcReduction="20000"/>
              </a:bodyPr>
              <a:lstStyle/>
              <a:p>
                <a:pPr defTabSz="457200">
                  <a:defRPr sz="2400" cap="none">
                    <a:solidFill>
                      <a:srgbClr val="000000"/>
                    </a:solidFill>
                  </a:defRPr>
                </a:pPr>
              </a:p>
            </p:txBody>
          </p:sp>
        </p:grpSp>
        <p:sp>
          <p:nvSpPr>
            <p:cNvPr id="13" name="ísliḋê"/>
            <p:cNvSpPr txBox="1"/>
            <p:nvPr/>
          </p:nvSpPr>
          <p:spPr bwMode="auto">
            <a:xfrm>
              <a:off x="4596040" y="3209550"/>
              <a:ext cx="2999920" cy="441526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bg1"/>
                  </a:solidFill>
                </a:rPr>
                <a:t>$30</a:t>
              </a:r>
              <a:endParaRPr lang="en-US" altLang="zh-CN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14" name="ïšlïḓe"/>
            <p:cNvSpPr/>
            <p:nvPr/>
          </p:nvSpPr>
          <p:spPr bwMode="auto">
            <a:xfrm>
              <a:off x="4596040" y="3651074"/>
              <a:ext cx="2999920" cy="11634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en-US" altLang="zh-CN" sz="1100" dirty="0">
                  <a:solidFill>
                    <a:schemeClr val="bg1"/>
                  </a:solidFill>
                </a:rPr>
                <a:t>Copy paste fonts. Choose the only option to retain text.</a:t>
              </a:r>
              <a:endParaRPr lang="en-US" altLang="zh-CN" sz="1100" dirty="0">
                <a:solidFill>
                  <a:schemeClr val="bg1"/>
                </a:solidFill>
              </a:endParaRPr>
            </a:p>
            <a:p>
              <a:pPr algn="ctr">
                <a:lnSpc>
                  <a:spcPct val="150000"/>
                </a:lnSpc>
              </a:pPr>
              <a:endParaRPr lang="en-US" altLang="zh-CN" sz="1100" dirty="0">
                <a:solidFill>
                  <a:schemeClr val="bg1"/>
                </a:solidFill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zh-CN" sz="1100" dirty="0">
                  <a:solidFill>
                    <a:schemeClr val="bg1"/>
                  </a:solidFill>
                </a:rPr>
                <a:t>……</a:t>
              </a:r>
              <a:endParaRPr lang="en-US" altLang="zh-CN" sz="1100" dirty="0">
                <a:solidFill>
                  <a:schemeClr val="bg1"/>
                </a:solidFill>
              </a:endParaRPr>
            </a:p>
          </p:txBody>
        </p:sp>
        <p:sp>
          <p:nvSpPr>
            <p:cNvPr id="15" name="íŝḻídé"/>
            <p:cNvSpPr txBox="1"/>
            <p:nvPr/>
          </p:nvSpPr>
          <p:spPr bwMode="auto">
            <a:xfrm>
              <a:off x="4596040" y="2589124"/>
              <a:ext cx="2999920" cy="441526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b="1" dirty="0">
                  <a:solidFill>
                    <a:schemeClr val="bg1"/>
                  </a:solidFill>
                </a:rPr>
                <a:t>Text here</a:t>
              </a:r>
              <a:endParaRPr lang="en-US" altLang="zh-CN" b="1" dirty="0">
                <a:solidFill>
                  <a:schemeClr val="bg1"/>
                </a:solidFill>
              </a:endParaRPr>
            </a:p>
          </p:txBody>
        </p:sp>
        <p:sp>
          <p:nvSpPr>
            <p:cNvPr id="16" name="iŝḷïḋé"/>
            <p:cNvSpPr/>
            <p:nvPr/>
          </p:nvSpPr>
          <p:spPr bwMode="auto">
            <a:xfrm>
              <a:off x="7976447" y="1130300"/>
              <a:ext cx="3542453" cy="5016500"/>
            </a:xfrm>
            <a:prstGeom prst="roundRect">
              <a:avLst>
                <a:gd name="adj" fmla="val 8098"/>
              </a:avLst>
            </a:prstGeom>
            <a:solidFill>
              <a:schemeClr val="bg2"/>
            </a:solidFill>
            <a:ln w="381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dk1"/>
                </a:solidFill>
              </a:endParaRPr>
            </a:p>
          </p:txBody>
        </p:sp>
        <p:grpSp>
          <p:nvGrpSpPr>
            <p:cNvPr id="17" name="îsļîďè"/>
            <p:cNvGrpSpPr/>
            <p:nvPr/>
          </p:nvGrpSpPr>
          <p:grpSpPr>
            <a:xfrm>
              <a:off x="8840710" y="5274227"/>
              <a:ext cx="1813928" cy="401524"/>
              <a:chOff x="1506490" y="5270500"/>
              <a:chExt cx="1441983" cy="401778"/>
            </a:xfrm>
          </p:grpSpPr>
          <p:sp>
            <p:nvSpPr>
              <p:cNvPr id="30" name="îŝḻiḑê"/>
              <p:cNvSpPr/>
              <p:nvPr/>
            </p:nvSpPr>
            <p:spPr>
              <a:xfrm>
                <a:off x="1506490" y="5272993"/>
                <a:ext cx="1441983" cy="399285"/>
              </a:xfrm>
              <a:prstGeom prst="roundRect">
                <a:avLst>
                  <a:gd name="adj" fmla="val 50000"/>
                </a:avLst>
              </a:prstGeom>
              <a:noFill/>
              <a:ln w="22225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90000" tIns="46800" rIns="90000" bIns="46800" numCol="1" anchor="ctr">
                <a:normAutofit fontScale="47500" lnSpcReduction="20000"/>
              </a:bodyPr>
              <a:lstStyle/>
              <a:p>
                <a:pPr algn="ctr">
                  <a:defRPr sz="3200" cap="none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1" name="ïṥliḋê"/>
              <p:cNvSpPr/>
              <p:nvPr/>
            </p:nvSpPr>
            <p:spPr>
              <a:xfrm>
                <a:off x="1540527" y="5270500"/>
                <a:ext cx="1207811" cy="3936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90000" tIns="46800" rIns="90000" bIns="46800" numCol="1" anchor="ctr">
                <a:normAutofit/>
              </a:bodyPr>
              <a:lstStyle>
                <a:lvl1pPr algn="ctr">
                  <a:defRPr cap="none"/>
                </a:lvl1pPr>
              </a:lstStyle>
              <a:p>
                <a:r>
                  <a:rPr lang="en-US" altLang="zh-CN" dirty="0"/>
                  <a:t>Text</a:t>
                </a:r>
                <a:endParaRPr lang="en-US" dirty="0"/>
              </a:p>
            </p:txBody>
          </p:sp>
          <p:sp>
            <p:nvSpPr>
              <p:cNvPr id="32" name="í$ḷíḍè"/>
              <p:cNvSpPr/>
              <p:nvPr/>
            </p:nvSpPr>
            <p:spPr>
              <a:xfrm>
                <a:off x="2633514" y="5442711"/>
                <a:ext cx="114825" cy="598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1917"/>
                    </a:moveTo>
                    <a:cubicBezTo>
                      <a:pt x="16615" y="21600"/>
                      <a:pt x="16615" y="21600"/>
                      <a:pt x="16615" y="21600"/>
                    </a:cubicBezTo>
                    <a:cubicBezTo>
                      <a:pt x="16615" y="21600"/>
                      <a:pt x="16615" y="21600"/>
                      <a:pt x="16283" y="21600"/>
                    </a:cubicBezTo>
                    <a:cubicBezTo>
                      <a:pt x="16283" y="21600"/>
                      <a:pt x="15951" y="21600"/>
                      <a:pt x="15951" y="20855"/>
                    </a:cubicBezTo>
                    <a:cubicBezTo>
                      <a:pt x="15951" y="14897"/>
                      <a:pt x="15951" y="14897"/>
                      <a:pt x="15951" y="14897"/>
                    </a:cubicBezTo>
                    <a:cubicBezTo>
                      <a:pt x="332" y="14897"/>
                      <a:pt x="332" y="14897"/>
                      <a:pt x="332" y="14897"/>
                    </a:cubicBezTo>
                    <a:cubicBezTo>
                      <a:pt x="0" y="14897"/>
                      <a:pt x="0" y="14152"/>
                      <a:pt x="0" y="13407"/>
                    </a:cubicBezTo>
                    <a:cubicBezTo>
                      <a:pt x="0" y="8193"/>
                      <a:pt x="0" y="8193"/>
                      <a:pt x="0" y="8193"/>
                    </a:cubicBezTo>
                    <a:cubicBezTo>
                      <a:pt x="0" y="7448"/>
                      <a:pt x="0" y="7448"/>
                      <a:pt x="332" y="7448"/>
                    </a:cubicBezTo>
                    <a:cubicBezTo>
                      <a:pt x="15951" y="7448"/>
                      <a:pt x="15951" y="7448"/>
                      <a:pt x="15951" y="7448"/>
                    </a:cubicBezTo>
                    <a:cubicBezTo>
                      <a:pt x="15951" y="745"/>
                      <a:pt x="15951" y="745"/>
                      <a:pt x="15951" y="745"/>
                    </a:cubicBezTo>
                    <a:cubicBezTo>
                      <a:pt x="15951" y="745"/>
                      <a:pt x="16283" y="0"/>
                      <a:pt x="16283" y="0"/>
                    </a:cubicBezTo>
                    <a:cubicBezTo>
                      <a:pt x="16615" y="0"/>
                      <a:pt x="16615" y="0"/>
                      <a:pt x="16615" y="0"/>
                    </a:cubicBezTo>
                    <a:cubicBezTo>
                      <a:pt x="21600" y="10428"/>
                      <a:pt x="21600" y="10428"/>
                      <a:pt x="21600" y="10428"/>
                    </a:cubicBezTo>
                    <a:cubicBezTo>
                      <a:pt x="21600" y="10428"/>
                      <a:pt x="21600" y="10428"/>
                      <a:pt x="21600" y="11172"/>
                    </a:cubicBezTo>
                    <a:cubicBezTo>
                      <a:pt x="21600" y="11172"/>
                      <a:pt x="21600" y="11172"/>
                      <a:pt x="21600" y="11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0000" tIns="46800" rIns="90000" bIns="46800" numCol="1" anchor="t">
                <a:normAutofit fontScale="25000" lnSpcReduction="20000"/>
              </a:bodyPr>
              <a:lstStyle/>
              <a:p>
                <a:pPr defTabSz="457200">
                  <a:defRPr sz="2400" cap="none">
                    <a:solidFill>
                      <a:srgbClr val="000000"/>
                    </a:solidFill>
                  </a:defRPr>
                </a:pPr>
              </a:p>
            </p:txBody>
          </p:sp>
        </p:grpSp>
        <p:sp>
          <p:nvSpPr>
            <p:cNvPr id="18" name="iş1îḋè"/>
            <p:cNvSpPr txBox="1"/>
            <p:nvPr/>
          </p:nvSpPr>
          <p:spPr bwMode="auto">
            <a:xfrm>
              <a:off x="8247713" y="3209550"/>
              <a:ext cx="2999920" cy="441526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400" b="1" dirty="0"/>
                <a:t>$60</a:t>
              </a:r>
              <a:endParaRPr lang="en-US" altLang="zh-CN" sz="2400" b="1" dirty="0"/>
            </a:p>
          </p:txBody>
        </p:sp>
        <p:sp>
          <p:nvSpPr>
            <p:cNvPr id="19" name="í$1ïḓê"/>
            <p:cNvSpPr/>
            <p:nvPr/>
          </p:nvSpPr>
          <p:spPr bwMode="auto">
            <a:xfrm>
              <a:off x="8247713" y="3651074"/>
              <a:ext cx="2999920" cy="11634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  <a:p>
              <a:pPr algn="ctr">
                <a:lnSpc>
                  <a:spcPct val="150000"/>
                </a:lnSpc>
              </a:pPr>
              <a:endParaRPr lang="en-US" altLang="zh-CN" sz="1100" dirty="0"/>
            </a:p>
            <a:p>
              <a:pPr algn="ctr">
                <a:lnSpc>
                  <a:spcPct val="150000"/>
                </a:lnSpc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sp>
          <p:nvSpPr>
            <p:cNvPr id="20" name="íṡḻîḍé"/>
            <p:cNvSpPr txBox="1"/>
            <p:nvPr/>
          </p:nvSpPr>
          <p:spPr bwMode="auto">
            <a:xfrm>
              <a:off x="8247713" y="2589124"/>
              <a:ext cx="2999920" cy="441526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b="1" dirty="0"/>
                <a:t>Text here</a:t>
              </a:r>
              <a:endParaRPr lang="en-US" altLang="zh-CN" b="1" dirty="0"/>
            </a:p>
          </p:txBody>
        </p:sp>
        <p:grpSp>
          <p:nvGrpSpPr>
            <p:cNvPr id="21" name="iṥ1ïḍé"/>
            <p:cNvGrpSpPr/>
            <p:nvPr/>
          </p:nvGrpSpPr>
          <p:grpSpPr>
            <a:xfrm>
              <a:off x="1932105" y="1443893"/>
              <a:ext cx="1024443" cy="1026520"/>
              <a:chOff x="668200" y="2627713"/>
              <a:chExt cx="1024443" cy="1026520"/>
            </a:xfrm>
          </p:grpSpPr>
          <p:sp>
            <p:nvSpPr>
              <p:cNvPr id="28" name="iŝľiďe"/>
              <p:cNvSpPr/>
              <p:nvPr/>
            </p:nvSpPr>
            <p:spPr bwMode="auto">
              <a:xfrm>
                <a:off x="668200" y="2627713"/>
                <a:ext cx="1024443" cy="1026520"/>
              </a:xfrm>
              <a:prstGeom prst="ellipse">
                <a:avLst/>
              </a:prstGeom>
              <a:solidFill>
                <a:schemeClr val="accent1"/>
              </a:solidFill>
              <a:ln w="57150">
                <a:solidFill>
                  <a:schemeClr val="bg1"/>
                </a:solidFill>
                <a:rou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70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ï$ľïďê"/>
              <p:cNvSpPr/>
              <p:nvPr/>
            </p:nvSpPr>
            <p:spPr bwMode="auto">
              <a:xfrm>
                <a:off x="920954" y="2891096"/>
                <a:ext cx="518934" cy="499754"/>
              </a:xfrm>
              <a:custGeom>
                <a:avLst/>
                <a:gdLst>
                  <a:gd name="connsiteX0" fmla="*/ 216243 w 609050"/>
                  <a:gd name="connsiteY0" fmla="*/ 412730 h 586540"/>
                  <a:gd name="connsiteX1" fmla="*/ 216243 w 609050"/>
                  <a:gd name="connsiteY1" fmla="*/ 456594 h 586540"/>
                  <a:gd name="connsiteX2" fmla="*/ 293953 w 609050"/>
                  <a:gd name="connsiteY2" fmla="*/ 456594 h 586540"/>
                  <a:gd name="connsiteX3" fmla="*/ 293953 w 609050"/>
                  <a:gd name="connsiteY3" fmla="*/ 412730 h 586540"/>
                  <a:gd name="connsiteX4" fmla="*/ 69884 w 609050"/>
                  <a:gd name="connsiteY4" fmla="*/ 412730 h 586540"/>
                  <a:gd name="connsiteX5" fmla="*/ 69884 w 609050"/>
                  <a:gd name="connsiteY5" fmla="*/ 456594 h 586540"/>
                  <a:gd name="connsiteX6" fmla="*/ 147595 w 609050"/>
                  <a:gd name="connsiteY6" fmla="*/ 456594 h 586540"/>
                  <a:gd name="connsiteX7" fmla="*/ 147595 w 609050"/>
                  <a:gd name="connsiteY7" fmla="*/ 412730 h 586540"/>
                  <a:gd name="connsiteX8" fmla="*/ 460769 w 609050"/>
                  <a:gd name="connsiteY8" fmla="*/ 376268 h 586540"/>
                  <a:gd name="connsiteX9" fmla="*/ 460769 w 609050"/>
                  <a:gd name="connsiteY9" fmla="*/ 414786 h 586540"/>
                  <a:gd name="connsiteX10" fmla="*/ 555916 w 609050"/>
                  <a:gd name="connsiteY10" fmla="*/ 414786 h 586540"/>
                  <a:gd name="connsiteX11" fmla="*/ 555916 w 609050"/>
                  <a:gd name="connsiteY11" fmla="*/ 376268 h 586540"/>
                  <a:gd name="connsiteX12" fmla="*/ 216243 w 609050"/>
                  <a:gd name="connsiteY12" fmla="*/ 339670 h 586540"/>
                  <a:gd name="connsiteX13" fmla="*/ 216243 w 609050"/>
                  <a:gd name="connsiteY13" fmla="*/ 383533 h 586540"/>
                  <a:gd name="connsiteX14" fmla="*/ 293953 w 609050"/>
                  <a:gd name="connsiteY14" fmla="*/ 383533 h 586540"/>
                  <a:gd name="connsiteX15" fmla="*/ 293953 w 609050"/>
                  <a:gd name="connsiteY15" fmla="*/ 339670 h 586540"/>
                  <a:gd name="connsiteX16" fmla="*/ 69884 w 609050"/>
                  <a:gd name="connsiteY16" fmla="*/ 339670 h 586540"/>
                  <a:gd name="connsiteX17" fmla="*/ 69884 w 609050"/>
                  <a:gd name="connsiteY17" fmla="*/ 383533 h 586540"/>
                  <a:gd name="connsiteX18" fmla="*/ 147595 w 609050"/>
                  <a:gd name="connsiteY18" fmla="*/ 383533 h 586540"/>
                  <a:gd name="connsiteX19" fmla="*/ 147595 w 609050"/>
                  <a:gd name="connsiteY19" fmla="*/ 339670 h 586540"/>
                  <a:gd name="connsiteX20" fmla="*/ 460769 w 609050"/>
                  <a:gd name="connsiteY20" fmla="*/ 303071 h 586540"/>
                  <a:gd name="connsiteX21" fmla="*/ 460769 w 609050"/>
                  <a:gd name="connsiteY21" fmla="*/ 341726 h 586540"/>
                  <a:gd name="connsiteX22" fmla="*/ 555916 w 609050"/>
                  <a:gd name="connsiteY22" fmla="*/ 341726 h 586540"/>
                  <a:gd name="connsiteX23" fmla="*/ 555916 w 609050"/>
                  <a:gd name="connsiteY23" fmla="*/ 303071 h 586540"/>
                  <a:gd name="connsiteX24" fmla="*/ 216243 w 609050"/>
                  <a:gd name="connsiteY24" fmla="*/ 266609 h 586540"/>
                  <a:gd name="connsiteX25" fmla="*/ 216243 w 609050"/>
                  <a:gd name="connsiteY25" fmla="*/ 310473 h 586540"/>
                  <a:gd name="connsiteX26" fmla="*/ 293953 w 609050"/>
                  <a:gd name="connsiteY26" fmla="*/ 310473 h 586540"/>
                  <a:gd name="connsiteX27" fmla="*/ 293953 w 609050"/>
                  <a:gd name="connsiteY27" fmla="*/ 266609 h 586540"/>
                  <a:gd name="connsiteX28" fmla="*/ 69884 w 609050"/>
                  <a:gd name="connsiteY28" fmla="*/ 266609 h 586540"/>
                  <a:gd name="connsiteX29" fmla="*/ 69884 w 609050"/>
                  <a:gd name="connsiteY29" fmla="*/ 310473 h 586540"/>
                  <a:gd name="connsiteX30" fmla="*/ 147595 w 609050"/>
                  <a:gd name="connsiteY30" fmla="*/ 310473 h 586540"/>
                  <a:gd name="connsiteX31" fmla="*/ 147595 w 609050"/>
                  <a:gd name="connsiteY31" fmla="*/ 266609 h 586540"/>
                  <a:gd name="connsiteX32" fmla="*/ 460769 w 609050"/>
                  <a:gd name="connsiteY32" fmla="*/ 230010 h 586540"/>
                  <a:gd name="connsiteX33" fmla="*/ 460769 w 609050"/>
                  <a:gd name="connsiteY33" fmla="*/ 268528 h 586540"/>
                  <a:gd name="connsiteX34" fmla="*/ 555916 w 609050"/>
                  <a:gd name="connsiteY34" fmla="*/ 268528 h 586540"/>
                  <a:gd name="connsiteX35" fmla="*/ 555916 w 609050"/>
                  <a:gd name="connsiteY35" fmla="*/ 230010 h 586540"/>
                  <a:gd name="connsiteX36" fmla="*/ 216243 w 609050"/>
                  <a:gd name="connsiteY36" fmla="*/ 193549 h 586540"/>
                  <a:gd name="connsiteX37" fmla="*/ 216243 w 609050"/>
                  <a:gd name="connsiteY37" fmla="*/ 237412 h 586540"/>
                  <a:gd name="connsiteX38" fmla="*/ 293953 w 609050"/>
                  <a:gd name="connsiteY38" fmla="*/ 237412 h 586540"/>
                  <a:gd name="connsiteX39" fmla="*/ 293953 w 609050"/>
                  <a:gd name="connsiteY39" fmla="*/ 193549 h 586540"/>
                  <a:gd name="connsiteX40" fmla="*/ 69884 w 609050"/>
                  <a:gd name="connsiteY40" fmla="*/ 193549 h 586540"/>
                  <a:gd name="connsiteX41" fmla="*/ 69884 w 609050"/>
                  <a:gd name="connsiteY41" fmla="*/ 237412 h 586540"/>
                  <a:gd name="connsiteX42" fmla="*/ 147595 w 609050"/>
                  <a:gd name="connsiteY42" fmla="*/ 237412 h 586540"/>
                  <a:gd name="connsiteX43" fmla="*/ 147595 w 609050"/>
                  <a:gd name="connsiteY43" fmla="*/ 193549 h 586540"/>
                  <a:gd name="connsiteX44" fmla="*/ 460769 w 609050"/>
                  <a:gd name="connsiteY44" fmla="*/ 156950 h 586540"/>
                  <a:gd name="connsiteX45" fmla="*/ 460769 w 609050"/>
                  <a:gd name="connsiteY45" fmla="*/ 195468 h 586540"/>
                  <a:gd name="connsiteX46" fmla="*/ 555916 w 609050"/>
                  <a:gd name="connsiteY46" fmla="*/ 195468 h 586540"/>
                  <a:gd name="connsiteX47" fmla="*/ 555916 w 609050"/>
                  <a:gd name="connsiteY47" fmla="*/ 156950 h 586540"/>
                  <a:gd name="connsiteX48" fmla="*/ 192926 w 609050"/>
                  <a:gd name="connsiteY48" fmla="*/ 96251 h 586540"/>
                  <a:gd name="connsiteX49" fmla="*/ 361366 w 609050"/>
                  <a:gd name="connsiteY49" fmla="*/ 96251 h 586540"/>
                  <a:gd name="connsiteX50" fmla="*/ 361366 w 609050"/>
                  <a:gd name="connsiteY50" fmla="*/ 114880 h 586540"/>
                  <a:gd name="connsiteX51" fmla="*/ 192926 w 609050"/>
                  <a:gd name="connsiteY51" fmla="*/ 114880 h 586540"/>
                  <a:gd name="connsiteX52" fmla="*/ 192926 w 609050"/>
                  <a:gd name="connsiteY52" fmla="*/ 49819 h 586540"/>
                  <a:gd name="connsiteX53" fmla="*/ 361366 w 609050"/>
                  <a:gd name="connsiteY53" fmla="*/ 49819 h 586540"/>
                  <a:gd name="connsiteX54" fmla="*/ 361366 w 609050"/>
                  <a:gd name="connsiteY54" fmla="*/ 68307 h 586540"/>
                  <a:gd name="connsiteX55" fmla="*/ 192926 w 609050"/>
                  <a:gd name="connsiteY55" fmla="*/ 68307 h 586540"/>
                  <a:gd name="connsiteX56" fmla="*/ 166130 w 609050"/>
                  <a:gd name="connsiteY56" fmla="*/ 25222 h 586540"/>
                  <a:gd name="connsiteX57" fmla="*/ 166130 w 609050"/>
                  <a:gd name="connsiteY57" fmla="*/ 155716 h 586540"/>
                  <a:gd name="connsiteX58" fmla="*/ 338987 w 609050"/>
                  <a:gd name="connsiteY58" fmla="*/ 155716 h 586540"/>
                  <a:gd name="connsiteX59" fmla="*/ 338987 w 609050"/>
                  <a:gd name="connsiteY59" fmla="*/ 341040 h 586540"/>
                  <a:gd name="connsiteX60" fmla="*/ 338987 w 609050"/>
                  <a:gd name="connsiteY60" fmla="*/ 531710 h 586540"/>
                  <a:gd name="connsiteX61" fmla="*/ 366721 w 609050"/>
                  <a:gd name="connsiteY61" fmla="*/ 531710 h 586540"/>
                  <a:gd name="connsiteX62" fmla="*/ 366721 w 609050"/>
                  <a:gd name="connsiteY62" fmla="*/ 341040 h 586540"/>
                  <a:gd name="connsiteX63" fmla="*/ 366721 w 609050"/>
                  <a:gd name="connsiteY63" fmla="*/ 155305 h 586540"/>
                  <a:gd name="connsiteX64" fmla="*/ 388002 w 609050"/>
                  <a:gd name="connsiteY64" fmla="*/ 143517 h 586540"/>
                  <a:gd name="connsiteX65" fmla="*/ 388002 w 609050"/>
                  <a:gd name="connsiteY65" fmla="*/ 25222 h 586540"/>
                  <a:gd name="connsiteX66" fmla="*/ 140867 w 609050"/>
                  <a:gd name="connsiteY66" fmla="*/ 0 h 586540"/>
                  <a:gd name="connsiteX67" fmla="*/ 413402 w 609050"/>
                  <a:gd name="connsiteY67" fmla="*/ 0 h 586540"/>
                  <a:gd name="connsiteX68" fmla="*/ 413402 w 609050"/>
                  <a:gd name="connsiteY68" fmla="*/ 129398 h 586540"/>
                  <a:gd name="connsiteX69" fmla="*/ 432486 w 609050"/>
                  <a:gd name="connsiteY69" fmla="*/ 118843 h 586540"/>
                  <a:gd name="connsiteX70" fmla="*/ 584199 w 609050"/>
                  <a:gd name="connsiteY70" fmla="*/ 118843 h 586540"/>
                  <a:gd name="connsiteX71" fmla="*/ 584199 w 609050"/>
                  <a:gd name="connsiteY71" fmla="*/ 531710 h 586540"/>
                  <a:gd name="connsiteX72" fmla="*/ 609050 w 609050"/>
                  <a:gd name="connsiteY72" fmla="*/ 531710 h 586540"/>
                  <a:gd name="connsiteX73" fmla="*/ 609050 w 609050"/>
                  <a:gd name="connsiteY73" fmla="*/ 586540 h 586540"/>
                  <a:gd name="connsiteX74" fmla="*/ 0 w 609050"/>
                  <a:gd name="connsiteY74" fmla="*/ 586540 h 586540"/>
                  <a:gd name="connsiteX75" fmla="*/ 0 w 609050"/>
                  <a:gd name="connsiteY75" fmla="*/ 531710 h 586540"/>
                  <a:gd name="connsiteX76" fmla="*/ 24851 w 609050"/>
                  <a:gd name="connsiteY76" fmla="*/ 531710 h 586540"/>
                  <a:gd name="connsiteX77" fmla="*/ 24851 w 609050"/>
                  <a:gd name="connsiteY77" fmla="*/ 155716 h 586540"/>
                  <a:gd name="connsiteX78" fmla="*/ 140867 w 609050"/>
                  <a:gd name="connsiteY78" fmla="*/ 155716 h 5865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</a:cxnLst>
                <a:rect l="l" t="t" r="r" b="b"/>
                <a:pathLst>
                  <a:path w="609050" h="586540">
                    <a:moveTo>
                      <a:pt x="216243" y="412730"/>
                    </a:moveTo>
                    <a:lnTo>
                      <a:pt x="216243" y="456594"/>
                    </a:lnTo>
                    <a:lnTo>
                      <a:pt x="293953" y="456594"/>
                    </a:lnTo>
                    <a:lnTo>
                      <a:pt x="293953" y="412730"/>
                    </a:lnTo>
                    <a:close/>
                    <a:moveTo>
                      <a:pt x="69884" y="412730"/>
                    </a:moveTo>
                    <a:lnTo>
                      <a:pt x="69884" y="456594"/>
                    </a:lnTo>
                    <a:lnTo>
                      <a:pt x="147595" y="456594"/>
                    </a:lnTo>
                    <a:lnTo>
                      <a:pt x="147595" y="412730"/>
                    </a:lnTo>
                    <a:close/>
                    <a:moveTo>
                      <a:pt x="460769" y="376268"/>
                    </a:moveTo>
                    <a:lnTo>
                      <a:pt x="460769" y="414786"/>
                    </a:lnTo>
                    <a:lnTo>
                      <a:pt x="555916" y="414786"/>
                    </a:lnTo>
                    <a:lnTo>
                      <a:pt x="555916" y="376268"/>
                    </a:lnTo>
                    <a:close/>
                    <a:moveTo>
                      <a:pt x="216243" y="339670"/>
                    </a:moveTo>
                    <a:lnTo>
                      <a:pt x="216243" y="383533"/>
                    </a:lnTo>
                    <a:lnTo>
                      <a:pt x="293953" y="383533"/>
                    </a:lnTo>
                    <a:lnTo>
                      <a:pt x="293953" y="339670"/>
                    </a:lnTo>
                    <a:close/>
                    <a:moveTo>
                      <a:pt x="69884" y="339670"/>
                    </a:moveTo>
                    <a:lnTo>
                      <a:pt x="69884" y="383533"/>
                    </a:lnTo>
                    <a:lnTo>
                      <a:pt x="147595" y="383533"/>
                    </a:lnTo>
                    <a:lnTo>
                      <a:pt x="147595" y="339670"/>
                    </a:lnTo>
                    <a:close/>
                    <a:moveTo>
                      <a:pt x="460769" y="303071"/>
                    </a:moveTo>
                    <a:lnTo>
                      <a:pt x="460769" y="341726"/>
                    </a:lnTo>
                    <a:lnTo>
                      <a:pt x="555916" y="341726"/>
                    </a:lnTo>
                    <a:lnTo>
                      <a:pt x="555916" y="303071"/>
                    </a:lnTo>
                    <a:close/>
                    <a:moveTo>
                      <a:pt x="216243" y="266609"/>
                    </a:moveTo>
                    <a:lnTo>
                      <a:pt x="216243" y="310473"/>
                    </a:lnTo>
                    <a:lnTo>
                      <a:pt x="293953" y="310473"/>
                    </a:lnTo>
                    <a:lnTo>
                      <a:pt x="293953" y="266609"/>
                    </a:lnTo>
                    <a:close/>
                    <a:moveTo>
                      <a:pt x="69884" y="266609"/>
                    </a:moveTo>
                    <a:lnTo>
                      <a:pt x="69884" y="310473"/>
                    </a:lnTo>
                    <a:lnTo>
                      <a:pt x="147595" y="310473"/>
                    </a:lnTo>
                    <a:lnTo>
                      <a:pt x="147595" y="266609"/>
                    </a:lnTo>
                    <a:close/>
                    <a:moveTo>
                      <a:pt x="460769" y="230010"/>
                    </a:moveTo>
                    <a:lnTo>
                      <a:pt x="460769" y="268528"/>
                    </a:lnTo>
                    <a:lnTo>
                      <a:pt x="555916" y="268528"/>
                    </a:lnTo>
                    <a:lnTo>
                      <a:pt x="555916" y="230010"/>
                    </a:lnTo>
                    <a:close/>
                    <a:moveTo>
                      <a:pt x="216243" y="193549"/>
                    </a:moveTo>
                    <a:lnTo>
                      <a:pt x="216243" y="237412"/>
                    </a:lnTo>
                    <a:lnTo>
                      <a:pt x="293953" y="237412"/>
                    </a:lnTo>
                    <a:lnTo>
                      <a:pt x="293953" y="193549"/>
                    </a:lnTo>
                    <a:close/>
                    <a:moveTo>
                      <a:pt x="69884" y="193549"/>
                    </a:moveTo>
                    <a:lnTo>
                      <a:pt x="69884" y="237412"/>
                    </a:lnTo>
                    <a:lnTo>
                      <a:pt x="147595" y="237412"/>
                    </a:lnTo>
                    <a:lnTo>
                      <a:pt x="147595" y="193549"/>
                    </a:lnTo>
                    <a:close/>
                    <a:moveTo>
                      <a:pt x="460769" y="156950"/>
                    </a:moveTo>
                    <a:lnTo>
                      <a:pt x="460769" y="195468"/>
                    </a:lnTo>
                    <a:lnTo>
                      <a:pt x="555916" y="195468"/>
                    </a:lnTo>
                    <a:lnTo>
                      <a:pt x="555916" y="156950"/>
                    </a:lnTo>
                    <a:close/>
                    <a:moveTo>
                      <a:pt x="192926" y="96251"/>
                    </a:moveTo>
                    <a:lnTo>
                      <a:pt x="361366" y="96251"/>
                    </a:lnTo>
                    <a:lnTo>
                      <a:pt x="361366" y="114880"/>
                    </a:lnTo>
                    <a:lnTo>
                      <a:pt x="192926" y="114880"/>
                    </a:lnTo>
                    <a:close/>
                    <a:moveTo>
                      <a:pt x="192926" y="49819"/>
                    </a:moveTo>
                    <a:lnTo>
                      <a:pt x="361366" y="49819"/>
                    </a:lnTo>
                    <a:lnTo>
                      <a:pt x="361366" y="68307"/>
                    </a:lnTo>
                    <a:lnTo>
                      <a:pt x="192926" y="68307"/>
                    </a:lnTo>
                    <a:close/>
                    <a:moveTo>
                      <a:pt x="166130" y="25222"/>
                    </a:moveTo>
                    <a:lnTo>
                      <a:pt x="166130" y="155716"/>
                    </a:lnTo>
                    <a:lnTo>
                      <a:pt x="338987" y="155716"/>
                    </a:lnTo>
                    <a:lnTo>
                      <a:pt x="338987" y="341040"/>
                    </a:lnTo>
                    <a:lnTo>
                      <a:pt x="338987" y="531710"/>
                    </a:lnTo>
                    <a:lnTo>
                      <a:pt x="366721" y="531710"/>
                    </a:lnTo>
                    <a:lnTo>
                      <a:pt x="366721" y="341040"/>
                    </a:lnTo>
                    <a:lnTo>
                      <a:pt x="366721" y="155305"/>
                    </a:lnTo>
                    <a:lnTo>
                      <a:pt x="388002" y="143517"/>
                    </a:lnTo>
                    <a:lnTo>
                      <a:pt x="388002" y="25222"/>
                    </a:lnTo>
                    <a:close/>
                    <a:moveTo>
                      <a:pt x="140867" y="0"/>
                    </a:moveTo>
                    <a:lnTo>
                      <a:pt x="413402" y="0"/>
                    </a:lnTo>
                    <a:lnTo>
                      <a:pt x="413402" y="129398"/>
                    </a:lnTo>
                    <a:lnTo>
                      <a:pt x="432486" y="118843"/>
                    </a:lnTo>
                    <a:lnTo>
                      <a:pt x="584199" y="118843"/>
                    </a:lnTo>
                    <a:lnTo>
                      <a:pt x="584199" y="531710"/>
                    </a:lnTo>
                    <a:lnTo>
                      <a:pt x="609050" y="531710"/>
                    </a:lnTo>
                    <a:lnTo>
                      <a:pt x="609050" y="586540"/>
                    </a:lnTo>
                    <a:lnTo>
                      <a:pt x="0" y="586540"/>
                    </a:lnTo>
                    <a:lnTo>
                      <a:pt x="0" y="531710"/>
                    </a:lnTo>
                    <a:lnTo>
                      <a:pt x="24851" y="531710"/>
                    </a:lnTo>
                    <a:lnTo>
                      <a:pt x="24851" y="155716"/>
                    </a:lnTo>
                    <a:lnTo>
                      <a:pt x="140867" y="155716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22" name="íṣļíďe"/>
            <p:cNvGrpSpPr/>
            <p:nvPr/>
          </p:nvGrpSpPr>
          <p:grpSpPr>
            <a:xfrm>
              <a:off x="5582322" y="1443893"/>
              <a:ext cx="1024443" cy="1026520"/>
              <a:chOff x="668200" y="2627713"/>
              <a:chExt cx="1024443" cy="1026520"/>
            </a:xfrm>
            <a:solidFill>
              <a:schemeClr val="bg1"/>
            </a:solidFill>
          </p:grpSpPr>
          <p:sp>
            <p:nvSpPr>
              <p:cNvPr id="26" name="ïṣlíďè"/>
              <p:cNvSpPr/>
              <p:nvPr/>
            </p:nvSpPr>
            <p:spPr bwMode="auto">
              <a:xfrm>
                <a:off x="668200" y="2627713"/>
                <a:ext cx="1024443" cy="1026520"/>
              </a:xfrm>
              <a:prstGeom prst="ellipse">
                <a:avLst/>
              </a:prstGeom>
              <a:grpFill/>
              <a:ln w="57150">
                <a:solidFill>
                  <a:schemeClr val="tx2">
                    <a:lumMod val="20000"/>
                    <a:lumOff val="80000"/>
                  </a:schemeClr>
                </a:solidFill>
                <a:rou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70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îSľîḑè"/>
              <p:cNvSpPr/>
              <p:nvPr/>
            </p:nvSpPr>
            <p:spPr bwMode="auto">
              <a:xfrm>
                <a:off x="920954" y="2891096"/>
                <a:ext cx="518934" cy="499754"/>
              </a:xfrm>
              <a:custGeom>
                <a:avLst/>
                <a:gdLst>
                  <a:gd name="connsiteX0" fmla="*/ 216243 w 609050"/>
                  <a:gd name="connsiteY0" fmla="*/ 412730 h 586540"/>
                  <a:gd name="connsiteX1" fmla="*/ 216243 w 609050"/>
                  <a:gd name="connsiteY1" fmla="*/ 456594 h 586540"/>
                  <a:gd name="connsiteX2" fmla="*/ 293953 w 609050"/>
                  <a:gd name="connsiteY2" fmla="*/ 456594 h 586540"/>
                  <a:gd name="connsiteX3" fmla="*/ 293953 w 609050"/>
                  <a:gd name="connsiteY3" fmla="*/ 412730 h 586540"/>
                  <a:gd name="connsiteX4" fmla="*/ 69884 w 609050"/>
                  <a:gd name="connsiteY4" fmla="*/ 412730 h 586540"/>
                  <a:gd name="connsiteX5" fmla="*/ 69884 w 609050"/>
                  <a:gd name="connsiteY5" fmla="*/ 456594 h 586540"/>
                  <a:gd name="connsiteX6" fmla="*/ 147595 w 609050"/>
                  <a:gd name="connsiteY6" fmla="*/ 456594 h 586540"/>
                  <a:gd name="connsiteX7" fmla="*/ 147595 w 609050"/>
                  <a:gd name="connsiteY7" fmla="*/ 412730 h 586540"/>
                  <a:gd name="connsiteX8" fmla="*/ 460769 w 609050"/>
                  <a:gd name="connsiteY8" fmla="*/ 376268 h 586540"/>
                  <a:gd name="connsiteX9" fmla="*/ 460769 w 609050"/>
                  <a:gd name="connsiteY9" fmla="*/ 414786 h 586540"/>
                  <a:gd name="connsiteX10" fmla="*/ 555916 w 609050"/>
                  <a:gd name="connsiteY10" fmla="*/ 414786 h 586540"/>
                  <a:gd name="connsiteX11" fmla="*/ 555916 w 609050"/>
                  <a:gd name="connsiteY11" fmla="*/ 376268 h 586540"/>
                  <a:gd name="connsiteX12" fmla="*/ 216243 w 609050"/>
                  <a:gd name="connsiteY12" fmla="*/ 339670 h 586540"/>
                  <a:gd name="connsiteX13" fmla="*/ 216243 w 609050"/>
                  <a:gd name="connsiteY13" fmla="*/ 383533 h 586540"/>
                  <a:gd name="connsiteX14" fmla="*/ 293953 w 609050"/>
                  <a:gd name="connsiteY14" fmla="*/ 383533 h 586540"/>
                  <a:gd name="connsiteX15" fmla="*/ 293953 w 609050"/>
                  <a:gd name="connsiteY15" fmla="*/ 339670 h 586540"/>
                  <a:gd name="connsiteX16" fmla="*/ 69884 w 609050"/>
                  <a:gd name="connsiteY16" fmla="*/ 339670 h 586540"/>
                  <a:gd name="connsiteX17" fmla="*/ 69884 w 609050"/>
                  <a:gd name="connsiteY17" fmla="*/ 383533 h 586540"/>
                  <a:gd name="connsiteX18" fmla="*/ 147595 w 609050"/>
                  <a:gd name="connsiteY18" fmla="*/ 383533 h 586540"/>
                  <a:gd name="connsiteX19" fmla="*/ 147595 w 609050"/>
                  <a:gd name="connsiteY19" fmla="*/ 339670 h 586540"/>
                  <a:gd name="connsiteX20" fmla="*/ 460769 w 609050"/>
                  <a:gd name="connsiteY20" fmla="*/ 303071 h 586540"/>
                  <a:gd name="connsiteX21" fmla="*/ 460769 w 609050"/>
                  <a:gd name="connsiteY21" fmla="*/ 341726 h 586540"/>
                  <a:gd name="connsiteX22" fmla="*/ 555916 w 609050"/>
                  <a:gd name="connsiteY22" fmla="*/ 341726 h 586540"/>
                  <a:gd name="connsiteX23" fmla="*/ 555916 w 609050"/>
                  <a:gd name="connsiteY23" fmla="*/ 303071 h 586540"/>
                  <a:gd name="connsiteX24" fmla="*/ 216243 w 609050"/>
                  <a:gd name="connsiteY24" fmla="*/ 266609 h 586540"/>
                  <a:gd name="connsiteX25" fmla="*/ 216243 w 609050"/>
                  <a:gd name="connsiteY25" fmla="*/ 310473 h 586540"/>
                  <a:gd name="connsiteX26" fmla="*/ 293953 w 609050"/>
                  <a:gd name="connsiteY26" fmla="*/ 310473 h 586540"/>
                  <a:gd name="connsiteX27" fmla="*/ 293953 w 609050"/>
                  <a:gd name="connsiteY27" fmla="*/ 266609 h 586540"/>
                  <a:gd name="connsiteX28" fmla="*/ 69884 w 609050"/>
                  <a:gd name="connsiteY28" fmla="*/ 266609 h 586540"/>
                  <a:gd name="connsiteX29" fmla="*/ 69884 w 609050"/>
                  <a:gd name="connsiteY29" fmla="*/ 310473 h 586540"/>
                  <a:gd name="connsiteX30" fmla="*/ 147595 w 609050"/>
                  <a:gd name="connsiteY30" fmla="*/ 310473 h 586540"/>
                  <a:gd name="connsiteX31" fmla="*/ 147595 w 609050"/>
                  <a:gd name="connsiteY31" fmla="*/ 266609 h 586540"/>
                  <a:gd name="connsiteX32" fmla="*/ 460769 w 609050"/>
                  <a:gd name="connsiteY32" fmla="*/ 230010 h 586540"/>
                  <a:gd name="connsiteX33" fmla="*/ 460769 w 609050"/>
                  <a:gd name="connsiteY33" fmla="*/ 268528 h 586540"/>
                  <a:gd name="connsiteX34" fmla="*/ 555916 w 609050"/>
                  <a:gd name="connsiteY34" fmla="*/ 268528 h 586540"/>
                  <a:gd name="connsiteX35" fmla="*/ 555916 w 609050"/>
                  <a:gd name="connsiteY35" fmla="*/ 230010 h 586540"/>
                  <a:gd name="connsiteX36" fmla="*/ 216243 w 609050"/>
                  <a:gd name="connsiteY36" fmla="*/ 193549 h 586540"/>
                  <a:gd name="connsiteX37" fmla="*/ 216243 w 609050"/>
                  <a:gd name="connsiteY37" fmla="*/ 237412 h 586540"/>
                  <a:gd name="connsiteX38" fmla="*/ 293953 w 609050"/>
                  <a:gd name="connsiteY38" fmla="*/ 237412 h 586540"/>
                  <a:gd name="connsiteX39" fmla="*/ 293953 w 609050"/>
                  <a:gd name="connsiteY39" fmla="*/ 193549 h 586540"/>
                  <a:gd name="connsiteX40" fmla="*/ 69884 w 609050"/>
                  <a:gd name="connsiteY40" fmla="*/ 193549 h 586540"/>
                  <a:gd name="connsiteX41" fmla="*/ 69884 w 609050"/>
                  <a:gd name="connsiteY41" fmla="*/ 237412 h 586540"/>
                  <a:gd name="connsiteX42" fmla="*/ 147595 w 609050"/>
                  <a:gd name="connsiteY42" fmla="*/ 237412 h 586540"/>
                  <a:gd name="connsiteX43" fmla="*/ 147595 w 609050"/>
                  <a:gd name="connsiteY43" fmla="*/ 193549 h 586540"/>
                  <a:gd name="connsiteX44" fmla="*/ 460769 w 609050"/>
                  <a:gd name="connsiteY44" fmla="*/ 156950 h 586540"/>
                  <a:gd name="connsiteX45" fmla="*/ 460769 w 609050"/>
                  <a:gd name="connsiteY45" fmla="*/ 195468 h 586540"/>
                  <a:gd name="connsiteX46" fmla="*/ 555916 w 609050"/>
                  <a:gd name="connsiteY46" fmla="*/ 195468 h 586540"/>
                  <a:gd name="connsiteX47" fmla="*/ 555916 w 609050"/>
                  <a:gd name="connsiteY47" fmla="*/ 156950 h 586540"/>
                  <a:gd name="connsiteX48" fmla="*/ 192926 w 609050"/>
                  <a:gd name="connsiteY48" fmla="*/ 96251 h 586540"/>
                  <a:gd name="connsiteX49" fmla="*/ 361366 w 609050"/>
                  <a:gd name="connsiteY49" fmla="*/ 96251 h 586540"/>
                  <a:gd name="connsiteX50" fmla="*/ 361366 w 609050"/>
                  <a:gd name="connsiteY50" fmla="*/ 114880 h 586540"/>
                  <a:gd name="connsiteX51" fmla="*/ 192926 w 609050"/>
                  <a:gd name="connsiteY51" fmla="*/ 114880 h 586540"/>
                  <a:gd name="connsiteX52" fmla="*/ 192926 w 609050"/>
                  <a:gd name="connsiteY52" fmla="*/ 49819 h 586540"/>
                  <a:gd name="connsiteX53" fmla="*/ 361366 w 609050"/>
                  <a:gd name="connsiteY53" fmla="*/ 49819 h 586540"/>
                  <a:gd name="connsiteX54" fmla="*/ 361366 w 609050"/>
                  <a:gd name="connsiteY54" fmla="*/ 68307 h 586540"/>
                  <a:gd name="connsiteX55" fmla="*/ 192926 w 609050"/>
                  <a:gd name="connsiteY55" fmla="*/ 68307 h 586540"/>
                  <a:gd name="connsiteX56" fmla="*/ 166130 w 609050"/>
                  <a:gd name="connsiteY56" fmla="*/ 25222 h 586540"/>
                  <a:gd name="connsiteX57" fmla="*/ 166130 w 609050"/>
                  <a:gd name="connsiteY57" fmla="*/ 155716 h 586540"/>
                  <a:gd name="connsiteX58" fmla="*/ 338987 w 609050"/>
                  <a:gd name="connsiteY58" fmla="*/ 155716 h 586540"/>
                  <a:gd name="connsiteX59" fmla="*/ 338987 w 609050"/>
                  <a:gd name="connsiteY59" fmla="*/ 341040 h 586540"/>
                  <a:gd name="connsiteX60" fmla="*/ 338987 w 609050"/>
                  <a:gd name="connsiteY60" fmla="*/ 531710 h 586540"/>
                  <a:gd name="connsiteX61" fmla="*/ 366721 w 609050"/>
                  <a:gd name="connsiteY61" fmla="*/ 531710 h 586540"/>
                  <a:gd name="connsiteX62" fmla="*/ 366721 w 609050"/>
                  <a:gd name="connsiteY62" fmla="*/ 341040 h 586540"/>
                  <a:gd name="connsiteX63" fmla="*/ 366721 w 609050"/>
                  <a:gd name="connsiteY63" fmla="*/ 155305 h 586540"/>
                  <a:gd name="connsiteX64" fmla="*/ 388002 w 609050"/>
                  <a:gd name="connsiteY64" fmla="*/ 143517 h 586540"/>
                  <a:gd name="connsiteX65" fmla="*/ 388002 w 609050"/>
                  <a:gd name="connsiteY65" fmla="*/ 25222 h 586540"/>
                  <a:gd name="connsiteX66" fmla="*/ 140867 w 609050"/>
                  <a:gd name="connsiteY66" fmla="*/ 0 h 586540"/>
                  <a:gd name="connsiteX67" fmla="*/ 413402 w 609050"/>
                  <a:gd name="connsiteY67" fmla="*/ 0 h 586540"/>
                  <a:gd name="connsiteX68" fmla="*/ 413402 w 609050"/>
                  <a:gd name="connsiteY68" fmla="*/ 129398 h 586540"/>
                  <a:gd name="connsiteX69" fmla="*/ 432486 w 609050"/>
                  <a:gd name="connsiteY69" fmla="*/ 118843 h 586540"/>
                  <a:gd name="connsiteX70" fmla="*/ 584199 w 609050"/>
                  <a:gd name="connsiteY70" fmla="*/ 118843 h 586540"/>
                  <a:gd name="connsiteX71" fmla="*/ 584199 w 609050"/>
                  <a:gd name="connsiteY71" fmla="*/ 531710 h 586540"/>
                  <a:gd name="connsiteX72" fmla="*/ 609050 w 609050"/>
                  <a:gd name="connsiteY72" fmla="*/ 531710 h 586540"/>
                  <a:gd name="connsiteX73" fmla="*/ 609050 w 609050"/>
                  <a:gd name="connsiteY73" fmla="*/ 586540 h 586540"/>
                  <a:gd name="connsiteX74" fmla="*/ 0 w 609050"/>
                  <a:gd name="connsiteY74" fmla="*/ 586540 h 586540"/>
                  <a:gd name="connsiteX75" fmla="*/ 0 w 609050"/>
                  <a:gd name="connsiteY75" fmla="*/ 531710 h 586540"/>
                  <a:gd name="connsiteX76" fmla="*/ 24851 w 609050"/>
                  <a:gd name="connsiteY76" fmla="*/ 531710 h 586540"/>
                  <a:gd name="connsiteX77" fmla="*/ 24851 w 609050"/>
                  <a:gd name="connsiteY77" fmla="*/ 155716 h 586540"/>
                  <a:gd name="connsiteX78" fmla="*/ 140867 w 609050"/>
                  <a:gd name="connsiteY78" fmla="*/ 155716 h 5865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</a:cxnLst>
                <a:rect l="l" t="t" r="r" b="b"/>
                <a:pathLst>
                  <a:path w="609050" h="586540">
                    <a:moveTo>
                      <a:pt x="216243" y="412730"/>
                    </a:moveTo>
                    <a:lnTo>
                      <a:pt x="216243" y="456594"/>
                    </a:lnTo>
                    <a:lnTo>
                      <a:pt x="293953" y="456594"/>
                    </a:lnTo>
                    <a:lnTo>
                      <a:pt x="293953" y="412730"/>
                    </a:lnTo>
                    <a:close/>
                    <a:moveTo>
                      <a:pt x="69884" y="412730"/>
                    </a:moveTo>
                    <a:lnTo>
                      <a:pt x="69884" y="456594"/>
                    </a:lnTo>
                    <a:lnTo>
                      <a:pt x="147595" y="456594"/>
                    </a:lnTo>
                    <a:lnTo>
                      <a:pt x="147595" y="412730"/>
                    </a:lnTo>
                    <a:close/>
                    <a:moveTo>
                      <a:pt x="460769" y="376268"/>
                    </a:moveTo>
                    <a:lnTo>
                      <a:pt x="460769" y="414786"/>
                    </a:lnTo>
                    <a:lnTo>
                      <a:pt x="555916" y="414786"/>
                    </a:lnTo>
                    <a:lnTo>
                      <a:pt x="555916" y="376268"/>
                    </a:lnTo>
                    <a:close/>
                    <a:moveTo>
                      <a:pt x="216243" y="339670"/>
                    </a:moveTo>
                    <a:lnTo>
                      <a:pt x="216243" y="383533"/>
                    </a:lnTo>
                    <a:lnTo>
                      <a:pt x="293953" y="383533"/>
                    </a:lnTo>
                    <a:lnTo>
                      <a:pt x="293953" y="339670"/>
                    </a:lnTo>
                    <a:close/>
                    <a:moveTo>
                      <a:pt x="69884" y="339670"/>
                    </a:moveTo>
                    <a:lnTo>
                      <a:pt x="69884" y="383533"/>
                    </a:lnTo>
                    <a:lnTo>
                      <a:pt x="147595" y="383533"/>
                    </a:lnTo>
                    <a:lnTo>
                      <a:pt x="147595" y="339670"/>
                    </a:lnTo>
                    <a:close/>
                    <a:moveTo>
                      <a:pt x="460769" y="303071"/>
                    </a:moveTo>
                    <a:lnTo>
                      <a:pt x="460769" y="341726"/>
                    </a:lnTo>
                    <a:lnTo>
                      <a:pt x="555916" y="341726"/>
                    </a:lnTo>
                    <a:lnTo>
                      <a:pt x="555916" y="303071"/>
                    </a:lnTo>
                    <a:close/>
                    <a:moveTo>
                      <a:pt x="216243" y="266609"/>
                    </a:moveTo>
                    <a:lnTo>
                      <a:pt x="216243" y="310473"/>
                    </a:lnTo>
                    <a:lnTo>
                      <a:pt x="293953" y="310473"/>
                    </a:lnTo>
                    <a:lnTo>
                      <a:pt x="293953" y="266609"/>
                    </a:lnTo>
                    <a:close/>
                    <a:moveTo>
                      <a:pt x="69884" y="266609"/>
                    </a:moveTo>
                    <a:lnTo>
                      <a:pt x="69884" y="310473"/>
                    </a:lnTo>
                    <a:lnTo>
                      <a:pt x="147595" y="310473"/>
                    </a:lnTo>
                    <a:lnTo>
                      <a:pt x="147595" y="266609"/>
                    </a:lnTo>
                    <a:close/>
                    <a:moveTo>
                      <a:pt x="460769" y="230010"/>
                    </a:moveTo>
                    <a:lnTo>
                      <a:pt x="460769" y="268528"/>
                    </a:lnTo>
                    <a:lnTo>
                      <a:pt x="555916" y="268528"/>
                    </a:lnTo>
                    <a:lnTo>
                      <a:pt x="555916" y="230010"/>
                    </a:lnTo>
                    <a:close/>
                    <a:moveTo>
                      <a:pt x="216243" y="193549"/>
                    </a:moveTo>
                    <a:lnTo>
                      <a:pt x="216243" y="237412"/>
                    </a:lnTo>
                    <a:lnTo>
                      <a:pt x="293953" y="237412"/>
                    </a:lnTo>
                    <a:lnTo>
                      <a:pt x="293953" y="193549"/>
                    </a:lnTo>
                    <a:close/>
                    <a:moveTo>
                      <a:pt x="69884" y="193549"/>
                    </a:moveTo>
                    <a:lnTo>
                      <a:pt x="69884" y="237412"/>
                    </a:lnTo>
                    <a:lnTo>
                      <a:pt x="147595" y="237412"/>
                    </a:lnTo>
                    <a:lnTo>
                      <a:pt x="147595" y="193549"/>
                    </a:lnTo>
                    <a:close/>
                    <a:moveTo>
                      <a:pt x="460769" y="156950"/>
                    </a:moveTo>
                    <a:lnTo>
                      <a:pt x="460769" y="195468"/>
                    </a:lnTo>
                    <a:lnTo>
                      <a:pt x="555916" y="195468"/>
                    </a:lnTo>
                    <a:lnTo>
                      <a:pt x="555916" y="156950"/>
                    </a:lnTo>
                    <a:close/>
                    <a:moveTo>
                      <a:pt x="192926" y="96251"/>
                    </a:moveTo>
                    <a:lnTo>
                      <a:pt x="361366" y="96251"/>
                    </a:lnTo>
                    <a:lnTo>
                      <a:pt x="361366" y="114880"/>
                    </a:lnTo>
                    <a:lnTo>
                      <a:pt x="192926" y="114880"/>
                    </a:lnTo>
                    <a:close/>
                    <a:moveTo>
                      <a:pt x="192926" y="49819"/>
                    </a:moveTo>
                    <a:lnTo>
                      <a:pt x="361366" y="49819"/>
                    </a:lnTo>
                    <a:lnTo>
                      <a:pt x="361366" y="68307"/>
                    </a:lnTo>
                    <a:lnTo>
                      <a:pt x="192926" y="68307"/>
                    </a:lnTo>
                    <a:close/>
                    <a:moveTo>
                      <a:pt x="166130" y="25222"/>
                    </a:moveTo>
                    <a:lnTo>
                      <a:pt x="166130" y="155716"/>
                    </a:lnTo>
                    <a:lnTo>
                      <a:pt x="338987" y="155716"/>
                    </a:lnTo>
                    <a:lnTo>
                      <a:pt x="338987" y="341040"/>
                    </a:lnTo>
                    <a:lnTo>
                      <a:pt x="338987" y="531710"/>
                    </a:lnTo>
                    <a:lnTo>
                      <a:pt x="366721" y="531710"/>
                    </a:lnTo>
                    <a:lnTo>
                      <a:pt x="366721" y="341040"/>
                    </a:lnTo>
                    <a:lnTo>
                      <a:pt x="366721" y="155305"/>
                    </a:lnTo>
                    <a:lnTo>
                      <a:pt x="388002" y="143517"/>
                    </a:lnTo>
                    <a:lnTo>
                      <a:pt x="388002" y="25222"/>
                    </a:lnTo>
                    <a:close/>
                    <a:moveTo>
                      <a:pt x="140867" y="0"/>
                    </a:moveTo>
                    <a:lnTo>
                      <a:pt x="413402" y="0"/>
                    </a:lnTo>
                    <a:lnTo>
                      <a:pt x="413402" y="129398"/>
                    </a:lnTo>
                    <a:lnTo>
                      <a:pt x="432486" y="118843"/>
                    </a:lnTo>
                    <a:lnTo>
                      <a:pt x="584199" y="118843"/>
                    </a:lnTo>
                    <a:lnTo>
                      <a:pt x="584199" y="531710"/>
                    </a:lnTo>
                    <a:lnTo>
                      <a:pt x="609050" y="531710"/>
                    </a:lnTo>
                    <a:lnTo>
                      <a:pt x="609050" y="586540"/>
                    </a:lnTo>
                    <a:lnTo>
                      <a:pt x="0" y="586540"/>
                    </a:lnTo>
                    <a:lnTo>
                      <a:pt x="0" y="531710"/>
                    </a:lnTo>
                    <a:lnTo>
                      <a:pt x="24851" y="531710"/>
                    </a:lnTo>
                    <a:lnTo>
                      <a:pt x="24851" y="155716"/>
                    </a:lnTo>
                    <a:lnTo>
                      <a:pt x="140867" y="15571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23" name="iṣlîḋe"/>
            <p:cNvGrpSpPr/>
            <p:nvPr/>
          </p:nvGrpSpPr>
          <p:grpSpPr>
            <a:xfrm>
              <a:off x="9232539" y="1443893"/>
              <a:ext cx="1024443" cy="1026520"/>
              <a:chOff x="668200" y="2627713"/>
              <a:chExt cx="1024443" cy="1026520"/>
            </a:xfrm>
          </p:grpSpPr>
          <p:sp>
            <p:nvSpPr>
              <p:cNvPr id="24" name="ïsḻíḑê"/>
              <p:cNvSpPr/>
              <p:nvPr/>
            </p:nvSpPr>
            <p:spPr bwMode="auto">
              <a:xfrm>
                <a:off x="668200" y="2627713"/>
                <a:ext cx="1024443" cy="1026520"/>
              </a:xfrm>
              <a:prstGeom prst="ellipse">
                <a:avLst/>
              </a:prstGeom>
              <a:solidFill>
                <a:schemeClr val="accent1"/>
              </a:solidFill>
              <a:ln w="57150">
                <a:solidFill>
                  <a:schemeClr val="bg1"/>
                </a:solidFill>
                <a:rou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70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iṧḻiḍé"/>
              <p:cNvSpPr/>
              <p:nvPr/>
            </p:nvSpPr>
            <p:spPr bwMode="auto">
              <a:xfrm>
                <a:off x="920954" y="2891096"/>
                <a:ext cx="518934" cy="499754"/>
              </a:xfrm>
              <a:custGeom>
                <a:avLst/>
                <a:gdLst>
                  <a:gd name="connsiteX0" fmla="*/ 216243 w 609050"/>
                  <a:gd name="connsiteY0" fmla="*/ 412730 h 586540"/>
                  <a:gd name="connsiteX1" fmla="*/ 216243 w 609050"/>
                  <a:gd name="connsiteY1" fmla="*/ 456594 h 586540"/>
                  <a:gd name="connsiteX2" fmla="*/ 293953 w 609050"/>
                  <a:gd name="connsiteY2" fmla="*/ 456594 h 586540"/>
                  <a:gd name="connsiteX3" fmla="*/ 293953 w 609050"/>
                  <a:gd name="connsiteY3" fmla="*/ 412730 h 586540"/>
                  <a:gd name="connsiteX4" fmla="*/ 69884 w 609050"/>
                  <a:gd name="connsiteY4" fmla="*/ 412730 h 586540"/>
                  <a:gd name="connsiteX5" fmla="*/ 69884 w 609050"/>
                  <a:gd name="connsiteY5" fmla="*/ 456594 h 586540"/>
                  <a:gd name="connsiteX6" fmla="*/ 147595 w 609050"/>
                  <a:gd name="connsiteY6" fmla="*/ 456594 h 586540"/>
                  <a:gd name="connsiteX7" fmla="*/ 147595 w 609050"/>
                  <a:gd name="connsiteY7" fmla="*/ 412730 h 586540"/>
                  <a:gd name="connsiteX8" fmla="*/ 460769 w 609050"/>
                  <a:gd name="connsiteY8" fmla="*/ 376268 h 586540"/>
                  <a:gd name="connsiteX9" fmla="*/ 460769 w 609050"/>
                  <a:gd name="connsiteY9" fmla="*/ 414786 h 586540"/>
                  <a:gd name="connsiteX10" fmla="*/ 555916 w 609050"/>
                  <a:gd name="connsiteY10" fmla="*/ 414786 h 586540"/>
                  <a:gd name="connsiteX11" fmla="*/ 555916 w 609050"/>
                  <a:gd name="connsiteY11" fmla="*/ 376268 h 586540"/>
                  <a:gd name="connsiteX12" fmla="*/ 216243 w 609050"/>
                  <a:gd name="connsiteY12" fmla="*/ 339670 h 586540"/>
                  <a:gd name="connsiteX13" fmla="*/ 216243 w 609050"/>
                  <a:gd name="connsiteY13" fmla="*/ 383533 h 586540"/>
                  <a:gd name="connsiteX14" fmla="*/ 293953 w 609050"/>
                  <a:gd name="connsiteY14" fmla="*/ 383533 h 586540"/>
                  <a:gd name="connsiteX15" fmla="*/ 293953 w 609050"/>
                  <a:gd name="connsiteY15" fmla="*/ 339670 h 586540"/>
                  <a:gd name="connsiteX16" fmla="*/ 69884 w 609050"/>
                  <a:gd name="connsiteY16" fmla="*/ 339670 h 586540"/>
                  <a:gd name="connsiteX17" fmla="*/ 69884 w 609050"/>
                  <a:gd name="connsiteY17" fmla="*/ 383533 h 586540"/>
                  <a:gd name="connsiteX18" fmla="*/ 147595 w 609050"/>
                  <a:gd name="connsiteY18" fmla="*/ 383533 h 586540"/>
                  <a:gd name="connsiteX19" fmla="*/ 147595 w 609050"/>
                  <a:gd name="connsiteY19" fmla="*/ 339670 h 586540"/>
                  <a:gd name="connsiteX20" fmla="*/ 460769 w 609050"/>
                  <a:gd name="connsiteY20" fmla="*/ 303071 h 586540"/>
                  <a:gd name="connsiteX21" fmla="*/ 460769 w 609050"/>
                  <a:gd name="connsiteY21" fmla="*/ 341726 h 586540"/>
                  <a:gd name="connsiteX22" fmla="*/ 555916 w 609050"/>
                  <a:gd name="connsiteY22" fmla="*/ 341726 h 586540"/>
                  <a:gd name="connsiteX23" fmla="*/ 555916 w 609050"/>
                  <a:gd name="connsiteY23" fmla="*/ 303071 h 586540"/>
                  <a:gd name="connsiteX24" fmla="*/ 216243 w 609050"/>
                  <a:gd name="connsiteY24" fmla="*/ 266609 h 586540"/>
                  <a:gd name="connsiteX25" fmla="*/ 216243 w 609050"/>
                  <a:gd name="connsiteY25" fmla="*/ 310473 h 586540"/>
                  <a:gd name="connsiteX26" fmla="*/ 293953 w 609050"/>
                  <a:gd name="connsiteY26" fmla="*/ 310473 h 586540"/>
                  <a:gd name="connsiteX27" fmla="*/ 293953 w 609050"/>
                  <a:gd name="connsiteY27" fmla="*/ 266609 h 586540"/>
                  <a:gd name="connsiteX28" fmla="*/ 69884 w 609050"/>
                  <a:gd name="connsiteY28" fmla="*/ 266609 h 586540"/>
                  <a:gd name="connsiteX29" fmla="*/ 69884 w 609050"/>
                  <a:gd name="connsiteY29" fmla="*/ 310473 h 586540"/>
                  <a:gd name="connsiteX30" fmla="*/ 147595 w 609050"/>
                  <a:gd name="connsiteY30" fmla="*/ 310473 h 586540"/>
                  <a:gd name="connsiteX31" fmla="*/ 147595 w 609050"/>
                  <a:gd name="connsiteY31" fmla="*/ 266609 h 586540"/>
                  <a:gd name="connsiteX32" fmla="*/ 460769 w 609050"/>
                  <a:gd name="connsiteY32" fmla="*/ 230010 h 586540"/>
                  <a:gd name="connsiteX33" fmla="*/ 460769 w 609050"/>
                  <a:gd name="connsiteY33" fmla="*/ 268528 h 586540"/>
                  <a:gd name="connsiteX34" fmla="*/ 555916 w 609050"/>
                  <a:gd name="connsiteY34" fmla="*/ 268528 h 586540"/>
                  <a:gd name="connsiteX35" fmla="*/ 555916 w 609050"/>
                  <a:gd name="connsiteY35" fmla="*/ 230010 h 586540"/>
                  <a:gd name="connsiteX36" fmla="*/ 216243 w 609050"/>
                  <a:gd name="connsiteY36" fmla="*/ 193549 h 586540"/>
                  <a:gd name="connsiteX37" fmla="*/ 216243 w 609050"/>
                  <a:gd name="connsiteY37" fmla="*/ 237412 h 586540"/>
                  <a:gd name="connsiteX38" fmla="*/ 293953 w 609050"/>
                  <a:gd name="connsiteY38" fmla="*/ 237412 h 586540"/>
                  <a:gd name="connsiteX39" fmla="*/ 293953 w 609050"/>
                  <a:gd name="connsiteY39" fmla="*/ 193549 h 586540"/>
                  <a:gd name="connsiteX40" fmla="*/ 69884 w 609050"/>
                  <a:gd name="connsiteY40" fmla="*/ 193549 h 586540"/>
                  <a:gd name="connsiteX41" fmla="*/ 69884 w 609050"/>
                  <a:gd name="connsiteY41" fmla="*/ 237412 h 586540"/>
                  <a:gd name="connsiteX42" fmla="*/ 147595 w 609050"/>
                  <a:gd name="connsiteY42" fmla="*/ 237412 h 586540"/>
                  <a:gd name="connsiteX43" fmla="*/ 147595 w 609050"/>
                  <a:gd name="connsiteY43" fmla="*/ 193549 h 586540"/>
                  <a:gd name="connsiteX44" fmla="*/ 460769 w 609050"/>
                  <a:gd name="connsiteY44" fmla="*/ 156950 h 586540"/>
                  <a:gd name="connsiteX45" fmla="*/ 460769 w 609050"/>
                  <a:gd name="connsiteY45" fmla="*/ 195468 h 586540"/>
                  <a:gd name="connsiteX46" fmla="*/ 555916 w 609050"/>
                  <a:gd name="connsiteY46" fmla="*/ 195468 h 586540"/>
                  <a:gd name="connsiteX47" fmla="*/ 555916 w 609050"/>
                  <a:gd name="connsiteY47" fmla="*/ 156950 h 586540"/>
                  <a:gd name="connsiteX48" fmla="*/ 192926 w 609050"/>
                  <a:gd name="connsiteY48" fmla="*/ 96251 h 586540"/>
                  <a:gd name="connsiteX49" fmla="*/ 361366 w 609050"/>
                  <a:gd name="connsiteY49" fmla="*/ 96251 h 586540"/>
                  <a:gd name="connsiteX50" fmla="*/ 361366 w 609050"/>
                  <a:gd name="connsiteY50" fmla="*/ 114880 h 586540"/>
                  <a:gd name="connsiteX51" fmla="*/ 192926 w 609050"/>
                  <a:gd name="connsiteY51" fmla="*/ 114880 h 586540"/>
                  <a:gd name="connsiteX52" fmla="*/ 192926 w 609050"/>
                  <a:gd name="connsiteY52" fmla="*/ 49819 h 586540"/>
                  <a:gd name="connsiteX53" fmla="*/ 361366 w 609050"/>
                  <a:gd name="connsiteY53" fmla="*/ 49819 h 586540"/>
                  <a:gd name="connsiteX54" fmla="*/ 361366 w 609050"/>
                  <a:gd name="connsiteY54" fmla="*/ 68307 h 586540"/>
                  <a:gd name="connsiteX55" fmla="*/ 192926 w 609050"/>
                  <a:gd name="connsiteY55" fmla="*/ 68307 h 586540"/>
                  <a:gd name="connsiteX56" fmla="*/ 166130 w 609050"/>
                  <a:gd name="connsiteY56" fmla="*/ 25222 h 586540"/>
                  <a:gd name="connsiteX57" fmla="*/ 166130 w 609050"/>
                  <a:gd name="connsiteY57" fmla="*/ 155716 h 586540"/>
                  <a:gd name="connsiteX58" fmla="*/ 338987 w 609050"/>
                  <a:gd name="connsiteY58" fmla="*/ 155716 h 586540"/>
                  <a:gd name="connsiteX59" fmla="*/ 338987 w 609050"/>
                  <a:gd name="connsiteY59" fmla="*/ 341040 h 586540"/>
                  <a:gd name="connsiteX60" fmla="*/ 338987 w 609050"/>
                  <a:gd name="connsiteY60" fmla="*/ 531710 h 586540"/>
                  <a:gd name="connsiteX61" fmla="*/ 366721 w 609050"/>
                  <a:gd name="connsiteY61" fmla="*/ 531710 h 586540"/>
                  <a:gd name="connsiteX62" fmla="*/ 366721 w 609050"/>
                  <a:gd name="connsiteY62" fmla="*/ 341040 h 586540"/>
                  <a:gd name="connsiteX63" fmla="*/ 366721 w 609050"/>
                  <a:gd name="connsiteY63" fmla="*/ 155305 h 586540"/>
                  <a:gd name="connsiteX64" fmla="*/ 388002 w 609050"/>
                  <a:gd name="connsiteY64" fmla="*/ 143517 h 586540"/>
                  <a:gd name="connsiteX65" fmla="*/ 388002 w 609050"/>
                  <a:gd name="connsiteY65" fmla="*/ 25222 h 586540"/>
                  <a:gd name="connsiteX66" fmla="*/ 140867 w 609050"/>
                  <a:gd name="connsiteY66" fmla="*/ 0 h 586540"/>
                  <a:gd name="connsiteX67" fmla="*/ 413402 w 609050"/>
                  <a:gd name="connsiteY67" fmla="*/ 0 h 586540"/>
                  <a:gd name="connsiteX68" fmla="*/ 413402 w 609050"/>
                  <a:gd name="connsiteY68" fmla="*/ 129398 h 586540"/>
                  <a:gd name="connsiteX69" fmla="*/ 432486 w 609050"/>
                  <a:gd name="connsiteY69" fmla="*/ 118843 h 586540"/>
                  <a:gd name="connsiteX70" fmla="*/ 584199 w 609050"/>
                  <a:gd name="connsiteY70" fmla="*/ 118843 h 586540"/>
                  <a:gd name="connsiteX71" fmla="*/ 584199 w 609050"/>
                  <a:gd name="connsiteY71" fmla="*/ 531710 h 586540"/>
                  <a:gd name="connsiteX72" fmla="*/ 609050 w 609050"/>
                  <a:gd name="connsiteY72" fmla="*/ 531710 h 586540"/>
                  <a:gd name="connsiteX73" fmla="*/ 609050 w 609050"/>
                  <a:gd name="connsiteY73" fmla="*/ 586540 h 586540"/>
                  <a:gd name="connsiteX74" fmla="*/ 0 w 609050"/>
                  <a:gd name="connsiteY74" fmla="*/ 586540 h 586540"/>
                  <a:gd name="connsiteX75" fmla="*/ 0 w 609050"/>
                  <a:gd name="connsiteY75" fmla="*/ 531710 h 586540"/>
                  <a:gd name="connsiteX76" fmla="*/ 24851 w 609050"/>
                  <a:gd name="connsiteY76" fmla="*/ 531710 h 586540"/>
                  <a:gd name="connsiteX77" fmla="*/ 24851 w 609050"/>
                  <a:gd name="connsiteY77" fmla="*/ 155716 h 586540"/>
                  <a:gd name="connsiteX78" fmla="*/ 140867 w 609050"/>
                  <a:gd name="connsiteY78" fmla="*/ 155716 h 5865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</a:cxnLst>
                <a:rect l="l" t="t" r="r" b="b"/>
                <a:pathLst>
                  <a:path w="609050" h="586540">
                    <a:moveTo>
                      <a:pt x="216243" y="412730"/>
                    </a:moveTo>
                    <a:lnTo>
                      <a:pt x="216243" y="456594"/>
                    </a:lnTo>
                    <a:lnTo>
                      <a:pt x="293953" y="456594"/>
                    </a:lnTo>
                    <a:lnTo>
                      <a:pt x="293953" y="412730"/>
                    </a:lnTo>
                    <a:close/>
                    <a:moveTo>
                      <a:pt x="69884" y="412730"/>
                    </a:moveTo>
                    <a:lnTo>
                      <a:pt x="69884" y="456594"/>
                    </a:lnTo>
                    <a:lnTo>
                      <a:pt x="147595" y="456594"/>
                    </a:lnTo>
                    <a:lnTo>
                      <a:pt x="147595" y="412730"/>
                    </a:lnTo>
                    <a:close/>
                    <a:moveTo>
                      <a:pt x="460769" y="376268"/>
                    </a:moveTo>
                    <a:lnTo>
                      <a:pt x="460769" y="414786"/>
                    </a:lnTo>
                    <a:lnTo>
                      <a:pt x="555916" y="414786"/>
                    </a:lnTo>
                    <a:lnTo>
                      <a:pt x="555916" y="376268"/>
                    </a:lnTo>
                    <a:close/>
                    <a:moveTo>
                      <a:pt x="216243" y="339670"/>
                    </a:moveTo>
                    <a:lnTo>
                      <a:pt x="216243" y="383533"/>
                    </a:lnTo>
                    <a:lnTo>
                      <a:pt x="293953" y="383533"/>
                    </a:lnTo>
                    <a:lnTo>
                      <a:pt x="293953" y="339670"/>
                    </a:lnTo>
                    <a:close/>
                    <a:moveTo>
                      <a:pt x="69884" y="339670"/>
                    </a:moveTo>
                    <a:lnTo>
                      <a:pt x="69884" y="383533"/>
                    </a:lnTo>
                    <a:lnTo>
                      <a:pt x="147595" y="383533"/>
                    </a:lnTo>
                    <a:lnTo>
                      <a:pt x="147595" y="339670"/>
                    </a:lnTo>
                    <a:close/>
                    <a:moveTo>
                      <a:pt x="460769" y="303071"/>
                    </a:moveTo>
                    <a:lnTo>
                      <a:pt x="460769" y="341726"/>
                    </a:lnTo>
                    <a:lnTo>
                      <a:pt x="555916" y="341726"/>
                    </a:lnTo>
                    <a:lnTo>
                      <a:pt x="555916" y="303071"/>
                    </a:lnTo>
                    <a:close/>
                    <a:moveTo>
                      <a:pt x="216243" y="266609"/>
                    </a:moveTo>
                    <a:lnTo>
                      <a:pt x="216243" y="310473"/>
                    </a:lnTo>
                    <a:lnTo>
                      <a:pt x="293953" y="310473"/>
                    </a:lnTo>
                    <a:lnTo>
                      <a:pt x="293953" y="266609"/>
                    </a:lnTo>
                    <a:close/>
                    <a:moveTo>
                      <a:pt x="69884" y="266609"/>
                    </a:moveTo>
                    <a:lnTo>
                      <a:pt x="69884" y="310473"/>
                    </a:lnTo>
                    <a:lnTo>
                      <a:pt x="147595" y="310473"/>
                    </a:lnTo>
                    <a:lnTo>
                      <a:pt x="147595" y="266609"/>
                    </a:lnTo>
                    <a:close/>
                    <a:moveTo>
                      <a:pt x="460769" y="230010"/>
                    </a:moveTo>
                    <a:lnTo>
                      <a:pt x="460769" y="268528"/>
                    </a:lnTo>
                    <a:lnTo>
                      <a:pt x="555916" y="268528"/>
                    </a:lnTo>
                    <a:lnTo>
                      <a:pt x="555916" y="230010"/>
                    </a:lnTo>
                    <a:close/>
                    <a:moveTo>
                      <a:pt x="216243" y="193549"/>
                    </a:moveTo>
                    <a:lnTo>
                      <a:pt x="216243" y="237412"/>
                    </a:lnTo>
                    <a:lnTo>
                      <a:pt x="293953" y="237412"/>
                    </a:lnTo>
                    <a:lnTo>
                      <a:pt x="293953" y="193549"/>
                    </a:lnTo>
                    <a:close/>
                    <a:moveTo>
                      <a:pt x="69884" y="193549"/>
                    </a:moveTo>
                    <a:lnTo>
                      <a:pt x="69884" y="237412"/>
                    </a:lnTo>
                    <a:lnTo>
                      <a:pt x="147595" y="237412"/>
                    </a:lnTo>
                    <a:lnTo>
                      <a:pt x="147595" y="193549"/>
                    </a:lnTo>
                    <a:close/>
                    <a:moveTo>
                      <a:pt x="460769" y="156950"/>
                    </a:moveTo>
                    <a:lnTo>
                      <a:pt x="460769" y="195468"/>
                    </a:lnTo>
                    <a:lnTo>
                      <a:pt x="555916" y="195468"/>
                    </a:lnTo>
                    <a:lnTo>
                      <a:pt x="555916" y="156950"/>
                    </a:lnTo>
                    <a:close/>
                    <a:moveTo>
                      <a:pt x="192926" y="96251"/>
                    </a:moveTo>
                    <a:lnTo>
                      <a:pt x="361366" y="96251"/>
                    </a:lnTo>
                    <a:lnTo>
                      <a:pt x="361366" y="114880"/>
                    </a:lnTo>
                    <a:lnTo>
                      <a:pt x="192926" y="114880"/>
                    </a:lnTo>
                    <a:close/>
                    <a:moveTo>
                      <a:pt x="192926" y="49819"/>
                    </a:moveTo>
                    <a:lnTo>
                      <a:pt x="361366" y="49819"/>
                    </a:lnTo>
                    <a:lnTo>
                      <a:pt x="361366" y="68307"/>
                    </a:lnTo>
                    <a:lnTo>
                      <a:pt x="192926" y="68307"/>
                    </a:lnTo>
                    <a:close/>
                    <a:moveTo>
                      <a:pt x="166130" y="25222"/>
                    </a:moveTo>
                    <a:lnTo>
                      <a:pt x="166130" y="155716"/>
                    </a:lnTo>
                    <a:lnTo>
                      <a:pt x="338987" y="155716"/>
                    </a:lnTo>
                    <a:lnTo>
                      <a:pt x="338987" y="341040"/>
                    </a:lnTo>
                    <a:lnTo>
                      <a:pt x="338987" y="531710"/>
                    </a:lnTo>
                    <a:lnTo>
                      <a:pt x="366721" y="531710"/>
                    </a:lnTo>
                    <a:lnTo>
                      <a:pt x="366721" y="341040"/>
                    </a:lnTo>
                    <a:lnTo>
                      <a:pt x="366721" y="155305"/>
                    </a:lnTo>
                    <a:lnTo>
                      <a:pt x="388002" y="143517"/>
                    </a:lnTo>
                    <a:lnTo>
                      <a:pt x="388002" y="25222"/>
                    </a:lnTo>
                    <a:close/>
                    <a:moveTo>
                      <a:pt x="140867" y="0"/>
                    </a:moveTo>
                    <a:lnTo>
                      <a:pt x="413402" y="0"/>
                    </a:lnTo>
                    <a:lnTo>
                      <a:pt x="413402" y="129398"/>
                    </a:lnTo>
                    <a:lnTo>
                      <a:pt x="432486" y="118843"/>
                    </a:lnTo>
                    <a:lnTo>
                      <a:pt x="584199" y="118843"/>
                    </a:lnTo>
                    <a:lnTo>
                      <a:pt x="584199" y="531710"/>
                    </a:lnTo>
                    <a:lnTo>
                      <a:pt x="609050" y="531710"/>
                    </a:lnTo>
                    <a:lnTo>
                      <a:pt x="609050" y="586540"/>
                    </a:lnTo>
                    <a:lnTo>
                      <a:pt x="0" y="586540"/>
                    </a:lnTo>
                    <a:lnTo>
                      <a:pt x="0" y="531710"/>
                    </a:lnTo>
                    <a:lnTo>
                      <a:pt x="24851" y="531710"/>
                    </a:lnTo>
                    <a:lnTo>
                      <a:pt x="24851" y="155716"/>
                    </a:lnTo>
                    <a:lnTo>
                      <a:pt x="140867" y="155716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</p:grpSp>
      </p:grpSp>
      <p:pic>
        <p:nvPicPr>
          <p:cNvPr id="39" name="图片 38" descr="中科大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0600" y="110490"/>
            <a:ext cx="769620" cy="7696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5" name="0e201cbc-cdad-4a45-bd87-e1ab87c51075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9925" y="1597076"/>
            <a:ext cx="10850563" cy="4036212"/>
            <a:chOff x="669925" y="1597076"/>
            <a:chExt cx="10850563" cy="4036212"/>
          </a:xfrm>
        </p:grpSpPr>
        <p:sp>
          <p:nvSpPr>
            <p:cNvPr id="6" name="islíḓê"/>
            <p:cNvSpPr/>
            <p:nvPr/>
          </p:nvSpPr>
          <p:spPr>
            <a:xfrm rot="13446499">
              <a:off x="6391902" y="2281488"/>
              <a:ext cx="992880" cy="992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3109" y="2352"/>
                    <a:pt x="6901" y="3625"/>
                    <a:pt x="10800" y="3625"/>
                  </a:cubicBezTo>
                  <a:cubicBezTo>
                    <a:pt x="14699" y="3625"/>
                    <a:pt x="18491" y="2352"/>
                    <a:pt x="21600" y="0"/>
                  </a:cubicBez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7" name="îṩļïḋè"/>
            <p:cNvSpPr/>
            <p:nvPr/>
          </p:nvSpPr>
          <p:spPr>
            <a:xfrm rot="18846498" flipH="1">
              <a:off x="6422563" y="3897068"/>
              <a:ext cx="992880" cy="992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3109" y="2352"/>
                    <a:pt x="6901" y="3625"/>
                    <a:pt x="10800" y="3625"/>
                  </a:cubicBezTo>
                  <a:cubicBezTo>
                    <a:pt x="14699" y="3625"/>
                    <a:pt x="18491" y="2352"/>
                    <a:pt x="21600" y="0"/>
                  </a:cubicBez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8" name="íṥľïďè"/>
            <p:cNvSpPr/>
            <p:nvPr/>
          </p:nvSpPr>
          <p:spPr>
            <a:xfrm rot="2646498">
              <a:off x="4793179" y="3924632"/>
              <a:ext cx="992880" cy="992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3109" y="2352"/>
                    <a:pt x="6901" y="3625"/>
                    <a:pt x="10800" y="3625"/>
                  </a:cubicBezTo>
                  <a:cubicBezTo>
                    <a:pt x="14699" y="3625"/>
                    <a:pt x="18491" y="2352"/>
                    <a:pt x="21600" y="0"/>
                  </a:cubicBez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9" name="íš1îďé"/>
            <p:cNvSpPr/>
            <p:nvPr/>
          </p:nvSpPr>
          <p:spPr>
            <a:xfrm rot="8046499" flipH="1">
              <a:off x="4775054" y="2300057"/>
              <a:ext cx="992880" cy="992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3109" y="2352"/>
                    <a:pt x="6901" y="3625"/>
                    <a:pt x="10800" y="3625"/>
                  </a:cubicBezTo>
                  <a:cubicBezTo>
                    <a:pt x="14699" y="3625"/>
                    <a:pt x="18491" y="2352"/>
                    <a:pt x="21600" y="0"/>
                  </a:cubicBez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0" name="ïsľíḓè"/>
            <p:cNvSpPr/>
            <p:nvPr/>
          </p:nvSpPr>
          <p:spPr>
            <a:xfrm>
              <a:off x="5166466" y="2668600"/>
              <a:ext cx="1848524" cy="1848524"/>
            </a:xfrm>
            <a:prstGeom prst="ellipse">
              <a:avLst/>
            </a:prstGeom>
            <a:solidFill>
              <a:srgbClr val="FFFFFF"/>
            </a:solidFill>
            <a:ln w="22225">
              <a:solidFill>
                <a:schemeClr val="bg1">
                  <a:lumMod val="85000"/>
                </a:schemeClr>
              </a:solidFill>
              <a:miter lim="400000"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1" name="îşḷiḑe"/>
            <p:cNvSpPr/>
            <p:nvPr/>
          </p:nvSpPr>
          <p:spPr>
            <a:xfrm>
              <a:off x="5618941" y="3250916"/>
              <a:ext cx="921956" cy="683891"/>
            </a:xfrm>
            <a:custGeom>
              <a:avLst/>
              <a:gdLst>
                <a:gd name="connsiteX0" fmla="*/ 9246 w 338138"/>
                <a:gd name="connsiteY0" fmla="*/ 217487 h 250825"/>
                <a:gd name="connsiteX1" fmla="*/ 328892 w 338138"/>
                <a:gd name="connsiteY1" fmla="*/ 217487 h 250825"/>
                <a:gd name="connsiteX2" fmla="*/ 338138 w 338138"/>
                <a:gd name="connsiteY2" fmla="*/ 226822 h 250825"/>
                <a:gd name="connsiteX3" fmla="*/ 314363 w 338138"/>
                <a:gd name="connsiteY3" fmla="*/ 250825 h 250825"/>
                <a:gd name="connsiteX4" fmla="*/ 23775 w 338138"/>
                <a:gd name="connsiteY4" fmla="*/ 250825 h 250825"/>
                <a:gd name="connsiteX5" fmla="*/ 0 w 338138"/>
                <a:gd name="connsiteY5" fmla="*/ 226822 h 250825"/>
                <a:gd name="connsiteX6" fmla="*/ 9246 w 338138"/>
                <a:gd name="connsiteY6" fmla="*/ 217487 h 250825"/>
                <a:gd name="connsiteX7" fmla="*/ 100182 w 338138"/>
                <a:gd name="connsiteY7" fmla="*/ 100012 h 250825"/>
                <a:gd name="connsiteX8" fmla="*/ 123655 w 338138"/>
                <a:gd name="connsiteY8" fmla="*/ 100012 h 250825"/>
                <a:gd name="connsiteX9" fmla="*/ 130175 w 338138"/>
                <a:gd name="connsiteY9" fmla="*/ 106705 h 250825"/>
                <a:gd name="connsiteX10" fmla="*/ 130175 w 338138"/>
                <a:gd name="connsiteY10" fmla="*/ 161583 h 250825"/>
                <a:gd name="connsiteX11" fmla="*/ 123655 w 338138"/>
                <a:gd name="connsiteY11" fmla="*/ 168275 h 250825"/>
                <a:gd name="connsiteX12" fmla="*/ 100182 w 338138"/>
                <a:gd name="connsiteY12" fmla="*/ 168275 h 250825"/>
                <a:gd name="connsiteX13" fmla="*/ 93662 w 338138"/>
                <a:gd name="connsiteY13" fmla="*/ 161583 h 250825"/>
                <a:gd name="connsiteX14" fmla="*/ 93662 w 338138"/>
                <a:gd name="connsiteY14" fmla="*/ 106705 h 250825"/>
                <a:gd name="connsiteX15" fmla="*/ 100182 w 338138"/>
                <a:gd name="connsiteY15" fmla="*/ 100012 h 250825"/>
                <a:gd name="connsiteX16" fmla="*/ 157332 w 338138"/>
                <a:gd name="connsiteY16" fmla="*/ 77787 h 250825"/>
                <a:gd name="connsiteX17" fmla="*/ 180805 w 338138"/>
                <a:gd name="connsiteY17" fmla="*/ 77787 h 250825"/>
                <a:gd name="connsiteX18" fmla="*/ 187325 w 338138"/>
                <a:gd name="connsiteY18" fmla="*/ 84441 h 250825"/>
                <a:gd name="connsiteX19" fmla="*/ 187325 w 338138"/>
                <a:gd name="connsiteY19" fmla="*/ 161622 h 250825"/>
                <a:gd name="connsiteX20" fmla="*/ 180805 w 338138"/>
                <a:gd name="connsiteY20" fmla="*/ 168275 h 250825"/>
                <a:gd name="connsiteX21" fmla="*/ 157332 w 338138"/>
                <a:gd name="connsiteY21" fmla="*/ 168275 h 250825"/>
                <a:gd name="connsiteX22" fmla="*/ 150812 w 338138"/>
                <a:gd name="connsiteY22" fmla="*/ 161622 h 250825"/>
                <a:gd name="connsiteX23" fmla="*/ 150812 w 338138"/>
                <a:gd name="connsiteY23" fmla="*/ 84441 h 250825"/>
                <a:gd name="connsiteX24" fmla="*/ 157332 w 338138"/>
                <a:gd name="connsiteY24" fmla="*/ 77787 h 250825"/>
                <a:gd name="connsiteX25" fmla="*/ 216070 w 338138"/>
                <a:gd name="connsiteY25" fmla="*/ 49212 h 250825"/>
                <a:gd name="connsiteX26" fmla="*/ 239543 w 338138"/>
                <a:gd name="connsiteY26" fmla="*/ 49212 h 250825"/>
                <a:gd name="connsiteX27" fmla="*/ 246063 w 338138"/>
                <a:gd name="connsiteY27" fmla="*/ 55827 h 250825"/>
                <a:gd name="connsiteX28" fmla="*/ 246063 w 338138"/>
                <a:gd name="connsiteY28" fmla="*/ 161661 h 250825"/>
                <a:gd name="connsiteX29" fmla="*/ 239543 w 338138"/>
                <a:gd name="connsiteY29" fmla="*/ 168275 h 250825"/>
                <a:gd name="connsiteX30" fmla="*/ 216070 w 338138"/>
                <a:gd name="connsiteY30" fmla="*/ 168275 h 250825"/>
                <a:gd name="connsiteX31" fmla="*/ 209550 w 338138"/>
                <a:gd name="connsiteY31" fmla="*/ 161661 h 250825"/>
                <a:gd name="connsiteX32" fmla="*/ 209550 w 338138"/>
                <a:gd name="connsiteY32" fmla="*/ 55827 h 250825"/>
                <a:gd name="connsiteX33" fmla="*/ 216070 w 338138"/>
                <a:gd name="connsiteY33" fmla="*/ 49212 h 250825"/>
                <a:gd name="connsiteX34" fmla="*/ 53428 w 338138"/>
                <a:gd name="connsiteY34" fmla="*/ 22225 h 250825"/>
                <a:gd name="connsiteX35" fmla="*/ 50800 w 338138"/>
                <a:gd name="connsiteY35" fmla="*/ 24858 h 250825"/>
                <a:gd name="connsiteX36" fmla="*/ 50800 w 338138"/>
                <a:gd name="connsiteY36" fmla="*/ 182834 h 250825"/>
                <a:gd name="connsiteX37" fmla="*/ 53428 w 338138"/>
                <a:gd name="connsiteY37" fmla="*/ 184150 h 250825"/>
                <a:gd name="connsiteX38" fmla="*/ 284710 w 338138"/>
                <a:gd name="connsiteY38" fmla="*/ 184150 h 250825"/>
                <a:gd name="connsiteX39" fmla="*/ 287338 w 338138"/>
                <a:gd name="connsiteY39" fmla="*/ 182834 h 250825"/>
                <a:gd name="connsiteX40" fmla="*/ 287338 w 338138"/>
                <a:gd name="connsiteY40" fmla="*/ 24858 h 250825"/>
                <a:gd name="connsiteX41" fmla="*/ 284710 w 338138"/>
                <a:gd name="connsiteY41" fmla="*/ 22225 h 250825"/>
                <a:gd name="connsiteX42" fmla="*/ 53428 w 338138"/>
                <a:gd name="connsiteY42" fmla="*/ 22225 h 250825"/>
                <a:gd name="connsiteX43" fmla="*/ 53663 w 338138"/>
                <a:gd name="connsiteY43" fmla="*/ 0 h 250825"/>
                <a:gd name="connsiteX44" fmla="*/ 286062 w 338138"/>
                <a:gd name="connsiteY44" fmla="*/ 0 h 250825"/>
                <a:gd name="connsiteX45" fmla="*/ 311150 w 338138"/>
                <a:gd name="connsiteY45" fmla="*/ 25008 h 250825"/>
                <a:gd name="connsiteX46" fmla="*/ 311150 w 338138"/>
                <a:gd name="connsiteY46" fmla="*/ 182955 h 250825"/>
                <a:gd name="connsiteX47" fmla="*/ 286062 w 338138"/>
                <a:gd name="connsiteY47" fmla="*/ 207963 h 250825"/>
                <a:gd name="connsiteX48" fmla="*/ 53663 w 338138"/>
                <a:gd name="connsiteY48" fmla="*/ 207963 h 250825"/>
                <a:gd name="connsiteX49" fmla="*/ 28575 w 338138"/>
                <a:gd name="connsiteY49" fmla="*/ 182955 h 250825"/>
                <a:gd name="connsiteX50" fmla="*/ 28575 w 338138"/>
                <a:gd name="connsiteY50" fmla="*/ 25008 h 250825"/>
                <a:gd name="connsiteX51" fmla="*/ 53663 w 338138"/>
                <a:gd name="connsiteY51" fmla="*/ 0 h 25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338138" h="250825">
                  <a:moveTo>
                    <a:pt x="9246" y="217487"/>
                  </a:moveTo>
                  <a:cubicBezTo>
                    <a:pt x="9246" y="217487"/>
                    <a:pt x="9246" y="217487"/>
                    <a:pt x="328892" y="217487"/>
                  </a:cubicBezTo>
                  <a:cubicBezTo>
                    <a:pt x="334176" y="217487"/>
                    <a:pt x="338138" y="221488"/>
                    <a:pt x="338138" y="226822"/>
                  </a:cubicBezTo>
                  <a:cubicBezTo>
                    <a:pt x="338138" y="240157"/>
                    <a:pt x="327571" y="250825"/>
                    <a:pt x="314363" y="250825"/>
                  </a:cubicBezTo>
                  <a:cubicBezTo>
                    <a:pt x="314363" y="250825"/>
                    <a:pt x="314363" y="250825"/>
                    <a:pt x="23775" y="250825"/>
                  </a:cubicBezTo>
                  <a:cubicBezTo>
                    <a:pt x="10567" y="250825"/>
                    <a:pt x="0" y="240157"/>
                    <a:pt x="0" y="226822"/>
                  </a:cubicBezTo>
                  <a:cubicBezTo>
                    <a:pt x="0" y="221488"/>
                    <a:pt x="3962" y="217487"/>
                    <a:pt x="9246" y="217487"/>
                  </a:cubicBezTo>
                  <a:close/>
                  <a:moveTo>
                    <a:pt x="100182" y="100012"/>
                  </a:moveTo>
                  <a:cubicBezTo>
                    <a:pt x="100182" y="100012"/>
                    <a:pt x="100182" y="100012"/>
                    <a:pt x="123655" y="100012"/>
                  </a:cubicBezTo>
                  <a:cubicBezTo>
                    <a:pt x="127567" y="100012"/>
                    <a:pt x="130175" y="102689"/>
                    <a:pt x="130175" y="106705"/>
                  </a:cubicBezTo>
                  <a:cubicBezTo>
                    <a:pt x="130175" y="106705"/>
                    <a:pt x="130175" y="106705"/>
                    <a:pt x="130175" y="161583"/>
                  </a:cubicBezTo>
                  <a:cubicBezTo>
                    <a:pt x="130175" y="165598"/>
                    <a:pt x="127567" y="168275"/>
                    <a:pt x="123655" y="168275"/>
                  </a:cubicBezTo>
                  <a:cubicBezTo>
                    <a:pt x="123655" y="168275"/>
                    <a:pt x="123655" y="168275"/>
                    <a:pt x="100182" y="168275"/>
                  </a:cubicBezTo>
                  <a:cubicBezTo>
                    <a:pt x="96270" y="168275"/>
                    <a:pt x="93662" y="165598"/>
                    <a:pt x="93662" y="161583"/>
                  </a:cubicBezTo>
                  <a:cubicBezTo>
                    <a:pt x="93662" y="161583"/>
                    <a:pt x="93662" y="161583"/>
                    <a:pt x="93662" y="106705"/>
                  </a:cubicBezTo>
                  <a:cubicBezTo>
                    <a:pt x="93662" y="102689"/>
                    <a:pt x="96270" y="100012"/>
                    <a:pt x="100182" y="100012"/>
                  </a:cubicBezTo>
                  <a:close/>
                  <a:moveTo>
                    <a:pt x="157332" y="77787"/>
                  </a:moveTo>
                  <a:cubicBezTo>
                    <a:pt x="157332" y="77787"/>
                    <a:pt x="157332" y="77787"/>
                    <a:pt x="180805" y="77787"/>
                  </a:cubicBezTo>
                  <a:cubicBezTo>
                    <a:pt x="184717" y="77787"/>
                    <a:pt x="187325" y="81779"/>
                    <a:pt x="187325" y="84441"/>
                  </a:cubicBezTo>
                  <a:cubicBezTo>
                    <a:pt x="187325" y="84441"/>
                    <a:pt x="187325" y="84441"/>
                    <a:pt x="187325" y="161622"/>
                  </a:cubicBezTo>
                  <a:cubicBezTo>
                    <a:pt x="187325" y="165614"/>
                    <a:pt x="184717" y="168275"/>
                    <a:pt x="180805" y="168275"/>
                  </a:cubicBezTo>
                  <a:cubicBezTo>
                    <a:pt x="180805" y="168275"/>
                    <a:pt x="180805" y="168275"/>
                    <a:pt x="157332" y="168275"/>
                  </a:cubicBezTo>
                  <a:cubicBezTo>
                    <a:pt x="153420" y="168275"/>
                    <a:pt x="150812" y="165614"/>
                    <a:pt x="150812" y="161622"/>
                  </a:cubicBezTo>
                  <a:cubicBezTo>
                    <a:pt x="150812" y="161622"/>
                    <a:pt x="150812" y="161622"/>
                    <a:pt x="150812" y="84441"/>
                  </a:cubicBezTo>
                  <a:cubicBezTo>
                    <a:pt x="150812" y="81779"/>
                    <a:pt x="153420" y="77787"/>
                    <a:pt x="157332" y="77787"/>
                  </a:cubicBezTo>
                  <a:close/>
                  <a:moveTo>
                    <a:pt x="216070" y="49212"/>
                  </a:moveTo>
                  <a:cubicBezTo>
                    <a:pt x="216070" y="49212"/>
                    <a:pt x="216070" y="49212"/>
                    <a:pt x="239543" y="49212"/>
                  </a:cubicBezTo>
                  <a:cubicBezTo>
                    <a:pt x="243455" y="49212"/>
                    <a:pt x="246063" y="51858"/>
                    <a:pt x="246063" y="55827"/>
                  </a:cubicBezTo>
                  <a:cubicBezTo>
                    <a:pt x="246063" y="55827"/>
                    <a:pt x="246063" y="55827"/>
                    <a:pt x="246063" y="161661"/>
                  </a:cubicBezTo>
                  <a:cubicBezTo>
                    <a:pt x="246063" y="165629"/>
                    <a:pt x="243455" y="168275"/>
                    <a:pt x="239543" y="168275"/>
                  </a:cubicBezTo>
                  <a:cubicBezTo>
                    <a:pt x="239543" y="168275"/>
                    <a:pt x="239543" y="168275"/>
                    <a:pt x="216070" y="168275"/>
                  </a:cubicBezTo>
                  <a:cubicBezTo>
                    <a:pt x="212158" y="168275"/>
                    <a:pt x="209550" y="165629"/>
                    <a:pt x="209550" y="161661"/>
                  </a:cubicBezTo>
                  <a:cubicBezTo>
                    <a:pt x="209550" y="161661"/>
                    <a:pt x="209550" y="161661"/>
                    <a:pt x="209550" y="55827"/>
                  </a:cubicBezTo>
                  <a:cubicBezTo>
                    <a:pt x="209550" y="51858"/>
                    <a:pt x="212158" y="49212"/>
                    <a:pt x="216070" y="49212"/>
                  </a:cubicBezTo>
                  <a:close/>
                  <a:moveTo>
                    <a:pt x="53428" y="22225"/>
                  </a:moveTo>
                  <a:cubicBezTo>
                    <a:pt x="52114" y="22225"/>
                    <a:pt x="50800" y="23541"/>
                    <a:pt x="50800" y="24858"/>
                  </a:cubicBezTo>
                  <a:lnTo>
                    <a:pt x="50800" y="182834"/>
                  </a:lnTo>
                  <a:cubicBezTo>
                    <a:pt x="50800" y="184150"/>
                    <a:pt x="52114" y="184150"/>
                    <a:pt x="53428" y="184150"/>
                  </a:cubicBezTo>
                  <a:cubicBezTo>
                    <a:pt x="53428" y="184150"/>
                    <a:pt x="53428" y="184150"/>
                    <a:pt x="284710" y="184150"/>
                  </a:cubicBezTo>
                  <a:cubicBezTo>
                    <a:pt x="286024" y="184150"/>
                    <a:pt x="287338" y="184150"/>
                    <a:pt x="287338" y="182834"/>
                  </a:cubicBezTo>
                  <a:cubicBezTo>
                    <a:pt x="287338" y="182834"/>
                    <a:pt x="287338" y="182834"/>
                    <a:pt x="287338" y="24858"/>
                  </a:cubicBezTo>
                  <a:cubicBezTo>
                    <a:pt x="287338" y="23541"/>
                    <a:pt x="286024" y="22225"/>
                    <a:pt x="284710" y="22225"/>
                  </a:cubicBezTo>
                  <a:cubicBezTo>
                    <a:pt x="284710" y="22225"/>
                    <a:pt x="284710" y="22225"/>
                    <a:pt x="53428" y="22225"/>
                  </a:cubicBezTo>
                  <a:close/>
                  <a:moveTo>
                    <a:pt x="53663" y="0"/>
                  </a:moveTo>
                  <a:cubicBezTo>
                    <a:pt x="53663" y="0"/>
                    <a:pt x="53663" y="0"/>
                    <a:pt x="286062" y="0"/>
                  </a:cubicBezTo>
                  <a:cubicBezTo>
                    <a:pt x="300587" y="0"/>
                    <a:pt x="311150" y="10530"/>
                    <a:pt x="311150" y="25008"/>
                  </a:cubicBezTo>
                  <a:cubicBezTo>
                    <a:pt x="311150" y="25008"/>
                    <a:pt x="311150" y="25008"/>
                    <a:pt x="311150" y="182955"/>
                  </a:cubicBezTo>
                  <a:cubicBezTo>
                    <a:pt x="311150" y="196117"/>
                    <a:pt x="300587" y="207963"/>
                    <a:pt x="286062" y="207963"/>
                  </a:cubicBezTo>
                  <a:cubicBezTo>
                    <a:pt x="286062" y="207963"/>
                    <a:pt x="286062" y="207963"/>
                    <a:pt x="53663" y="207963"/>
                  </a:cubicBezTo>
                  <a:cubicBezTo>
                    <a:pt x="39138" y="207963"/>
                    <a:pt x="28575" y="196117"/>
                    <a:pt x="28575" y="182955"/>
                  </a:cubicBezTo>
                  <a:cubicBezTo>
                    <a:pt x="28575" y="182955"/>
                    <a:pt x="28575" y="182955"/>
                    <a:pt x="28575" y="25008"/>
                  </a:cubicBezTo>
                  <a:cubicBezTo>
                    <a:pt x="28575" y="10530"/>
                    <a:pt x="39138" y="0"/>
                    <a:pt x="53663" y="0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2" name="îṩḷíḋè"/>
            <p:cNvSpPr/>
            <p:nvPr/>
          </p:nvSpPr>
          <p:spPr bwMode="auto">
            <a:xfrm>
              <a:off x="4339584" y="1879834"/>
              <a:ext cx="1029055" cy="1024147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01</a:t>
              </a:r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13" name="ïś1íḑé"/>
            <p:cNvSpPr/>
            <p:nvPr/>
          </p:nvSpPr>
          <p:spPr bwMode="auto">
            <a:xfrm>
              <a:off x="6778404" y="1879834"/>
              <a:ext cx="1029055" cy="1024147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02</a:t>
              </a:r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14" name="íş1îḓè"/>
            <p:cNvSpPr/>
            <p:nvPr/>
          </p:nvSpPr>
          <p:spPr bwMode="auto">
            <a:xfrm>
              <a:off x="4339584" y="4326383"/>
              <a:ext cx="1029055" cy="1024147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03</a:t>
              </a:r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15" name="îṥlîḑé"/>
            <p:cNvSpPr/>
            <p:nvPr/>
          </p:nvSpPr>
          <p:spPr bwMode="auto">
            <a:xfrm>
              <a:off x="6875601" y="4326383"/>
              <a:ext cx="1029055" cy="1024147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04</a:t>
              </a:r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  <p:grpSp>
          <p:nvGrpSpPr>
            <p:cNvPr id="16" name="îşḻïde"/>
            <p:cNvGrpSpPr/>
            <p:nvPr/>
          </p:nvGrpSpPr>
          <p:grpSpPr>
            <a:xfrm>
              <a:off x="669925" y="1597076"/>
              <a:ext cx="3332166" cy="1306905"/>
              <a:chOff x="719137" y="2442364"/>
              <a:chExt cx="5376847" cy="1306905"/>
            </a:xfrm>
          </p:grpSpPr>
          <p:sp>
            <p:nvSpPr>
              <p:cNvPr id="26" name="íSḷiḍe"/>
              <p:cNvSpPr/>
              <p:nvPr/>
            </p:nvSpPr>
            <p:spPr bwMode="auto">
              <a:xfrm>
                <a:off x="719137" y="2884169"/>
                <a:ext cx="5376845" cy="865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Supporting text here. 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When you copy &amp; paste, choose "keep text only" option.</a:t>
                </a:r>
                <a:endParaRPr lang="en-US" altLang="zh-CN" sz="1100" dirty="0"/>
              </a:p>
            </p:txBody>
          </p:sp>
          <p:sp>
            <p:nvSpPr>
              <p:cNvPr id="27" name="î$ḻídé"/>
              <p:cNvSpPr txBox="1"/>
              <p:nvPr/>
            </p:nvSpPr>
            <p:spPr bwMode="auto">
              <a:xfrm>
                <a:off x="719137" y="2442364"/>
                <a:ext cx="5376847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</p:grpSp>
        <p:grpSp>
          <p:nvGrpSpPr>
            <p:cNvPr id="17" name="ïṣḻïḓè"/>
            <p:cNvGrpSpPr/>
            <p:nvPr/>
          </p:nvGrpSpPr>
          <p:grpSpPr>
            <a:xfrm>
              <a:off x="8188322" y="1597076"/>
              <a:ext cx="3332166" cy="1306905"/>
              <a:chOff x="719137" y="2442364"/>
              <a:chExt cx="5376847" cy="1306905"/>
            </a:xfrm>
          </p:grpSpPr>
          <p:sp>
            <p:nvSpPr>
              <p:cNvPr id="24" name="îşḷîḓé"/>
              <p:cNvSpPr/>
              <p:nvPr/>
            </p:nvSpPr>
            <p:spPr bwMode="auto">
              <a:xfrm>
                <a:off x="719137" y="2884169"/>
                <a:ext cx="5376845" cy="865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 algn="r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Supporting text here. </a:t>
                </a:r>
                <a:endParaRPr lang="en-US" altLang="zh-CN" sz="1100" dirty="0"/>
              </a:p>
              <a:p>
                <a:pPr marL="171450" indent="-171450" algn="r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When you copy &amp; paste, choose "keep text only" option.</a:t>
                </a:r>
                <a:endParaRPr lang="en-US" altLang="zh-CN" sz="1100" dirty="0"/>
              </a:p>
            </p:txBody>
          </p:sp>
          <p:sp>
            <p:nvSpPr>
              <p:cNvPr id="25" name="îṩļïdê"/>
              <p:cNvSpPr txBox="1"/>
              <p:nvPr/>
            </p:nvSpPr>
            <p:spPr bwMode="auto">
              <a:xfrm>
                <a:off x="719137" y="2442364"/>
                <a:ext cx="5376847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</p:grpSp>
        <p:grpSp>
          <p:nvGrpSpPr>
            <p:cNvPr id="18" name="i$ļïḑe"/>
            <p:cNvGrpSpPr/>
            <p:nvPr/>
          </p:nvGrpSpPr>
          <p:grpSpPr>
            <a:xfrm>
              <a:off x="669925" y="4326383"/>
              <a:ext cx="3332166" cy="1306905"/>
              <a:chOff x="719137" y="2442364"/>
              <a:chExt cx="5376847" cy="1306905"/>
            </a:xfrm>
          </p:grpSpPr>
          <p:sp>
            <p:nvSpPr>
              <p:cNvPr id="22" name="íşlíḑe"/>
              <p:cNvSpPr/>
              <p:nvPr/>
            </p:nvSpPr>
            <p:spPr bwMode="auto">
              <a:xfrm>
                <a:off x="719137" y="2884169"/>
                <a:ext cx="5376845" cy="865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Supporting text here. 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When you copy &amp; paste, choose "keep text only" option.</a:t>
                </a:r>
                <a:endParaRPr lang="en-US" altLang="zh-CN" sz="1100" dirty="0"/>
              </a:p>
            </p:txBody>
          </p:sp>
          <p:sp>
            <p:nvSpPr>
              <p:cNvPr id="23" name="ïşḻíde"/>
              <p:cNvSpPr txBox="1"/>
              <p:nvPr/>
            </p:nvSpPr>
            <p:spPr bwMode="auto">
              <a:xfrm>
                <a:off x="719137" y="2442364"/>
                <a:ext cx="5376847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</p:grpSp>
        <p:grpSp>
          <p:nvGrpSpPr>
            <p:cNvPr id="19" name="îśḻîďe"/>
            <p:cNvGrpSpPr/>
            <p:nvPr/>
          </p:nvGrpSpPr>
          <p:grpSpPr>
            <a:xfrm>
              <a:off x="8188322" y="4326383"/>
              <a:ext cx="3332166" cy="1306905"/>
              <a:chOff x="719137" y="2442364"/>
              <a:chExt cx="5376847" cy="1306905"/>
            </a:xfrm>
          </p:grpSpPr>
          <p:sp>
            <p:nvSpPr>
              <p:cNvPr id="20" name="îŝḻïḓè"/>
              <p:cNvSpPr/>
              <p:nvPr/>
            </p:nvSpPr>
            <p:spPr bwMode="auto">
              <a:xfrm>
                <a:off x="719137" y="2884169"/>
                <a:ext cx="5376845" cy="865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 algn="r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Supporting text here. </a:t>
                </a:r>
                <a:endParaRPr lang="en-US" altLang="zh-CN" sz="1100" dirty="0"/>
              </a:p>
              <a:p>
                <a:pPr marL="171450" indent="-171450" algn="r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When you copy &amp; paste, choose "keep text only" option.</a:t>
                </a:r>
                <a:endParaRPr lang="en-US" altLang="zh-CN" sz="1100" dirty="0"/>
              </a:p>
            </p:txBody>
          </p:sp>
          <p:sp>
            <p:nvSpPr>
              <p:cNvPr id="21" name="îşḷîdê"/>
              <p:cNvSpPr txBox="1"/>
              <p:nvPr/>
            </p:nvSpPr>
            <p:spPr bwMode="auto">
              <a:xfrm>
                <a:off x="719137" y="2442364"/>
                <a:ext cx="5376847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</p:grpSp>
      </p:grpSp>
      <p:pic>
        <p:nvPicPr>
          <p:cNvPr id="28" name="图片 27" descr="中科大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0600" y="110490"/>
            <a:ext cx="769620" cy="7696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4"/>
          <p:cNvSpPr>
            <a:spLocks noGrp="1"/>
          </p:cNvSpPr>
          <p:nvPr>
            <p:ph type="title"/>
          </p:nvPr>
        </p:nvSpPr>
        <p:spPr>
          <a:xfrm>
            <a:off x="4258653" y="2112478"/>
            <a:ext cx="5419185" cy="895350"/>
          </a:xfrm>
        </p:spPr>
        <p:txBody>
          <a:bodyPr/>
          <a:lstStyle/>
          <a:p>
            <a:r>
              <a:rPr lang="en-US" altLang="zh-CN" dirty="0"/>
              <a:t>Section Header Here</a:t>
            </a:r>
            <a:endParaRPr lang="zh-CN" altLang="en-US" dirty="0"/>
          </a:p>
        </p:txBody>
      </p:sp>
      <p:sp>
        <p:nvSpPr>
          <p:cNvPr id="8" name="文本占位符 5"/>
          <p:cNvSpPr>
            <a:spLocks noGrp="1"/>
          </p:cNvSpPr>
          <p:nvPr>
            <p:ph type="body" idx="1"/>
          </p:nvPr>
        </p:nvSpPr>
        <p:spPr>
          <a:xfrm>
            <a:off x="4259769" y="3007828"/>
            <a:ext cx="5419185" cy="1015623"/>
          </a:xfrm>
        </p:spPr>
        <p:txBody>
          <a:bodyPr/>
          <a:lstStyle/>
          <a:p>
            <a:pPr lvl="0">
              <a:lnSpc>
                <a:spcPct val="100000"/>
              </a:lnSpc>
            </a:pPr>
            <a:r>
              <a:rPr lang="en-US" altLang="zh-CN" dirty="0"/>
              <a:t>Supporting text here.</a:t>
            </a:r>
            <a:endParaRPr lang="en-US" altLang="zh-CN" dirty="0"/>
          </a:p>
          <a:p>
            <a:pPr lvl="0">
              <a:lnSpc>
                <a:spcPct val="100000"/>
              </a:lnSpc>
            </a:pPr>
            <a:r>
              <a:rPr lang="en-US" altLang="zh-CN" dirty="0"/>
              <a:t>When you copy &amp; paste, choose "keep text only" option.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389710" y="2654170"/>
            <a:ext cx="102351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</a:t>
            </a:r>
            <a:r>
              <a:rPr lang="en-US" altLang="zh-CN" spc="100" dirty="0" smtClean="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03</a:t>
            </a:r>
            <a:endParaRPr lang="zh-CN" altLang="en-US" spc="100" dirty="0">
              <a:solidFill>
                <a:schemeClr val="accent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图片 1" descr="中科大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0600" y="110490"/>
            <a:ext cx="769620" cy="7696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5" name="ed5de025-5ae7-4433-a603-a498d1f799e0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9516" y="2200275"/>
            <a:ext cx="10852559" cy="2457449"/>
            <a:chOff x="669516" y="2200275"/>
            <a:chExt cx="10852559" cy="2457449"/>
          </a:xfrm>
        </p:grpSpPr>
        <p:grpSp>
          <p:nvGrpSpPr>
            <p:cNvPr id="6" name="îSḻiḋé"/>
            <p:cNvGrpSpPr/>
            <p:nvPr/>
          </p:nvGrpSpPr>
          <p:grpSpPr>
            <a:xfrm>
              <a:off x="3587324" y="2200275"/>
              <a:ext cx="5017351" cy="2457449"/>
              <a:chOff x="2906677" y="1866900"/>
              <a:chExt cx="6378648" cy="3124200"/>
            </a:xfrm>
          </p:grpSpPr>
          <p:sp>
            <p:nvSpPr>
              <p:cNvPr id="13" name="îṣľiďe"/>
              <p:cNvSpPr/>
              <p:nvPr/>
            </p:nvSpPr>
            <p:spPr>
              <a:xfrm>
                <a:off x="6283567" y="2768940"/>
                <a:ext cx="1311568" cy="1311568"/>
              </a:xfrm>
              <a:prstGeom prst="diamond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iṣľiḋe"/>
              <p:cNvSpPr/>
              <p:nvPr/>
            </p:nvSpPr>
            <p:spPr>
              <a:xfrm rot="10800000" flipV="1">
                <a:off x="4595122" y="2771556"/>
                <a:ext cx="1309823" cy="1309823"/>
              </a:xfrm>
              <a:prstGeom prst="diamond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15" name="ïṣļîḓè"/>
              <p:cNvSpPr/>
              <p:nvPr/>
            </p:nvSpPr>
            <p:spPr>
              <a:xfrm rot="10800000" flipV="1">
                <a:off x="2906677" y="2771556"/>
                <a:ext cx="1309823" cy="1309823"/>
              </a:xfrm>
              <a:prstGeom prst="diamond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16" name="iṧḷíḋe"/>
              <p:cNvSpPr/>
              <p:nvPr/>
            </p:nvSpPr>
            <p:spPr>
              <a:xfrm>
                <a:off x="7973757" y="2768940"/>
                <a:ext cx="1311568" cy="1311568"/>
              </a:xfrm>
              <a:prstGeom prst="diamond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ïṥḷídé"/>
              <p:cNvSpPr/>
              <p:nvPr/>
            </p:nvSpPr>
            <p:spPr bwMode="auto">
              <a:xfrm>
                <a:off x="3738494" y="1866900"/>
                <a:ext cx="1334635" cy="1334959"/>
              </a:xfrm>
              <a:prstGeom prst="diamond">
                <a:avLst/>
              </a:prstGeom>
              <a:blipFill>
                <a:blip r:embed="rId2"/>
                <a:stretch>
                  <a:fillRect l="-25321" r="-24715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 dirty="0">
                  <a:solidFill>
                    <a:schemeClr val="lt1"/>
                  </a:solidFill>
                </a:endParaRPr>
              </a:p>
            </p:txBody>
          </p:sp>
          <p:sp>
            <p:nvSpPr>
              <p:cNvPr id="18" name="íŝļïḑé"/>
              <p:cNvSpPr/>
              <p:nvPr/>
            </p:nvSpPr>
            <p:spPr bwMode="auto">
              <a:xfrm>
                <a:off x="5426939" y="1866900"/>
                <a:ext cx="1334635" cy="1334959"/>
              </a:xfrm>
              <a:prstGeom prst="diamond">
                <a:avLst/>
              </a:prstGeom>
              <a:blipFill>
                <a:blip r:embed="rId3"/>
                <a:stretch>
                  <a:fillRect l="-27518" r="-26860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 dirty="0">
                  <a:solidFill>
                    <a:schemeClr val="lt1"/>
                  </a:solidFill>
                </a:endParaRPr>
              </a:p>
            </p:txBody>
          </p:sp>
          <p:sp>
            <p:nvSpPr>
              <p:cNvPr id="19" name="îslíḑè"/>
              <p:cNvSpPr/>
              <p:nvPr/>
            </p:nvSpPr>
            <p:spPr bwMode="auto">
              <a:xfrm>
                <a:off x="7117129" y="1866900"/>
                <a:ext cx="1334635" cy="1334959"/>
              </a:xfrm>
              <a:prstGeom prst="diamond">
                <a:avLst/>
              </a:prstGeom>
              <a:blipFill>
                <a:blip r:embed="rId4"/>
                <a:stretch>
                  <a:fillRect l="-18763" r="-18315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 dirty="0">
                  <a:solidFill>
                    <a:schemeClr val="lt1"/>
                  </a:solidFill>
                </a:endParaRPr>
              </a:p>
            </p:txBody>
          </p:sp>
          <p:sp>
            <p:nvSpPr>
              <p:cNvPr id="20" name="ïṧḷïḑe"/>
              <p:cNvSpPr/>
              <p:nvPr/>
            </p:nvSpPr>
            <p:spPr bwMode="auto">
              <a:xfrm>
                <a:off x="3738494" y="3656141"/>
                <a:ext cx="1334635" cy="1334959"/>
              </a:xfrm>
              <a:prstGeom prst="diamond">
                <a:avLst/>
              </a:prstGeom>
              <a:blipFill>
                <a:blip r:embed="rId5"/>
                <a:stretch>
                  <a:fillRect l="-39549" r="-38601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 dirty="0">
                  <a:solidFill>
                    <a:schemeClr val="lt1"/>
                  </a:solidFill>
                </a:endParaRPr>
              </a:p>
            </p:txBody>
          </p:sp>
          <p:sp>
            <p:nvSpPr>
              <p:cNvPr id="21" name="isḻïḍê"/>
              <p:cNvSpPr/>
              <p:nvPr/>
            </p:nvSpPr>
            <p:spPr bwMode="auto">
              <a:xfrm>
                <a:off x="5426939" y="3656141"/>
                <a:ext cx="1334635" cy="1334959"/>
              </a:xfrm>
              <a:prstGeom prst="diamond">
                <a:avLst/>
              </a:prstGeom>
              <a:blipFill>
                <a:blip r:embed="rId6"/>
                <a:stretch>
                  <a:fillRect l="-39382" r="-38439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 dirty="0">
                  <a:solidFill>
                    <a:schemeClr val="lt1"/>
                  </a:solidFill>
                </a:endParaRPr>
              </a:p>
            </p:txBody>
          </p:sp>
          <p:sp>
            <p:nvSpPr>
              <p:cNvPr id="22" name="ï$ľíḍè"/>
              <p:cNvSpPr/>
              <p:nvPr/>
            </p:nvSpPr>
            <p:spPr bwMode="auto">
              <a:xfrm>
                <a:off x="7117129" y="3656141"/>
                <a:ext cx="1334635" cy="1334959"/>
              </a:xfrm>
              <a:prstGeom prst="diamond">
                <a:avLst/>
              </a:prstGeom>
              <a:blipFill>
                <a:blip r:embed="rId7"/>
                <a:stretch>
                  <a:fillRect l="-25321" r="-24715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 dirty="0">
                  <a:solidFill>
                    <a:schemeClr val="lt1"/>
                  </a:solidFill>
                </a:endParaRPr>
              </a:p>
            </p:txBody>
          </p:sp>
          <p:sp>
            <p:nvSpPr>
              <p:cNvPr id="23" name="iŝļïďé"/>
              <p:cNvSpPr/>
              <p:nvPr/>
            </p:nvSpPr>
            <p:spPr bwMode="auto">
              <a:xfrm>
                <a:off x="3307865" y="3171186"/>
                <a:ext cx="516053" cy="515629"/>
              </a:xfrm>
              <a:custGeom>
                <a:avLst/>
                <a:gdLst>
                  <a:gd name="T0" fmla="*/ 0 w 512"/>
                  <a:gd name="T1" fmla="*/ 256 h 512"/>
                  <a:gd name="T2" fmla="*/ 512 w 512"/>
                  <a:gd name="T3" fmla="*/ 256 h 512"/>
                  <a:gd name="T4" fmla="*/ 479 w 512"/>
                  <a:gd name="T5" fmla="*/ 248 h 512"/>
                  <a:gd name="T6" fmla="*/ 361 w 512"/>
                  <a:gd name="T7" fmla="*/ 144 h 512"/>
                  <a:gd name="T8" fmla="*/ 479 w 512"/>
                  <a:gd name="T9" fmla="*/ 248 h 512"/>
                  <a:gd name="T10" fmla="*/ 180 w 512"/>
                  <a:gd name="T11" fmla="*/ 392 h 512"/>
                  <a:gd name="T12" fmla="*/ 248 w 512"/>
                  <a:gd name="T13" fmla="*/ 479 h 512"/>
                  <a:gd name="T14" fmla="*/ 265 w 512"/>
                  <a:gd name="T15" fmla="*/ 34 h 512"/>
                  <a:gd name="T16" fmla="*/ 264 w 512"/>
                  <a:gd name="T17" fmla="*/ 148 h 512"/>
                  <a:gd name="T18" fmla="*/ 265 w 512"/>
                  <a:gd name="T19" fmla="*/ 34 h 512"/>
                  <a:gd name="T20" fmla="*/ 411 w 512"/>
                  <a:gd name="T21" fmla="*/ 96 h 512"/>
                  <a:gd name="T22" fmla="*/ 293 w 512"/>
                  <a:gd name="T23" fmla="*/ 36 h 512"/>
                  <a:gd name="T24" fmla="*/ 248 w 512"/>
                  <a:gd name="T25" fmla="*/ 148 h 512"/>
                  <a:gd name="T26" fmla="*/ 247 w 512"/>
                  <a:gd name="T27" fmla="*/ 34 h 512"/>
                  <a:gd name="T28" fmla="*/ 158 w 512"/>
                  <a:gd name="T29" fmla="*/ 129 h 512"/>
                  <a:gd name="T30" fmla="*/ 219 w 512"/>
                  <a:gd name="T31" fmla="*/ 36 h 512"/>
                  <a:gd name="T32" fmla="*/ 167 w 512"/>
                  <a:gd name="T33" fmla="*/ 150 h 512"/>
                  <a:gd name="T34" fmla="*/ 248 w 512"/>
                  <a:gd name="T35" fmla="*/ 248 h 512"/>
                  <a:gd name="T36" fmla="*/ 167 w 512"/>
                  <a:gd name="T37" fmla="*/ 150 h 512"/>
                  <a:gd name="T38" fmla="*/ 248 w 512"/>
                  <a:gd name="T39" fmla="*/ 364 h 512"/>
                  <a:gd name="T40" fmla="*/ 149 w 512"/>
                  <a:gd name="T41" fmla="*/ 264 h 512"/>
                  <a:gd name="T42" fmla="*/ 219 w 512"/>
                  <a:gd name="T43" fmla="*/ 476 h 512"/>
                  <a:gd name="T44" fmla="*/ 164 w 512"/>
                  <a:gd name="T45" fmla="*/ 397 h 512"/>
                  <a:gd name="T46" fmla="*/ 264 w 512"/>
                  <a:gd name="T47" fmla="*/ 479 h 512"/>
                  <a:gd name="T48" fmla="*/ 332 w 512"/>
                  <a:gd name="T49" fmla="*/ 392 h 512"/>
                  <a:gd name="T50" fmla="*/ 264 w 512"/>
                  <a:gd name="T51" fmla="*/ 479 h 512"/>
                  <a:gd name="T52" fmla="*/ 401 w 512"/>
                  <a:gd name="T53" fmla="*/ 425 h 512"/>
                  <a:gd name="T54" fmla="*/ 348 w 512"/>
                  <a:gd name="T55" fmla="*/ 397 h 512"/>
                  <a:gd name="T56" fmla="*/ 264 w 512"/>
                  <a:gd name="T57" fmla="*/ 364 h 512"/>
                  <a:gd name="T58" fmla="*/ 363 w 512"/>
                  <a:gd name="T59" fmla="*/ 264 h 512"/>
                  <a:gd name="T60" fmla="*/ 264 w 512"/>
                  <a:gd name="T61" fmla="*/ 248 h 512"/>
                  <a:gd name="T62" fmla="*/ 345 w 512"/>
                  <a:gd name="T63" fmla="*/ 150 h 512"/>
                  <a:gd name="T64" fmla="*/ 264 w 512"/>
                  <a:gd name="T65" fmla="*/ 248 h 512"/>
                  <a:gd name="T66" fmla="*/ 151 w 512"/>
                  <a:gd name="T67" fmla="*/ 144 h 512"/>
                  <a:gd name="T68" fmla="*/ 33 w 512"/>
                  <a:gd name="T69" fmla="*/ 248 h 512"/>
                  <a:gd name="T70" fmla="*/ 33 w 512"/>
                  <a:gd name="T71" fmla="*/ 264 h 512"/>
                  <a:gd name="T72" fmla="*/ 157 w 512"/>
                  <a:gd name="T73" fmla="*/ 382 h 512"/>
                  <a:gd name="T74" fmla="*/ 33 w 512"/>
                  <a:gd name="T75" fmla="*/ 264 h 512"/>
                  <a:gd name="T76" fmla="*/ 355 w 512"/>
                  <a:gd name="T77" fmla="*/ 382 h 512"/>
                  <a:gd name="T78" fmla="*/ 479 w 512"/>
                  <a:gd name="T79" fmla="*/ 264 h 5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512" h="512">
                    <a:moveTo>
                      <a:pt x="256" y="0"/>
                    </a:moveTo>
                    <a:cubicBezTo>
                      <a:pt x="115" y="0"/>
                      <a:pt x="0" y="115"/>
                      <a:pt x="0" y="256"/>
                    </a:cubicBezTo>
                    <a:cubicBezTo>
                      <a:pt x="0" y="397"/>
                      <a:pt x="115" y="512"/>
                      <a:pt x="256" y="512"/>
                    </a:cubicBezTo>
                    <a:cubicBezTo>
                      <a:pt x="397" y="512"/>
                      <a:pt x="512" y="397"/>
                      <a:pt x="512" y="256"/>
                    </a:cubicBezTo>
                    <a:cubicBezTo>
                      <a:pt x="512" y="115"/>
                      <a:pt x="397" y="0"/>
                      <a:pt x="256" y="0"/>
                    </a:cubicBezTo>
                    <a:close/>
                    <a:moveTo>
                      <a:pt x="479" y="248"/>
                    </a:moveTo>
                    <a:cubicBezTo>
                      <a:pt x="380" y="248"/>
                      <a:pt x="380" y="248"/>
                      <a:pt x="380" y="248"/>
                    </a:cubicBezTo>
                    <a:cubicBezTo>
                      <a:pt x="379" y="211"/>
                      <a:pt x="372" y="176"/>
                      <a:pt x="361" y="144"/>
                    </a:cubicBezTo>
                    <a:cubicBezTo>
                      <a:pt x="383" y="135"/>
                      <a:pt x="403" y="123"/>
                      <a:pt x="422" y="108"/>
                    </a:cubicBezTo>
                    <a:cubicBezTo>
                      <a:pt x="456" y="145"/>
                      <a:pt x="477" y="194"/>
                      <a:pt x="479" y="248"/>
                    </a:cubicBezTo>
                    <a:close/>
                    <a:moveTo>
                      <a:pt x="247" y="479"/>
                    </a:moveTo>
                    <a:cubicBezTo>
                      <a:pt x="219" y="456"/>
                      <a:pt x="196" y="426"/>
                      <a:pt x="180" y="392"/>
                    </a:cubicBezTo>
                    <a:cubicBezTo>
                      <a:pt x="201" y="385"/>
                      <a:pt x="224" y="381"/>
                      <a:pt x="248" y="380"/>
                    </a:cubicBezTo>
                    <a:cubicBezTo>
                      <a:pt x="248" y="479"/>
                      <a:pt x="248" y="479"/>
                      <a:pt x="248" y="479"/>
                    </a:cubicBezTo>
                    <a:cubicBezTo>
                      <a:pt x="247" y="479"/>
                      <a:pt x="247" y="479"/>
                      <a:pt x="247" y="479"/>
                    </a:cubicBezTo>
                    <a:close/>
                    <a:moveTo>
                      <a:pt x="265" y="34"/>
                    </a:moveTo>
                    <a:cubicBezTo>
                      <a:pt x="296" y="59"/>
                      <a:pt x="322" y="94"/>
                      <a:pt x="339" y="135"/>
                    </a:cubicBezTo>
                    <a:cubicBezTo>
                      <a:pt x="315" y="143"/>
                      <a:pt x="290" y="147"/>
                      <a:pt x="264" y="148"/>
                    </a:cubicBezTo>
                    <a:cubicBezTo>
                      <a:pt x="264" y="33"/>
                      <a:pt x="264" y="33"/>
                      <a:pt x="264" y="33"/>
                    </a:cubicBezTo>
                    <a:cubicBezTo>
                      <a:pt x="265" y="33"/>
                      <a:pt x="265" y="33"/>
                      <a:pt x="265" y="34"/>
                    </a:cubicBezTo>
                    <a:close/>
                    <a:moveTo>
                      <a:pt x="293" y="36"/>
                    </a:moveTo>
                    <a:cubicBezTo>
                      <a:pt x="338" y="44"/>
                      <a:pt x="379" y="65"/>
                      <a:pt x="411" y="96"/>
                    </a:cubicBezTo>
                    <a:cubicBezTo>
                      <a:pt x="394" y="109"/>
                      <a:pt x="375" y="121"/>
                      <a:pt x="354" y="129"/>
                    </a:cubicBezTo>
                    <a:cubicBezTo>
                      <a:pt x="339" y="93"/>
                      <a:pt x="318" y="62"/>
                      <a:pt x="293" y="36"/>
                    </a:cubicBezTo>
                    <a:close/>
                    <a:moveTo>
                      <a:pt x="248" y="33"/>
                    </a:moveTo>
                    <a:cubicBezTo>
                      <a:pt x="248" y="148"/>
                      <a:pt x="248" y="148"/>
                      <a:pt x="248" y="148"/>
                    </a:cubicBezTo>
                    <a:cubicBezTo>
                      <a:pt x="222" y="147"/>
                      <a:pt x="197" y="143"/>
                      <a:pt x="173" y="135"/>
                    </a:cubicBezTo>
                    <a:cubicBezTo>
                      <a:pt x="190" y="94"/>
                      <a:pt x="216" y="59"/>
                      <a:pt x="247" y="34"/>
                    </a:cubicBezTo>
                    <a:cubicBezTo>
                      <a:pt x="247" y="33"/>
                      <a:pt x="247" y="33"/>
                      <a:pt x="248" y="33"/>
                    </a:cubicBezTo>
                    <a:close/>
                    <a:moveTo>
                      <a:pt x="158" y="129"/>
                    </a:moveTo>
                    <a:cubicBezTo>
                      <a:pt x="137" y="121"/>
                      <a:pt x="118" y="109"/>
                      <a:pt x="101" y="96"/>
                    </a:cubicBezTo>
                    <a:cubicBezTo>
                      <a:pt x="133" y="65"/>
                      <a:pt x="174" y="44"/>
                      <a:pt x="219" y="36"/>
                    </a:cubicBezTo>
                    <a:cubicBezTo>
                      <a:pt x="194" y="62"/>
                      <a:pt x="173" y="93"/>
                      <a:pt x="158" y="129"/>
                    </a:cubicBezTo>
                    <a:close/>
                    <a:moveTo>
                      <a:pt x="167" y="150"/>
                    </a:moveTo>
                    <a:cubicBezTo>
                      <a:pt x="192" y="159"/>
                      <a:pt x="220" y="164"/>
                      <a:pt x="248" y="165"/>
                    </a:cubicBezTo>
                    <a:cubicBezTo>
                      <a:pt x="248" y="248"/>
                      <a:pt x="248" y="248"/>
                      <a:pt x="248" y="248"/>
                    </a:cubicBezTo>
                    <a:cubicBezTo>
                      <a:pt x="149" y="248"/>
                      <a:pt x="149" y="248"/>
                      <a:pt x="149" y="248"/>
                    </a:cubicBezTo>
                    <a:cubicBezTo>
                      <a:pt x="150" y="213"/>
                      <a:pt x="156" y="180"/>
                      <a:pt x="167" y="150"/>
                    </a:cubicBezTo>
                    <a:close/>
                    <a:moveTo>
                      <a:pt x="248" y="264"/>
                    </a:moveTo>
                    <a:cubicBezTo>
                      <a:pt x="248" y="364"/>
                      <a:pt x="248" y="364"/>
                      <a:pt x="248" y="364"/>
                    </a:cubicBezTo>
                    <a:cubicBezTo>
                      <a:pt x="222" y="365"/>
                      <a:pt x="197" y="369"/>
                      <a:pt x="173" y="376"/>
                    </a:cubicBezTo>
                    <a:cubicBezTo>
                      <a:pt x="158" y="342"/>
                      <a:pt x="150" y="304"/>
                      <a:pt x="149" y="264"/>
                    </a:cubicBezTo>
                    <a:lnTo>
                      <a:pt x="248" y="264"/>
                    </a:lnTo>
                    <a:close/>
                    <a:moveTo>
                      <a:pt x="219" y="476"/>
                    </a:moveTo>
                    <a:cubicBezTo>
                      <a:pt x="179" y="469"/>
                      <a:pt x="141" y="451"/>
                      <a:pt x="111" y="425"/>
                    </a:cubicBezTo>
                    <a:cubicBezTo>
                      <a:pt x="128" y="414"/>
                      <a:pt x="145" y="404"/>
                      <a:pt x="164" y="397"/>
                    </a:cubicBezTo>
                    <a:cubicBezTo>
                      <a:pt x="178" y="427"/>
                      <a:pt x="197" y="454"/>
                      <a:pt x="219" y="476"/>
                    </a:cubicBezTo>
                    <a:close/>
                    <a:moveTo>
                      <a:pt x="264" y="479"/>
                    </a:moveTo>
                    <a:cubicBezTo>
                      <a:pt x="264" y="380"/>
                      <a:pt x="264" y="380"/>
                      <a:pt x="264" y="380"/>
                    </a:cubicBezTo>
                    <a:cubicBezTo>
                      <a:pt x="288" y="381"/>
                      <a:pt x="311" y="385"/>
                      <a:pt x="332" y="392"/>
                    </a:cubicBezTo>
                    <a:cubicBezTo>
                      <a:pt x="316" y="426"/>
                      <a:pt x="293" y="456"/>
                      <a:pt x="265" y="479"/>
                    </a:cubicBezTo>
                    <a:cubicBezTo>
                      <a:pt x="265" y="479"/>
                      <a:pt x="265" y="479"/>
                      <a:pt x="264" y="479"/>
                    </a:cubicBezTo>
                    <a:close/>
                    <a:moveTo>
                      <a:pt x="348" y="397"/>
                    </a:moveTo>
                    <a:cubicBezTo>
                      <a:pt x="367" y="404"/>
                      <a:pt x="384" y="414"/>
                      <a:pt x="401" y="425"/>
                    </a:cubicBezTo>
                    <a:cubicBezTo>
                      <a:pt x="371" y="451"/>
                      <a:pt x="333" y="469"/>
                      <a:pt x="293" y="476"/>
                    </a:cubicBezTo>
                    <a:cubicBezTo>
                      <a:pt x="315" y="454"/>
                      <a:pt x="334" y="427"/>
                      <a:pt x="348" y="397"/>
                    </a:cubicBezTo>
                    <a:close/>
                    <a:moveTo>
                      <a:pt x="339" y="376"/>
                    </a:moveTo>
                    <a:cubicBezTo>
                      <a:pt x="315" y="369"/>
                      <a:pt x="290" y="365"/>
                      <a:pt x="264" y="364"/>
                    </a:cubicBezTo>
                    <a:cubicBezTo>
                      <a:pt x="264" y="264"/>
                      <a:pt x="264" y="264"/>
                      <a:pt x="264" y="264"/>
                    </a:cubicBezTo>
                    <a:cubicBezTo>
                      <a:pt x="363" y="264"/>
                      <a:pt x="363" y="264"/>
                      <a:pt x="363" y="264"/>
                    </a:cubicBezTo>
                    <a:cubicBezTo>
                      <a:pt x="362" y="304"/>
                      <a:pt x="354" y="342"/>
                      <a:pt x="339" y="376"/>
                    </a:cubicBezTo>
                    <a:close/>
                    <a:moveTo>
                      <a:pt x="264" y="248"/>
                    </a:moveTo>
                    <a:cubicBezTo>
                      <a:pt x="264" y="165"/>
                      <a:pt x="264" y="165"/>
                      <a:pt x="264" y="165"/>
                    </a:cubicBezTo>
                    <a:cubicBezTo>
                      <a:pt x="293" y="164"/>
                      <a:pt x="320" y="159"/>
                      <a:pt x="345" y="150"/>
                    </a:cubicBezTo>
                    <a:cubicBezTo>
                      <a:pt x="356" y="180"/>
                      <a:pt x="362" y="213"/>
                      <a:pt x="363" y="248"/>
                    </a:cubicBezTo>
                    <a:lnTo>
                      <a:pt x="264" y="248"/>
                    </a:lnTo>
                    <a:close/>
                    <a:moveTo>
                      <a:pt x="90" y="108"/>
                    </a:moveTo>
                    <a:cubicBezTo>
                      <a:pt x="109" y="123"/>
                      <a:pt x="129" y="135"/>
                      <a:pt x="151" y="144"/>
                    </a:cubicBezTo>
                    <a:cubicBezTo>
                      <a:pt x="140" y="176"/>
                      <a:pt x="133" y="211"/>
                      <a:pt x="132" y="248"/>
                    </a:cubicBezTo>
                    <a:cubicBezTo>
                      <a:pt x="33" y="248"/>
                      <a:pt x="33" y="248"/>
                      <a:pt x="33" y="248"/>
                    </a:cubicBezTo>
                    <a:cubicBezTo>
                      <a:pt x="35" y="194"/>
                      <a:pt x="56" y="145"/>
                      <a:pt x="90" y="108"/>
                    </a:cubicBezTo>
                    <a:close/>
                    <a:moveTo>
                      <a:pt x="33" y="264"/>
                    </a:moveTo>
                    <a:cubicBezTo>
                      <a:pt x="132" y="264"/>
                      <a:pt x="132" y="264"/>
                      <a:pt x="132" y="264"/>
                    </a:cubicBezTo>
                    <a:cubicBezTo>
                      <a:pt x="134" y="306"/>
                      <a:pt x="142" y="346"/>
                      <a:pt x="157" y="382"/>
                    </a:cubicBezTo>
                    <a:cubicBezTo>
                      <a:pt x="136" y="390"/>
                      <a:pt x="117" y="401"/>
                      <a:pt x="99" y="414"/>
                    </a:cubicBezTo>
                    <a:cubicBezTo>
                      <a:pt x="60" y="375"/>
                      <a:pt x="36" y="323"/>
                      <a:pt x="33" y="264"/>
                    </a:cubicBezTo>
                    <a:close/>
                    <a:moveTo>
                      <a:pt x="413" y="414"/>
                    </a:moveTo>
                    <a:cubicBezTo>
                      <a:pt x="395" y="401"/>
                      <a:pt x="376" y="390"/>
                      <a:pt x="355" y="382"/>
                    </a:cubicBezTo>
                    <a:cubicBezTo>
                      <a:pt x="370" y="346"/>
                      <a:pt x="378" y="306"/>
                      <a:pt x="380" y="264"/>
                    </a:cubicBezTo>
                    <a:cubicBezTo>
                      <a:pt x="479" y="264"/>
                      <a:pt x="479" y="264"/>
                      <a:pt x="479" y="264"/>
                    </a:cubicBezTo>
                    <a:cubicBezTo>
                      <a:pt x="476" y="323"/>
                      <a:pt x="452" y="375"/>
                      <a:pt x="413" y="41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id-ID"/>
              </a:p>
            </p:txBody>
          </p:sp>
          <p:sp>
            <p:nvSpPr>
              <p:cNvPr id="24" name="îşḻiďé"/>
              <p:cNvSpPr/>
              <p:nvPr/>
            </p:nvSpPr>
            <p:spPr bwMode="auto">
              <a:xfrm>
                <a:off x="8371514" y="3171186"/>
                <a:ext cx="516053" cy="515629"/>
              </a:xfrm>
              <a:custGeom>
                <a:avLst/>
                <a:gdLst>
                  <a:gd name="T0" fmla="*/ 0 w 512"/>
                  <a:gd name="T1" fmla="*/ 256 h 512"/>
                  <a:gd name="T2" fmla="*/ 512 w 512"/>
                  <a:gd name="T3" fmla="*/ 256 h 512"/>
                  <a:gd name="T4" fmla="*/ 479 w 512"/>
                  <a:gd name="T5" fmla="*/ 248 h 512"/>
                  <a:gd name="T6" fmla="*/ 361 w 512"/>
                  <a:gd name="T7" fmla="*/ 144 h 512"/>
                  <a:gd name="T8" fmla="*/ 479 w 512"/>
                  <a:gd name="T9" fmla="*/ 248 h 512"/>
                  <a:gd name="T10" fmla="*/ 180 w 512"/>
                  <a:gd name="T11" fmla="*/ 392 h 512"/>
                  <a:gd name="T12" fmla="*/ 248 w 512"/>
                  <a:gd name="T13" fmla="*/ 479 h 512"/>
                  <a:gd name="T14" fmla="*/ 265 w 512"/>
                  <a:gd name="T15" fmla="*/ 34 h 512"/>
                  <a:gd name="T16" fmla="*/ 264 w 512"/>
                  <a:gd name="T17" fmla="*/ 148 h 512"/>
                  <a:gd name="T18" fmla="*/ 265 w 512"/>
                  <a:gd name="T19" fmla="*/ 34 h 512"/>
                  <a:gd name="T20" fmla="*/ 411 w 512"/>
                  <a:gd name="T21" fmla="*/ 96 h 512"/>
                  <a:gd name="T22" fmla="*/ 293 w 512"/>
                  <a:gd name="T23" fmla="*/ 36 h 512"/>
                  <a:gd name="T24" fmla="*/ 248 w 512"/>
                  <a:gd name="T25" fmla="*/ 148 h 512"/>
                  <a:gd name="T26" fmla="*/ 247 w 512"/>
                  <a:gd name="T27" fmla="*/ 34 h 512"/>
                  <a:gd name="T28" fmla="*/ 158 w 512"/>
                  <a:gd name="T29" fmla="*/ 129 h 512"/>
                  <a:gd name="T30" fmla="*/ 219 w 512"/>
                  <a:gd name="T31" fmla="*/ 36 h 512"/>
                  <a:gd name="T32" fmla="*/ 167 w 512"/>
                  <a:gd name="T33" fmla="*/ 150 h 512"/>
                  <a:gd name="T34" fmla="*/ 248 w 512"/>
                  <a:gd name="T35" fmla="*/ 248 h 512"/>
                  <a:gd name="T36" fmla="*/ 167 w 512"/>
                  <a:gd name="T37" fmla="*/ 150 h 512"/>
                  <a:gd name="T38" fmla="*/ 248 w 512"/>
                  <a:gd name="T39" fmla="*/ 364 h 512"/>
                  <a:gd name="T40" fmla="*/ 149 w 512"/>
                  <a:gd name="T41" fmla="*/ 264 h 512"/>
                  <a:gd name="T42" fmla="*/ 219 w 512"/>
                  <a:gd name="T43" fmla="*/ 476 h 512"/>
                  <a:gd name="T44" fmla="*/ 164 w 512"/>
                  <a:gd name="T45" fmla="*/ 397 h 512"/>
                  <a:gd name="T46" fmla="*/ 264 w 512"/>
                  <a:gd name="T47" fmla="*/ 479 h 512"/>
                  <a:gd name="T48" fmla="*/ 332 w 512"/>
                  <a:gd name="T49" fmla="*/ 392 h 512"/>
                  <a:gd name="T50" fmla="*/ 264 w 512"/>
                  <a:gd name="T51" fmla="*/ 479 h 512"/>
                  <a:gd name="T52" fmla="*/ 401 w 512"/>
                  <a:gd name="T53" fmla="*/ 425 h 512"/>
                  <a:gd name="T54" fmla="*/ 348 w 512"/>
                  <a:gd name="T55" fmla="*/ 397 h 512"/>
                  <a:gd name="T56" fmla="*/ 264 w 512"/>
                  <a:gd name="T57" fmla="*/ 364 h 512"/>
                  <a:gd name="T58" fmla="*/ 363 w 512"/>
                  <a:gd name="T59" fmla="*/ 264 h 512"/>
                  <a:gd name="T60" fmla="*/ 264 w 512"/>
                  <a:gd name="T61" fmla="*/ 248 h 512"/>
                  <a:gd name="T62" fmla="*/ 345 w 512"/>
                  <a:gd name="T63" fmla="*/ 150 h 512"/>
                  <a:gd name="T64" fmla="*/ 264 w 512"/>
                  <a:gd name="T65" fmla="*/ 248 h 512"/>
                  <a:gd name="T66" fmla="*/ 151 w 512"/>
                  <a:gd name="T67" fmla="*/ 144 h 512"/>
                  <a:gd name="T68" fmla="*/ 33 w 512"/>
                  <a:gd name="T69" fmla="*/ 248 h 512"/>
                  <a:gd name="T70" fmla="*/ 33 w 512"/>
                  <a:gd name="T71" fmla="*/ 264 h 512"/>
                  <a:gd name="T72" fmla="*/ 157 w 512"/>
                  <a:gd name="T73" fmla="*/ 382 h 512"/>
                  <a:gd name="T74" fmla="*/ 33 w 512"/>
                  <a:gd name="T75" fmla="*/ 264 h 512"/>
                  <a:gd name="T76" fmla="*/ 355 w 512"/>
                  <a:gd name="T77" fmla="*/ 382 h 512"/>
                  <a:gd name="T78" fmla="*/ 479 w 512"/>
                  <a:gd name="T79" fmla="*/ 264 h 5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512" h="512">
                    <a:moveTo>
                      <a:pt x="256" y="0"/>
                    </a:moveTo>
                    <a:cubicBezTo>
                      <a:pt x="115" y="0"/>
                      <a:pt x="0" y="115"/>
                      <a:pt x="0" y="256"/>
                    </a:cubicBezTo>
                    <a:cubicBezTo>
                      <a:pt x="0" y="397"/>
                      <a:pt x="115" y="512"/>
                      <a:pt x="256" y="512"/>
                    </a:cubicBezTo>
                    <a:cubicBezTo>
                      <a:pt x="397" y="512"/>
                      <a:pt x="512" y="397"/>
                      <a:pt x="512" y="256"/>
                    </a:cubicBezTo>
                    <a:cubicBezTo>
                      <a:pt x="512" y="115"/>
                      <a:pt x="397" y="0"/>
                      <a:pt x="256" y="0"/>
                    </a:cubicBezTo>
                    <a:close/>
                    <a:moveTo>
                      <a:pt x="479" y="248"/>
                    </a:moveTo>
                    <a:cubicBezTo>
                      <a:pt x="380" y="248"/>
                      <a:pt x="380" y="248"/>
                      <a:pt x="380" y="248"/>
                    </a:cubicBezTo>
                    <a:cubicBezTo>
                      <a:pt x="379" y="211"/>
                      <a:pt x="372" y="176"/>
                      <a:pt x="361" y="144"/>
                    </a:cubicBezTo>
                    <a:cubicBezTo>
                      <a:pt x="383" y="135"/>
                      <a:pt x="403" y="123"/>
                      <a:pt x="422" y="108"/>
                    </a:cubicBezTo>
                    <a:cubicBezTo>
                      <a:pt x="456" y="145"/>
                      <a:pt x="477" y="194"/>
                      <a:pt x="479" y="248"/>
                    </a:cubicBezTo>
                    <a:close/>
                    <a:moveTo>
                      <a:pt x="247" y="479"/>
                    </a:moveTo>
                    <a:cubicBezTo>
                      <a:pt x="219" y="456"/>
                      <a:pt x="196" y="426"/>
                      <a:pt x="180" y="392"/>
                    </a:cubicBezTo>
                    <a:cubicBezTo>
                      <a:pt x="201" y="385"/>
                      <a:pt x="224" y="381"/>
                      <a:pt x="248" y="380"/>
                    </a:cubicBezTo>
                    <a:cubicBezTo>
                      <a:pt x="248" y="479"/>
                      <a:pt x="248" y="479"/>
                      <a:pt x="248" y="479"/>
                    </a:cubicBezTo>
                    <a:cubicBezTo>
                      <a:pt x="247" y="479"/>
                      <a:pt x="247" y="479"/>
                      <a:pt x="247" y="479"/>
                    </a:cubicBezTo>
                    <a:close/>
                    <a:moveTo>
                      <a:pt x="265" y="34"/>
                    </a:moveTo>
                    <a:cubicBezTo>
                      <a:pt x="296" y="59"/>
                      <a:pt x="322" y="94"/>
                      <a:pt x="339" y="135"/>
                    </a:cubicBezTo>
                    <a:cubicBezTo>
                      <a:pt x="315" y="143"/>
                      <a:pt x="290" y="147"/>
                      <a:pt x="264" y="148"/>
                    </a:cubicBezTo>
                    <a:cubicBezTo>
                      <a:pt x="264" y="33"/>
                      <a:pt x="264" y="33"/>
                      <a:pt x="264" y="33"/>
                    </a:cubicBezTo>
                    <a:cubicBezTo>
                      <a:pt x="265" y="33"/>
                      <a:pt x="265" y="33"/>
                      <a:pt x="265" y="34"/>
                    </a:cubicBezTo>
                    <a:close/>
                    <a:moveTo>
                      <a:pt x="293" y="36"/>
                    </a:moveTo>
                    <a:cubicBezTo>
                      <a:pt x="338" y="44"/>
                      <a:pt x="379" y="65"/>
                      <a:pt x="411" y="96"/>
                    </a:cubicBezTo>
                    <a:cubicBezTo>
                      <a:pt x="394" y="109"/>
                      <a:pt x="375" y="121"/>
                      <a:pt x="354" y="129"/>
                    </a:cubicBezTo>
                    <a:cubicBezTo>
                      <a:pt x="339" y="93"/>
                      <a:pt x="318" y="62"/>
                      <a:pt x="293" y="36"/>
                    </a:cubicBezTo>
                    <a:close/>
                    <a:moveTo>
                      <a:pt x="248" y="33"/>
                    </a:moveTo>
                    <a:cubicBezTo>
                      <a:pt x="248" y="148"/>
                      <a:pt x="248" y="148"/>
                      <a:pt x="248" y="148"/>
                    </a:cubicBezTo>
                    <a:cubicBezTo>
                      <a:pt x="222" y="147"/>
                      <a:pt x="197" y="143"/>
                      <a:pt x="173" y="135"/>
                    </a:cubicBezTo>
                    <a:cubicBezTo>
                      <a:pt x="190" y="94"/>
                      <a:pt x="216" y="59"/>
                      <a:pt x="247" y="34"/>
                    </a:cubicBezTo>
                    <a:cubicBezTo>
                      <a:pt x="247" y="33"/>
                      <a:pt x="247" y="33"/>
                      <a:pt x="248" y="33"/>
                    </a:cubicBezTo>
                    <a:close/>
                    <a:moveTo>
                      <a:pt x="158" y="129"/>
                    </a:moveTo>
                    <a:cubicBezTo>
                      <a:pt x="137" y="121"/>
                      <a:pt x="118" y="109"/>
                      <a:pt x="101" y="96"/>
                    </a:cubicBezTo>
                    <a:cubicBezTo>
                      <a:pt x="133" y="65"/>
                      <a:pt x="174" y="44"/>
                      <a:pt x="219" y="36"/>
                    </a:cubicBezTo>
                    <a:cubicBezTo>
                      <a:pt x="194" y="62"/>
                      <a:pt x="173" y="93"/>
                      <a:pt x="158" y="129"/>
                    </a:cubicBezTo>
                    <a:close/>
                    <a:moveTo>
                      <a:pt x="167" y="150"/>
                    </a:moveTo>
                    <a:cubicBezTo>
                      <a:pt x="192" y="159"/>
                      <a:pt x="220" y="164"/>
                      <a:pt x="248" y="165"/>
                    </a:cubicBezTo>
                    <a:cubicBezTo>
                      <a:pt x="248" y="248"/>
                      <a:pt x="248" y="248"/>
                      <a:pt x="248" y="248"/>
                    </a:cubicBezTo>
                    <a:cubicBezTo>
                      <a:pt x="149" y="248"/>
                      <a:pt x="149" y="248"/>
                      <a:pt x="149" y="248"/>
                    </a:cubicBezTo>
                    <a:cubicBezTo>
                      <a:pt x="150" y="213"/>
                      <a:pt x="156" y="180"/>
                      <a:pt x="167" y="150"/>
                    </a:cubicBezTo>
                    <a:close/>
                    <a:moveTo>
                      <a:pt x="248" y="264"/>
                    </a:moveTo>
                    <a:cubicBezTo>
                      <a:pt x="248" y="364"/>
                      <a:pt x="248" y="364"/>
                      <a:pt x="248" y="364"/>
                    </a:cubicBezTo>
                    <a:cubicBezTo>
                      <a:pt x="222" y="365"/>
                      <a:pt x="197" y="369"/>
                      <a:pt x="173" y="376"/>
                    </a:cubicBezTo>
                    <a:cubicBezTo>
                      <a:pt x="158" y="342"/>
                      <a:pt x="150" y="304"/>
                      <a:pt x="149" y="264"/>
                    </a:cubicBezTo>
                    <a:lnTo>
                      <a:pt x="248" y="264"/>
                    </a:lnTo>
                    <a:close/>
                    <a:moveTo>
                      <a:pt x="219" y="476"/>
                    </a:moveTo>
                    <a:cubicBezTo>
                      <a:pt x="179" y="469"/>
                      <a:pt x="141" y="451"/>
                      <a:pt x="111" y="425"/>
                    </a:cubicBezTo>
                    <a:cubicBezTo>
                      <a:pt x="128" y="414"/>
                      <a:pt x="145" y="404"/>
                      <a:pt x="164" y="397"/>
                    </a:cubicBezTo>
                    <a:cubicBezTo>
                      <a:pt x="178" y="427"/>
                      <a:pt x="197" y="454"/>
                      <a:pt x="219" y="476"/>
                    </a:cubicBezTo>
                    <a:close/>
                    <a:moveTo>
                      <a:pt x="264" y="479"/>
                    </a:moveTo>
                    <a:cubicBezTo>
                      <a:pt x="264" y="380"/>
                      <a:pt x="264" y="380"/>
                      <a:pt x="264" y="380"/>
                    </a:cubicBezTo>
                    <a:cubicBezTo>
                      <a:pt x="288" y="381"/>
                      <a:pt x="311" y="385"/>
                      <a:pt x="332" y="392"/>
                    </a:cubicBezTo>
                    <a:cubicBezTo>
                      <a:pt x="316" y="426"/>
                      <a:pt x="293" y="456"/>
                      <a:pt x="265" y="479"/>
                    </a:cubicBezTo>
                    <a:cubicBezTo>
                      <a:pt x="265" y="479"/>
                      <a:pt x="265" y="479"/>
                      <a:pt x="264" y="479"/>
                    </a:cubicBezTo>
                    <a:close/>
                    <a:moveTo>
                      <a:pt x="348" y="397"/>
                    </a:moveTo>
                    <a:cubicBezTo>
                      <a:pt x="367" y="404"/>
                      <a:pt x="384" y="414"/>
                      <a:pt x="401" y="425"/>
                    </a:cubicBezTo>
                    <a:cubicBezTo>
                      <a:pt x="371" y="451"/>
                      <a:pt x="333" y="469"/>
                      <a:pt x="293" y="476"/>
                    </a:cubicBezTo>
                    <a:cubicBezTo>
                      <a:pt x="315" y="454"/>
                      <a:pt x="334" y="427"/>
                      <a:pt x="348" y="397"/>
                    </a:cubicBezTo>
                    <a:close/>
                    <a:moveTo>
                      <a:pt x="339" y="376"/>
                    </a:moveTo>
                    <a:cubicBezTo>
                      <a:pt x="315" y="369"/>
                      <a:pt x="290" y="365"/>
                      <a:pt x="264" y="364"/>
                    </a:cubicBezTo>
                    <a:cubicBezTo>
                      <a:pt x="264" y="264"/>
                      <a:pt x="264" y="264"/>
                      <a:pt x="264" y="264"/>
                    </a:cubicBezTo>
                    <a:cubicBezTo>
                      <a:pt x="363" y="264"/>
                      <a:pt x="363" y="264"/>
                      <a:pt x="363" y="264"/>
                    </a:cubicBezTo>
                    <a:cubicBezTo>
                      <a:pt x="362" y="304"/>
                      <a:pt x="354" y="342"/>
                      <a:pt x="339" y="376"/>
                    </a:cubicBezTo>
                    <a:close/>
                    <a:moveTo>
                      <a:pt x="264" y="248"/>
                    </a:moveTo>
                    <a:cubicBezTo>
                      <a:pt x="264" y="165"/>
                      <a:pt x="264" y="165"/>
                      <a:pt x="264" y="165"/>
                    </a:cubicBezTo>
                    <a:cubicBezTo>
                      <a:pt x="293" y="164"/>
                      <a:pt x="320" y="159"/>
                      <a:pt x="345" y="150"/>
                    </a:cubicBezTo>
                    <a:cubicBezTo>
                      <a:pt x="356" y="180"/>
                      <a:pt x="362" y="213"/>
                      <a:pt x="363" y="248"/>
                    </a:cubicBezTo>
                    <a:lnTo>
                      <a:pt x="264" y="248"/>
                    </a:lnTo>
                    <a:close/>
                    <a:moveTo>
                      <a:pt x="90" y="108"/>
                    </a:moveTo>
                    <a:cubicBezTo>
                      <a:pt x="109" y="123"/>
                      <a:pt x="129" y="135"/>
                      <a:pt x="151" y="144"/>
                    </a:cubicBezTo>
                    <a:cubicBezTo>
                      <a:pt x="140" y="176"/>
                      <a:pt x="133" y="211"/>
                      <a:pt x="132" y="248"/>
                    </a:cubicBezTo>
                    <a:cubicBezTo>
                      <a:pt x="33" y="248"/>
                      <a:pt x="33" y="248"/>
                      <a:pt x="33" y="248"/>
                    </a:cubicBezTo>
                    <a:cubicBezTo>
                      <a:pt x="35" y="194"/>
                      <a:pt x="56" y="145"/>
                      <a:pt x="90" y="108"/>
                    </a:cubicBezTo>
                    <a:close/>
                    <a:moveTo>
                      <a:pt x="33" y="264"/>
                    </a:moveTo>
                    <a:cubicBezTo>
                      <a:pt x="132" y="264"/>
                      <a:pt x="132" y="264"/>
                      <a:pt x="132" y="264"/>
                    </a:cubicBezTo>
                    <a:cubicBezTo>
                      <a:pt x="134" y="306"/>
                      <a:pt x="142" y="346"/>
                      <a:pt x="157" y="382"/>
                    </a:cubicBezTo>
                    <a:cubicBezTo>
                      <a:pt x="136" y="390"/>
                      <a:pt x="117" y="401"/>
                      <a:pt x="99" y="414"/>
                    </a:cubicBezTo>
                    <a:cubicBezTo>
                      <a:pt x="60" y="375"/>
                      <a:pt x="36" y="323"/>
                      <a:pt x="33" y="264"/>
                    </a:cubicBezTo>
                    <a:close/>
                    <a:moveTo>
                      <a:pt x="413" y="414"/>
                    </a:moveTo>
                    <a:cubicBezTo>
                      <a:pt x="395" y="401"/>
                      <a:pt x="376" y="390"/>
                      <a:pt x="355" y="382"/>
                    </a:cubicBezTo>
                    <a:cubicBezTo>
                      <a:pt x="370" y="346"/>
                      <a:pt x="378" y="306"/>
                      <a:pt x="380" y="264"/>
                    </a:cubicBezTo>
                    <a:cubicBezTo>
                      <a:pt x="479" y="264"/>
                      <a:pt x="479" y="264"/>
                      <a:pt x="479" y="264"/>
                    </a:cubicBezTo>
                    <a:cubicBezTo>
                      <a:pt x="476" y="323"/>
                      <a:pt x="452" y="375"/>
                      <a:pt x="413" y="41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id-ID"/>
              </a:p>
            </p:txBody>
          </p:sp>
        </p:grpSp>
        <p:sp>
          <p:nvSpPr>
            <p:cNvPr id="7" name="iṣlíḑè"/>
            <p:cNvSpPr txBox="1"/>
            <p:nvPr/>
          </p:nvSpPr>
          <p:spPr bwMode="auto">
            <a:xfrm>
              <a:off x="669516" y="2987195"/>
              <a:ext cx="2890581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01.Text here</a:t>
              </a:r>
              <a:endParaRPr lang="en-US" altLang="zh-CN" sz="2000" b="1" dirty="0"/>
            </a:p>
          </p:txBody>
        </p:sp>
        <p:sp>
          <p:nvSpPr>
            <p:cNvPr id="8" name="işḻîḋê"/>
            <p:cNvSpPr/>
            <p:nvPr/>
          </p:nvSpPr>
          <p:spPr bwMode="auto">
            <a:xfrm>
              <a:off x="669516" y="3429001"/>
              <a:ext cx="2890581" cy="8168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cxnSp>
          <p:nvCxnSpPr>
            <p:cNvPr id="9" name="直接连接符 8"/>
            <p:cNvCxnSpPr/>
            <p:nvPr/>
          </p:nvCxnSpPr>
          <p:spPr>
            <a:xfrm>
              <a:off x="669925" y="3429000"/>
              <a:ext cx="2890172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ïṥlîďè"/>
            <p:cNvSpPr txBox="1"/>
            <p:nvPr/>
          </p:nvSpPr>
          <p:spPr bwMode="auto">
            <a:xfrm>
              <a:off x="8631494" y="2987195"/>
              <a:ext cx="2890581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02.Text here</a:t>
              </a:r>
              <a:endParaRPr lang="en-US" altLang="zh-CN" sz="2000" b="1" dirty="0"/>
            </a:p>
          </p:txBody>
        </p:sp>
        <p:sp>
          <p:nvSpPr>
            <p:cNvPr id="11" name="iśḷïḋê"/>
            <p:cNvSpPr/>
            <p:nvPr/>
          </p:nvSpPr>
          <p:spPr bwMode="auto">
            <a:xfrm>
              <a:off x="8631494" y="3429001"/>
              <a:ext cx="2890581" cy="8168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 algn="r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  <a:p>
              <a:pPr marL="171450" indent="-171450" algn="r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cxnSp>
          <p:nvCxnSpPr>
            <p:cNvPr id="12" name="直接连接符 11"/>
            <p:cNvCxnSpPr/>
            <p:nvPr/>
          </p:nvCxnSpPr>
          <p:spPr>
            <a:xfrm>
              <a:off x="8631903" y="3429000"/>
              <a:ext cx="2890172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5" name="图片 24" descr="中科大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50600" y="110490"/>
            <a:ext cx="769620" cy="7696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5" name="a4457cd7-beff-4020-a70b-0fbcf7ed79fe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73100" y="1474850"/>
            <a:ext cx="10847388" cy="4361119"/>
            <a:chOff x="673100" y="1474850"/>
            <a:chExt cx="10847388" cy="4361119"/>
          </a:xfrm>
        </p:grpSpPr>
        <p:sp>
          <p:nvSpPr>
            <p:cNvPr id="6" name="íṥ1iḋe"/>
            <p:cNvSpPr/>
            <p:nvPr/>
          </p:nvSpPr>
          <p:spPr bwMode="auto">
            <a:xfrm flipH="1">
              <a:off x="2254651" y="1484250"/>
              <a:ext cx="2304375" cy="4318000"/>
            </a:xfrm>
            <a:custGeom>
              <a:avLst/>
              <a:gdLst>
                <a:gd name="T0" fmla="*/ 463 w 493"/>
                <a:gd name="T1" fmla="*/ 928 h 928"/>
                <a:gd name="T2" fmla="*/ 0 w 493"/>
                <a:gd name="T3" fmla="*/ 464 h 928"/>
                <a:gd name="T4" fmla="*/ 463 w 493"/>
                <a:gd name="T5" fmla="*/ 0 h 928"/>
                <a:gd name="T6" fmla="*/ 493 w 493"/>
                <a:gd name="T7" fmla="*/ 30 h 928"/>
                <a:gd name="T8" fmla="*/ 463 w 493"/>
                <a:gd name="T9" fmla="*/ 60 h 928"/>
                <a:gd name="T10" fmla="*/ 60 w 493"/>
                <a:gd name="T11" fmla="*/ 464 h 928"/>
                <a:gd name="T12" fmla="*/ 463 w 493"/>
                <a:gd name="T13" fmla="*/ 868 h 928"/>
                <a:gd name="T14" fmla="*/ 493 w 493"/>
                <a:gd name="T15" fmla="*/ 898 h 928"/>
                <a:gd name="T16" fmla="*/ 463 w 493"/>
                <a:gd name="T17" fmla="*/ 928 h 9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3" h="928">
                  <a:moveTo>
                    <a:pt x="463" y="928"/>
                  </a:moveTo>
                  <a:cubicBezTo>
                    <a:pt x="208" y="928"/>
                    <a:pt x="0" y="720"/>
                    <a:pt x="0" y="464"/>
                  </a:cubicBezTo>
                  <a:cubicBezTo>
                    <a:pt x="0" y="208"/>
                    <a:pt x="208" y="0"/>
                    <a:pt x="463" y="0"/>
                  </a:cubicBezTo>
                  <a:cubicBezTo>
                    <a:pt x="480" y="0"/>
                    <a:pt x="493" y="14"/>
                    <a:pt x="493" y="30"/>
                  </a:cubicBezTo>
                  <a:cubicBezTo>
                    <a:pt x="493" y="47"/>
                    <a:pt x="480" y="60"/>
                    <a:pt x="463" y="60"/>
                  </a:cubicBezTo>
                  <a:cubicBezTo>
                    <a:pt x="241" y="60"/>
                    <a:pt x="60" y="241"/>
                    <a:pt x="60" y="464"/>
                  </a:cubicBezTo>
                  <a:cubicBezTo>
                    <a:pt x="60" y="687"/>
                    <a:pt x="241" y="868"/>
                    <a:pt x="463" y="868"/>
                  </a:cubicBezTo>
                  <a:cubicBezTo>
                    <a:pt x="480" y="868"/>
                    <a:pt x="493" y="881"/>
                    <a:pt x="493" y="898"/>
                  </a:cubicBezTo>
                  <a:cubicBezTo>
                    <a:pt x="493" y="914"/>
                    <a:pt x="480" y="928"/>
                    <a:pt x="463" y="928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cxnSp>
          <p:nvCxnSpPr>
            <p:cNvPr id="7" name="直接连接符 6"/>
            <p:cNvCxnSpPr>
              <a:stCxn id="16" idx="0"/>
            </p:cNvCxnSpPr>
            <p:nvPr/>
          </p:nvCxnSpPr>
          <p:spPr>
            <a:xfrm>
              <a:off x="3066448" y="1474850"/>
              <a:ext cx="8454040" cy="0"/>
            </a:xfrm>
            <a:prstGeom prst="line">
              <a:avLst/>
            </a:prstGeom>
            <a:noFill/>
            <a:ln w="635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</p:cxnSp>
        <p:cxnSp>
          <p:nvCxnSpPr>
            <p:cNvPr id="8" name="直接连接符 7"/>
            <p:cNvCxnSpPr>
              <a:stCxn id="17" idx="0"/>
            </p:cNvCxnSpPr>
            <p:nvPr/>
          </p:nvCxnSpPr>
          <p:spPr>
            <a:xfrm>
              <a:off x="3066448" y="5211051"/>
              <a:ext cx="8454040" cy="0"/>
            </a:xfrm>
            <a:prstGeom prst="line">
              <a:avLst/>
            </a:prstGeom>
            <a:noFill/>
            <a:ln w="635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</p:cxnSp>
        <p:cxnSp>
          <p:nvCxnSpPr>
            <p:cNvPr id="9" name="直接连接符 8"/>
            <p:cNvCxnSpPr>
              <a:stCxn id="18" idx="0"/>
            </p:cNvCxnSpPr>
            <p:nvPr/>
          </p:nvCxnSpPr>
          <p:spPr>
            <a:xfrm>
              <a:off x="4316502" y="3965649"/>
              <a:ext cx="7203986" cy="0"/>
            </a:xfrm>
            <a:prstGeom prst="line">
              <a:avLst/>
            </a:prstGeom>
            <a:noFill/>
            <a:ln w="635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</p:cxnSp>
        <p:cxnSp>
          <p:nvCxnSpPr>
            <p:cNvPr id="10" name="直接连接符 9"/>
            <p:cNvCxnSpPr>
              <a:stCxn id="19" idx="0"/>
            </p:cNvCxnSpPr>
            <p:nvPr/>
          </p:nvCxnSpPr>
          <p:spPr>
            <a:xfrm>
              <a:off x="4316502" y="2720249"/>
              <a:ext cx="7203986" cy="0"/>
            </a:xfrm>
            <a:prstGeom prst="line">
              <a:avLst/>
            </a:prstGeom>
            <a:noFill/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</p:cxnSp>
        <p:grpSp>
          <p:nvGrpSpPr>
            <p:cNvPr id="11" name="ïsļîḑê"/>
            <p:cNvGrpSpPr/>
            <p:nvPr/>
          </p:nvGrpSpPr>
          <p:grpSpPr>
            <a:xfrm>
              <a:off x="7761155" y="3441137"/>
              <a:ext cx="952304" cy="616203"/>
              <a:chOff x="6349908" y="3947608"/>
              <a:chExt cx="952304" cy="616203"/>
            </a:xfrm>
          </p:grpSpPr>
          <p:sp>
            <p:nvSpPr>
              <p:cNvPr id="34" name="íslîḍê"/>
              <p:cNvSpPr txBox="1"/>
              <p:nvPr/>
            </p:nvSpPr>
            <p:spPr>
              <a:xfrm>
                <a:off x="6349908" y="4225257"/>
                <a:ext cx="952304" cy="338554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rPr>
                  <a:t>Jul-Sep</a:t>
                </a:r>
                <a:endPara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grpSp>
            <p:nvGrpSpPr>
              <p:cNvPr id="35" name="iśḷîḓê"/>
              <p:cNvGrpSpPr>
                <a:grpSpLocks noChangeAspect="1"/>
              </p:cNvGrpSpPr>
              <p:nvPr/>
            </p:nvGrpSpPr>
            <p:grpSpPr>
              <a:xfrm>
                <a:off x="6697923" y="3947608"/>
                <a:ext cx="256271" cy="251999"/>
                <a:chOff x="314325" y="2508251"/>
                <a:chExt cx="285750" cy="280987"/>
              </a:xfrm>
              <a:solidFill>
                <a:sysClr val="window" lastClr="FFFFFF"/>
              </a:solidFill>
            </p:grpSpPr>
            <p:sp>
              <p:nvSpPr>
                <p:cNvPr id="36" name="ïśḷïḋè"/>
                <p:cNvSpPr/>
                <p:nvPr/>
              </p:nvSpPr>
              <p:spPr bwMode="auto">
                <a:xfrm>
                  <a:off x="314325" y="2508251"/>
                  <a:ext cx="214313" cy="195263"/>
                </a:xfrm>
                <a:custGeom>
                  <a:avLst/>
                  <a:gdLst>
                    <a:gd name="T0" fmla="*/ 383 w 674"/>
                    <a:gd name="T1" fmla="*/ 32 h 615"/>
                    <a:gd name="T2" fmla="*/ 442 w 674"/>
                    <a:gd name="T3" fmla="*/ 45 h 615"/>
                    <a:gd name="T4" fmla="*/ 495 w 674"/>
                    <a:gd name="T5" fmla="*/ 65 h 615"/>
                    <a:gd name="T6" fmla="*/ 544 w 674"/>
                    <a:gd name="T7" fmla="*/ 94 h 615"/>
                    <a:gd name="T8" fmla="*/ 583 w 674"/>
                    <a:gd name="T9" fmla="*/ 129 h 615"/>
                    <a:gd name="T10" fmla="*/ 613 w 674"/>
                    <a:gd name="T11" fmla="*/ 170 h 615"/>
                    <a:gd name="T12" fmla="*/ 635 w 674"/>
                    <a:gd name="T13" fmla="*/ 215 h 615"/>
                    <a:gd name="T14" fmla="*/ 643 w 674"/>
                    <a:gd name="T15" fmla="*/ 264 h 615"/>
                    <a:gd name="T16" fmla="*/ 672 w 674"/>
                    <a:gd name="T17" fmla="*/ 249 h 615"/>
                    <a:gd name="T18" fmla="*/ 659 w 674"/>
                    <a:gd name="T19" fmla="*/ 194 h 615"/>
                    <a:gd name="T20" fmla="*/ 633 w 674"/>
                    <a:gd name="T21" fmla="*/ 144 h 615"/>
                    <a:gd name="T22" fmla="*/ 597 w 674"/>
                    <a:gd name="T23" fmla="*/ 100 h 615"/>
                    <a:gd name="T24" fmla="*/ 551 w 674"/>
                    <a:gd name="T25" fmla="*/ 63 h 615"/>
                    <a:gd name="T26" fmla="*/ 498 w 674"/>
                    <a:gd name="T27" fmla="*/ 33 h 615"/>
                    <a:gd name="T28" fmla="*/ 437 w 674"/>
                    <a:gd name="T29" fmla="*/ 11 h 615"/>
                    <a:gd name="T30" fmla="*/ 371 w 674"/>
                    <a:gd name="T31" fmla="*/ 1 h 615"/>
                    <a:gd name="T32" fmla="*/ 303 w 674"/>
                    <a:gd name="T33" fmla="*/ 1 h 615"/>
                    <a:gd name="T34" fmla="*/ 236 w 674"/>
                    <a:gd name="T35" fmla="*/ 11 h 615"/>
                    <a:gd name="T36" fmla="*/ 177 w 674"/>
                    <a:gd name="T37" fmla="*/ 33 h 615"/>
                    <a:gd name="T38" fmla="*/ 123 w 674"/>
                    <a:gd name="T39" fmla="*/ 63 h 615"/>
                    <a:gd name="T40" fmla="*/ 77 w 674"/>
                    <a:gd name="T41" fmla="*/ 100 h 615"/>
                    <a:gd name="T42" fmla="*/ 41 w 674"/>
                    <a:gd name="T43" fmla="*/ 145 h 615"/>
                    <a:gd name="T44" fmla="*/ 15 w 674"/>
                    <a:gd name="T45" fmla="*/ 194 h 615"/>
                    <a:gd name="T46" fmla="*/ 2 w 674"/>
                    <a:gd name="T47" fmla="*/ 249 h 615"/>
                    <a:gd name="T48" fmla="*/ 1 w 674"/>
                    <a:gd name="T49" fmla="*/ 305 h 615"/>
                    <a:gd name="T50" fmla="*/ 13 w 674"/>
                    <a:gd name="T51" fmla="*/ 357 h 615"/>
                    <a:gd name="T52" fmla="*/ 34 w 674"/>
                    <a:gd name="T53" fmla="*/ 406 h 615"/>
                    <a:gd name="T54" fmla="*/ 66 w 674"/>
                    <a:gd name="T55" fmla="*/ 449 h 615"/>
                    <a:gd name="T56" fmla="*/ 15 w 674"/>
                    <a:gd name="T57" fmla="*/ 597 h 615"/>
                    <a:gd name="T58" fmla="*/ 21 w 674"/>
                    <a:gd name="T59" fmla="*/ 612 h 615"/>
                    <a:gd name="T60" fmla="*/ 33 w 674"/>
                    <a:gd name="T61" fmla="*/ 615 h 615"/>
                    <a:gd name="T62" fmla="*/ 254 w 674"/>
                    <a:gd name="T63" fmla="*/ 549 h 615"/>
                    <a:gd name="T64" fmla="*/ 273 w 674"/>
                    <a:gd name="T65" fmla="*/ 522 h 615"/>
                    <a:gd name="T66" fmla="*/ 225 w 674"/>
                    <a:gd name="T67" fmla="*/ 510 h 615"/>
                    <a:gd name="T68" fmla="*/ 120 w 674"/>
                    <a:gd name="T69" fmla="*/ 467 h 615"/>
                    <a:gd name="T70" fmla="*/ 105 w 674"/>
                    <a:gd name="T71" fmla="*/ 445 h 615"/>
                    <a:gd name="T72" fmla="*/ 71 w 674"/>
                    <a:gd name="T73" fmla="*/ 407 h 615"/>
                    <a:gd name="T74" fmla="*/ 47 w 674"/>
                    <a:gd name="T75" fmla="*/ 364 h 615"/>
                    <a:gd name="T76" fmla="*/ 33 w 674"/>
                    <a:gd name="T77" fmla="*/ 315 h 615"/>
                    <a:gd name="T78" fmla="*/ 30 w 674"/>
                    <a:gd name="T79" fmla="*/ 264 h 615"/>
                    <a:gd name="T80" fmla="*/ 40 w 674"/>
                    <a:gd name="T81" fmla="*/ 215 h 615"/>
                    <a:gd name="T82" fmla="*/ 60 w 674"/>
                    <a:gd name="T83" fmla="*/ 170 h 615"/>
                    <a:gd name="T84" fmla="*/ 91 w 674"/>
                    <a:gd name="T85" fmla="*/ 129 h 615"/>
                    <a:gd name="T86" fmla="*/ 131 w 674"/>
                    <a:gd name="T87" fmla="*/ 94 h 615"/>
                    <a:gd name="T88" fmla="*/ 178 w 674"/>
                    <a:gd name="T89" fmla="*/ 65 h 615"/>
                    <a:gd name="T90" fmla="*/ 231 w 674"/>
                    <a:gd name="T91" fmla="*/ 45 h 615"/>
                    <a:gd name="T92" fmla="*/ 290 w 674"/>
                    <a:gd name="T93" fmla="*/ 32 h 615"/>
                    <a:gd name="T94" fmla="*/ 337 w 674"/>
                    <a:gd name="T95" fmla="*/ 30 h 6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674" h="615">
                      <a:moveTo>
                        <a:pt x="337" y="30"/>
                      </a:moveTo>
                      <a:lnTo>
                        <a:pt x="353" y="30"/>
                      </a:lnTo>
                      <a:lnTo>
                        <a:pt x="368" y="31"/>
                      </a:lnTo>
                      <a:lnTo>
                        <a:pt x="383" y="32"/>
                      </a:lnTo>
                      <a:lnTo>
                        <a:pt x="399" y="34"/>
                      </a:lnTo>
                      <a:lnTo>
                        <a:pt x="413" y="37"/>
                      </a:lnTo>
                      <a:lnTo>
                        <a:pt x="428" y="40"/>
                      </a:lnTo>
                      <a:lnTo>
                        <a:pt x="442" y="45"/>
                      </a:lnTo>
                      <a:lnTo>
                        <a:pt x="456" y="49"/>
                      </a:lnTo>
                      <a:lnTo>
                        <a:pt x="470" y="54"/>
                      </a:lnTo>
                      <a:lnTo>
                        <a:pt x="483" y="60"/>
                      </a:lnTo>
                      <a:lnTo>
                        <a:pt x="495" y="65"/>
                      </a:lnTo>
                      <a:lnTo>
                        <a:pt x="508" y="71"/>
                      </a:lnTo>
                      <a:lnTo>
                        <a:pt x="520" y="79"/>
                      </a:lnTo>
                      <a:lnTo>
                        <a:pt x="532" y="86"/>
                      </a:lnTo>
                      <a:lnTo>
                        <a:pt x="544" y="94"/>
                      </a:lnTo>
                      <a:lnTo>
                        <a:pt x="554" y="102"/>
                      </a:lnTo>
                      <a:lnTo>
                        <a:pt x="564" y="111"/>
                      </a:lnTo>
                      <a:lnTo>
                        <a:pt x="574" y="120"/>
                      </a:lnTo>
                      <a:lnTo>
                        <a:pt x="583" y="129"/>
                      </a:lnTo>
                      <a:lnTo>
                        <a:pt x="592" y="139"/>
                      </a:lnTo>
                      <a:lnTo>
                        <a:pt x="599" y="148"/>
                      </a:lnTo>
                      <a:lnTo>
                        <a:pt x="607" y="159"/>
                      </a:lnTo>
                      <a:lnTo>
                        <a:pt x="613" y="170"/>
                      </a:lnTo>
                      <a:lnTo>
                        <a:pt x="620" y="181"/>
                      </a:lnTo>
                      <a:lnTo>
                        <a:pt x="625" y="192"/>
                      </a:lnTo>
                      <a:lnTo>
                        <a:pt x="630" y="203"/>
                      </a:lnTo>
                      <a:lnTo>
                        <a:pt x="635" y="215"/>
                      </a:lnTo>
                      <a:lnTo>
                        <a:pt x="638" y="228"/>
                      </a:lnTo>
                      <a:lnTo>
                        <a:pt x="640" y="239"/>
                      </a:lnTo>
                      <a:lnTo>
                        <a:pt x="642" y="251"/>
                      </a:lnTo>
                      <a:lnTo>
                        <a:pt x="643" y="264"/>
                      </a:lnTo>
                      <a:lnTo>
                        <a:pt x="644" y="277"/>
                      </a:lnTo>
                      <a:lnTo>
                        <a:pt x="674" y="277"/>
                      </a:lnTo>
                      <a:lnTo>
                        <a:pt x="673" y="263"/>
                      </a:lnTo>
                      <a:lnTo>
                        <a:pt x="672" y="249"/>
                      </a:lnTo>
                      <a:lnTo>
                        <a:pt x="670" y="235"/>
                      </a:lnTo>
                      <a:lnTo>
                        <a:pt x="667" y="221"/>
                      </a:lnTo>
                      <a:lnTo>
                        <a:pt x="663" y="207"/>
                      </a:lnTo>
                      <a:lnTo>
                        <a:pt x="659" y="194"/>
                      </a:lnTo>
                      <a:lnTo>
                        <a:pt x="654" y="182"/>
                      </a:lnTo>
                      <a:lnTo>
                        <a:pt x="647" y="169"/>
                      </a:lnTo>
                      <a:lnTo>
                        <a:pt x="641" y="157"/>
                      </a:lnTo>
                      <a:lnTo>
                        <a:pt x="633" y="144"/>
                      </a:lnTo>
                      <a:lnTo>
                        <a:pt x="625" y="133"/>
                      </a:lnTo>
                      <a:lnTo>
                        <a:pt x="616" y="122"/>
                      </a:lnTo>
                      <a:lnTo>
                        <a:pt x="607" y="111"/>
                      </a:lnTo>
                      <a:lnTo>
                        <a:pt x="597" y="100"/>
                      </a:lnTo>
                      <a:lnTo>
                        <a:pt x="586" y="91"/>
                      </a:lnTo>
                      <a:lnTo>
                        <a:pt x="575" y="81"/>
                      </a:lnTo>
                      <a:lnTo>
                        <a:pt x="563" y="71"/>
                      </a:lnTo>
                      <a:lnTo>
                        <a:pt x="551" y="63"/>
                      </a:lnTo>
                      <a:lnTo>
                        <a:pt x="538" y="54"/>
                      </a:lnTo>
                      <a:lnTo>
                        <a:pt x="525" y="47"/>
                      </a:lnTo>
                      <a:lnTo>
                        <a:pt x="511" y="39"/>
                      </a:lnTo>
                      <a:lnTo>
                        <a:pt x="498" y="33"/>
                      </a:lnTo>
                      <a:lnTo>
                        <a:pt x="483" y="26"/>
                      </a:lnTo>
                      <a:lnTo>
                        <a:pt x="468" y="21"/>
                      </a:lnTo>
                      <a:lnTo>
                        <a:pt x="453" y="16"/>
                      </a:lnTo>
                      <a:lnTo>
                        <a:pt x="437" y="11"/>
                      </a:lnTo>
                      <a:lnTo>
                        <a:pt x="421" y="8"/>
                      </a:lnTo>
                      <a:lnTo>
                        <a:pt x="404" y="5"/>
                      </a:lnTo>
                      <a:lnTo>
                        <a:pt x="388" y="3"/>
                      </a:lnTo>
                      <a:lnTo>
                        <a:pt x="371" y="1"/>
                      </a:lnTo>
                      <a:lnTo>
                        <a:pt x="354" y="0"/>
                      </a:lnTo>
                      <a:lnTo>
                        <a:pt x="337" y="0"/>
                      </a:lnTo>
                      <a:lnTo>
                        <a:pt x="320" y="0"/>
                      </a:lnTo>
                      <a:lnTo>
                        <a:pt x="303" y="1"/>
                      </a:lnTo>
                      <a:lnTo>
                        <a:pt x="286" y="3"/>
                      </a:lnTo>
                      <a:lnTo>
                        <a:pt x="269" y="5"/>
                      </a:lnTo>
                      <a:lnTo>
                        <a:pt x="253" y="8"/>
                      </a:lnTo>
                      <a:lnTo>
                        <a:pt x="236" y="11"/>
                      </a:lnTo>
                      <a:lnTo>
                        <a:pt x="221" y="16"/>
                      </a:lnTo>
                      <a:lnTo>
                        <a:pt x="205" y="21"/>
                      </a:lnTo>
                      <a:lnTo>
                        <a:pt x="190" y="26"/>
                      </a:lnTo>
                      <a:lnTo>
                        <a:pt x="177" y="33"/>
                      </a:lnTo>
                      <a:lnTo>
                        <a:pt x="163" y="39"/>
                      </a:lnTo>
                      <a:lnTo>
                        <a:pt x="149" y="47"/>
                      </a:lnTo>
                      <a:lnTo>
                        <a:pt x="136" y="54"/>
                      </a:lnTo>
                      <a:lnTo>
                        <a:pt x="123" y="63"/>
                      </a:lnTo>
                      <a:lnTo>
                        <a:pt x="110" y="71"/>
                      </a:lnTo>
                      <a:lnTo>
                        <a:pt x="98" y="81"/>
                      </a:lnTo>
                      <a:lnTo>
                        <a:pt x="88" y="91"/>
                      </a:lnTo>
                      <a:lnTo>
                        <a:pt x="77" y="100"/>
                      </a:lnTo>
                      <a:lnTo>
                        <a:pt x="67" y="111"/>
                      </a:lnTo>
                      <a:lnTo>
                        <a:pt x="58" y="122"/>
                      </a:lnTo>
                      <a:lnTo>
                        <a:pt x="49" y="133"/>
                      </a:lnTo>
                      <a:lnTo>
                        <a:pt x="41" y="145"/>
                      </a:lnTo>
                      <a:lnTo>
                        <a:pt x="33" y="157"/>
                      </a:lnTo>
                      <a:lnTo>
                        <a:pt x="27" y="169"/>
                      </a:lnTo>
                      <a:lnTo>
                        <a:pt x="20" y="182"/>
                      </a:lnTo>
                      <a:lnTo>
                        <a:pt x="15" y="194"/>
                      </a:lnTo>
                      <a:lnTo>
                        <a:pt x="11" y="207"/>
                      </a:lnTo>
                      <a:lnTo>
                        <a:pt x="6" y="221"/>
                      </a:lnTo>
                      <a:lnTo>
                        <a:pt x="4" y="235"/>
                      </a:lnTo>
                      <a:lnTo>
                        <a:pt x="2" y="249"/>
                      </a:lnTo>
                      <a:lnTo>
                        <a:pt x="0" y="263"/>
                      </a:lnTo>
                      <a:lnTo>
                        <a:pt x="0" y="277"/>
                      </a:lnTo>
                      <a:lnTo>
                        <a:pt x="0" y="291"/>
                      </a:lnTo>
                      <a:lnTo>
                        <a:pt x="1" y="305"/>
                      </a:lnTo>
                      <a:lnTo>
                        <a:pt x="3" y="319"/>
                      </a:lnTo>
                      <a:lnTo>
                        <a:pt x="5" y="331"/>
                      </a:lnTo>
                      <a:lnTo>
                        <a:pt x="9" y="344"/>
                      </a:lnTo>
                      <a:lnTo>
                        <a:pt x="13" y="357"/>
                      </a:lnTo>
                      <a:lnTo>
                        <a:pt x="17" y="370"/>
                      </a:lnTo>
                      <a:lnTo>
                        <a:pt x="22" y="383"/>
                      </a:lnTo>
                      <a:lnTo>
                        <a:pt x="28" y="395"/>
                      </a:lnTo>
                      <a:lnTo>
                        <a:pt x="34" y="406"/>
                      </a:lnTo>
                      <a:lnTo>
                        <a:pt x="42" y="417"/>
                      </a:lnTo>
                      <a:lnTo>
                        <a:pt x="49" y="429"/>
                      </a:lnTo>
                      <a:lnTo>
                        <a:pt x="58" y="440"/>
                      </a:lnTo>
                      <a:lnTo>
                        <a:pt x="66" y="449"/>
                      </a:lnTo>
                      <a:lnTo>
                        <a:pt x="76" y="459"/>
                      </a:lnTo>
                      <a:lnTo>
                        <a:pt x="86" y="468"/>
                      </a:lnTo>
                      <a:lnTo>
                        <a:pt x="17" y="593"/>
                      </a:lnTo>
                      <a:lnTo>
                        <a:pt x="15" y="597"/>
                      </a:lnTo>
                      <a:lnTo>
                        <a:pt x="15" y="601"/>
                      </a:lnTo>
                      <a:lnTo>
                        <a:pt x="16" y="606"/>
                      </a:lnTo>
                      <a:lnTo>
                        <a:pt x="18" y="610"/>
                      </a:lnTo>
                      <a:lnTo>
                        <a:pt x="21" y="612"/>
                      </a:lnTo>
                      <a:lnTo>
                        <a:pt x="24" y="614"/>
                      </a:lnTo>
                      <a:lnTo>
                        <a:pt x="27" y="615"/>
                      </a:lnTo>
                      <a:lnTo>
                        <a:pt x="30" y="615"/>
                      </a:lnTo>
                      <a:lnTo>
                        <a:pt x="33" y="615"/>
                      </a:lnTo>
                      <a:lnTo>
                        <a:pt x="35" y="614"/>
                      </a:lnTo>
                      <a:lnTo>
                        <a:pt x="226" y="540"/>
                      </a:lnTo>
                      <a:lnTo>
                        <a:pt x="239" y="544"/>
                      </a:lnTo>
                      <a:lnTo>
                        <a:pt x="254" y="549"/>
                      </a:lnTo>
                      <a:lnTo>
                        <a:pt x="269" y="552"/>
                      </a:lnTo>
                      <a:lnTo>
                        <a:pt x="284" y="555"/>
                      </a:lnTo>
                      <a:lnTo>
                        <a:pt x="288" y="525"/>
                      </a:lnTo>
                      <a:lnTo>
                        <a:pt x="273" y="522"/>
                      </a:lnTo>
                      <a:lnTo>
                        <a:pt x="257" y="519"/>
                      </a:lnTo>
                      <a:lnTo>
                        <a:pt x="242" y="514"/>
                      </a:lnTo>
                      <a:lnTo>
                        <a:pt x="230" y="510"/>
                      </a:lnTo>
                      <a:lnTo>
                        <a:pt x="225" y="510"/>
                      </a:lnTo>
                      <a:lnTo>
                        <a:pt x="219" y="511"/>
                      </a:lnTo>
                      <a:lnTo>
                        <a:pt x="63" y="571"/>
                      </a:lnTo>
                      <a:lnTo>
                        <a:pt x="119" y="472"/>
                      </a:lnTo>
                      <a:lnTo>
                        <a:pt x="120" y="467"/>
                      </a:lnTo>
                      <a:lnTo>
                        <a:pt x="120" y="462"/>
                      </a:lnTo>
                      <a:lnTo>
                        <a:pt x="118" y="457"/>
                      </a:lnTo>
                      <a:lnTo>
                        <a:pt x="114" y="453"/>
                      </a:lnTo>
                      <a:lnTo>
                        <a:pt x="105" y="445"/>
                      </a:lnTo>
                      <a:lnTo>
                        <a:pt x="95" y="436"/>
                      </a:lnTo>
                      <a:lnTo>
                        <a:pt x="87" y="427"/>
                      </a:lnTo>
                      <a:lnTo>
                        <a:pt x="78" y="417"/>
                      </a:lnTo>
                      <a:lnTo>
                        <a:pt x="71" y="407"/>
                      </a:lnTo>
                      <a:lnTo>
                        <a:pt x="64" y="397"/>
                      </a:lnTo>
                      <a:lnTo>
                        <a:pt x="58" y="386"/>
                      </a:lnTo>
                      <a:lnTo>
                        <a:pt x="51" y="375"/>
                      </a:lnTo>
                      <a:lnTo>
                        <a:pt x="47" y="364"/>
                      </a:lnTo>
                      <a:lnTo>
                        <a:pt x="43" y="352"/>
                      </a:lnTo>
                      <a:lnTo>
                        <a:pt x="39" y="340"/>
                      </a:lnTo>
                      <a:lnTo>
                        <a:pt x="35" y="328"/>
                      </a:lnTo>
                      <a:lnTo>
                        <a:pt x="33" y="315"/>
                      </a:lnTo>
                      <a:lnTo>
                        <a:pt x="31" y="303"/>
                      </a:lnTo>
                      <a:lnTo>
                        <a:pt x="30" y="290"/>
                      </a:lnTo>
                      <a:lnTo>
                        <a:pt x="30" y="277"/>
                      </a:lnTo>
                      <a:lnTo>
                        <a:pt x="30" y="264"/>
                      </a:lnTo>
                      <a:lnTo>
                        <a:pt x="32" y="251"/>
                      </a:lnTo>
                      <a:lnTo>
                        <a:pt x="33" y="239"/>
                      </a:lnTo>
                      <a:lnTo>
                        <a:pt x="36" y="227"/>
                      </a:lnTo>
                      <a:lnTo>
                        <a:pt x="40" y="215"/>
                      </a:lnTo>
                      <a:lnTo>
                        <a:pt x="44" y="203"/>
                      </a:lnTo>
                      <a:lnTo>
                        <a:pt x="48" y="192"/>
                      </a:lnTo>
                      <a:lnTo>
                        <a:pt x="55" y="181"/>
                      </a:lnTo>
                      <a:lnTo>
                        <a:pt x="60" y="170"/>
                      </a:lnTo>
                      <a:lnTo>
                        <a:pt x="67" y="159"/>
                      </a:lnTo>
                      <a:lnTo>
                        <a:pt x="75" y="148"/>
                      </a:lnTo>
                      <a:lnTo>
                        <a:pt x="82" y="139"/>
                      </a:lnTo>
                      <a:lnTo>
                        <a:pt x="91" y="129"/>
                      </a:lnTo>
                      <a:lnTo>
                        <a:pt x="101" y="120"/>
                      </a:lnTo>
                      <a:lnTo>
                        <a:pt x="110" y="111"/>
                      </a:lnTo>
                      <a:lnTo>
                        <a:pt x="120" y="102"/>
                      </a:lnTo>
                      <a:lnTo>
                        <a:pt x="131" y="94"/>
                      </a:lnTo>
                      <a:lnTo>
                        <a:pt x="142" y="86"/>
                      </a:lnTo>
                      <a:lnTo>
                        <a:pt x="153" y="79"/>
                      </a:lnTo>
                      <a:lnTo>
                        <a:pt x="166" y="71"/>
                      </a:lnTo>
                      <a:lnTo>
                        <a:pt x="178" y="65"/>
                      </a:lnTo>
                      <a:lnTo>
                        <a:pt x="190" y="60"/>
                      </a:lnTo>
                      <a:lnTo>
                        <a:pt x="204" y="54"/>
                      </a:lnTo>
                      <a:lnTo>
                        <a:pt x="217" y="49"/>
                      </a:lnTo>
                      <a:lnTo>
                        <a:pt x="231" y="45"/>
                      </a:lnTo>
                      <a:lnTo>
                        <a:pt x="246" y="40"/>
                      </a:lnTo>
                      <a:lnTo>
                        <a:pt x="260" y="37"/>
                      </a:lnTo>
                      <a:lnTo>
                        <a:pt x="275" y="34"/>
                      </a:lnTo>
                      <a:lnTo>
                        <a:pt x="290" y="32"/>
                      </a:lnTo>
                      <a:lnTo>
                        <a:pt x="306" y="31"/>
                      </a:lnTo>
                      <a:lnTo>
                        <a:pt x="321" y="30"/>
                      </a:lnTo>
                      <a:lnTo>
                        <a:pt x="337" y="30"/>
                      </a:lnTo>
                      <a:lnTo>
                        <a:pt x="337" y="3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7" name="ïŝļíḓe"/>
                <p:cNvSpPr/>
                <p:nvPr/>
              </p:nvSpPr>
              <p:spPr bwMode="auto">
                <a:xfrm>
                  <a:off x="422275" y="2620963"/>
                  <a:ext cx="177800" cy="168275"/>
                </a:xfrm>
                <a:custGeom>
                  <a:avLst/>
                  <a:gdLst>
                    <a:gd name="T0" fmla="*/ 377 w 560"/>
                    <a:gd name="T1" fmla="*/ 437 h 527"/>
                    <a:gd name="T2" fmla="*/ 336 w 560"/>
                    <a:gd name="T3" fmla="*/ 451 h 527"/>
                    <a:gd name="T4" fmla="*/ 285 w 560"/>
                    <a:gd name="T5" fmla="*/ 459 h 527"/>
                    <a:gd name="T6" fmla="*/ 248 w 560"/>
                    <a:gd name="T7" fmla="*/ 458 h 527"/>
                    <a:gd name="T8" fmla="*/ 179 w 560"/>
                    <a:gd name="T9" fmla="*/ 442 h 527"/>
                    <a:gd name="T10" fmla="*/ 102 w 560"/>
                    <a:gd name="T11" fmla="*/ 395 h 527"/>
                    <a:gd name="T12" fmla="*/ 59 w 560"/>
                    <a:gd name="T13" fmla="*/ 345 h 527"/>
                    <a:gd name="T14" fmla="*/ 41 w 560"/>
                    <a:gd name="T15" fmla="*/ 306 h 527"/>
                    <a:gd name="T16" fmla="*/ 31 w 560"/>
                    <a:gd name="T17" fmla="*/ 265 h 527"/>
                    <a:gd name="T18" fmla="*/ 31 w 560"/>
                    <a:gd name="T19" fmla="*/ 221 h 527"/>
                    <a:gd name="T20" fmla="*/ 41 w 560"/>
                    <a:gd name="T21" fmla="*/ 180 h 527"/>
                    <a:gd name="T22" fmla="*/ 60 w 560"/>
                    <a:gd name="T23" fmla="*/ 143 h 527"/>
                    <a:gd name="T24" fmla="*/ 104 w 560"/>
                    <a:gd name="T25" fmla="*/ 93 h 527"/>
                    <a:gd name="T26" fmla="*/ 183 w 560"/>
                    <a:gd name="T27" fmla="*/ 47 h 527"/>
                    <a:gd name="T28" fmla="*/ 255 w 560"/>
                    <a:gd name="T29" fmla="*/ 31 h 527"/>
                    <a:gd name="T30" fmla="*/ 305 w 560"/>
                    <a:gd name="T31" fmla="*/ 31 h 527"/>
                    <a:gd name="T32" fmla="*/ 376 w 560"/>
                    <a:gd name="T33" fmla="*/ 47 h 527"/>
                    <a:gd name="T34" fmla="*/ 456 w 560"/>
                    <a:gd name="T35" fmla="*/ 93 h 527"/>
                    <a:gd name="T36" fmla="*/ 499 w 560"/>
                    <a:gd name="T37" fmla="*/ 143 h 527"/>
                    <a:gd name="T38" fmla="*/ 518 w 560"/>
                    <a:gd name="T39" fmla="*/ 180 h 527"/>
                    <a:gd name="T40" fmla="*/ 529 w 560"/>
                    <a:gd name="T41" fmla="*/ 221 h 527"/>
                    <a:gd name="T42" fmla="*/ 529 w 560"/>
                    <a:gd name="T43" fmla="*/ 262 h 527"/>
                    <a:gd name="T44" fmla="*/ 520 w 560"/>
                    <a:gd name="T45" fmla="*/ 301 h 527"/>
                    <a:gd name="T46" fmla="*/ 502 w 560"/>
                    <a:gd name="T47" fmla="*/ 336 h 527"/>
                    <a:gd name="T48" fmla="*/ 476 w 560"/>
                    <a:gd name="T49" fmla="*/ 367 h 527"/>
                    <a:gd name="T50" fmla="*/ 455 w 560"/>
                    <a:gd name="T51" fmla="*/ 391 h 527"/>
                    <a:gd name="T52" fmla="*/ 386 w 560"/>
                    <a:gd name="T53" fmla="*/ 437 h 527"/>
                    <a:gd name="T54" fmla="*/ 512 w 560"/>
                    <a:gd name="T55" fmla="*/ 373 h 527"/>
                    <a:gd name="T56" fmla="*/ 536 w 560"/>
                    <a:gd name="T57" fmla="*/ 336 h 527"/>
                    <a:gd name="T58" fmla="*/ 552 w 560"/>
                    <a:gd name="T59" fmla="*/ 297 h 527"/>
                    <a:gd name="T60" fmla="*/ 560 w 560"/>
                    <a:gd name="T61" fmla="*/ 254 h 527"/>
                    <a:gd name="T62" fmla="*/ 557 w 560"/>
                    <a:gd name="T63" fmla="*/ 206 h 527"/>
                    <a:gd name="T64" fmla="*/ 543 w 560"/>
                    <a:gd name="T65" fmla="*/ 160 h 527"/>
                    <a:gd name="T66" fmla="*/ 519 w 560"/>
                    <a:gd name="T67" fmla="*/ 118 h 527"/>
                    <a:gd name="T68" fmla="*/ 486 w 560"/>
                    <a:gd name="T69" fmla="*/ 81 h 527"/>
                    <a:gd name="T70" fmla="*/ 447 w 560"/>
                    <a:gd name="T71" fmla="*/ 48 h 527"/>
                    <a:gd name="T72" fmla="*/ 401 w 560"/>
                    <a:gd name="T73" fmla="*/ 24 h 527"/>
                    <a:gd name="T74" fmla="*/ 349 w 560"/>
                    <a:gd name="T75" fmla="*/ 8 h 527"/>
                    <a:gd name="T76" fmla="*/ 295 w 560"/>
                    <a:gd name="T77" fmla="*/ 0 h 527"/>
                    <a:gd name="T78" fmla="*/ 238 w 560"/>
                    <a:gd name="T79" fmla="*/ 2 h 527"/>
                    <a:gd name="T80" fmla="*/ 184 w 560"/>
                    <a:gd name="T81" fmla="*/ 15 h 527"/>
                    <a:gd name="T82" fmla="*/ 136 w 560"/>
                    <a:gd name="T83" fmla="*/ 36 h 527"/>
                    <a:gd name="T84" fmla="*/ 92 w 560"/>
                    <a:gd name="T85" fmla="*/ 63 h 527"/>
                    <a:gd name="T86" fmla="*/ 56 w 560"/>
                    <a:gd name="T87" fmla="*/ 99 h 527"/>
                    <a:gd name="T88" fmla="*/ 28 w 560"/>
                    <a:gd name="T89" fmla="*/ 138 h 527"/>
                    <a:gd name="T90" fmla="*/ 9 w 560"/>
                    <a:gd name="T91" fmla="*/ 182 h 527"/>
                    <a:gd name="T92" fmla="*/ 0 w 560"/>
                    <a:gd name="T93" fmla="*/ 230 h 527"/>
                    <a:gd name="T94" fmla="*/ 4 w 560"/>
                    <a:gd name="T95" fmla="*/ 280 h 527"/>
                    <a:gd name="T96" fmla="*/ 16 w 560"/>
                    <a:gd name="T97" fmla="*/ 327 h 527"/>
                    <a:gd name="T98" fmla="*/ 40 w 560"/>
                    <a:gd name="T99" fmla="*/ 369 h 527"/>
                    <a:gd name="T100" fmla="*/ 72 w 560"/>
                    <a:gd name="T101" fmla="*/ 407 h 527"/>
                    <a:gd name="T102" fmla="*/ 111 w 560"/>
                    <a:gd name="T103" fmla="*/ 439 h 527"/>
                    <a:gd name="T104" fmla="*/ 155 w 560"/>
                    <a:gd name="T105" fmla="*/ 465 h 527"/>
                    <a:gd name="T106" fmla="*/ 205 w 560"/>
                    <a:gd name="T107" fmla="*/ 482 h 527"/>
                    <a:gd name="T108" fmla="*/ 258 w 560"/>
                    <a:gd name="T109" fmla="*/ 489 h 527"/>
                    <a:gd name="T110" fmla="*/ 300 w 560"/>
                    <a:gd name="T111" fmla="*/ 488 h 527"/>
                    <a:gd name="T112" fmla="*/ 353 w 560"/>
                    <a:gd name="T113" fmla="*/ 478 h 527"/>
                    <a:gd name="T114" fmla="*/ 527 w 560"/>
                    <a:gd name="T115" fmla="*/ 526 h 527"/>
                    <a:gd name="T116" fmla="*/ 539 w 560"/>
                    <a:gd name="T117" fmla="*/ 524 h 527"/>
                    <a:gd name="T118" fmla="*/ 545 w 560"/>
                    <a:gd name="T119" fmla="*/ 509 h 5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</a:cxnLst>
                  <a:rect l="0" t="0" r="r" b="b"/>
                  <a:pathLst>
                    <a:path w="560" h="527">
                      <a:moveTo>
                        <a:pt x="386" y="437"/>
                      </a:moveTo>
                      <a:lnTo>
                        <a:pt x="382" y="437"/>
                      </a:lnTo>
                      <a:lnTo>
                        <a:pt x="380" y="436"/>
                      </a:lnTo>
                      <a:lnTo>
                        <a:pt x="377" y="437"/>
                      </a:lnTo>
                      <a:lnTo>
                        <a:pt x="374" y="438"/>
                      </a:lnTo>
                      <a:lnTo>
                        <a:pt x="362" y="442"/>
                      </a:lnTo>
                      <a:lnTo>
                        <a:pt x="349" y="447"/>
                      </a:lnTo>
                      <a:lnTo>
                        <a:pt x="336" y="451"/>
                      </a:lnTo>
                      <a:lnTo>
                        <a:pt x="323" y="454"/>
                      </a:lnTo>
                      <a:lnTo>
                        <a:pt x="311" y="456"/>
                      </a:lnTo>
                      <a:lnTo>
                        <a:pt x="298" y="458"/>
                      </a:lnTo>
                      <a:lnTo>
                        <a:pt x="285" y="459"/>
                      </a:lnTo>
                      <a:lnTo>
                        <a:pt x="272" y="459"/>
                      </a:lnTo>
                      <a:lnTo>
                        <a:pt x="272" y="459"/>
                      </a:lnTo>
                      <a:lnTo>
                        <a:pt x="259" y="459"/>
                      </a:lnTo>
                      <a:lnTo>
                        <a:pt x="248" y="458"/>
                      </a:lnTo>
                      <a:lnTo>
                        <a:pt x="236" y="457"/>
                      </a:lnTo>
                      <a:lnTo>
                        <a:pt x="224" y="455"/>
                      </a:lnTo>
                      <a:lnTo>
                        <a:pt x="200" y="450"/>
                      </a:lnTo>
                      <a:lnTo>
                        <a:pt x="179" y="442"/>
                      </a:lnTo>
                      <a:lnTo>
                        <a:pt x="158" y="433"/>
                      </a:lnTo>
                      <a:lnTo>
                        <a:pt x="137" y="422"/>
                      </a:lnTo>
                      <a:lnTo>
                        <a:pt x="119" y="409"/>
                      </a:lnTo>
                      <a:lnTo>
                        <a:pt x="102" y="395"/>
                      </a:lnTo>
                      <a:lnTo>
                        <a:pt x="86" y="379"/>
                      </a:lnTo>
                      <a:lnTo>
                        <a:pt x="72" y="363"/>
                      </a:lnTo>
                      <a:lnTo>
                        <a:pt x="66" y="353"/>
                      </a:lnTo>
                      <a:lnTo>
                        <a:pt x="59" y="345"/>
                      </a:lnTo>
                      <a:lnTo>
                        <a:pt x="54" y="335"/>
                      </a:lnTo>
                      <a:lnTo>
                        <a:pt x="50" y="326"/>
                      </a:lnTo>
                      <a:lnTo>
                        <a:pt x="45" y="316"/>
                      </a:lnTo>
                      <a:lnTo>
                        <a:pt x="41" y="306"/>
                      </a:lnTo>
                      <a:lnTo>
                        <a:pt x="38" y="296"/>
                      </a:lnTo>
                      <a:lnTo>
                        <a:pt x="35" y="285"/>
                      </a:lnTo>
                      <a:lnTo>
                        <a:pt x="32" y="275"/>
                      </a:lnTo>
                      <a:lnTo>
                        <a:pt x="31" y="265"/>
                      </a:lnTo>
                      <a:lnTo>
                        <a:pt x="30" y="254"/>
                      </a:lnTo>
                      <a:lnTo>
                        <a:pt x="30" y="242"/>
                      </a:lnTo>
                      <a:lnTo>
                        <a:pt x="30" y="231"/>
                      </a:lnTo>
                      <a:lnTo>
                        <a:pt x="31" y="221"/>
                      </a:lnTo>
                      <a:lnTo>
                        <a:pt x="32" y="211"/>
                      </a:lnTo>
                      <a:lnTo>
                        <a:pt x="35" y="200"/>
                      </a:lnTo>
                      <a:lnTo>
                        <a:pt x="38" y="190"/>
                      </a:lnTo>
                      <a:lnTo>
                        <a:pt x="41" y="180"/>
                      </a:lnTo>
                      <a:lnTo>
                        <a:pt x="45" y="170"/>
                      </a:lnTo>
                      <a:lnTo>
                        <a:pt x="50" y="161"/>
                      </a:lnTo>
                      <a:lnTo>
                        <a:pt x="55" y="151"/>
                      </a:lnTo>
                      <a:lnTo>
                        <a:pt x="60" y="143"/>
                      </a:lnTo>
                      <a:lnTo>
                        <a:pt x="67" y="133"/>
                      </a:lnTo>
                      <a:lnTo>
                        <a:pt x="73" y="124"/>
                      </a:lnTo>
                      <a:lnTo>
                        <a:pt x="88" y="108"/>
                      </a:lnTo>
                      <a:lnTo>
                        <a:pt x="104" y="93"/>
                      </a:lnTo>
                      <a:lnTo>
                        <a:pt x="122" y="79"/>
                      </a:lnTo>
                      <a:lnTo>
                        <a:pt x="142" y="67"/>
                      </a:lnTo>
                      <a:lnTo>
                        <a:pt x="162" y="56"/>
                      </a:lnTo>
                      <a:lnTo>
                        <a:pt x="183" y="47"/>
                      </a:lnTo>
                      <a:lnTo>
                        <a:pt x="207" y="40"/>
                      </a:lnTo>
                      <a:lnTo>
                        <a:pt x="230" y="35"/>
                      </a:lnTo>
                      <a:lnTo>
                        <a:pt x="242" y="32"/>
                      </a:lnTo>
                      <a:lnTo>
                        <a:pt x="255" y="31"/>
                      </a:lnTo>
                      <a:lnTo>
                        <a:pt x="267" y="30"/>
                      </a:lnTo>
                      <a:lnTo>
                        <a:pt x="280" y="30"/>
                      </a:lnTo>
                      <a:lnTo>
                        <a:pt x="292" y="30"/>
                      </a:lnTo>
                      <a:lnTo>
                        <a:pt x="305" y="31"/>
                      </a:lnTo>
                      <a:lnTo>
                        <a:pt x="317" y="32"/>
                      </a:lnTo>
                      <a:lnTo>
                        <a:pt x="330" y="35"/>
                      </a:lnTo>
                      <a:lnTo>
                        <a:pt x="353" y="40"/>
                      </a:lnTo>
                      <a:lnTo>
                        <a:pt x="376" y="47"/>
                      </a:lnTo>
                      <a:lnTo>
                        <a:pt x="398" y="56"/>
                      </a:lnTo>
                      <a:lnTo>
                        <a:pt x="419" y="67"/>
                      </a:lnTo>
                      <a:lnTo>
                        <a:pt x="438" y="79"/>
                      </a:lnTo>
                      <a:lnTo>
                        <a:pt x="456" y="93"/>
                      </a:lnTo>
                      <a:lnTo>
                        <a:pt x="472" y="108"/>
                      </a:lnTo>
                      <a:lnTo>
                        <a:pt x="486" y="124"/>
                      </a:lnTo>
                      <a:lnTo>
                        <a:pt x="494" y="133"/>
                      </a:lnTo>
                      <a:lnTo>
                        <a:pt x="499" y="143"/>
                      </a:lnTo>
                      <a:lnTo>
                        <a:pt x="505" y="151"/>
                      </a:lnTo>
                      <a:lnTo>
                        <a:pt x="510" y="161"/>
                      </a:lnTo>
                      <a:lnTo>
                        <a:pt x="515" y="170"/>
                      </a:lnTo>
                      <a:lnTo>
                        <a:pt x="518" y="180"/>
                      </a:lnTo>
                      <a:lnTo>
                        <a:pt x="521" y="190"/>
                      </a:lnTo>
                      <a:lnTo>
                        <a:pt x="525" y="200"/>
                      </a:lnTo>
                      <a:lnTo>
                        <a:pt x="527" y="211"/>
                      </a:lnTo>
                      <a:lnTo>
                        <a:pt x="529" y="221"/>
                      </a:lnTo>
                      <a:lnTo>
                        <a:pt x="530" y="231"/>
                      </a:lnTo>
                      <a:lnTo>
                        <a:pt x="530" y="242"/>
                      </a:lnTo>
                      <a:lnTo>
                        <a:pt x="530" y="253"/>
                      </a:lnTo>
                      <a:lnTo>
                        <a:pt x="529" y="262"/>
                      </a:lnTo>
                      <a:lnTo>
                        <a:pt x="528" y="272"/>
                      </a:lnTo>
                      <a:lnTo>
                        <a:pt x="526" y="282"/>
                      </a:lnTo>
                      <a:lnTo>
                        <a:pt x="522" y="291"/>
                      </a:lnTo>
                      <a:lnTo>
                        <a:pt x="520" y="301"/>
                      </a:lnTo>
                      <a:lnTo>
                        <a:pt x="516" y="311"/>
                      </a:lnTo>
                      <a:lnTo>
                        <a:pt x="512" y="319"/>
                      </a:lnTo>
                      <a:lnTo>
                        <a:pt x="508" y="328"/>
                      </a:lnTo>
                      <a:lnTo>
                        <a:pt x="502" y="336"/>
                      </a:lnTo>
                      <a:lnTo>
                        <a:pt x="497" y="345"/>
                      </a:lnTo>
                      <a:lnTo>
                        <a:pt x="490" y="352"/>
                      </a:lnTo>
                      <a:lnTo>
                        <a:pt x="483" y="360"/>
                      </a:lnTo>
                      <a:lnTo>
                        <a:pt x="476" y="367"/>
                      </a:lnTo>
                      <a:lnTo>
                        <a:pt x="468" y="375"/>
                      </a:lnTo>
                      <a:lnTo>
                        <a:pt x="459" y="382"/>
                      </a:lnTo>
                      <a:lnTo>
                        <a:pt x="456" y="386"/>
                      </a:lnTo>
                      <a:lnTo>
                        <a:pt x="455" y="391"/>
                      </a:lnTo>
                      <a:lnTo>
                        <a:pt x="454" y="396"/>
                      </a:lnTo>
                      <a:lnTo>
                        <a:pt x="456" y="400"/>
                      </a:lnTo>
                      <a:lnTo>
                        <a:pt x="498" y="483"/>
                      </a:lnTo>
                      <a:lnTo>
                        <a:pt x="386" y="437"/>
                      </a:lnTo>
                      <a:close/>
                      <a:moveTo>
                        <a:pt x="488" y="397"/>
                      </a:moveTo>
                      <a:lnTo>
                        <a:pt x="497" y="390"/>
                      </a:lnTo>
                      <a:lnTo>
                        <a:pt x="504" y="381"/>
                      </a:lnTo>
                      <a:lnTo>
                        <a:pt x="512" y="373"/>
                      </a:lnTo>
                      <a:lnTo>
                        <a:pt x="519" y="364"/>
                      </a:lnTo>
                      <a:lnTo>
                        <a:pt x="526" y="356"/>
                      </a:lnTo>
                      <a:lnTo>
                        <a:pt x="531" y="346"/>
                      </a:lnTo>
                      <a:lnTo>
                        <a:pt x="536" y="336"/>
                      </a:lnTo>
                      <a:lnTo>
                        <a:pt x="542" y="327"/>
                      </a:lnTo>
                      <a:lnTo>
                        <a:pt x="546" y="317"/>
                      </a:lnTo>
                      <a:lnTo>
                        <a:pt x="549" y="307"/>
                      </a:lnTo>
                      <a:lnTo>
                        <a:pt x="552" y="297"/>
                      </a:lnTo>
                      <a:lnTo>
                        <a:pt x="556" y="286"/>
                      </a:lnTo>
                      <a:lnTo>
                        <a:pt x="558" y="275"/>
                      </a:lnTo>
                      <a:lnTo>
                        <a:pt x="559" y="265"/>
                      </a:lnTo>
                      <a:lnTo>
                        <a:pt x="560" y="254"/>
                      </a:lnTo>
                      <a:lnTo>
                        <a:pt x="560" y="242"/>
                      </a:lnTo>
                      <a:lnTo>
                        <a:pt x="560" y="230"/>
                      </a:lnTo>
                      <a:lnTo>
                        <a:pt x="559" y="218"/>
                      </a:lnTo>
                      <a:lnTo>
                        <a:pt x="557" y="206"/>
                      </a:lnTo>
                      <a:lnTo>
                        <a:pt x="555" y="194"/>
                      </a:lnTo>
                      <a:lnTo>
                        <a:pt x="551" y="182"/>
                      </a:lnTo>
                      <a:lnTo>
                        <a:pt x="547" y="171"/>
                      </a:lnTo>
                      <a:lnTo>
                        <a:pt x="543" y="160"/>
                      </a:lnTo>
                      <a:lnTo>
                        <a:pt x="537" y="149"/>
                      </a:lnTo>
                      <a:lnTo>
                        <a:pt x="532" y="138"/>
                      </a:lnTo>
                      <a:lnTo>
                        <a:pt x="526" y="128"/>
                      </a:lnTo>
                      <a:lnTo>
                        <a:pt x="519" y="118"/>
                      </a:lnTo>
                      <a:lnTo>
                        <a:pt x="512" y="108"/>
                      </a:lnTo>
                      <a:lnTo>
                        <a:pt x="503" y="99"/>
                      </a:lnTo>
                      <a:lnTo>
                        <a:pt x="495" y="89"/>
                      </a:lnTo>
                      <a:lnTo>
                        <a:pt x="486" y="81"/>
                      </a:lnTo>
                      <a:lnTo>
                        <a:pt x="476" y="72"/>
                      </a:lnTo>
                      <a:lnTo>
                        <a:pt x="467" y="63"/>
                      </a:lnTo>
                      <a:lnTo>
                        <a:pt x="457" y="56"/>
                      </a:lnTo>
                      <a:lnTo>
                        <a:pt x="447" y="48"/>
                      </a:lnTo>
                      <a:lnTo>
                        <a:pt x="435" y="42"/>
                      </a:lnTo>
                      <a:lnTo>
                        <a:pt x="424" y="36"/>
                      </a:lnTo>
                      <a:lnTo>
                        <a:pt x="412" y="30"/>
                      </a:lnTo>
                      <a:lnTo>
                        <a:pt x="401" y="24"/>
                      </a:lnTo>
                      <a:lnTo>
                        <a:pt x="388" y="20"/>
                      </a:lnTo>
                      <a:lnTo>
                        <a:pt x="375" y="15"/>
                      </a:lnTo>
                      <a:lnTo>
                        <a:pt x="362" y="11"/>
                      </a:lnTo>
                      <a:lnTo>
                        <a:pt x="349" y="8"/>
                      </a:lnTo>
                      <a:lnTo>
                        <a:pt x="335" y="5"/>
                      </a:lnTo>
                      <a:lnTo>
                        <a:pt x="322" y="2"/>
                      </a:lnTo>
                      <a:lnTo>
                        <a:pt x="308" y="1"/>
                      </a:lnTo>
                      <a:lnTo>
                        <a:pt x="295" y="0"/>
                      </a:lnTo>
                      <a:lnTo>
                        <a:pt x="280" y="0"/>
                      </a:lnTo>
                      <a:lnTo>
                        <a:pt x="266" y="0"/>
                      </a:lnTo>
                      <a:lnTo>
                        <a:pt x="252" y="1"/>
                      </a:lnTo>
                      <a:lnTo>
                        <a:pt x="238" y="2"/>
                      </a:lnTo>
                      <a:lnTo>
                        <a:pt x="224" y="5"/>
                      </a:lnTo>
                      <a:lnTo>
                        <a:pt x="211" y="8"/>
                      </a:lnTo>
                      <a:lnTo>
                        <a:pt x="197" y="11"/>
                      </a:lnTo>
                      <a:lnTo>
                        <a:pt x="184" y="15"/>
                      </a:lnTo>
                      <a:lnTo>
                        <a:pt x="173" y="20"/>
                      </a:lnTo>
                      <a:lnTo>
                        <a:pt x="160" y="24"/>
                      </a:lnTo>
                      <a:lnTo>
                        <a:pt x="148" y="30"/>
                      </a:lnTo>
                      <a:lnTo>
                        <a:pt x="136" y="36"/>
                      </a:lnTo>
                      <a:lnTo>
                        <a:pt x="124" y="42"/>
                      </a:lnTo>
                      <a:lnTo>
                        <a:pt x="114" y="48"/>
                      </a:lnTo>
                      <a:lnTo>
                        <a:pt x="103" y="56"/>
                      </a:lnTo>
                      <a:lnTo>
                        <a:pt x="92" y="63"/>
                      </a:lnTo>
                      <a:lnTo>
                        <a:pt x="83" y="72"/>
                      </a:lnTo>
                      <a:lnTo>
                        <a:pt x="73" y="81"/>
                      </a:lnTo>
                      <a:lnTo>
                        <a:pt x="65" y="89"/>
                      </a:lnTo>
                      <a:lnTo>
                        <a:pt x="56" y="99"/>
                      </a:lnTo>
                      <a:lnTo>
                        <a:pt x="48" y="108"/>
                      </a:lnTo>
                      <a:lnTo>
                        <a:pt x="41" y="118"/>
                      </a:lnTo>
                      <a:lnTo>
                        <a:pt x="35" y="128"/>
                      </a:lnTo>
                      <a:lnTo>
                        <a:pt x="28" y="138"/>
                      </a:lnTo>
                      <a:lnTo>
                        <a:pt x="22" y="149"/>
                      </a:lnTo>
                      <a:lnTo>
                        <a:pt x="17" y="160"/>
                      </a:lnTo>
                      <a:lnTo>
                        <a:pt x="13" y="171"/>
                      </a:lnTo>
                      <a:lnTo>
                        <a:pt x="9" y="182"/>
                      </a:lnTo>
                      <a:lnTo>
                        <a:pt x="6" y="194"/>
                      </a:lnTo>
                      <a:lnTo>
                        <a:pt x="4" y="206"/>
                      </a:lnTo>
                      <a:lnTo>
                        <a:pt x="1" y="218"/>
                      </a:lnTo>
                      <a:lnTo>
                        <a:pt x="0" y="230"/>
                      </a:lnTo>
                      <a:lnTo>
                        <a:pt x="0" y="242"/>
                      </a:lnTo>
                      <a:lnTo>
                        <a:pt x="0" y="255"/>
                      </a:lnTo>
                      <a:lnTo>
                        <a:pt x="1" y="267"/>
                      </a:lnTo>
                      <a:lnTo>
                        <a:pt x="4" y="280"/>
                      </a:lnTo>
                      <a:lnTo>
                        <a:pt x="6" y="291"/>
                      </a:lnTo>
                      <a:lnTo>
                        <a:pt x="9" y="303"/>
                      </a:lnTo>
                      <a:lnTo>
                        <a:pt x="12" y="315"/>
                      </a:lnTo>
                      <a:lnTo>
                        <a:pt x="16" y="327"/>
                      </a:lnTo>
                      <a:lnTo>
                        <a:pt x="22" y="337"/>
                      </a:lnTo>
                      <a:lnTo>
                        <a:pt x="27" y="348"/>
                      </a:lnTo>
                      <a:lnTo>
                        <a:pt x="34" y="359"/>
                      </a:lnTo>
                      <a:lnTo>
                        <a:pt x="40" y="369"/>
                      </a:lnTo>
                      <a:lnTo>
                        <a:pt x="47" y="379"/>
                      </a:lnTo>
                      <a:lnTo>
                        <a:pt x="55" y="389"/>
                      </a:lnTo>
                      <a:lnTo>
                        <a:pt x="62" y="398"/>
                      </a:lnTo>
                      <a:lnTo>
                        <a:pt x="72" y="407"/>
                      </a:lnTo>
                      <a:lnTo>
                        <a:pt x="81" y="417"/>
                      </a:lnTo>
                      <a:lnTo>
                        <a:pt x="90" y="424"/>
                      </a:lnTo>
                      <a:lnTo>
                        <a:pt x="100" y="433"/>
                      </a:lnTo>
                      <a:lnTo>
                        <a:pt x="111" y="439"/>
                      </a:lnTo>
                      <a:lnTo>
                        <a:pt x="121" y="447"/>
                      </a:lnTo>
                      <a:lnTo>
                        <a:pt x="132" y="453"/>
                      </a:lnTo>
                      <a:lnTo>
                        <a:pt x="144" y="459"/>
                      </a:lnTo>
                      <a:lnTo>
                        <a:pt x="155" y="465"/>
                      </a:lnTo>
                      <a:lnTo>
                        <a:pt x="167" y="470"/>
                      </a:lnTo>
                      <a:lnTo>
                        <a:pt x="179" y="474"/>
                      </a:lnTo>
                      <a:lnTo>
                        <a:pt x="192" y="478"/>
                      </a:lnTo>
                      <a:lnTo>
                        <a:pt x="205" y="482"/>
                      </a:lnTo>
                      <a:lnTo>
                        <a:pt x="218" y="484"/>
                      </a:lnTo>
                      <a:lnTo>
                        <a:pt x="231" y="486"/>
                      </a:lnTo>
                      <a:lnTo>
                        <a:pt x="244" y="488"/>
                      </a:lnTo>
                      <a:lnTo>
                        <a:pt x="258" y="489"/>
                      </a:lnTo>
                      <a:lnTo>
                        <a:pt x="272" y="489"/>
                      </a:lnTo>
                      <a:lnTo>
                        <a:pt x="272" y="489"/>
                      </a:lnTo>
                      <a:lnTo>
                        <a:pt x="286" y="489"/>
                      </a:lnTo>
                      <a:lnTo>
                        <a:pt x="300" y="488"/>
                      </a:lnTo>
                      <a:lnTo>
                        <a:pt x="314" y="486"/>
                      </a:lnTo>
                      <a:lnTo>
                        <a:pt x="327" y="484"/>
                      </a:lnTo>
                      <a:lnTo>
                        <a:pt x="341" y="481"/>
                      </a:lnTo>
                      <a:lnTo>
                        <a:pt x="353" y="478"/>
                      </a:lnTo>
                      <a:lnTo>
                        <a:pt x="367" y="472"/>
                      </a:lnTo>
                      <a:lnTo>
                        <a:pt x="380" y="468"/>
                      </a:lnTo>
                      <a:lnTo>
                        <a:pt x="525" y="526"/>
                      </a:lnTo>
                      <a:lnTo>
                        <a:pt x="527" y="526"/>
                      </a:lnTo>
                      <a:lnTo>
                        <a:pt x="530" y="527"/>
                      </a:lnTo>
                      <a:lnTo>
                        <a:pt x="533" y="526"/>
                      </a:lnTo>
                      <a:lnTo>
                        <a:pt x="536" y="525"/>
                      </a:lnTo>
                      <a:lnTo>
                        <a:pt x="539" y="524"/>
                      </a:lnTo>
                      <a:lnTo>
                        <a:pt x="541" y="521"/>
                      </a:lnTo>
                      <a:lnTo>
                        <a:pt x="544" y="517"/>
                      </a:lnTo>
                      <a:lnTo>
                        <a:pt x="545" y="513"/>
                      </a:lnTo>
                      <a:lnTo>
                        <a:pt x="545" y="509"/>
                      </a:lnTo>
                      <a:lnTo>
                        <a:pt x="543" y="504"/>
                      </a:lnTo>
                      <a:lnTo>
                        <a:pt x="488" y="39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grpSp>
          <p:nvGrpSpPr>
            <p:cNvPr id="12" name="íSlïḓé"/>
            <p:cNvGrpSpPr/>
            <p:nvPr/>
          </p:nvGrpSpPr>
          <p:grpSpPr>
            <a:xfrm>
              <a:off x="7761155" y="2188828"/>
              <a:ext cx="952304" cy="623435"/>
              <a:chOff x="6349908" y="2695299"/>
              <a:chExt cx="952304" cy="623435"/>
            </a:xfrm>
          </p:grpSpPr>
          <p:sp>
            <p:nvSpPr>
              <p:cNvPr id="28" name="iSľîďè"/>
              <p:cNvSpPr txBox="1"/>
              <p:nvPr/>
            </p:nvSpPr>
            <p:spPr>
              <a:xfrm>
                <a:off x="6349908" y="2980180"/>
                <a:ext cx="952304" cy="338554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rPr>
                  <a:t>Apr-Jun</a:t>
                </a:r>
                <a:endPara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grpSp>
            <p:nvGrpSpPr>
              <p:cNvPr id="29" name="îṩ1íḍè"/>
              <p:cNvGrpSpPr>
                <a:grpSpLocks noChangeAspect="1"/>
              </p:cNvGrpSpPr>
              <p:nvPr/>
            </p:nvGrpSpPr>
            <p:grpSpPr>
              <a:xfrm>
                <a:off x="6700714" y="2695299"/>
                <a:ext cx="250681" cy="252001"/>
                <a:chOff x="1547813" y="3240088"/>
                <a:chExt cx="301626" cy="303213"/>
              </a:xfrm>
              <a:solidFill>
                <a:sysClr val="window" lastClr="FFFFFF"/>
              </a:solidFill>
            </p:grpSpPr>
            <p:sp>
              <p:nvSpPr>
                <p:cNvPr id="30" name="ïṡ1ïḋè"/>
                <p:cNvSpPr/>
                <p:nvPr/>
              </p:nvSpPr>
              <p:spPr bwMode="auto">
                <a:xfrm>
                  <a:off x="1611313" y="3392488"/>
                  <a:ext cx="85725" cy="87313"/>
                </a:xfrm>
                <a:custGeom>
                  <a:avLst/>
                  <a:gdLst>
                    <a:gd name="T0" fmla="*/ 92 w 218"/>
                    <a:gd name="T1" fmla="*/ 191 h 219"/>
                    <a:gd name="T2" fmla="*/ 70 w 218"/>
                    <a:gd name="T3" fmla="*/ 183 h 219"/>
                    <a:gd name="T4" fmla="*/ 50 w 218"/>
                    <a:gd name="T5" fmla="*/ 168 h 219"/>
                    <a:gd name="T6" fmla="*/ 35 w 218"/>
                    <a:gd name="T7" fmla="*/ 149 h 219"/>
                    <a:gd name="T8" fmla="*/ 27 w 218"/>
                    <a:gd name="T9" fmla="*/ 125 h 219"/>
                    <a:gd name="T10" fmla="*/ 26 w 218"/>
                    <a:gd name="T11" fmla="*/ 101 h 219"/>
                    <a:gd name="T12" fmla="*/ 32 w 218"/>
                    <a:gd name="T13" fmla="*/ 77 h 219"/>
                    <a:gd name="T14" fmla="*/ 45 w 218"/>
                    <a:gd name="T15" fmla="*/ 56 h 219"/>
                    <a:gd name="T16" fmla="*/ 62 w 218"/>
                    <a:gd name="T17" fmla="*/ 40 h 219"/>
                    <a:gd name="T18" fmla="*/ 85 w 218"/>
                    <a:gd name="T19" fmla="*/ 29 h 219"/>
                    <a:gd name="T20" fmla="*/ 109 w 218"/>
                    <a:gd name="T21" fmla="*/ 26 h 219"/>
                    <a:gd name="T22" fmla="*/ 134 w 218"/>
                    <a:gd name="T23" fmla="*/ 29 h 219"/>
                    <a:gd name="T24" fmla="*/ 155 w 218"/>
                    <a:gd name="T25" fmla="*/ 40 h 219"/>
                    <a:gd name="T26" fmla="*/ 174 w 218"/>
                    <a:gd name="T27" fmla="*/ 56 h 219"/>
                    <a:gd name="T28" fmla="*/ 186 w 218"/>
                    <a:gd name="T29" fmla="*/ 77 h 219"/>
                    <a:gd name="T30" fmla="*/ 192 w 218"/>
                    <a:gd name="T31" fmla="*/ 101 h 219"/>
                    <a:gd name="T32" fmla="*/ 191 w 218"/>
                    <a:gd name="T33" fmla="*/ 125 h 219"/>
                    <a:gd name="T34" fmla="*/ 182 w 218"/>
                    <a:gd name="T35" fmla="*/ 149 h 219"/>
                    <a:gd name="T36" fmla="*/ 168 w 218"/>
                    <a:gd name="T37" fmla="*/ 168 h 219"/>
                    <a:gd name="T38" fmla="*/ 149 w 218"/>
                    <a:gd name="T39" fmla="*/ 183 h 219"/>
                    <a:gd name="T40" fmla="*/ 125 w 218"/>
                    <a:gd name="T41" fmla="*/ 191 h 219"/>
                    <a:gd name="T42" fmla="*/ 109 w 218"/>
                    <a:gd name="T43" fmla="*/ 0 h 219"/>
                    <a:gd name="T44" fmla="*/ 77 w 218"/>
                    <a:gd name="T45" fmla="*/ 4 h 219"/>
                    <a:gd name="T46" fmla="*/ 48 w 218"/>
                    <a:gd name="T47" fmla="*/ 18 h 219"/>
                    <a:gd name="T48" fmla="*/ 25 w 218"/>
                    <a:gd name="T49" fmla="*/ 40 h 219"/>
                    <a:gd name="T50" fmla="*/ 8 w 218"/>
                    <a:gd name="T51" fmla="*/ 66 h 219"/>
                    <a:gd name="T52" fmla="*/ 1 w 218"/>
                    <a:gd name="T53" fmla="*/ 98 h 219"/>
                    <a:gd name="T54" fmla="*/ 2 w 218"/>
                    <a:gd name="T55" fmla="*/ 131 h 219"/>
                    <a:gd name="T56" fmla="*/ 13 w 218"/>
                    <a:gd name="T57" fmla="*/ 161 h 219"/>
                    <a:gd name="T58" fmla="*/ 32 w 218"/>
                    <a:gd name="T59" fmla="*/ 187 h 219"/>
                    <a:gd name="T60" fmla="*/ 57 w 218"/>
                    <a:gd name="T61" fmla="*/ 205 h 219"/>
                    <a:gd name="T62" fmla="*/ 87 w 218"/>
                    <a:gd name="T63" fmla="*/ 217 h 219"/>
                    <a:gd name="T64" fmla="*/ 120 w 218"/>
                    <a:gd name="T65" fmla="*/ 218 h 219"/>
                    <a:gd name="T66" fmla="*/ 151 w 218"/>
                    <a:gd name="T67" fmla="*/ 210 h 219"/>
                    <a:gd name="T68" fmla="*/ 178 w 218"/>
                    <a:gd name="T69" fmla="*/ 193 h 219"/>
                    <a:gd name="T70" fmla="*/ 200 w 218"/>
                    <a:gd name="T71" fmla="*/ 171 h 219"/>
                    <a:gd name="T72" fmla="*/ 213 w 218"/>
                    <a:gd name="T73" fmla="*/ 142 h 219"/>
                    <a:gd name="T74" fmla="*/ 218 w 218"/>
                    <a:gd name="T75" fmla="*/ 109 h 219"/>
                    <a:gd name="T76" fmla="*/ 213 w 218"/>
                    <a:gd name="T77" fmla="*/ 77 h 219"/>
                    <a:gd name="T78" fmla="*/ 200 w 218"/>
                    <a:gd name="T79" fmla="*/ 48 h 219"/>
                    <a:gd name="T80" fmla="*/ 178 w 218"/>
                    <a:gd name="T81" fmla="*/ 25 h 219"/>
                    <a:gd name="T82" fmla="*/ 151 w 218"/>
                    <a:gd name="T83" fmla="*/ 8 h 219"/>
                    <a:gd name="T84" fmla="*/ 120 w 218"/>
                    <a:gd name="T85" fmla="*/ 0 h 2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218" h="219">
                      <a:moveTo>
                        <a:pt x="109" y="193"/>
                      </a:moveTo>
                      <a:lnTo>
                        <a:pt x="101" y="193"/>
                      </a:lnTo>
                      <a:lnTo>
                        <a:pt x="92" y="191"/>
                      </a:lnTo>
                      <a:lnTo>
                        <a:pt x="85" y="190"/>
                      </a:lnTo>
                      <a:lnTo>
                        <a:pt x="76" y="187"/>
                      </a:lnTo>
                      <a:lnTo>
                        <a:pt x="70" y="183"/>
                      </a:lnTo>
                      <a:lnTo>
                        <a:pt x="62" y="179"/>
                      </a:lnTo>
                      <a:lnTo>
                        <a:pt x="56" y="174"/>
                      </a:lnTo>
                      <a:lnTo>
                        <a:pt x="50" y="168"/>
                      </a:lnTo>
                      <a:lnTo>
                        <a:pt x="45" y="162"/>
                      </a:lnTo>
                      <a:lnTo>
                        <a:pt x="40" y="156"/>
                      </a:lnTo>
                      <a:lnTo>
                        <a:pt x="35" y="149"/>
                      </a:lnTo>
                      <a:lnTo>
                        <a:pt x="32" y="142"/>
                      </a:lnTo>
                      <a:lnTo>
                        <a:pt x="29" y="134"/>
                      </a:lnTo>
                      <a:lnTo>
                        <a:pt x="27" y="125"/>
                      </a:lnTo>
                      <a:lnTo>
                        <a:pt x="26" y="118"/>
                      </a:lnTo>
                      <a:lnTo>
                        <a:pt x="26" y="109"/>
                      </a:lnTo>
                      <a:lnTo>
                        <a:pt x="26" y="101"/>
                      </a:lnTo>
                      <a:lnTo>
                        <a:pt x="27" y="92"/>
                      </a:lnTo>
                      <a:lnTo>
                        <a:pt x="29" y="85"/>
                      </a:lnTo>
                      <a:lnTo>
                        <a:pt x="32" y="77"/>
                      </a:lnTo>
                      <a:lnTo>
                        <a:pt x="35" y="70"/>
                      </a:lnTo>
                      <a:lnTo>
                        <a:pt x="40" y="62"/>
                      </a:lnTo>
                      <a:lnTo>
                        <a:pt x="45" y="56"/>
                      </a:lnTo>
                      <a:lnTo>
                        <a:pt x="50" y="50"/>
                      </a:lnTo>
                      <a:lnTo>
                        <a:pt x="56" y="45"/>
                      </a:lnTo>
                      <a:lnTo>
                        <a:pt x="62" y="40"/>
                      </a:lnTo>
                      <a:lnTo>
                        <a:pt x="70" y="35"/>
                      </a:lnTo>
                      <a:lnTo>
                        <a:pt x="76" y="32"/>
                      </a:lnTo>
                      <a:lnTo>
                        <a:pt x="85" y="29"/>
                      </a:lnTo>
                      <a:lnTo>
                        <a:pt x="92" y="27"/>
                      </a:lnTo>
                      <a:lnTo>
                        <a:pt x="101" y="26"/>
                      </a:lnTo>
                      <a:lnTo>
                        <a:pt x="109" y="26"/>
                      </a:lnTo>
                      <a:lnTo>
                        <a:pt x="118" y="26"/>
                      </a:lnTo>
                      <a:lnTo>
                        <a:pt x="125" y="27"/>
                      </a:lnTo>
                      <a:lnTo>
                        <a:pt x="134" y="29"/>
                      </a:lnTo>
                      <a:lnTo>
                        <a:pt x="142" y="32"/>
                      </a:lnTo>
                      <a:lnTo>
                        <a:pt x="149" y="35"/>
                      </a:lnTo>
                      <a:lnTo>
                        <a:pt x="155" y="40"/>
                      </a:lnTo>
                      <a:lnTo>
                        <a:pt x="162" y="45"/>
                      </a:lnTo>
                      <a:lnTo>
                        <a:pt x="168" y="50"/>
                      </a:lnTo>
                      <a:lnTo>
                        <a:pt x="174" y="56"/>
                      </a:lnTo>
                      <a:lnTo>
                        <a:pt x="178" y="62"/>
                      </a:lnTo>
                      <a:lnTo>
                        <a:pt x="182" y="70"/>
                      </a:lnTo>
                      <a:lnTo>
                        <a:pt x="186" y="77"/>
                      </a:lnTo>
                      <a:lnTo>
                        <a:pt x="189" y="85"/>
                      </a:lnTo>
                      <a:lnTo>
                        <a:pt x="191" y="92"/>
                      </a:lnTo>
                      <a:lnTo>
                        <a:pt x="192" y="101"/>
                      </a:lnTo>
                      <a:lnTo>
                        <a:pt x="193" y="109"/>
                      </a:lnTo>
                      <a:lnTo>
                        <a:pt x="192" y="118"/>
                      </a:lnTo>
                      <a:lnTo>
                        <a:pt x="191" y="125"/>
                      </a:lnTo>
                      <a:lnTo>
                        <a:pt x="189" y="134"/>
                      </a:lnTo>
                      <a:lnTo>
                        <a:pt x="186" y="142"/>
                      </a:lnTo>
                      <a:lnTo>
                        <a:pt x="182" y="149"/>
                      </a:lnTo>
                      <a:lnTo>
                        <a:pt x="178" y="156"/>
                      </a:lnTo>
                      <a:lnTo>
                        <a:pt x="174" y="162"/>
                      </a:lnTo>
                      <a:lnTo>
                        <a:pt x="168" y="168"/>
                      </a:lnTo>
                      <a:lnTo>
                        <a:pt x="162" y="174"/>
                      </a:lnTo>
                      <a:lnTo>
                        <a:pt x="155" y="179"/>
                      </a:lnTo>
                      <a:lnTo>
                        <a:pt x="149" y="183"/>
                      </a:lnTo>
                      <a:lnTo>
                        <a:pt x="142" y="187"/>
                      </a:lnTo>
                      <a:lnTo>
                        <a:pt x="134" y="190"/>
                      </a:lnTo>
                      <a:lnTo>
                        <a:pt x="125" y="191"/>
                      </a:lnTo>
                      <a:lnTo>
                        <a:pt x="118" y="193"/>
                      </a:lnTo>
                      <a:lnTo>
                        <a:pt x="109" y="193"/>
                      </a:lnTo>
                      <a:close/>
                      <a:moveTo>
                        <a:pt x="109" y="0"/>
                      </a:moveTo>
                      <a:lnTo>
                        <a:pt x="98" y="0"/>
                      </a:lnTo>
                      <a:lnTo>
                        <a:pt x="87" y="2"/>
                      </a:lnTo>
                      <a:lnTo>
                        <a:pt x="77" y="4"/>
                      </a:lnTo>
                      <a:lnTo>
                        <a:pt x="66" y="8"/>
                      </a:lnTo>
                      <a:lnTo>
                        <a:pt x="57" y="13"/>
                      </a:lnTo>
                      <a:lnTo>
                        <a:pt x="48" y="18"/>
                      </a:lnTo>
                      <a:lnTo>
                        <a:pt x="40" y="25"/>
                      </a:lnTo>
                      <a:lnTo>
                        <a:pt x="32" y="32"/>
                      </a:lnTo>
                      <a:lnTo>
                        <a:pt x="25" y="40"/>
                      </a:lnTo>
                      <a:lnTo>
                        <a:pt x="19" y="48"/>
                      </a:lnTo>
                      <a:lnTo>
                        <a:pt x="13" y="57"/>
                      </a:lnTo>
                      <a:lnTo>
                        <a:pt x="8" y="66"/>
                      </a:lnTo>
                      <a:lnTo>
                        <a:pt x="5" y="77"/>
                      </a:lnTo>
                      <a:lnTo>
                        <a:pt x="2" y="87"/>
                      </a:lnTo>
                      <a:lnTo>
                        <a:pt x="1" y="98"/>
                      </a:lnTo>
                      <a:lnTo>
                        <a:pt x="0" y="109"/>
                      </a:lnTo>
                      <a:lnTo>
                        <a:pt x="1" y="120"/>
                      </a:lnTo>
                      <a:lnTo>
                        <a:pt x="2" y="131"/>
                      </a:lnTo>
                      <a:lnTo>
                        <a:pt x="5" y="142"/>
                      </a:lnTo>
                      <a:lnTo>
                        <a:pt x="8" y="151"/>
                      </a:lnTo>
                      <a:lnTo>
                        <a:pt x="13" y="161"/>
                      </a:lnTo>
                      <a:lnTo>
                        <a:pt x="19" y="171"/>
                      </a:lnTo>
                      <a:lnTo>
                        <a:pt x="25" y="178"/>
                      </a:lnTo>
                      <a:lnTo>
                        <a:pt x="32" y="187"/>
                      </a:lnTo>
                      <a:lnTo>
                        <a:pt x="40" y="193"/>
                      </a:lnTo>
                      <a:lnTo>
                        <a:pt x="48" y="200"/>
                      </a:lnTo>
                      <a:lnTo>
                        <a:pt x="57" y="205"/>
                      </a:lnTo>
                      <a:lnTo>
                        <a:pt x="66" y="210"/>
                      </a:lnTo>
                      <a:lnTo>
                        <a:pt x="77" y="214"/>
                      </a:lnTo>
                      <a:lnTo>
                        <a:pt x="87" y="217"/>
                      </a:lnTo>
                      <a:lnTo>
                        <a:pt x="98" y="218"/>
                      </a:lnTo>
                      <a:lnTo>
                        <a:pt x="109" y="219"/>
                      </a:lnTo>
                      <a:lnTo>
                        <a:pt x="120" y="218"/>
                      </a:lnTo>
                      <a:lnTo>
                        <a:pt x="131" y="217"/>
                      </a:lnTo>
                      <a:lnTo>
                        <a:pt x="142" y="214"/>
                      </a:lnTo>
                      <a:lnTo>
                        <a:pt x="151" y="210"/>
                      </a:lnTo>
                      <a:lnTo>
                        <a:pt x="161" y="205"/>
                      </a:lnTo>
                      <a:lnTo>
                        <a:pt x="169" y="200"/>
                      </a:lnTo>
                      <a:lnTo>
                        <a:pt x="178" y="193"/>
                      </a:lnTo>
                      <a:lnTo>
                        <a:pt x="187" y="187"/>
                      </a:lnTo>
                      <a:lnTo>
                        <a:pt x="193" y="178"/>
                      </a:lnTo>
                      <a:lnTo>
                        <a:pt x="200" y="171"/>
                      </a:lnTo>
                      <a:lnTo>
                        <a:pt x="205" y="161"/>
                      </a:lnTo>
                      <a:lnTo>
                        <a:pt x="209" y="151"/>
                      </a:lnTo>
                      <a:lnTo>
                        <a:pt x="213" y="142"/>
                      </a:lnTo>
                      <a:lnTo>
                        <a:pt x="216" y="131"/>
                      </a:lnTo>
                      <a:lnTo>
                        <a:pt x="218" y="120"/>
                      </a:lnTo>
                      <a:lnTo>
                        <a:pt x="218" y="109"/>
                      </a:lnTo>
                      <a:lnTo>
                        <a:pt x="218" y="98"/>
                      </a:lnTo>
                      <a:lnTo>
                        <a:pt x="216" y="87"/>
                      </a:lnTo>
                      <a:lnTo>
                        <a:pt x="213" y="77"/>
                      </a:lnTo>
                      <a:lnTo>
                        <a:pt x="209" y="66"/>
                      </a:lnTo>
                      <a:lnTo>
                        <a:pt x="205" y="57"/>
                      </a:lnTo>
                      <a:lnTo>
                        <a:pt x="200" y="48"/>
                      </a:lnTo>
                      <a:lnTo>
                        <a:pt x="193" y="40"/>
                      </a:lnTo>
                      <a:lnTo>
                        <a:pt x="187" y="32"/>
                      </a:lnTo>
                      <a:lnTo>
                        <a:pt x="178" y="25"/>
                      </a:lnTo>
                      <a:lnTo>
                        <a:pt x="169" y="18"/>
                      </a:lnTo>
                      <a:lnTo>
                        <a:pt x="161" y="13"/>
                      </a:lnTo>
                      <a:lnTo>
                        <a:pt x="151" y="8"/>
                      </a:lnTo>
                      <a:lnTo>
                        <a:pt x="142" y="4"/>
                      </a:lnTo>
                      <a:lnTo>
                        <a:pt x="131" y="2"/>
                      </a:lnTo>
                      <a:lnTo>
                        <a:pt x="120" y="0"/>
                      </a:lnTo>
                      <a:lnTo>
                        <a:pt x="109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1" name="îšḻïḍe"/>
                <p:cNvSpPr/>
                <p:nvPr/>
              </p:nvSpPr>
              <p:spPr bwMode="auto">
                <a:xfrm>
                  <a:off x="1763713" y="3278188"/>
                  <a:ext cx="49213" cy="47625"/>
                </a:xfrm>
                <a:custGeom>
                  <a:avLst/>
                  <a:gdLst>
                    <a:gd name="T0" fmla="*/ 54 w 122"/>
                    <a:gd name="T1" fmla="*/ 96 h 121"/>
                    <a:gd name="T2" fmla="*/ 41 w 122"/>
                    <a:gd name="T3" fmla="*/ 90 h 121"/>
                    <a:gd name="T4" fmla="*/ 31 w 122"/>
                    <a:gd name="T5" fmla="*/ 81 h 121"/>
                    <a:gd name="T6" fmla="*/ 26 w 122"/>
                    <a:gd name="T7" fmla="*/ 68 h 121"/>
                    <a:gd name="T8" fmla="*/ 26 w 122"/>
                    <a:gd name="T9" fmla="*/ 54 h 121"/>
                    <a:gd name="T10" fmla="*/ 31 w 122"/>
                    <a:gd name="T11" fmla="*/ 41 h 121"/>
                    <a:gd name="T12" fmla="*/ 41 w 122"/>
                    <a:gd name="T13" fmla="*/ 31 h 121"/>
                    <a:gd name="T14" fmla="*/ 54 w 122"/>
                    <a:gd name="T15" fmla="*/ 26 h 121"/>
                    <a:gd name="T16" fmla="*/ 68 w 122"/>
                    <a:gd name="T17" fmla="*/ 26 h 121"/>
                    <a:gd name="T18" fmla="*/ 81 w 122"/>
                    <a:gd name="T19" fmla="*/ 31 h 121"/>
                    <a:gd name="T20" fmla="*/ 90 w 122"/>
                    <a:gd name="T21" fmla="*/ 41 h 121"/>
                    <a:gd name="T22" fmla="*/ 96 w 122"/>
                    <a:gd name="T23" fmla="*/ 54 h 121"/>
                    <a:gd name="T24" fmla="*/ 96 w 122"/>
                    <a:gd name="T25" fmla="*/ 68 h 121"/>
                    <a:gd name="T26" fmla="*/ 90 w 122"/>
                    <a:gd name="T27" fmla="*/ 81 h 121"/>
                    <a:gd name="T28" fmla="*/ 81 w 122"/>
                    <a:gd name="T29" fmla="*/ 90 h 121"/>
                    <a:gd name="T30" fmla="*/ 68 w 122"/>
                    <a:gd name="T31" fmla="*/ 96 h 121"/>
                    <a:gd name="T32" fmla="*/ 61 w 122"/>
                    <a:gd name="T33" fmla="*/ 0 h 121"/>
                    <a:gd name="T34" fmla="*/ 49 w 122"/>
                    <a:gd name="T35" fmla="*/ 1 h 121"/>
                    <a:gd name="T36" fmla="*/ 38 w 122"/>
                    <a:gd name="T37" fmla="*/ 4 h 121"/>
                    <a:gd name="T38" fmla="*/ 27 w 122"/>
                    <a:gd name="T39" fmla="*/ 11 h 121"/>
                    <a:gd name="T40" fmla="*/ 19 w 122"/>
                    <a:gd name="T41" fmla="*/ 18 h 121"/>
                    <a:gd name="T42" fmla="*/ 11 w 122"/>
                    <a:gd name="T43" fmla="*/ 27 h 121"/>
                    <a:gd name="T44" fmla="*/ 5 w 122"/>
                    <a:gd name="T45" fmla="*/ 38 h 121"/>
                    <a:gd name="T46" fmla="*/ 1 w 122"/>
                    <a:gd name="T47" fmla="*/ 48 h 121"/>
                    <a:gd name="T48" fmla="*/ 0 w 122"/>
                    <a:gd name="T49" fmla="*/ 61 h 121"/>
                    <a:gd name="T50" fmla="*/ 1 w 122"/>
                    <a:gd name="T51" fmla="*/ 73 h 121"/>
                    <a:gd name="T52" fmla="*/ 5 w 122"/>
                    <a:gd name="T53" fmla="*/ 85 h 121"/>
                    <a:gd name="T54" fmla="*/ 11 w 122"/>
                    <a:gd name="T55" fmla="*/ 96 h 121"/>
                    <a:gd name="T56" fmla="*/ 19 w 122"/>
                    <a:gd name="T57" fmla="*/ 104 h 121"/>
                    <a:gd name="T58" fmla="*/ 27 w 122"/>
                    <a:gd name="T59" fmla="*/ 112 h 121"/>
                    <a:gd name="T60" fmla="*/ 38 w 122"/>
                    <a:gd name="T61" fmla="*/ 117 h 121"/>
                    <a:gd name="T62" fmla="*/ 49 w 122"/>
                    <a:gd name="T63" fmla="*/ 120 h 121"/>
                    <a:gd name="T64" fmla="*/ 61 w 122"/>
                    <a:gd name="T65" fmla="*/ 121 h 121"/>
                    <a:gd name="T66" fmla="*/ 73 w 122"/>
                    <a:gd name="T67" fmla="*/ 120 h 121"/>
                    <a:gd name="T68" fmla="*/ 85 w 122"/>
                    <a:gd name="T69" fmla="*/ 117 h 121"/>
                    <a:gd name="T70" fmla="*/ 95 w 122"/>
                    <a:gd name="T71" fmla="*/ 112 h 121"/>
                    <a:gd name="T72" fmla="*/ 104 w 122"/>
                    <a:gd name="T73" fmla="*/ 104 h 121"/>
                    <a:gd name="T74" fmla="*/ 112 w 122"/>
                    <a:gd name="T75" fmla="*/ 96 h 121"/>
                    <a:gd name="T76" fmla="*/ 117 w 122"/>
                    <a:gd name="T77" fmla="*/ 85 h 121"/>
                    <a:gd name="T78" fmla="*/ 121 w 122"/>
                    <a:gd name="T79" fmla="*/ 73 h 121"/>
                    <a:gd name="T80" fmla="*/ 122 w 122"/>
                    <a:gd name="T81" fmla="*/ 61 h 121"/>
                    <a:gd name="T82" fmla="*/ 121 w 122"/>
                    <a:gd name="T83" fmla="*/ 48 h 121"/>
                    <a:gd name="T84" fmla="*/ 117 w 122"/>
                    <a:gd name="T85" fmla="*/ 38 h 121"/>
                    <a:gd name="T86" fmla="*/ 112 w 122"/>
                    <a:gd name="T87" fmla="*/ 27 h 121"/>
                    <a:gd name="T88" fmla="*/ 104 w 122"/>
                    <a:gd name="T89" fmla="*/ 18 h 121"/>
                    <a:gd name="T90" fmla="*/ 95 w 122"/>
                    <a:gd name="T91" fmla="*/ 11 h 121"/>
                    <a:gd name="T92" fmla="*/ 85 w 122"/>
                    <a:gd name="T93" fmla="*/ 4 h 121"/>
                    <a:gd name="T94" fmla="*/ 73 w 122"/>
                    <a:gd name="T95" fmla="*/ 1 h 121"/>
                    <a:gd name="T96" fmla="*/ 61 w 122"/>
                    <a:gd name="T97" fmla="*/ 0 h 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122" h="121">
                      <a:moveTo>
                        <a:pt x="61" y="97"/>
                      </a:moveTo>
                      <a:lnTo>
                        <a:pt x="54" y="96"/>
                      </a:lnTo>
                      <a:lnTo>
                        <a:pt x="47" y="93"/>
                      </a:lnTo>
                      <a:lnTo>
                        <a:pt x="41" y="90"/>
                      </a:lnTo>
                      <a:lnTo>
                        <a:pt x="36" y="86"/>
                      </a:lnTo>
                      <a:lnTo>
                        <a:pt x="31" y="81"/>
                      </a:lnTo>
                      <a:lnTo>
                        <a:pt x="28" y="75"/>
                      </a:lnTo>
                      <a:lnTo>
                        <a:pt x="26" y="68"/>
                      </a:lnTo>
                      <a:lnTo>
                        <a:pt x="26" y="61"/>
                      </a:lnTo>
                      <a:lnTo>
                        <a:pt x="26" y="54"/>
                      </a:lnTo>
                      <a:lnTo>
                        <a:pt x="28" y="47"/>
                      </a:lnTo>
                      <a:lnTo>
                        <a:pt x="31" y="41"/>
                      </a:lnTo>
                      <a:lnTo>
                        <a:pt x="36" y="35"/>
                      </a:lnTo>
                      <a:lnTo>
                        <a:pt x="41" y="31"/>
                      </a:lnTo>
                      <a:lnTo>
                        <a:pt x="47" y="28"/>
                      </a:lnTo>
                      <a:lnTo>
                        <a:pt x="54" y="26"/>
                      </a:lnTo>
                      <a:lnTo>
                        <a:pt x="61" y="25"/>
                      </a:lnTo>
                      <a:lnTo>
                        <a:pt x="68" y="26"/>
                      </a:lnTo>
                      <a:lnTo>
                        <a:pt x="75" y="28"/>
                      </a:lnTo>
                      <a:lnTo>
                        <a:pt x="81" y="31"/>
                      </a:lnTo>
                      <a:lnTo>
                        <a:pt x="86" y="35"/>
                      </a:lnTo>
                      <a:lnTo>
                        <a:pt x="90" y="41"/>
                      </a:lnTo>
                      <a:lnTo>
                        <a:pt x="94" y="47"/>
                      </a:lnTo>
                      <a:lnTo>
                        <a:pt x="96" y="54"/>
                      </a:lnTo>
                      <a:lnTo>
                        <a:pt x="97" y="61"/>
                      </a:lnTo>
                      <a:lnTo>
                        <a:pt x="96" y="68"/>
                      </a:lnTo>
                      <a:lnTo>
                        <a:pt x="94" y="75"/>
                      </a:lnTo>
                      <a:lnTo>
                        <a:pt x="90" y="81"/>
                      </a:lnTo>
                      <a:lnTo>
                        <a:pt x="86" y="86"/>
                      </a:lnTo>
                      <a:lnTo>
                        <a:pt x="81" y="90"/>
                      </a:lnTo>
                      <a:lnTo>
                        <a:pt x="75" y="93"/>
                      </a:lnTo>
                      <a:lnTo>
                        <a:pt x="68" y="96"/>
                      </a:lnTo>
                      <a:lnTo>
                        <a:pt x="61" y="97"/>
                      </a:lnTo>
                      <a:close/>
                      <a:moveTo>
                        <a:pt x="61" y="0"/>
                      </a:moveTo>
                      <a:lnTo>
                        <a:pt x="55" y="0"/>
                      </a:lnTo>
                      <a:lnTo>
                        <a:pt x="49" y="1"/>
                      </a:lnTo>
                      <a:lnTo>
                        <a:pt x="43" y="2"/>
                      </a:lnTo>
                      <a:lnTo>
                        <a:pt x="38" y="4"/>
                      </a:lnTo>
                      <a:lnTo>
                        <a:pt x="32" y="8"/>
                      </a:lnTo>
                      <a:lnTo>
                        <a:pt x="27" y="11"/>
                      </a:lnTo>
                      <a:lnTo>
                        <a:pt x="23" y="14"/>
                      </a:lnTo>
                      <a:lnTo>
                        <a:pt x="19" y="18"/>
                      </a:lnTo>
                      <a:lnTo>
                        <a:pt x="14" y="23"/>
                      </a:lnTo>
                      <a:lnTo>
                        <a:pt x="11" y="27"/>
                      </a:lnTo>
                      <a:lnTo>
                        <a:pt x="8" y="32"/>
                      </a:lnTo>
                      <a:lnTo>
                        <a:pt x="5" y="38"/>
                      </a:lnTo>
                      <a:lnTo>
                        <a:pt x="3" y="43"/>
                      </a:lnTo>
                      <a:lnTo>
                        <a:pt x="1" y="48"/>
                      </a:lnTo>
                      <a:lnTo>
                        <a:pt x="0" y="55"/>
                      </a:lnTo>
                      <a:lnTo>
                        <a:pt x="0" y="61"/>
                      </a:lnTo>
                      <a:lnTo>
                        <a:pt x="0" y="67"/>
                      </a:lnTo>
                      <a:lnTo>
                        <a:pt x="1" y="73"/>
                      </a:lnTo>
                      <a:lnTo>
                        <a:pt x="3" y="79"/>
                      </a:lnTo>
                      <a:lnTo>
                        <a:pt x="5" y="85"/>
                      </a:lnTo>
                      <a:lnTo>
                        <a:pt x="8" y="90"/>
                      </a:lnTo>
                      <a:lnTo>
                        <a:pt x="11" y="96"/>
                      </a:lnTo>
                      <a:lnTo>
                        <a:pt x="14" y="100"/>
                      </a:lnTo>
                      <a:lnTo>
                        <a:pt x="19" y="104"/>
                      </a:lnTo>
                      <a:lnTo>
                        <a:pt x="23" y="108"/>
                      </a:lnTo>
                      <a:lnTo>
                        <a:pt x="27" y="112"/>
                      </a:lnTo>
                      <a:lnTo>
                        <a:pt x="32" y="115"/>
                      </a:lnTo>
                      <a:lnTo>
                        <a:pt x="38" y="117"/>
                      </a:lnTo>
                      <a:lnTo>
                        <a:pt x="43" y="119"/>
                      </a:lnTo>
                      <a:lnTo>
                        <a:pt x="49" y="120"/>
                      </a:lnTo>
                      <a:lnTo>
                        <a:pt x="55" y="121"/>
                      </a:lnTo>
                      <a:lnTo>
                        <a:pt x="61" y="121"/>
                      </a:lnTo>
                      <a:lnTo>
                        <a:pt x="68" y="121"/>
                      </a:lnTo>
                      <a:lnTo>
                        <a:pt x="73" y="120"/>
                      </a:lnTo>
                      <a:lnTo>
                        <a:pt x="80" y="119"/>
                      </a:lnTo>
                      <a:lnTo>
                        <a:pt x="85" y="117"/>
                      </a:lnTo>
                      <a:lnTo>
                        <a:pt x="90" y="115"/>
                      </a:lnTo>
                      <a:lnTo>
                        <a:pt x="95" y="112"/>
                      </a:lnTo>
                      <a:lnTo>
                        <a:pt x="100" y="108"/>
                      </a:lnTo>
                      <a:lnTo>
                        <a:pt x="104" y="104"/>
                      </a:lnTo>
                      <a:lnTo>
                        <a:pt x="108" y="100"/>
                      </a:lnTo>
                      <a:lnTo>
                        <a:pt x="112" y="96"/>
                      </a:lnTo>
                      <a:lnTo>
                        <a:pt x="115" y="90"/>
                      </a:lnTo>
                      <a:lnTo>
                        <a:pt x="117" y="85"/>
                      </a:lnTo>
                      <a:lnTo>
                        <a:pt x="119" y="79"/>
                      </a:lnTo>
                      <a:lnTo>
                        <a:pt x="121" y="73"/>
                      </a:lnTo>
                      <a:lnTo>
                        <a:pt x="122" y="67"/>
                      </a:lnTo>
                      <a:lnTo>
                        <a:pt x="122" y="61"/>
                      </a:lnTo>
                      <a:lnTo>
                        <a:pt x="122" y="55"/>
                      </a:lnTo>
                      <a:lnTo>
                        <a:pt x="121" y="48"/>
                      </a:lnTo>
                      <a:lnTo>
                        <a:pt x="119" y="43"/>
                      </a:lnTo>
                      <a:lnTo>
                        <a:pt x="117" y="38"/>
                      </a:lnTo>
                      <a:lnTo>
                        <a:pt x="115" y="32"/>
                      </a:lnTo>
                      <a:lnTo>
                        <a:pt x="112" y="27"/>
                      </a:lnTo>
                      <a:lnTo>
                        <a:pt x="108" y="23"/>
                      </a:lnTo>
                      <a:lnTo>
                        <a:pt x="104" y="18"/>
                      </a:lnTo>
                      <a:lnTo>
                        <a:pt x="100" y="14"/>
                      </a:lnTo>
                      <a:lnTo>
                        <a:pt x="95" y="11"/>
                      </a:lnTo>
                      <a:lnTo>
                        <a:pt x="90" y="8"/>
                      </a:lnTo>
                      <a:lnTo>
                        <a:pt x="85" y="4"/>
                      </a:lnTo>
                      <a:lnTo>
                        <a:pt x="80" y="2"/>
                      </a:lnTo>
                      <a:lnTo>
                        <a:pt x="73" y="1"/>
                      </a:lnTo>
                      <a:lnTo>
                        <a:pt x="68" y="0"/>
                      </a:lnTo>
                      <a:lnTo>
                        <a:pt x="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2" name="íṡļiḓê"/>
                <p:cNvSpPr/>
                <p:nvPr/>
              </p:nvSpPr>
              <p:spPr bwMode="auto">
                <a:xfrm>
                  <a:off x="1547813" y="3330576"/>
                  <a:ext cx="212725" cy="212725"/>
                </a:xfrm>
                <a:custGeom>
                  <a:avLst/>
                  <a:gdLst>
                    <a:gd name="T0" fmla="*/ 407 w 535"/>
                    <a:gd name="T1" fmla="*/ 408 h 536"/>
                    <a:gd name="T2" fmla="*/ 367 w 535"/>
                    <a:gd name="T3" fmla="*/ 436 h 536"/>
                    <a:gd name="T4" fmla="*/ 330 w 535"/>
                    <a:gd name="T5" fmla="*/ 452 h 536"/>
                    <a:gd name="T6" fmla="*/ 321 w 535"/>
                    <a:gd name="T7" fmla="*/ 465 h 536"/>
                    <a:gd name="T8" fmla="*/ 217 w 535"/>
                    <a:gd name="T9" fmla="*/ 461 h 536"/>
                    <a:gd name="T10" fmla="*/ 199 w 535"/>
                    <a:gd name="T11" fmla="*/ 449 h 536"/>
                    <a:gd name="T12" fmla="*/ 163 w 535"/>
                    <a:gd name="T13" fmla="*/ 432 h 536"/>
                    <a:gd name="T14" fmla="*/ 134 w 535"/>
                    <a:gd name="T15" fmla="*/ 409 h 536"/>
                    <a:gd name="T16" fmla="*/ 82 w 535"/>
                    <a:gd name="T17" fmla="*/ 433 h 536"/>
                    <a:gd name="T18" fmla="*/ 75 w 535"/>
                    <a:gd name="T19" fmla="*/ 316 h 536"/>
                    <a:gd name="T20" fmla="*/ 72 w 535"/>
                    <a:gd name="T21" fmla="*/ 287 h 536"/>
                    <a:gd name="T22" fmla="*/ 72 w 535"/>
                    <a:gd name="T23" fmla="*/ 246 h 536"/>
                    <a:gd name="T24" fmla="*/ 75 w 535"/>
                    <a:gd name="T25" fmla="*/ 217 h 536"/>
                    <a:gd name="T26" fmla="*/ 82 w 535"/>
                    <a:gd name="T27" fmla="*/ 99 h 536"/>
                    <a:gd name="T28" fmla="*/ 134 w 535"/>
                    <a:gd name="T29" fmla="*/ 124 h 536"/>
                    <a:gd name="T30" fmla="*/ 163 w 535"/>
                    <a:gd name="T31" fmla="*/ 101 h 536"/>
                    <a:gd name="T32" fmla="*/ 199 w 535"/>
                    <a:gd name="T33" fmla="*/ 84 h 536"/>
                    <a:gd name="T34" fmla="*/ 217 w 535"/>
                    <a:gd name="T35" fmla="*/ 72 h 536"/>
                    <a:gd name="T36" fmla="*/ 321 w 535"/>
                    <a:gd name="T37" fmla="*/ 68 h 536"/>
                    <a:gd name="T38" fmla="*/ 330 w 535"/>
                    <a:gd name="T39" fmla="*/ 81 h 536"/>
                    <a:gd name="T40" fmla="*/ 367 w 535"/>
                    <a:gd name="T41" fmla="*/ 97 h 536"/>
                    <a:gd name="T42" fmla="*/ 407 w 535"/>
                    <a:gd name="T43" fmla="*/ 124 h 536"/>
                    <a:gd name="T44" fmla="*/ 505 w 535"/>
                    <a:gd name="T45" fmla="*/ 188 h 536"/>
                    <a:gd name="T46" fmla="*/ 458 w 535"/>
                    <a:gd name="T47" fmla="*/ 221 h 536"/>
                    <a:gd name="T48" fmla="*/ 463 w 535"/>
                    <a:gd name="T49" fmla="*/ 256 h 536"/>
                    <a:gd name="T50" fmla="*/ 461 w 535"/>
                    <a:gd name="T51" fmla="*/ 297 h 536"/>
                    <a:gd name="T52" fmla="*/ 462 w 535"/>
                    <a:gd name="T53" fmla="*/ 319 h 536"/>
                    <a:gd name="T54" fmla="*/ 528 w 535"/>
                    <a:gd name="T55" fmla="*/ 329 h 536"/>
                    <a:gd name="T56" fmla="*/ 489 w 535"/>
                    <a:gd name="T57" fmla="*/ 276 h 536"/>
                    <a:gd name="T58" fmla="*/ 486 w 535"/>
                    <a:gd name="T59" fmla="*/ 238 h 536"/>
                    <a:gd name="T60" fmla="*/ 534 w 535"/>
                    <a:gd name="T61" fmla="*/ 197 h 536"/>
                    <a:gd name="T62" fmla="*/ 467 w 535"/>
                    <a:gd name="T63" fmla="*/ 74 h 536"/>
                    <a:gd name="T64" fmla="*/ 455 w 535"/>
                    <a:gd name="T65" fmla="*/ 70 h 536"/>
                    <a:gd name="T66" fmla="*/ 380 w 535"/>
                    <a:gd name="T67" fmla="*/ 74 h 536"/>
                    <a:gd name="T68" fmla="*/ 346 w 535"/>
                    <a:gd name="T69" fmla="*/ 8 h 536"/>
                    <a:gd name="T70" fmla="*/ 205 w 535"/>
                    <a:gd name="T71" fmla="*/ 0 h 536"/>
                    <a:gd name="T72" fmla="*/ 192 w 535"/>
                    <a:gd name="T73" fmla="*/ 13 h 536"/>
                    <a:gd name="T74" fmla="*/ 143 w 535"/>
                    <a:gd name="T75" fmla="*/ 84 h 536"/>
                    <a:gd name="T76" fmla="*/ 74 w 535"/>
                    <a:gd name="T77" fmla="*/ 70 h 536"/>
                    <a:gd name="T78" fmla="*/ 0 w 535"/>
                    <a:gd name="T79" fmla="*/ 191 h 536"/>
                    <a:gd name="T80" fmla="*/ 49 w 535"/>
                    <a:gd name="T81" fmla="*/ 229 h 536"/>
                    <a:gd name="T82" fmla="*/ 46 w 535"/>
                    <a:gd name="T83" fmla="*/ 266 h 536"/>
                    <a:gd name="T84" fmla="*/ 48 w 535"/>
                    <a:gd name="T85" fmla="*/ 303 h 536"/>
                    <a:gd name="T86" fmla="*/ 0 w 535"/>
                    <a:gd name="T87" fmla="*/ 340 h 536"/>
                    <a:gd name="T88" fmla="*/ 73 w 535"/>
                    <a:gd name="T89" fmla="*/ 463 h 536"/>
                    <a:gd name="T90" fmla="*/ 143 w 535"/>
                    <a:gd name="T91" fmla="*/ 449 h 536"/>
                    <a:gd name="T92" fmla="*/ 192 w 535"/>
                    <a:gd name="T93" fmla="*/ 523 h 536"/>
                    <a:gd name="T94" fmla="*/ 205 w 535"/>
                    <a:gd name="T95" fmla="*/ 536 h 536"/>
                    <a:gd name="T96" fmla="*/ 346 w 535"/>
                    <a:gd name="T97" fmla="*/ 528 h 536"/>
                    <a:gd name="T98" fmla="*/ 364 w 535"/>
                    <a:gd name="T99" fmla="*/ 467 h 536"/>
                    <a:gd name="T100" fmla="*/ 409 w 535"/>
                    <a:gd name="T101" fmla="*/ 437 h 536"/>
                    <a:gd name="T102" fmla="*/ 458 w 535"/>
                    <a:gd name="T103" fmla="*/ 463 h 536"/>
                    <a:gd name="T104" fmla="*/ 467 w 535"/>
                    <a:gd name="T105" fmla="*/ 459 h 536"/>
                    <a:gd name="T106" fmla="*/ 535 w 535"/>
                    <a:gd name="T107" fmla="*/ 335 h 5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535" h="536">
                      <a:moveTo>
                        <a:pt x="453" y="433"/>
                      </a:moveTo>
                      <a:lnTo>
                        <a:pt x="414" y="410"/>
                      </a:lnTo>
                      <a:lnTo>
                        <a:pt x="410" y="409"/>
                      </a:lnTo>
                      <a:lnTo>
                        <a:pt x="407" y="408"/>
                      </a:lnTo>
                      <a:lnTo>
                        <a:pt x="403" y="409"/>
                      </a:lnTo>
                      <a:lnTo>
                        <a:pt x="399" y="411"/>
                      </a:lnTo>
                      <a:lnTo>
                        <a:pt x="383" y="424"/>
                      </a:lnTo>
                      <a:lnTo>
                        <a:pt x="367" y="436"/>
                      </a:lnTo>
                      <a:lnTo>
                        <a:pt x="359" y="441"/>
                      </a:lnTo>
                      <a:lnTo>
                        <a:pt x="350" y="446"/>
                      </a:lnTo>
                      <a:lnTo>
                        <a:pt x="340" y="449"/>
                      </a:lnTo>
                      <a:lnTo>
                        <a:pt x="330" y="452"/>
                      </a:lnTo>
                      <a:lnTo>
                        <a:pt x="326" y="454"/>
                      </a:lnTo>
                      <a:lnTo>
                        <a:pt x="323" y="457"/>
                      </a:lnTo>
                      <a:lnTo>
                        <a:pt x="321" y="461"/>
                      </a:lnTo>
                      <a:lnTo>
                        <a:pt x="321" y="465"/>
                      </a:lnTo>
                      <a:lnTo>
                        <a:pt x="321" y="511"/>
                      </a:lnTo>
                      <a:lnTo>
                        <a:pt x="218" y="511"/>
                      </a:lnTo>
                      <a:lnTo>
                        <a:pt x="218" y="465"/>
                      </a:lnTo>
                      <a:lnTo>
                        <a:pt x="217" y="461"/>
                      </a:lnTo>
                      <a:lnTo>
                        <a:pt x="216" y="457"/>
                      </a:lnTo>
                      <a:lnTo>
                        <a:pt x="213" y="454"/>
                      </a:lnTo>
                      <a:lnTo>
                        <a:pt x="208" y="452"/>
                      </a:lnTo>
                      <a:lnTo>
                        <a:pt x="199" y="449"/>
                      </a:lnTo>
                      <a:lnTo>
                        <a:pt x="189" y="446"/>
                      </a:lnTo>
                      <a:lnTo>
                        <a:pt x="180" y="441"/>
                      </a:lnTo>
                      <a:lnTo>
                        <a:pt x="172" y="437"/>
                      </a:lnTo>
                      <a:lnTo>
                        <a:pt x="163" y="432"/>
                      </a:lnTo>
                      <a:lnTo>
                        <a:pt x="155" y="425"/>
                      </a:lnTo>
                      <a:lnTo>
                        <a:pt x="146" y="419"/>
                      </a:lnTo>
                      <a:lnTo>
                        <a:pt x="137" y="411"/>
                      </a:lnTo>
                      <a:lnTo>
                        <a:pt x="134" y="409"/>
                      </a:lnTo>
                      <a:lnTo>
                        <a:pt x="130" y="408"/>
                      </a:lnTo>
                      <a:lnTo>
                        <a:pt x="126" y="409"/>
                      </a:lnTo>
                      <a:lnTo>
                        <a:pt x="122" y="410"/>
                      </a:lnTo>
                      <a:lnTo>
                        <a:pt x="82" y="433"/>
                      </a:lnTo>
                      <a:lnTo>
                        <a:pt x="30" y="344"/>
                      </a:lnTo>
                      <a:lnTo>
                        <a:pt x="70" y="321"/>
                      </a:lnTo>
                      <a:lnTo>
                        <a:pt x="73" y="319"/>
                      </a:lnTo>
                      <a:lnTo>
                        <a:pt x="75" y="316"/>
                      </a:lnTo>
                      <a:lnTo>
                        <a:pt x="75" y="311"/>
                      </a:lnTo>
                      <a:lnTo>
                        <a:pt x="75" y="307"/>
                      </a:lnTo>
                      <a:lnTo>
                        <a:pt x="74" y="297"/>
                      </a:lnTo>
                      <a:lnTo>
                        <a:pt x="72" y="287"/>
                      </a:lnTo>
                      <a:lnTo>
                        <a:pt x="72" y="277"/>
                      </a:lnTo>
                      <a:lnTo>
                        <a:pt x="71" y="266"/>
                      </a:lnTo>
                      <a:lnTo>
                        <a:pt x="72" y="257"/>
                      </a:lnTo>
                      <a:lnTo>
                        <a:pt x="72" y="246"/>
                      </a:lnTo>
                      <a:lnTo>
                        <a:pt x="74" y="236"/>
                      </a:lnTo>
                      <a:lnTo>
                        <a:pt x="75" y="226"/>
                      </a:lnTo>
                      <a:lnTo>
                        <a:pt x="76" y="221"/>
                      </a:lnTo>
                      <a:lnTo>
                        <a:pt x="75" y="217"/>
                      </a:lnTo>
                      <a:lnTo>
                        <a:pt x="73" y="214"/>
                      </a:lnTo>
                      <a:lnTo>
                        <a:pt x="70" y="212"/>
                      </a:lnTo>
                      <a:lnTo>
                        <a:pt x="30" y="188"/>
                      </a:lnTo>
                      <a:lnTo>
                        <a:pt x="82" y="99"/>
                      </a:lnTo>
                      <a:lnTo>
                        <a:pt x="122" y="122"/>
                      </a:lnTo>
                      <a:lnTo>
                        <a:pt x="126" y="124"/>
                      </a:lnTo>
                      <a:lnTo>
                        <a:pt x="130" y="124"/>
                      </a:lnTo>
                      <a:lnTo>
                        <a:pt x="134" y="124"/>
                      </a:lnTo>
                      <a:lnTo>
                        <a:pt x="137" y="121"/>
                      </a:lnTo>
                      <a:lnTo>
                        <a:pt x="146" y="114"/>
                      </a:lnTo>
                      <a:lnTo>
                        <a:pt x="155" y="106"/>
                      </a:lnTo>
                      <a:lnTo>
                        <a:pt x="163" y="101"/>
                      </a:lnTo>
                      <a:lnTo>
                        <a:pt x="172" y="96"/>
                      </a:lnTo>
                      <a:lnTo>
                        <a:pt x="180" y="91"/>
                      </a:lnTo>
                      <a:lnTo>
                        <a:pt x="189" y="87"/>
                      </a:lnTo>
                      <a:lnTo>
                        <a:pt x="199" y="84"/>
                      </a:lnTo>
                      <a:lnTo>
                        <a:pt x="208" y="81"/>
                      </a:lnTo>
                      <a:lnTo>
                        <a:pt x="213" y="78"/>
                      </a:lnTo>
                      <a:lnTo>
                        <a:pt x="215" y="76"/>
                      </a:lnTo>
                      <a:lnTo>
                        <a:pt x="217" y="72"/>
                      </a:lnTo>
                      <a:lnTo>
                        <a:pt x="218" y="68"/>
                      </a:lnTo>
                      <a:lnTo>
                        <a:pt x="218" y="26"/>
                      </a:lnTo>
                      <a:lnTo>
                        <a:pt x="321" y="26"/>
                      </a:lnTo>
                      <a:lnTo>
                        <a:pt x="321" y="68"/>
                      </a:lnTo>
                      <a:lnTo>
                        <a:pt x="321" y="72"/>
                      </a:lnTo>
                      <a:lnTo>
                        <a:pt x="323" y="76"/>
                      </a:lnTo>
                      <a:lnTo>
                        <a:pt x="326" y="78"/>
                      </a:lnTo>
                      <a:lnTo>
                        <a:pt x="330" y="81"/>
                      </a:lnTo>
                      <a:lnTo>
                        <a:pt x="340" y="84"/>
                      </a:lnTo>
                      <a:lnTo>
                        <a:pt x="350" y="87"/>
                      </a:lnTo>
                      <a:lnTo>
                        <a:pt x="360" y="91"/>
                      </a:lnTo>
                      <a:lnTo>
                        <a:pt x="367" y="97"/>
                      </a:lnTo>
                      <a:lnTo>
                        <a:pt x="383" y="107"/>
                      </a:lnTo>
                      <a:lnTo>
                        <a:pt x="399" y="121"/>
                      </a:lnTo>
                      <a:lnTo>
                        <a:pt x="403" y="124"/>
                      </a:lnTo>
                      <a:lnTo>
                        <a:pt x="407" y="124"/>
                      </a:lnTo>
                      <a:lnTo>
                        <a:pt x="410" y="124"/>
                      </a:lnTo>
                      <a:lnTo>
                        <a:pt x="414" y="122"/>
                      </a:lnTo>
                      <a:lnTo>
                        <a:pt x="453" y="99"/>
                      </a:lnTo>
                      <a:lnTo>
                        <a:pt x="505" y="188"/>
                      </a:lnTo>
                      <a:lnTo>
                        <a:pt x="465" y="212"/>
                      </a:lnTo>
                      <a:lnTo>
                        <a:pt x="462" y="214"/>
                      </a:lnTo>
                      <a:lnTo>
                        <a:pt x="460" y="217"/>
                      </a:lnTo>
                      <a:lnTo>
                        <a:pt x="458" y="221"/>
                      </a:lnTo>
                      <a:lnTo>
                        <a:pt x="458" y="226"/>
                      </a:lnTo>
                      <a:lnTo>
                        <a:pt x="461" y="235"/>
                      </a:lnTo>
                      <a:lnTo>
                        <a:pt x="462" y="246"/>
                      </a:lnTo>
                      <a:lnTo>
                        <a:pt x="463" y="256"/>
                      </a:lnTo>
                      <a:lnTo>
                        <a:pt x="463" y="266"/>
                      </a:lnTo>
                      <a:lnTo>
                        <a:pt x="463" y="277"/>
                      </a:lnTo>
                      <a:lnTo>
                        <a:pt x="462" y="287"/>
                      </a:lnTo>
                      <a:lnTo>
                        <a:pt x="461" y="297"/>
                      </a:lnTo>
                      <a:lnTo>
                        <a:pt x="458" y="307"/>
                      </a:lnTo>
                      <a:lnTo>
                        <a:pt x="458" y="311"/>
                      </a:lnTo>
                      <a:lnTo>
                        <a:pt x="460" y="316"/>
                      </a:lnTo>
                      <a:lnTo>
                        <a:pt x="462" y="319"/>
                      </a:lnTo>
                      <a:lnTo>
                        <a:pt x="465" y="321"/>
                      </a:lnTo>
                      <a:lnTo>
                        <a:pt x="505" y="344"/>
                      </a:lnTo>
                      <a:lnTo>
                        <a:pt x="453" y="433"/>
                      </a:lnTo>
                      <a:close/>
                      <a:moveTo>
                        <a:pt x="528" y="329"/>
                      </a:moveTo>
                      <a:lnTo>
                        <a:pt x="485" y="303"/>
                      </a:lnTo>
                      <a:lnTo>
                        <a:pt x="486" y="294"/>
                      </a:lnTo>
                      <a:lnTo>
                        <a:pt x="487" y="285"/>
                      </a:lnTo>
                      <a:lnTo>
                        <a:pt x="489" y="276"/>
                      </a:lnTo>
                      <a:lnTo>
                        <a:pt x="489" y="266"/>
                      </a:lnTo>
                      <a:lnTo>
                        <a:pt x="489" y="257"/>
                      </a:lnTo>
                      <a:lnTo>
                        <a:pt x="487" y="248"/>
                      </a:lnTo>
                      <a:lnTo>
                        <a:pt x="486" y="238"/>
                      </a:lnTo>
                      <a:lnTo>
                        <a:pt x="485" y="229"/>
                      </a:lnTo>
                      <a:lnTo>
                        <a:pt x="528" y="205"/>
                      </a:lnTo>
                      <a:lnTo>
                        <a:pt x="531" y="202"/>
                      </a:lnTo>
                      <a:lnTo>
                        <a:pt x="534" y="197"/>
                      </a:lnTo>
                      <a:lnTo>
                        <a:pt x="535" y="192"/>
                      </a:lnTo>
                      <a:lnTo>
                        <a:pt x="533" y="187"/>
                      </a:lnTo>
                      <a:lnTo>
                        <a:pt x="468" y="76"/>
                      </a:lnTo>
                      <a:lnTo>
                        <a:pt x="467" y="74"/>
                      </a:lnTo>
                      <a:lnTo>
                        <a:pt x="465" y="72"/>
                      </a:lnTo>
                      <a:lnTo>
                        <a:pt x="463" y="71"/>
                      </a:lnTo>
                      <a:lnTo>
                        <a:pt x="461" y="70"/>
                      </a:lnTo>
                      <a:lnTo>
                        <a:pt x="455" y="70"/>
                      </a:lnTo>
                      <a:lnTo>
                        <a:pt x="451" y="71"/>
                      </a:lnTo>
                      <a:lnTo>
                        <a:pt x="409" y="96"/>
                      </a:lnTo>
                      <a:lnTo>
                        <a:pt x="395" y="85"/>
                      </a:lnTo>
                      <a:lnTo>
                        <a:pt x="380" y="74"/>
                      </a:lnTo>
                      <a:lnTo>
                        <a:pt x="364" y="66"/>
                      </a:lnTo>
                      <a:lnTo>
                        <a:pt x="347" y="59"/>
                      </a:lnTo>
                      <a:lnTo>
                        <a:pt x="347" y="13"/>
                      </a:lnTo>
                      <a:lnTo>
                        <a:pt x="346" y="8"/>
                      </a:lnTo>
                      <a:lnTo>
                        <a:pt x="342" y="4"/>
                      </a:lnTo>
                      <a:lnTo>
                        <a:pt x="338" y="1"/>
                      </a:lnTo>
                      <a:lnTo>
                        <a:pt x="334" y="0"/>
                      </a:lnTo>
                      <a:lnTo>
                        <a:pt x="205" y="0"/>
                      </a:lnTo>
                      <a:lnTo>
                        <a:pt x="200" y="1"/>
                      </a:lnTo>
                      <a:lnTo>
                        <a:pt x="196" y="4"/>
                      </a:lnTo>
                      <a:lnTo>
                        <a:pt x="193" y="8"/>
                      </a:lnTo>
                      <a:lnTo>
                        <a:pt x="192" y="13"/>
                      </a:lnTo>
                      <a:lnTo>
                        <a:pt x="192" y="59"/>
                      </a:lnTo>
                      <a:lnTo>
                        <a:pt x="175" y="66"/>
                      </a:lnTo>
                      <a:lnTo>
                        <a:pt x="159" y="73"/>
                      </a:lnTo>
                      <a:lnTo>
                        <a:pt x="143" y="84"/>
                      </a:lnTo>
                      <a:lnTo>
                        <a:pt x="127" y="96"/>
                      </a:lnTo>
                      <a:lnTo>
                        <a:pt x="84" y="71"/>
                      </a:lnTo>
                      <a:lnTo>
                        <a:pt x="78" y="70"/>
                      </a:lnTo>
                      <a:lnTo>
                        <a:pt x="74" y="70"/>
                      </a:lnTo>
                      <a:lnTo>
                        <a:pt x="70" y="72"/>
                      </a:lnTo>
                      <a:lnTo>
                        <a:pt x="67" y="76"/>
                      </a:lnTo>
                      <a:lnTo>
                        <a:pt x="2" y="187"/>
                      </a:lnTo>
                      <a:lnTo>
                        <a:pt x="0" y="191"/>
                      </a:lnTo>
                      <a:lnTo>
                        <a:pt x="0" y="197"/>
                      </a:lnTo>
                      <a:lnTo>
                        <a:pt x="2" y="201"/>
                      </a:lnTo>
                      <a:lnTo>
                        <a:pt x="6" y="205"/>
                      </a:lnTo>
                      <a:lnTo>
                        <a:pt x="49" y="229"/>
                      </a:lnTo>
                      <a:lnTo>
                        <a:pt x="47" y="238"/>
                      </a:lnTo>
                      <a:lnTo>
                        <a:pt x="46" y="248"/>
                      </a:lnTo>
                      <a:lnTo>
                        <a:pt x="46" y="257"/>
                      </a:lnTo>
                      <a:lnTo>
                        <a:pt x="46" y="266"/>
                      </a:lnTo>
                      <a:lnTo>
                        <a:pt x="46" y="276"/>
                      </a:lnTo>
                      <a:lnTo>
                        <a:pt x="46" y="285"/>
                      </a:lnTo>
                      <a:lnTo>
                        <a:pt x="47" y="294"/>
                      </a:lnTo>
                      <a:lnTo>
                        <a:pt x="48" y="303"/>
                      </a:lnTo>
                      <a:lnTo>
                        <a:pt x="6" y="329"/>
                      </a:lnTo>
                      <a:lnTo>
                        <a:pt x="2" y="332"/>
                      </a:lnTo>
                      <a:lnTo>
                        <a:pt x="0" y="335"/>
                      </a:lnTo>
                      <a:lnTo>
                        <a:pt x="0" y="340"/>
                      </a:lnTo>
                      <a:lnTo>
                        <a:pt x="1" y="345"/>
                      </a:lnTo>
                      <a:lnTo>
                        <a:pt x="65" y="457"/>
                      </a:lnTo>
                      <a:lnTo>
                        <a:pt x="69" y="461"/>
                      </a:lnTo>
                      <a:lnTo>
                        <a:pt x="73" y="463"/>
                      </a:lnTo>
                      <a:lnTo>
                        <a:pt x="78" y="463"/>
                      </a:lnTo>
                      <a:lnTo>
                        <a:pt x="83" y="461"/>
                      </a:lnTo>
                      <a:lnTo>
                        <a:pt x="127" y="437"/>
                      </a:lnTo>
                      <a:lnTo>
                        <a:pt x="143" y="449"/>
                      </a:lnTo>
                      <a:lnTo>
                        <a:pt x="159" y="459"/>
                      </a:lnTo>
                      <a:lnTo>
                        <a:pt x="175" y="467"/>
                      </a:lnTo>
                      <a:lnTo>
                        <a:pt x="192" y="474"/>
                      </a:lnTo>
                      <a:lnTo>
                        <a:pt x="192" y="523"/>
                      </a:lnTo>
                      <a:lnTo>
                        <a:pt x="193" y="528"/>
                      </a:lnTo>
                      <a:lnTo>
                        <a:pt x="196" y="533"/>
                      </a:lnTo>
                      <a:lnTo>
                        <a:pt x="200" y="535"/>
                      </a:lnTo>
                      <a:lnTo>
                        <a:pt x="205" y="536"/>
                      </a:lnTo>
                      <a:lnTo>
                        <a:pt x="334" y="536"/>
                      </a:lnTo>
                      <a:lnTo>
                        <a:pt x="338" y="535"/>
                      </a:lnTo>
                      <a:lnTo>
                        <a:pt x="342" y="533"/>
                      </a:lnTo>
                      <a:lnTo>
                        <a:pt x="346" y="528"/>
                      </a:lnTo>
                      <a:lnTo>
                        <a:pt x="347" y="523"/>
                      </a:lnTo>
                      <a:lnTo>
                        <a:pt x="347" y="474"/>
                      </a:lnTo>
                      <a:lnTo>
                        <a:pt x="355" y="470"/>
                      </a:lnTo>
                      <a:lnTo>
                        <a:pt x="364" y="467"/>
                      </a:lnTo>
                      <a:lnTo>
                        <a:pt x="373" y="463"/>
                      </a:lnTo>
                      <a:lnTo>
                        <a:pt x="380" y="459"/>
                      </a:lnTo>
                      <a:lnTo>
                        <a:pt x="395" y="449"/>
                      </a:lnTo>
                      <a:lnTo>
                        <a:pt x="409" y="437"/>
                      </a:lnTo>
                      <a:lnTo>
                        <a:pt x="452" y="461"/>
                      </a:lnTo>
                      <a:lnTo>
                        <a:pt x="454" y="463"/>
                      </a:lnTo>
                      <a:lnTo>
                        <a:pt x="456" y="463"/>
                      </a:lnTo>
                      <a:lnTo>
                        <a:pt x="458" y="463"/>
                      </a:lnTo>
                      <a:lnTo>
                        <a:pt x="462" y="462"/>
                      </a:lnTo>
                      <a:lnTo>
                        <a:pt x="464" y="462"/>
                      </a:lnTo>
                      <a:lnTo>
                        <a:pt x="466" y="461"/>
                      </a:lnTo>
                      <a:lnTo>
                        <a:pt x="467" y="459"/>
                      </a:lnTo>
                      <a:lnTo>
                        <a:pt x="469" y="457"/>
                      </a:lnTo>
                      <a:lnTo>
                        <a:pt x="533" y="345"/>
                      </a:lnTo>
                      <a:lnTo>
                        <a:pt x="535" y="340"/>
                      </a:lnTo>
                      <a:lnTo>
                        <a:pt x="535" y="335"/>
                      </a:lnTo>
                      <a:lnTo>
                        <a:pt x="533" y="332"/>
                      </a:lnTo>
                      <a:lnTo>
                        <a:pt x="528" y="329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3" name="işļiḍè"/>
                <p:cNvSpPr/>
                <p:nvPr/>
              </p:nvSpPr>
              <p:spPr bwMode="auto">
                <a:xfrm>
                  <a:off x="1727201" y="3240088"/>
                  <a:ext cx="122238" cy="125413"/>
                </a:xfrm>
                <a:custGeom>
                  <a:avLst/>
                  <a:gdLst>
                    <a:gd name="T0" fmla="*/ 235 w 308"/>
                    <a:gd name="T1" fmla="*/ 227 h 315"/>
                    <a:gd name="T2" fmla="*/ 223 w 308"/>
                    <a:gd name="T3" fmla="*/ 229 h 315"/>
                    <a:gd name="T4" fmla="*/ 195 w 308"/>
                    <a:gd name="T5" fmla="*/ 248 h 315"/>
                    <a:gd name="T6" fmla="*/ 178 w 308"/>
                    <a:gd name="T7" fmla="*/ 257 h 315"/>
                    <a:gd name="T8" fmla="*/ 176 w 308"/>
                    <a:gd name="T9" fmla="*/ 289 h 315"/>
                    <a:gd name="T10" fmla="*/ 136 w 308"/>
                    <a:gd name="T11" fmla="*/ 260 h 315"/>
                    <a:gd name="T12" fmla="*/ 129 w 308"/>
                    <a:gd name="T13" fmla="*/ 253 h 315"/>
                    <a:gd name="T14" fmla="*/ 95 w 308"/>
                    <a:gd name="T15" fmla="*/ 237 h 315"/>
                    <a:gd name="T16" fmla="*/ 79 w 308"/>
                    <a:gd name="T17" fmla="*/ 226 h 315"/>
                    <a:gd name="T18" fmla="*/ 50 w 308"/>
                    <a:gd name="T19" fmla="*/ 240 h 315"/>
                    <a:gd name="T20" fmla="*/ 55 w 308"/>
                    <a:gd name="T21" fmla="*/ 192 h 315"/>
                    <a:gd name="T22" fmla="*/ 58 w 308"/>
                    <a:gd name="T23" fmla="*/ 180 h 315"/>
                    <a:gd name="T24" fmla="*/ 56 w 308"/>
                    <a:gd name="T25" fmla="*/ 145 h 315"/>
                    <a:gd name="T26" fmla="*/ 57 w 308"/>
                    <a:gd name="T27" fmla="*/ 126 h 315"/>
                    <a:gd name="T28" fmla="*/ 31 w 308"/>
                    <a:gd name="T29" fmla="*/ 108 h 315"/>
                    <a:gd name="T30" fmla="*/ 76 w 308"/>
                    <a:gd name="T31" fmla="*/ 87 h 315"/>
                    <a:gd name="T32" fmla="*/ 87 w 308"/>
                    <a:gd name="T33" fmla="*/ 84 h 315"/>
                    <a:gd name="T34" fmla="*/ 117 w 308"/>
                    <a:gd name="T35" fmla="*/ 66 h 315"/>
                    <a:gd name="T36" fmla="*/ 135 w 308"/>
                    <a:gd name="T37" fmla="*/ 57 h 315"/>
                    <a:gd name="T38" fmla="*/ 137 w 308"/>
                    <a:gd name="T39" fmla="*/ 25 h 315"/>
                    <a:gd name="T40" fmla="*/ 176 w 308"/>
                    <a:gd name="T41" fmla="*/ 53 h 315"/>
                    <a:gd name="T42" fmla="*/ 185 w 308"/>
                    <a:gd name="T43" fmla="*/ 62 h 315"/>
                    <a:gd name="T44" fmla="*/ 215 w 308"/>
                    <a:gd name="T45" fmla="*/ 77 h 315"/>
                    <a:gd name="T46" fmla="*/ 231 w 308"/>
                    <a:gd name="T47" fmla="*/ 88 h 315"/>
                    <a:gd name="T48" fmla="*/ 259 w 308"/>
                    <a:gd name="T49" fmla="*/ 76 h 315"/>
                    <a:gd name="T50" fmla="*/ 254 w 308"/>
                    <a:gd name="T51" fmla="*/ 123 h 315"/>
                    <a:gd name="T52" fmla="*/ 251 w 308"/>
                    <a:gd name="T53" fmla="*/ 134 h 315"/>
                    <a:gd name="T54" fmla="*/ 253 w 308"/>
                    <a:gd name="T55" fmla="*/ 169 h 315"/>
                    <a:gd name="T56" fmla="*/ 252 w 308"/>
                    <a:gd name="T57" fmla="*/ 188 h 315"/>
                    <a:gd name="T58" fmla="*/ 278 w 308"/>
                    <a:gd name="T59" fmla="*/ 207 h 315"/>
                    <a:gd name="T60" fmla="*/ 278 w 308"/>
                    <a:gd name="T61" fmla="*/ 178 h 315"/>
                    <a:gd name="T62" fmla="*/ 279 w 308"/>
                    <a:gd name="T63" fmla="*/ 148 h 315"/>
                    <a:gd name="T64" fmla="*/ 304 w 308"/>
                    <a:gd name="T65" fmla="*/ 123 h 315"/>
                    <a:gd name="T66" fmla="*/ 308 w 308"/>
                    <a:gd name="T67" fmla="*/ 116 h 315"/>
                    <a:gd name="T68" fmla="*/ 275 w 308"/>
                    <a:gd name="T69" fmla="*/ 51 h 315"/>
                    <a:gd name="T70" fmla="*/ 269 w 308"/>
                    <a:gd name="T71" fmla="*/ 46 h 315"/>
                    <a:gd name="T72" fmla="*/ 256 w 308"/>
                    <a:gd name="T73" fmla="*/ 46 h 315"/>
                    <a:gd name="T74" fmla="*/ 218 w 308"/>
                    <a:gd name="T75" fmla="*/ 49 h 315"/>
                    <a:gd name="T76" fmla="*/ 202 w 308"/>
                    <a:gd name="T77" fmla="*/ 13 h 315"/>
                    <a:gd name="T78" fmla="*/ 193 w 308"/>
                    <a:gd name="T79" fmla="*/ 2 h 315"/>
                    <a:gd name="T80" fmla="*/ 119 w 308"/>
                    <a:gd name="T81" fmla="*/ 2 h 315"/>
                    <a:gd name="T82" fmla="*/ 112 w 308"/>
                    <a:gd name="T83" fmla="*/ 13 h 315"/>
                    <a:gd name="T84" fmla="*/ 93 w 308"/>
                    <a:gd name="T85" fmla="*/ 50 h 315"/>
                    <a:gd name="T86" fmla="*/ 52 w 308"/>
                    <a:gd name="T87" fmla="*/ 46 h 315"/>
                    <a:gd name="T88" fmla="*/ 37 w 308"/>
                    <a:gd name="T89" fmla="*/ 47 h 315"/>
                    <a:gd name="T90" fmla="*/ 1 w 308"/>
                    <a:gd name="T91" fmla="*/ 111 h 315"/>
                    <a:gd name="T92" fmla="*/ 3 w 308"/>
                    <a:gd name="T93" fmla="*/ 121 h 315"/>
                    <a:gd name="T94" fmla="*/ 31 w 308"/>
                    <a:gd name="T95" fmla="*/ 138 h 315"/>
                    <a:gd name="T96" fmla="*/ 30 w 308"/>
                    <a:gd name="T97" fmla="*/ 167 h 315"/>
                    <a:gd name="T98" fmla="*/ 4 w 308"/>
                    <a:gd name="T99" fmla="*/ 193 h 315"/>
                    <a:gd name="T100" fmla="*/ 1 w 308"/>
                    <a:gd name="T101" fmla="*/ 199 h 315"/>
                    <a:gd name="T102" fmla="*/ 34 w 308"/>
                    <a:gd name="T103" fmla="*/ 263 h 315"/>
                    <a:gd name="T104" fmla="*/ 46 w 308"/>
                    <a:gd name="T105" fmla="*/ 270 h 315"/>
                    <a:gd name="T106" fmla="*/ 85 w 308"/>
                    <a:gd name="T107" fmla="*/ 259 h 315"/>
                    <a:gd name="T108" fmla="*/ 112 w 308"/>
                    <a:gd name="T109" fmla="*/ 274 h 315"/>
                    <a:gd name="T110" fmla="*/ 116 w 308"/>
                    <a:gd name="T111" fmla="*/ 311 h 315"/>
                    <a:gd name="T112" fmla="*/ 189 w 308"/>
                    <a:gd name="T113" fmla="*/ 315 h 315"/>
                    <a:gd name="T114" fmla="*/ 201 w 308"/>
                    <a:gd name="T115" fmla="*/ 306 h 315"/>
                    <a:gd name="T116" fmla="*/ 210 w 308"/>
                    <a:gd name="T117" fmla="*/ 270 h 315"/>
                    <a:gd name="T118" fmla="*/ 234 w 308"/>
                    <a:gd name="T119" fmla="*/ 255 h 315"/>
                    <a:gd name="T120" fmla="*/ 267 w 308"/>
                    <a:gd name="T121" fmla="*/ 270 h 315"/>
                    <a:gd name="T122" fmla="*/ 307 w 308"/>
                    <a:gd name="T123" fmla="*/ 208 h 315"/>
                    <a:gd name="T124" fmla="*/ 306 w 308"/>
                    <a:gd name="T125" fmla="*/ 194 h 3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308" h="315">
                      <a:moveTo>
                        <a:pt x="260" y="240"/>
                      </a:moveTo>
                      <a:lnTo>
                        <a:pt x="239" y="228"/>
                      </a:lnTo>
                      <a:lnTo>
                        <a:pt x="235" y="227"/>
                      </a:lnTo>
                      <a:lnTo>
                        <a:pt x="231" y="226"/>
                      </a:lnTo>
                      <a:lnTo>
                        <a:pt x="227" y="227"/>
                      </a:lnTo>
                      <a:lnTo>
                        <a:pt x="223" y="229"/>
                      </a:lnTo>
                      <a:lnTo>
                        <a:pt x="215" y="237"/>
                      </a:lnTo>
                      <a:lnTo>
                        <a:pt x="205" y="243"/>
                      </a:lnTo>
                      <a:lnTo>
                        <a:pt x="195" y="248"/>
                      </a:lnTo>
                      <a:lnTo>
                        <a:pt x="185" y="253"/>
                      </a:lnTo>
                      <a:lnTo>
                        <a:pt x="181" y="255"/>
                      </a:lnTo>
                      <a:lnTo>
                        <a:pt x="178" y="257"/>
                      </a:lnTo>
                      <a:lnTo>
                        <a:pt x="177" y="260"/>
                      </a:lnTo>
                      <a:lnTo>
                        <a:pt x="176" y="265"/>
                      </a:lnTo>
                      <a:lnTo>
                        <a:pt x="176" y="289"/>
                      </a:lnTo>
                      <a:lnTo>
                        <a:pt x="137" y="289"/>
                      </a:lnTo>
                      <a:lnTo>
                        <a:pt x="137" y="265"/>
                      </a:lnTo>
                      <a:lnTo>
                        <a:pt x="136" y="260"/>
                      </a:lnTo>
                      <a:lnTo>
                        <a:pt x="135" y="257"/>
                      </a:lnTo>
                      <a:lnTo>
                        <a:pt x="132" y="255"/>
                      </a:lnTo>
                      <a:lnTo>
                        <a:pt x="129" y="253"/>
                      </a:lnTo>
                      <a:lnTo>
                        <a:pt x="117" y="248"/>
                      </a:lnTo>
                      <a:lnTo>
                        <a:pt x="105" y="243"/>
                      </a:lnTo>
                      <a:lnTo>
                        <a:pt x="95" y="237"/>
                      </a:lnTo>
                      <a:lnTo>
                        <a:pt x="87" y="229"/>
                      </a:lnTo>
                      <a:lnTo>
                        <a:pt x="84" y="227"/>
                      </a:lnTo>
                      <a:lnTo>
                        <a:pt x="79" y="226"/>
                      </a:lnTo>
                      <a:lnTo>
                        <a:pt x="76" y="227"/>
                      </a:lnTo>
                      <a:lnTo>
                        <a:pt x="72" y="228"/>
                      </a:lnTo>
                      <a:lnTo>
                        <a:pt x="50" y="240"/>
                      </a:lnTo>
                      <a:lnTo>
                        <a:pt x="30" y="207"/>
                      </a:lnTo>
                      <a:lnTo>
                        <a:pt x="51" y="194"/>
                      </a:lnTo>
                      <a:lnTo>
                        <a:pt x="55" y="192"/>
                      </a:lnTo>
                      <a:lnTo>
                        <a:pt x="57" y="188"/>
                      </a:lnTo>
                      <a:lnTo>
                        <a:pt x="58" y="184"/>
                      </a:lnTo>
                      <a:lnTo>
                        <a:pt x="58" y="180"/>
                      </a:lnTo>
                      <a:lnTo>
                        <a:pt x="56" y="168"/>
                      </a:lnTo>
                      <a:lnTo>
                        <a:pt x="55" y="157"/>
                      </a:lnTo>
                      <a:lnTo>
                        <a:pt x="56" y="145"/>
                      </a:lnTo>
                      <a:lnTo>
                        <a:pt x="58" y="134"/>
                      </a:lnTo>
                      <a:lnTo>
                        <a:pt x="58" y="130"/>
                      </a:lnTo>
                      <a:lnTo>
                        <a:pt x="57" y="126"/>
                      </a:lnTo>
                      <a:lnTo>
                        <a:pt x="55" y="123"/>
                      </a:lnTo>
                      <a:lnTo>
                        <a:pt x="51" y="120"/>
                      </a:lnTo>
                      <a:lnTo>
                        <a:pt x="31" y="108"/>
                      </a:lnTo>
                      <a:lnTo>
                        <a:pt x="50" y="73"/>
                      </a:lnTo>
                      <a:lnTo>
                        <a:pt x="72" y="86"/>
                      </a:lnTo>
                      <a:lnTo>
                        <a:pt x="76" y="87"/>
                      </a:lnTo>
                      <a:lnTo>
                        <a:pt x="79" y="87"/>
                      </a:lnTo>
                      <a:lnTo>
                        <a:pt x="84" y="86"/>
                      </a:lnTo>
                      <a:lnTo>
                        <a:pt x="87" y="84"/>
                      </a:lnTo>
                      <a:lnTo>
                        <a:pt x="95" y="78"/>
                      </a:lnTo>
                      <a:lnTo>
                        <a:pt x="105" y="71"/>
                      </a:lnTo>
                      <a:lnTo>
                        <a:pt x="117" y="66"/>
                      </a:lnTo>
                      <a:lnTo>
                        <a:pt x="129" y="62"/>
                      </a:lnTo>
                      <a:lnTo>
                        <a:pt x="132" y="59"/>
                      </a:lnTo>
                      <a:lnTo>
                        <a:pt x="135" y="57"/>
                      </a:lnTo>
                      <a:lnTo>
                        <a:pt x="136" y="53"/>
                      </a:lnTo>
                      <a:lnTo>
                        <a:pt x="137" y="50"/>
                      </a:lnTo>
                      <a:lnTo>
                        <a:pt x="137" y="25"/>
                      </a:lnTo>
                      <a:lnTo>
                        <a:pt x="176" y="25"/>
                      </a:lnTo>
                      <a:lnTo>
                        <a:pt x="176" y="50"/>
                      </a:lnTo>
                      <a:lnTo>
                        <a:pt x="176" y="53"/>
                      </a:lnTo>
                      <a:lnTo>
                        <a:pt x="178" y="57"/>
                      </a:lnTo>
                      <a:lnTo>
                        <a:pt x="181" y="59"/>
                      </a:lnTo>
                      <a:lnTo>
                        <a:pt x="185" y="62"/>
                      </a:lnTo>
                      <a:lnTo>
                        <a:pt x="195" y="66"/>
                      </a:lnTo>
                      <a:lnTo>
                        <a:pt x="205" y="71"/>
                      </a:lnTo>
                      <a:lnTo>
                        <a:pt x="215" y="77"/>
                      </a:lnTo>
                      <a:lnTo>
                        <a:pt x="223" y="84"/>
                      </a:lnTo>
                      <a:lnTo>
                        <a:pt x="227" y="87"/>
                      </a:lnTo>
                      <a:lnTo>
                        <a:pt x="231" y="88"/>
                      </a:lnTo>
                      <a:lnTo>
                        <a:pt x="235" y="88"/>
                      </a:lnTo>
                      <a:lnTo>
                        <a:pt x="239" y="86"/>
                      </a:lnTo>
                      <a:lnTo>
                        <a:pt x="259" y="76"/>
                      </a:lnTo>
                      <a:lnTo>
                        <a:pt x="278" y="108"/>
                      </a:lnTo>
                      <a:lnTo>
                        <a:pt x="258" y="120"/>
                      </a:lnTo>
                      <a:lnTo>
                        <a:pt x="254" y="123"/>
                      </a:lnTo>
                      <a:lnTo>
                        <a:pt x="252" y="126"/>
                      </a:lnTo>
                      <a:lnTo>
                        <a:pt x="251" y="130"/>
                      </a:lnTo>
                      <a:lnTo>
                        <a:pt x="251" y="134"/>
                      </a:lnTo>
                      <a:lnTo>
                        <a:pt x="253" y="145"/>
                      </a:lnTo>
                      <a:lnTo>
                        <a:pt x="254" y="157"/>
                      </a:lnTo>
                      <a:lnTo>
                        <a:pt x="253" y="169"/>
                      </a:lnTo>
                      <a:lnTo>
                        <a:pt x="251" y="180"/>
                      </a:lnTo>
                      <a:lnTo>
                        <a:pt x="251" y="184"/>
                      </a:lnTo>
                      <a:lnTo>
                        <a:pt x="252" y="188"/>
                      </a:lnTo>
                      <a:lnTo>
                        <a:pt x="254" y="192"/>
                      </a:lnTo>
                      <a:lnTo>
                        <a:pt x="258" y="194"/>
                      </a:lnTo>
                      <a:lnTo>
                        <a:pt x="278" y="207"/>
                      </a:lnTo>
                      <a:lnTo>
                        <a:pt x="260" y="240"/>
                      </a:lnTo>
                      <a:close/>
                      <a:moveTo>
                        <a:pt x="302" y="192"/>
                      </a:moveTo>
                      <a:lnTo>
                        <a:pt x="278" y="178"/>
                      </a:lnTo>
                      <a:lnTo>
                        <a:pt x="279" y="167"/>
                      </a:lnTo>
                      <a:lnTo>
                        <a:pt x="279" y="157"/>
                      </a:lnTo>
                      <a:lnTo>
                        <a:pt x="279" y="148"/>
                      </a:lnTo>
                      <a:lnTo>
                        <a:pt x="278" y="138"/>
                      </a:lnTo>
                      <a:lnTo>
                        <a:pt x="302" y="124"/>
                      </a:lnTo>
                      <a:lnTo>
                        <a:pt x="304" y="123"/>
                      </a:lnTo>
                      <a:lnTo>
                        <a:pt x="306" y="121"/>
                      </a:lnTo>
                      <a:lnTo>
                        <a:pt x="307" y="119"/>
                      </a:lnTo>
                      <a:lnTo>
                        <a:pt x="308" y="116"/>
                      </a:lnTo>
                      <a:lnTo>
                        <a:pt x="308" y="111"/>
                      </a:lnTo>
                      <a:lnTo>
                        <a:pt x="306" y="106"/>
                      </a:lnTo>
                      <a:lnTo>
                        <a:pt x="275" y="51"/>
                      </a:lnTo>
                      <a:lnTo>
                        <a:pt x="273" y="49"/>
                      </a:lnTo>
                      <a:lnTo>
                        <a:pt x="271" y="47"/>
                      </a:lnTo>
                      <a:lnTo>
                        <a:pt x="269" y="46"/>
                      </a:lnTo>
                      <a:lnTo>
                        <a:pt x="266" y="44"/>
                      </a:lnTo>
                      <a:lnTo>
                        <a:pt x="262" y="44"/>
                      </a:lnTo>
                      <a:lnTo>
                        <a:pt x="256" y="46"/>
                      </a:lnTo>
                      <a:lnTo>
                        <a:pt x="234" y="59"/>
                      </a:lnTo>
                      <a:lnTo>
                        <a:pt x="226" y="54"/>
                      </a:lnTo>
                      <a:lnTo>
                        <a:pt x="218" y="49"/>
                      </a:lnTo>
                      <a:lnTo>
                        <a:pt x="210" y="44"/>
                      </a:lnTo>
                      <a:lnTo>
                        <a:pt x="202" y="41"/>
                      </a:lnTo>
                      <a:lnTo>
                        <a:pt x="202" y="13"/>
                      </a:lnTo>
                      <a:lnTo>
                        <a:pt x="201" y="8"/>
                      </a:lnTo>
                      <a:lnTo>
                        <a:pt x="197" y="4"/>
                      </a:lnTo>
                      <a:lnTo>
                        <a:pt x="193" y="2"/>
                      </a:lnTo>
                      <a:lnTo>
                        <a:pt x="189" y="0"/>
                      </a:lnTo>
                      <a:lnTo>
                        <a:pt x="124" y="0"/>
                      </a:lnTo>
                      <a:lnTo>
                        <a:pt x="119" y="2"/>
                      </a:lnTo>
                      <a:lnTo>
                        <a:pt x="116" y="4"/>
                      </a:lnTo>
                      <a:lnTo>
                        <a:pt x="113" y="8"/>
                      </a:lnTo>
                      <a:lnTo>
                        <a:pt x="112" y="13"/>
                      </a:lnTo>
                      <a:lnTo>
                        <a:pt x="112" y="41"/>
                      </a:lnTo>
                      <a:lnTo>
                        <a:pt x="102" y="44"/>
                      </a:lnTo>
                      <a:lnTo>
                        <a:pt x="93" y="50"/>
                      </a:lnTo>
                      <a:lnTo>
                        <a:pt x="85" y="54"/>
                      </a:lnTo>
                      <a:lnTo>
                        <a:pt x="77" y="59"/>
                      </a:lnTo>
                      <a:lnTo>
                        <a:pt x="52" y="46"/>
                      </a:lnTo>
                      <a:lnTo>
                        <a:pt x="47" y="44"/>
                      </a:lnTo>
                      <a:lnTo>
                        <a:pt x="43" y="44"/>
                      </a:lnTo>
                      <a:lnTo>
                        <a:pt x="37" y="47"/>
                      </a:lnTo>
                      <a:lnTo>
                        <a:pt x="34" y="51"/>
                      </a:lnTo>
                      <a:lnTo>
                        <a:pt x="2" y="106"/>
                      </a:lnTo>
                      <a:lnTo>
                        <a:pt x="1" y="111"/>
                      </a:lnTo>
                      <a:lnTo>
                        <a:pt x="1" y="116"/>
                      </a:lnTo>
                      <a:lnTo>
                        <a:pt x="2" y="119"/>
                      </a:lnTo>
                      <a:lnTo>
                        <a:pt x="3" y="121"/>
                      </a:lnTo>
                      <a:lnTo>
                        <a:pt x="5" y="123"/>
                      </a:lnTo>
                      <a:lnTo>
                        <a:pt x="7" y="124"/>
                      </a:lnTo>
                      <a:lnTo>
                        <a:pt x="31" y="138"/>
                      </a:lnTo>
                      <a:lnTo>
                        <a:pt x="30" y="148"/>
                      </a:lnTo>
                      <a:lnTo>
                        <a:pt x="29" y="157"/>
                      </a:lnTo>
                      <a:lnTo>
                        <a:pt x="30" y="167"/>
                      </a:lnTo>
                      <a:lnTo>
                        <a:pt x="31" y="178"/>
                      </a:lnTo>
                      <a:lnTo>
                        <a:pt x="6" y="192"/>
                      </a:lnTo>
                      <a:lnTo>
                        <a:pt x="4" y="193"/>
                      </a:lnTo>
                      <a:lnTo>
                        <a:pt x="3" y="194"/>
                      </a:lnTo>
                      <a:lnTo>
                        <a:pt x="2" y="196"/>
                      </a:lnTo>
                      <a:lnTo>
                        <a:pt x="1" y="199"/>
                      </a:lnTo>
                      <a:lnTo>
                        <a:pt x="0" y="203"/>
                      </a:lnTo>
                      <a:lnTo>
                        <a:pt x="2" y="208"/>
                      </a:lnTo>
                      <a:lnTo>
                        <a:pt x="34" y="263"/>
                      </a:lnTo>
                      <a:lnTo>
                        <a:pt x="37" y="268"/>
                      </a:lnTo>
                      <a:lnTo>
                        <a:pt x="42" y="270"/>
                      </a:lnTo>
                      <a:lnTo>
                        <a:pt x="46" y="270"/>
                      </a:lnTo>
                      <a:lnTo>
                        <a:pt x="51" y="269"/>
                      </a:lnTo>
                      <a:lnTo>
                        <a:pt x="77" y="254"/>
                      </a:lnTo>
                      <a:lnTo>
                        <a:pt x="85" y="259"/>
                      </a:lnTo>
                      <a:lnTo>
                        <a:pt x="93" y="266"/>
                      </a:lnTo>
                      <a:lnTo>
                        <a:pt x="102" y="270"/>
                      </a:lnTo>
                      <a:lnTo>
                        <a:pt x="112" y="274"/>
                      </a:lnTo>
                      <a:lnTo>
                        <a:pt x="112" y="302"/>
                      </a:lnTo>
                      <a:lnTo>
                        <a:pt x="113" y="306"/>
                      </a:lnTo>
                      <a:lnTo>
                        <a:pt x="116" y="311"/>
                      </a:lnTo>
                      <a:lnTo>
                        <a:pt x="119" y="314"/>
                      </a:lnTo>
                      <a:lnTo>
                        <a:pt x="124" y="315"/>
                      </a:lnTo>
                      <a:lnTo>
                        <a:pt x="189" y="315"/>
                      </a:lnTo>
                      <a:lnTo>
                        <a:pt x="193" y="314"/>
                      </a:lnTo>
                      <a:lnTo>
                        <a:pt x="197" y="311"/>
                      </a:lnTo>
                      <a:lnTo>
                        <a:pt x="201" y="306"/>
                      </a:lnTo>
                      <a:lnTo>
                        <a:pt x="202" y="302"/>
                      </a:lnTo>
                      <a:lnTo>
                        <a:pt x="202" y="274"/>
                      </a:lnTo>
                      <a:lnTo>
                        <a:pt x="210" y="270"/>
                      </a:lnTo>
                      <a:lnTo>
                        <a:pt x="218" y="266"/>
                      </a:lnTo>
                      <a:lnTo>
                        <a:pt x="226" y="260"/>
                      </a:lnTo>
                      <a:lnTo>
                        <a:pt x="234" y="255"/>
                      </a:lnTo>
                      <a:lnTo>
                        <a:pt x="258" y="268"/>
                      </a:lnTo>
                      <a:lnTo>
                        <a:pt x="262" y="270"/>
                      </a:lnTo>
                      <a:lnTo>
                        <a:pt x="267" y="270"/>
                      </a:lnTo>
                      <a:lnTo>
                        <a:pt x="271" y="268"/>
                      </a:lnTo>
                      <a:lnTo>
                        <a:pt x="275" y="263"/>
                      </a:lnTo>
                      <a:lnTo>
                        <a:pt x="307" y="208"/>
                      </a:lnTo>
                      <a:lnTo>
                        <a:pt x="308" y="202"/>
                      </a:lnTo>
                      <a:lnTo>
                        <a:pt x="308" y="198"/>
                      </a:lnTo>
                      <a:lnTo>
                        <a:pt x="306" y="194"/>
                      </a:lnTo>
                      <a:lnTo>
                        <a:pt x="302" y="19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grpSp>
          <p:nvGrpSpPr>
            <p:cNvPr id="13" name="îsḷíďe"/>
            <p:cNvGrpSpPr/>
            <p:nvPr/>
          </p:nvGrpSpPr>
          <p:grpSpPr>
            <a:xfrm>
              <a:off x="6895820" y="4707616"/>
              <a:ext cx="952304" cy="594799"/>
              <a:chOff x="5484573" y="5214090"/>
              <a:chExt cx="952304" cy="594799"/>
            </a:xfrm>
          </p:grpSpPr>
          <p:sp>
            <p:nvSpPr>
              <p:cNvPr id="24" name="ïşḷïďe"/>
              <p:cNvSpPr txBox="1"/>
              <p:nvPr/>
            </p:nvSpPr>
            <p:spPr>
              <a:xfrm>
                <a:off x="5484573" y="5470335"/>
                <a:ext cx="952304" cy="338554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rPr>
                  <a:t>Oct-Des</a:t>
                </a:r>
                <a:endPara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grpSp>
            <p:nvGrpSpPr>
              <p:cNvPr id="25" name="íṥlíḑè"/>
              <p:cNvGrpSpPr>
                <a:grpSpLocks noChangeAspect="1"/>
              </p:cNvGrpSpPr>
              <p:nvPr/>
            </p:nvGrpSpPr>
            <p:grpSpPr>
              <a:xfrm>
                <a:off x="5835421" y="5214090"/>
                <a:ext cx="250608" cy="252000"/>
                <a:chOff x="10455275" y="2498725"/>
                <a:chExt cx="285750" cy="287338"/>
              </a:xfrm>
              <a:solidFill>
                <a:sysClr val="window" lastClr="FFFFFF"/>
              </a:solidFill>
            </p:grpSpPr>
            <p:sp>
              <p:nvSpPr>
                <p:cNvPr id="26" name="ïŝlïďe"/>
                <p:cNvSpPr/>
                <p:nvPr/>
              </p:nvSpPr>
              <p:spPr bwMode="auto">
                <a:xfrm>
                  <a:off x="10455275" y="2593975"/>
                  <a:ext cx="285750" cy="192088"/>
                </a:xfrm>
                <a:custGeom>
                  <a:avLst/>
                  <a:gdLst>
                    <a:gd name="T0" fmla="*/ 812 w 903"/>
                    <a:gd name="T1" fmla="*/ 30 h 601"/>
                    <a:gd name="T2" fmla="*/ 512 w 903"/>
                    <a:gd name="T3" fmla="*/ 571 h 601"/>
                    <a:gd name="T4" fmla="*/ 602 w 903"/>
                    <a:gd name="T5" fmla="*/ 571 h 601"/>
                    <a:gd name="T6" fmla="*/ 301 w 903"/>
                    <a:gd name="T7" fmla="*/ 210 h 601"/>
                    <a:gd name="T8" fmla="*/ 301 w 903"/>
                    <a:gd name="T9" fmla="*/ 571 h 601"/>
                    <a:gd name="T10" fmla="*/ 181 w 903"/>
                    <a:gd name="T11" fmla="*/ 421 h 601"/>
                    <a:gd name="T12" fmla="*/ 888 w 903"/>
                    <a:gd name="T13" fmla="*/ 571 h 601"/>
                    <a:gd name="T14" fmla="*/ 842 w 903"/>
                    <a:gd name="T15" fmla="*/ 12 h 601"/>
                    <a:gd name="T16" fmla="*/ 838 w 903"/>
                    <a:gd name="T17" fmla="*/ 5 h 601"/>
                    <a:gd name="T18" fmla="*/ 830 w 903"/>
                    <a:gd name="T19" fmla="*/ 0 h 601"/>
                    <a:gd name="T20" fmla="*/ 704 w 903"/>
                    <a:gd name="T21" fmla="*/ 0 h 601"/>
                    <a:gd name="T22" fmla="*/ 696 w 903"/>
                    <a:gd name="T23" fmla="*/ 5 h 601"/>
                    <a:gd name="T24" fmla="*/ 692 w 903"/>
                    <a:gd name="T25" fmla="*/ 12 h 601"/>
                    <a:gd name="T26" fmla="*/ 632 w 903"/>
                    <a:gd name="T27" fmla="*/ 571 h 601"/>
                    <a:gd name="T28" fmla="*/ 631 w 903"/>
                    <a:gd name="T29" fmla="*/ 280 h 601"/>
                    <a:gd name="T30" fmla="*/ 626 w 903"/>
                    <a:gd name="T31" fmla="*/ 274 h 601"/>
                    <a:gd name="T32" fmla="*/ 617 w 903"/>
                    <a:gd name="T33" fmla="*/ 270 h 601"/>
                    <a:gd name="T34" fmla="*/ 491 w 903"/>
                    <a:gd name="T35" fmla="*/ 271 h 601"/>
                    <a:gd name="T36" fmla="*/ 484 w 903"/>
                    <a:gd name="T37" fmla="*/ 278 h 601"/>
                    <a:gd name="T38" fmla="*/ 482 w 903"/>
                    <a:gd name="T39" fmla="*/ 285 h 601"/>
                    <a:gd name="T40" fmla="*/ 421 w 903"/>
                    <a:gd name="T41" fmla="*/ 195 h 601"/>
                    <a:gd name="T42" fmla="*/ 419 w 903"/>
                    <a:gd name="T43" fmla="*/ 187 h 601"/>
                    <a:gd name="T44" fmla="*/ 412 w 903"/>
                    <a:gd name="T45" fmla="*/ 181 h 601"/>
                    <a:gd name="T46" fmla="*/ 286 w 903"/>
                    <a:gd name="T47" fmla="*/ 180 h 601"/>
                    <a:gd name="T48" fmla="*/ 277 w 903"/>
                    <a:gd name="T49" fmla="*/ 184 h 601"/>
                    <a:gd name="T50" fmla="*/ 272 w 903"/>
                    <a:gd name="T51" fmla="*/ 190 h 601"/>
                    <a:gd name="T52" fmla="*/ 271 w 903"/>
                    <a:gd name="T53" fmla="*/ 571 h 601"/>
                    <a:gd name="T54" fmla="*/ 211 w 903"/>
                    <a:gd name="T55" fmla="*/ 403 h 601"/>
                    <a:gd name="T56" fmla="*/ 207 w 903"/>
                    <a:gd name="T57" fmla="*/ 396 h 601"/>
                    <a:gd name="T58" fmla="*/ 199 w 903"/>
                    <a:gd name="T59" fmla="*/ 391 h 601"/>
                    <a:gd name="T60" fmla="*/ 73 w 903"/>
                    <a:gd name="T61" fmla="*/ 391 h 601"/>
                    <a:gd name="T62" fmla="*/ 65 w 903"/>
                    <a:gd name="T63" fmla="*/ 396 h 601"/>
                    <a:gd name="T64" fmla="*/ 61 w 903"/>
                    <a:gd name="T65" fmla="*/ 403 h 601"/>
                    <a:gd name="T66" fmla="*/ 16 w 903"/>
                    <a:gd name="T67" fmla="*/ 571 h 601"/>
                    <a:gd name="T68" fmla="*/ 7 w 903"/>
                    <a:gd name="T69" fmla="*/ 573 h 601"/>
                    <a:gd name="T70" fmla="*/ 2 w 903"/>
                    <a:gd name="T71" fmla="*/ 581 h 601"/>
                    <a:gd name="T72" fmla="*/ 1 w 903"/>
                    <a:gd name="T73" fmla="*/ 590 h 601"/>
                    <a:gd name="T74" fmla="*/ 5 w 903"/>
                    <a:gd name="T75" fmla="*/ 597 h 601"/>
                    <a:gd name="T76" fmla="*/ 13 w 903"/>
                    <a:gd name="T77" fmla="*/ 601 h 601"/>
                    <a:gd name="T78" fmla="*/ 196 w 903"/>
                    <a:gd name="T79" fmla="*/ 601 h 601"/>
                    <a:gd name="T80" fmla="*/ 497 w 903"/>
                    <a:gd name="T81" fmla="*/ 601 h 601"/>
                    <a:gd name="T82" fmla="*/ 827 w 903"/>
                    <a:gd name="T83" fmla="*/ 601 h 601"/>
                    <a:gd name="T84" fmla="*/ 893 w 903"/>
                    <a:gd name="T85" fmla="*/ 600 h 601"/>
                    <a:gd name="T86" fmla="*/ 900 w 903"/>
                    <a:gd name="T87" fmla="*/ 595 h 601"/>
                    <a:gd name="T88" fmla="*/ 903 w 903"/>
                    <a:gd name="T89" fmla="*/ 586 h 601"/>
                    <a:gd name="T90" fmla="*/ 900 w 903"/>
                    <a:gd name="T91" fmla="*/ 578 h 601"/>
                    <a:gd name="T92" fmla="*/ 893 w 903"/>
                    <a:gd name="T93" fmla="*/ 572 h 6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903" h="601">
                      <a:moveTo>
                        <a:pt x="722" y="571"/>
                      </a:moveTo>
                      <a:lnTo>
                        <a:pt x="722" y="30"/>
                      </a:lnTo>
                      <a:lnTo>
                        <a:pt x="812" y="30"/>
                      </a:lnTo>
                      <a:lnTo>
                        <a:pt x="812" y="571"/>
                      </a:lnTo>
                      <a:lnTo>
                        <a:pt x="722" y="571"/>
                      </a:lnTo>
                      <a:close/>
                      <a:moveTo>
                        <a:pt x="512" y="571"/>
                      </a:moveTo>
                      <a:lnTo>
                        <a:pt x="512" y="300"/>
                      </a:lnTo>
                      <a:lnTo>
                        <a:pt x="602" y="300"/>
                      </a:lnTo>
                      <a:lnTo>
                        <a:pt x="602" y="571"/>
                      </a:lnTo>
                      <a:lnTo>
                        <a:pt x="512" y="571"/>
                      </a:lnTo>
                      <a:close/>
                      <a:moveTo>
                        <a:pt x="301" y="571"/>
                      </a:moveTo>
                      <a:lnTo>
                        <a:pt x="301" y="210"/>
                      </a:lnTo>
                      <a:lnTo>
                        <a:pt x="391" y="210"/>
                      </a:lnTo>
                      <a:lnTo>
                        <a:pt x="391" y="571"/>
                      </a:lnTo>
                      <a:lnTo>
                        <a:pt x="301" y="571"/>
                      </a:lnTo>
                      <a:close/>
                      <a:moveTo>
                        <a:pt x="91" y="571"/>
                      </a:moveTo>
                      <a:lnTo>
                        <a:pt x="91" y="421"/>
                      </a:lnTo>
                      <a:lnTo>
                        <a:pt x="181" y="421"/>
                      </a:lnTo>
                      <a:lnTo>
                        <a:pt x="181" y="571"/>
                      </a:lnTo>
                      <a:lnTo>
                        <a:pt x="91" y="571"/>
                      </a:lnTo>
                      <a:close/>
                      <a:moveTo>
                        <a:pt x="888" y="571"/>
                      </a:moveTo>
                      <a:lnTo>
                        <a:pt x="842" y="571"/>
                      </a:lnTo>
                      <a:lnTo>
                        <a:pt x="842" y="15"/>
                      </a:lnTo>
                      <a:lnTo>
                        <a:pt x="842" y="12"/>
                      </a:lnTo>
                      <a:lnTo>
                        <a:pt x="841" y="9"/>
                      </a:lnTo>
                      <a:lnTo>
                        <a:pt x="840" y="7"/>
                      </a:lnTo>
                      <a:lnTo>
                        <a:pt x="838" y="5"/>
                      </a:lnTo>
                      <a:lnTo>
                        <a:pt x="836" y="3"/>
                      </a:lnTo>
                      <a:lnTo>
                        <a:pt x="833" y="1"/>
                      </a:lnTo>
                      <a:lnTo>
                        <a:pt x="830" y="0"/>
                      </a:lnTo>
                      <a:lnTo>
                        <a:pt x="827" y="0"/>
                      </a:lnTo>
                      <a:lnTo>
                        <a:pt x="707" y="0"/>
                      </a:lnTo>
                      <a:lnTo>
                        <a:pt x="704" y="0"/>
                      </a:lnTo>
                      <a:lnTo>
                        <a:pt x="702" y="1"/>
                      </a:lnTo>
                      <a:lnTo>
                        <a:pt x="698" y="3"/>
                      </a:lnTo>
                      <a:lnTo>
                        <a:pt x="696" y="5"/>
                      </a:lnTo>
                      <a:lnTo>
                        <a:pt x="694" y="7"/>
                      </a:lnTo>
                      <a:lnTo>
                        <a:pt x="693" y="9"/>
                      </a:lnTo>
                      <a:lnTo>
                        <a:pt x="692" y="12"/>
                      </a:lnTo>
                      <a:lnTo>
                        <a:pt x="692" y="15"/>
                      </a:lnTo>
                      <a:lnTo>
                        <a:pt x="692" y="571"/>
                      </a:lnTo>
                      <a:lnTo>
                        <a:pt x="632" y="571"/>
                      </a:lnTo>
                      <a:lnTo>
                        <a:pt x="632" y="285"/>
                      </a:lnTo>
                      <a:lnTo>
                        <a:pt x="632" y="283"/>
                      </a:lnTo>
                      <a:lnTo>
                        <a:pt x="631" y="280"/>
                      </a:lnTo>
                      <a:lnTo>
                        <a:pt x="630" y="278"/>
                      </a:lnTo>
                      <a:lnTo>
                        <a:pt x="628" y="275"/>
                      </a:lnTo>
                      <a:lnTo>
                        <a:pt x="626" y="274"/>
                      </a:lnTo>
                      <a:lnTo>
                        <a:pt x="622" y="271"/>
                      </a:lnTo>
                      <a:lnTo>
                        <a:pt x="620" y="271"/>
                      </a:lnTo>
                      <a:lnTo>
                        <a:pt x="617" y="270"/>
                      </a:lnTo>
                      <a:lnTo>
                        <a:pt x="497" y="270"/>
                      </a:lnTo>
                      <a:lnTo>
                        <a:pt x="494" y="271"/>
                      </a:lnTo>
                      <a:lnTo>
                        <a:pt x="491" y="271"/>
                      </a:lnTo>
                      <a:lnTo>
                        <a:pt x="488" y="274"/>
                      </a:lnTo>
                      <a:lnTo>
                        <a:pt x="486" y="275"/>
                      </a:lnTo>
                      <a:lnTo>
                        <a:pt x="484" y="278"/>
                      </a:lnTo>
                      <a:lnTo>
                        <a:pt x="483" y="280"/>
                      </a:lnTo>
                      <a:lnTo>
                        <a:pt x="482" y="283"/>
                      </a:lnTo>
                      <a:lnTo>
                        <a:pt x="482" y="285"/>
                      </a:lnTo>
                      <a:lnTo>
                        <a:pt x="482" y="571"/>
                      </a:lnTo>
                      <a:lnTo>
                        <a:pt x="421" y="571"/>
                      </a:lnTo>
                      <a:lnTo>
                        <a:pt x="421" y="195"/>
                      </a:lnTo>
                      <a:lnTo>
                        <a:pt x="421" y="192"/>
                      </a:lnTo>
                      <a:lnTo>
                        <a:pt x="420" y="190"/>
                      </a:lnTo>
                      <a:lnTo>
                        <a:pt x="419" y="187"/>
                      </a:lnTo>
                      <a:lnTo>
                        <a:pt x="417" y="185"/>
                      </a:lnTo>
                      <a:lnTo>
                        <a:pt x="415" y="184"/>
                      </a:lnTo>
                      <a:lnTo>
                        <a:pt x="412" y="181"/>
                      </a:lnTo>
                      <a:lnTo>
                        <a:pt x="409" y="180"/>
                      </a:lnTo>
                      <a:lnTo>
                        <a:pt x="406" y="180"/>
                      </a:lnTo>
                      <a:lnTo>
                        <a:pt x="286" y="180"/>
                      </a:lnTo>
                      <a:lnTo>
                        <a:pt x="283" y="180"/>
                      </a:lnTo>
                      <a:lnTo>
                        <a:pt x="281" y="181"/>
                      </a:lnTo>
                      <a:lnTo>
                        <a:pt x="277" y="184"/>
                      </a:lnTo>
                      <a:lnTo>
                        <a:pt x="275" y="185"/>
                      </a:lnTo>
                      <a:lnTo>
                        <a:pt x="274" y="187"/>
                      </a:lnTo>
                      <a:lnTo>
                        <a:pt x="272" y="190"/>
                      </a:lnTo>
                      <a:lnTo>
                        <a:pt x="271" y="192"/>
                      </a:lnTo>
                      <a:lnTo>
                        <a:pt x="271" y="195"/>
                      </a:lnTo>
                      <a:lnTo>
                        <a:pt x="271" y="571"/>
                      </a:lnTo>
                      <a:lnTo>
                        <a:pt x="211" y="571"/>
                      </a:lnTo>
                      <a:lnTo>
                        <a:pt x="211" y="406"/>
                      </a:lnTo>
                      <a:lnTo>
                        <a:pt x="211" y="403"/>
                      </a:lnTo>
                      <a:lnTo>
                        <a:pt x="210" y="400"/>
                      </a:lnTo>
                      <a:lnTo>
                        <a:pt x="209" y="398"/>
                      </a:lnTo>
                      <a:lnTo>
                        <a:pt x="207" y="396"/>
                      </a:lnTo>
                      <a:lnTo>
                        <a:pt x="205" y="394"/>
                      </a:lnTo>
                      <a:lnTo>
                        <a:pt x="201" y="392"/>
                      </a:lnTo>
                      <a:lnTo>
                        <a:pt x="199" y="391"/>
                      </a:lnTo>
                      <a:lnTo>
                        <a:pt x="196" y="391"/>
                      </a:lnTo>
                      <a:lnTo>
                        <a:pt x="76" y="391"/>
                      </a:lnTo>
                      <a:lnTo>
                        <a:pt x="73" y="391"/>
                      </a:lnTo>
                      <a:lnTo>
                        <a:pt x="70" y="392"/>
                      </a:lnTo>
                      <a:lnTo>
                        <a:pt x="67" y="394"/>
                      </a:lnTo>
                      <a:lnTo>
                        <a:pt x="65" y="396"/>
                      </a:lnTo>
                      <a:lnTo>
                        <a:pt x="63" y="398"/>
                      </a:lnTo>
                      <a:lnTo>
                        <a:pt x="62" y="400"/>
                      </a:lnTo>
                      <a:lnTo>
                        <a:pt x="61" y="403"/>
                      </a:lnTo>
                      <a:lnTo>
                        <a:pt x="61" y="406"/>
                      </a:lnTo>
                      <a:lnTo>
                        <a:pt x="61" y="571"/>
                      </a:lnTo>
                      <a:lnTo>
                        <a:pt x="16" y="571"/>
                      </a:lnTo>
                      <a:lnTo>
                        <a:pt x="13" y="571"/>
                      </a:lnTo>
                      <a:lnTo>
                        <a:pt x="10" y="572"/>
                      </a:lnTo>
                      <a:lnTo>
                        <a:pt x="7" y="573"/>
                      </a:lnTo>
                      <a:lnTo>
                        <a:pt x="5" y="576"/>
                      </a:lnTo>
                      <a:lnTo>
                        <a:pt x="3" y="578"/>
                      </a:lnTo>
                      <a:lnTo>
                        <a:pt x="2" y="581"/>
                      </a:lnTo>
                      <a:lnTo>
                        <a:pt x="1" y="583"/>
                      </a:lnTo>
                      <a:lnTo>
                        <a:pt x="0" y="586"/>
                      </a:lnTo>
                      <a:lnTo>
                        <a:pt x="1" y="590"/>
                      </a:lnTo>
                      <a:lnTo>
                        <a:pt x="2" y="593"/>
                      </a:lnTo>
                      <a:lnTo>
                        <a:pt x="3" y="595"/>
                      </a:lnTo>
                      <a:lnTo>
                        <a:pt x="5" y="597"/>
                      </a:lnTo>
                      <a:lnTo>
                        <a:pt x="7" y="599"/>
                      </a:lnTo>
                      <a:lnTo>
                        <a:pt x="10" y="600"/>
                      </a:lnTo>
                      <a:lnTo>
                        <a:pt x="13" y="601"/>
                      </a:lnTo>
                      <a:lnTo>
                        <a:pt x="16" y="601"/>
                      </a:lnTo>
                      <a:lnTo>
                        <a:pt x="76" y="601"/>
                      </a:lnTo>
                      <a:lnTo>
                        <a:pt x="196" y="601"/>
                      </a:lnTo>
                      <a:lnTo>
                        <a:pt x="286" y="601"/>
                      </a:lnTo>
                      <a:lnTo>
                        <a:pt x="406" y="601"/>
                      </a:lnTo>
                      <a:lnTo>
                        <a:pt x="497" y="601"/>
                      </a:lnTo>
                      <a:lnTo>
                        <a:pt x="617" y="601"/>
                      </a:lnTo>
                      <a:lnTo>
                        <a:pt x="707" y="601"/>
                      </a:lnTo>
                      <a:lnTo>
                        <a:pt x="827" y="601"/>
                      </a:lnTo>
                      <a:lnTo>
                        <a:pt x="888" y="601"/>
                      </a:lnTo>
                      <a:lnTo>
                        <a:pt x="890" y="601"/>
                      </a:lnTo>
                      <a:lnTo>
                        <a:pt x="893" y="600"/>
                      </a:lnTo>
                      <a:lnTo>
                        <a:pt x="896" y="599"/>
                      </a:lnTo>
                      <a:lnTo>
                        <a:pt x="898" y="597"/>
                      </a:lnTo>
                      <a:lnTo>
                        <a:pt x="900" y="595"/>
                      </a:lnTo>
                      <a:lnTo>
                        <a:pt x="901" y="593"/>
                      </a:lnTo>
                      <a:lnTo>
                        <a:pt x="902" y="590"/>
                      </a:lnTo>
                      <a:lnTo>
                        <a:pt x="903" y="586"/>
                      </a:lnTo>
                      <a:lnTo>
                        <a:pt x="902" y="583"/>
                      </a:lnTo>
                      <a:lnTo>
                        <a:pt x="901" y="581"/>
                      </a:lnTo>
                      <a:lnTo>
                        <a:pt x="900" y="578"/>
                      </a:lnTo>
                      <a:lnTo>
                        <a:pt x="898" y="576"/>
                      </a:lnTo>
                      <a:lnTo>
                        <a:pt x="896" y="573"/>
                      </a:lnTo>
                      <a:lnTo>
                        <a:pt x="893" y="572"/>
                      </a:lnTo>
                      <a:lnTo>
                        <a:pt x="890" y="571"/>
                      </a:lnTo>
                      <a:lnTo>
                        <a:pt x="888" y="57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7" name="ïS1ídè"/>
                <p:cNvSpPr/>
                <p:nvPr/>
              </p:nvSpPr>
              <p:spPr bwMode="auto">
                <a:xfrm>
                  <a:off x="10474325" y="2498725"/>
                  <a:ext cx="252413" cy="157163"/>
                </a:xfrm>
                <a:custGeom>
                  <a:avLst/>
                  <a:gdLst>
                    <a:gd name="T0" fmla="*/ 83 w 796"/>
                    <a:gd name="T1" fmla="*/ 417 h 496"/>
                    <a:gd name="T2" fmla="*/ 89 w 796"/>
                    <a:gd name="T3" fmla="*/ 431 h 496"/>
                    <a:gd name="T4" fmla="*/ 76 w 796"/>
                    <a:gd name="T5" fmla="*/ 461 h 496"/>
                    <a:gd name="T6" fmla="*/ 43 w 796"/>
                    <a:gd name="T7" fmla="*/ 461 h 496"/>
                    <a:gd name="T8" fmla="*/ 30 w 796"/>
                    <a:gd name="T9" fmla="*/ 430 h 496"/>
                    <a:gd name="T10" fmla="*/ 54 w 796"/>
                    <a:gd name="T11" fmla="*/ 407 h 496"/>
                    <a:gd name="T12" fmla="*/ 302 w 796"/>
                    <a:gd name="T13" fmla="*/ 216 h 496"/>
                    <a:gd name="T14" fmla="*/ 315 w 796"/>
                    <a:gd name="T15" fmla="*/ 247 h 496"/>
                    <a:gd name="T16" fmla="*/ 291 w 796"/>
                    <a:gd name="T17" fmla="*/ 270 h 496"/>
                    <a:gd name="T18" fmla="*/ 260 w 796"/>
                    <a:gd name="T19" fmla="*/ 257 h 496"/>
                    <a:gd name="T20" fmla="*/ 260 w 796"/>
                    <a:gd name="T21" fmla="*/ 224 h 496"/>
                    <a:gd name="T22" fmla="*/ 511 w 796"/>
                    <a:gd name="T23" fmla="*/ 301 h 496"/>
                    <a:gd name="T24" fmla="*/ 530 w 796"/>
                    <a:gd name="T25" fmla="*/ 308 h 496"/>
                    <a:gd name="T26" fmla="*/ 541 w 796"/>
                    <a:gd name="T27" fmla="*/ 331 h 496"/>
                    <a:gd name="T28" fmla="*/ 523 w 796"/>
                    <a:gd name="T29" fmla="*/ 359 h 496"/>
                    <a:gd name="T30" fmla="*/ 490 w 796"/>
                    <a:gd name="T31" fmla="*/ 353 h 496"/>
                    <a:gd name="T32" fmla="*/ 483 w 796"/>
                    <a:gd name="T33" fmla="*/ 320 h 496"/>
                    <a:gd name="T34" fmla="*/ 511 w 796"/>
                    <a:gd name="T35" fmla="*/ 301 h 496"/>
                    <a:gd name="T36" fmla="*/ 757 w 796"/>
                    <a:gd name="T37" fmla="*/ 39 h 496"/>
                    <a:gd name="T38" fmla="*/ 764 w 796"/>
                    <a:gd name="T39" fmla="*/ 72 h 496"/>
                    <a:gd name="T40" fmla="*/ 736 w 796"/>
                    <a:gd name="T41" fmla="*/ 90 h 496"/>
                    <a:gd name="T42" fmla="*/ 708 w 796"/>
                    <a:gd name="T43" fmla="*/ 72 h 496"/>
                    <a:gd name="T44" fmla="*/ 716 w 796"/>
                    <a:gd name="T45" fmla="*/ 39 h 496"/>
                    <a:gd name="T46" fmla="*/ 60 w 796"/>
                    <a:gd name="T47" fmla="*/ 496 h 496"/>
                    <a:gd name="T48" fmla="*/ 93 w 796"/>
                    <a:gd name="T49" fmla="*/ 487 h 496"/>
                    <a:gd name="T50" fmla="*/ 115 w 796"/>
                    <a:gd name="T51" fmla="*/ 460 h 496"/>
                    <a:gd name="T52" fmla="*/ 118 w 796"/>
                    <a:gd name="T53" fmla="*/ 422 h 496"/>
                    <a:gd name="T54" fmla="*/ 276 w 796"/>
                    <a:gd name="T55" fmla="*/ 300 h 496"/>
                    <a:gd name="T56" fmla="*/ 318 w 796"/>
                    <a:gd name="T57" fmla="*/ 291 h 496"/>
                    <a:gd name="T58" fmla="*/ 451 w 796"/>
                    <a:gd name="T59" fmla="*/ 331 h 496"/>
                    <a:gd name="T60" fmla="*/ 461 w 796"/>
                    <a:gd name="T61" fmla="*/ 365 h 496"/>
                    <a:gd name="T62" fmla="*/ 487 w 796"/>
                    <a:gd name="T63" fmla="*/ 387 h 496"/>
                    <a:gd name="T64" fmla="*/ 523 w 796"/>
                    <a:gd name="T65" fmla="*/ 390 h 496"/>
                    <a:gd name="T66" fmla="*/ 554 w 796"/>
                    <a:gd name="T67" fmla="*/ 373 h 496"/>
                    <a:gd name="T68" fmla="*/ 570 w 796"/>
                    <a:gd name="T69" fmla="*/ 343 h 496"/>
                    <a:gd name="T70" fmla="*/ 559 w 796"/>
                    <a:gd name="T71" fmla="*/ 296 h 496"/>
                    <a:gd name="T72" fmla="*/ 742 w 796"/>
                    <a:gd name="T73" fmla="*/ 120 h 496"/>
                    <a:gd name="T74" fmla="*/ 775 w 796"/>
                    <a:gd name="T75" fmla="*/ 106 h 496"/>
                    <a:gd name="T76" fmla="*/ 794 w 796"/>
                    <a:gd name="T77" fmla="*/ 79 h 496"/>
                    <a:gd name="T78" fmla="*/ 794 w 796"/>
                    <a:gd name="T79" fmla="*/ 43 h 496"/>
                    <a:gd name="T80" fmla="*/ 775 w 796"/>
                    <a:gd name="T81" fmla="*/ 14 h 496"/>
                    <a:gd name="T82" fmla="*/ 742 w 796"/>
                    <a:gd name="T83" fmla="*/ 0 h 496"/>
                    <a:gd name="T84" fmla="*/ 708 w 796"/>
                    <a:gd name="T85" fmla="*/ 8 h 496"/>
                    <a:gd name="T86" fmla="*/ 683 w 796"/>
                    <a:gd name="T87" fmla="*/ 31 h 496"/>
                    <a:gd name="T88" fmla="*/ 677 w 796"/>
                    <a:gd name="T89" fmla="*/ 70 h 496"/>
                    <a:gd name="T90" fmla="*/ 524 w 796"/>
                    <a:gd name="T91" fmla="*/ 272 h 496"/>
                    <a:gd name="T92" fmla="*/ 483 w 796"/>
                    <a:gd name="T93" fmla="*/ 278 h 496"/>
                    <a:gd name="T94" fmla="*/ 345 w 796"/>
                    <a:gd name="T95" fmla="*/ 245 h 496"/>
                    <a:gd name="T96" fmla="*/ 339 w 796"/>
                    <a:gd name="T97" fmla="*/ 212 h 496"/>
                    <a:gd name="T98" fmla="*/ 314 w 796"/>
                    <a:gd name="T99" fmla="*/ 188 h 496"/>
                    <a:gd name="T100" fmla="*/ 280 w 796"/>
                    <a:gd name="T101" fmla="*/ 181 h 496"/>
                    <a:gd name="T102" fmla="*/ 247 w 796"/>
                    <a:gd name="T103" fmla="*/ 194 h 496"/>
                    <a:gd name="T104" fmla="*/ 228 w 796"/>
                    <a:gd name="T105" fmla="*/ 223 h 496"/>
                    <a:gd name="T106" fmla="*/ 229 w 796"/>
                    <a:gd name="T107" fmla="*/ 262 h 496"/>
                    <a:gd name="T108" fmla="*/ 60 w 796"/>
                    <a:gd name="T109" fmla="*/ 376 h 496"/>
                    <a:gd name="T110" fmla="*/ 26 w 796"/>
                    <a:gd name="T111" fmla="*/ 387 h 496"/>
                    <a:gd name="T112" fmla="*/ 4 w 796"/>
                    <a:gd name="T113" fmla="*/ 413 h 496"/>
                    <a:gd name="T114" fmla="*/ 1 w 796"/>
                    <a:gd name="T115" fmla="*/ 448 h 496"/>
                    <a:gd name="T116" fmla="*/ 17 w 796"/>
                    <a:gd name="T117" fmla="*/ 479 h 496"/>
                    <a:gd name="T118" fmla="*/ 47 w 796"/>
                    <a:gd name="T119" fmla="*/ 495 h 4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</a:cxnLst>
                  <a:rect l="0" t="0" r="r" b="b"/>
                  <a:pathLst>
                    <a:path w="796" h="496">
                      <a:moveTo>
                        <a:pt x="60" y="406"/>
                      </a:moveTo>
                      <a:lnTo>
                        <a:pt x="66" y="407"/>
                      </a:lnTo>
                      <a:lnTo>
                        <a:pt x="73" y="410"/>
                      </a:lnTo>
                      <a:lnTo>
                        <a:pt x="78" y="413"/>
                      </a:lnTo>
                      <a:lnTo>
                        <a:pt x="83" y="417"/>
                      </a:lnTo>
                      <a:lnTo>
                        <a:pt x="83" y="417"/>
                      </a:lnTo>
                      <a:lnTo>
                        <a:pt x="83" y="417"/>
                      </a:lnTo>
                      <a:lnTo>
                        <a:pt x="83" y="417"/>
                      </a:lnTo>
                      <a:lnTo>
                        <a:pt x="83" y="417"/>
                      </a:lnTo>
                      <a:lnTo>
                        <a:pt x="86" y="421"/>
                      </a:lnTo>
                      <a:lnTo>
                        <a:pt x="88" y="426"/>
                      </a:lnTo>
                      <a:lnTo>
                        <a:pt x="89" y="431"/>
                      </a:lnTo>
                      <a:lnTo>
                        <a:pt x="90" y="436"/>
                      </a:lnTo>
                      <a:lnTo>
                        <a:pt x="89" y="443"/>
                      </a:lnTo>
                      <a:lnTo>
                        <a:pt x="88" y="448"/>
                      </a:lnTo>
                      <a:lnTo>
                        <a:pt x="85" y="453"/>
                      </a:lnTo>
                      <a:lnTo>
                        <a:pt x="81" y="458"/>
                      </a:lnTo>
                      <a:lnTo>
                        <a:pt x="76" y="461"/>
                      </a:lnTo>
                      <a:lnTo>
                        <a:pt x="72" y="464"/>
                      </a:lnTo>
                      <a:lnTo>
                        <a:pt x="65" y="466"/>
                      </a:lnTo>
                      <a:lnTo>
                        <a:pt x="60" y="466"/>
                      </a:lnTo>
                      <a:lnTo>
                        <a:pt x="54" y="466"/>
                      </a:lnTo>
                      <a:lnTo>
                        <a:pt x="48" y="464"/>
                      </a:lnTo>
                      <a:lnTo>
                        <a:pt x="43" y="461"/>
                      </a:lnTo>
                      <a:lnTo>
                        <a:pt x="39" y="458"/>
                      </a:lnTo>
                      <a:lnTo>
                        <a:pt x="34" y="453"/>
                      </a:lnTo>
                      <a:lnTo>
                        <a:pt x="32" y="448"/>
                      </a:lnTo>
                      <a:lnTo>
                        <a:pt x="30" y="443"/>
                      </a:lnTo>
                      <a:lnTo>
                        <a:pt x="30" y="436"/>
                      </a:lnTo>
                      <a:lnTo>
                        <a:pt x="30" y="430"/>
                      </a:lnTo>
                      <a:lnTo>
                        <a:pt x="32" y="425"/>
                      </a:lnTo>
                      <a:lnTo>
                        <a:pt x="34" y="419"/>
                      </a:lnTo>
                      <a:lnTo>
                        <a:pt x="39" y="415"/>
                      </a:lnTo>
                      <a:lnTo>
                        <a:pt x="43" y="412"/>
                      </a:lnTo>
                      <a:lnTo>
                        <a:pt x="48" y="409"/>
                      </a:lnTo>
                      <a:lnTo>
                        <a:pt x="54" y="407"/>
                      </a:lnTo>
                      <a:lnTo>
                        <a:pt x="60" y="406"/>
                      </a:lnTo>
                      <a:lnTo>
                        <a:pt x="60" y="406"/>
                      </a:lnTo>
                      <a:close/>
                      <a:moveTo>
                        <a:pt x="285" y="211"/>
                      </a:moveTo>
                      <a:lnTo>
                        <a:pt x="291" y="211"/>
                      </a:lnTo>
                      <a:lnTo>
                        <a:pt x="297" y="214"/>
                      </a:lnTo>
                      <a:lnTo>
                        <a:pt x="302" y="216"/>
                      </a:lnTo>
                      <a:lnTo>
                        <a:pt x="306" y="220"/>
                      </a:lnTo>
                      <a:lnTo>
                        <a:pt x="311" y="224"/>
                      </a:lnTo>
                      <a:lnTo>
                        <a:pt x="313" y="230"/>
                      </a:lnTo>
                      <a:lnTo>
                        <a:pt x="315" y="235"/>
                      </a:lnTo>
                      <a:lnTo>
                        <a:pt x="315" y="241"/>
                      </a:lnTo>
                      <a:lnTo>
                        <a:pt x="315" y="247"/>
                      </a:lnTo>
                      <a:lnTo>
                        <a:pt x="313" y="253"/>
                      </a:lnTo>
                      <a:lnTo>
                        <a:pt x="311" y="257"/>
                      </a:lnTo>
                      <a:lnTo>
                        <a:pt x="306" y="262"/>
                      </a:lnTo>
                      <a:lnTo>
                        <a:pt x="302" y="266"/>
                      </a:lnTo>
                      <a:lnTo>
                        <a:pt x="297" y="268"/>
                      </a:lnTo>
                      <a:lnTo>
                        <a:pt x="291" y="270"/>
                      </a:lnTo>
                      <a:lnTo>
                        <a:pt x="285" y="271"/>
                      </a:lnTo>
                      <a:lnTo>
                        <a:pt x="280" y="270"/>
                      </a:lnTo>
                      <a:lnTo>
                        <a:pt x="273" y="268"/>
                      </a:lnTo>
                      <a:lnTo>
                        <a:pt x="269" y="266"/>
                      </a:lnTo>
                      <a:lnTo>
                        <a:pt x="264" y="262"/>
                      </a:lnTo>
                      <a:lnTo>
                        <a:pt x="260" y="257"/>
                      </a:lnTo>
                      <a:lnTo>
                        <a:pt x="257" y="253"/>
                      </a:lnTo>
                      <a:lnTo>
                        <a:pt x="256" y="247"/>
                      </a:lnTo>
                      <a:lnTo>
                        <a:pt x="255" y="241"/>
                      </a:lnTo>
                      <a:lnTo>
                        <a:pt x="256" y="235"/>
                      </a:lnTo>
                      <a:lnTo>
                        <a:pt x="257" y="230"/>
                      </a:lnTo>
                      <a:lnTo>
                        <a:pt x="260" y="224"/>
                      </a:lnTo>
                      <a:lnTo>
                        <a:pt x="264" y="220"/>
                      </a:lnTo>
                      <a:lnTo>
                        <a:pt x="269" y="216"/>
                      </a:lnTo>
                      <a:lnTo>
                        <a:pt x="273" y="214"/>
                      </a:lnTo>
                      <a:lnTo>
                        <a:pt x="280" y="211"/>
                      </a:lnTo>
                      <a:lnTo>
                        <a:pt x="285" y="211"/>
                      </a:lnTo>
                      <a:close/>
                      <a:moveTo>
                        <a:pt x="511" y="301"/>
                      </a:moveTo>
                      <a:lnTo>
                        <a:pt x="516" y="301"/>
                      </a:lnTo>
                      <a:lnTo>
                        <a:pt x="521" y="302"/>
                      </a:lnTo>
                      <a:lnTo>
                        <a:pt x="526" y="306"/>
                      </a:lnTo>
                      <a:lnTo>
                        <a:pt x="530" y="308"/>
                      </a:lnTo>
                      <a:lnTo>
                        <a:pt x="530" y="308"/>
                      </a:lnTo>
                      <a:lnTo>
                        <a:pt x="530" y="308"/>
                      </a:lnTo>
                      <a:lnTo>
                        <a:pt x="530" y="308"/>
                      </a:lnTo>
                      <a:lnTo>
                        <a:pt x="530" y="308"/>
                      </a:lnTo>
                      <a:lnTo>
                        <a:pt x="535" y="313"/>
                      </a:lnTo>
                      <a:lnTo>
                        <a:pt x="538" y="319"/>
                      </a:lnTo>
                      <a:lnTo>
                        <a:pt x="540" y="325"/>
                      </a:lnTo>
                      <a:lnTo>
                        <a:pt x="541" y="331"/>
                      </a:lnTo>
                      <a:lnTo>
                        <a:pt x="540" y="337"/>
                      </a:lnTo>
                      <a:lnTo>
                        <a:pt x="539" y="343"/>
                      </a:lnTo>
                      <a:lnTo>
                        <a:pt x="536" y="347"/>
                      </a:lnTo>
                      <a:lnTo>
                        <a:pt x="532" y="353"/>
                      </a:lnTo>
                      <a:lnTo>
                        <a:pt x="527" y="356"/>
                      </a:lnTo>
                      <a:lnTo>
                        <a:pt x="523" y="359"/>
                      </a:lnTo>
                      <a:lnTo>
                        <a:pt x="516" y="360"/>
                      </a:lnTo>
                      <a:lnTo>
                        <a:pt x="511" y="361"/>
                      </a:lnTo>
                      <a:lnTo>
                        <a:pt x="505" y="360"/>
                      </a:lnTo>
                      <a:lnTo>
                        <a:pt x="499" y="359"/>
                      </a:lnTo>
                      <a:lnTo>
                        <a:pt x="494" y="356"/>
                      </a:lnTo>
                      <a:lnTo>
                        <a:pt x="490" y="353"/>
                      </a:lnTo>
                      <a:lnTo>
                        <a:pt x="486" y="349"/>
                      </a:lnTo>
                      <a:lnTo>
                        <a:pt x="483" y="343"/>
                      </a:lnTo>
                      <a:lnTo>
                        <a:pt x="481" y="337"/>
                      </a:lnTo>
                      <a:lnTo>
                        <a:pt x="481" y="331"/>
                      </a:lnTo>
                      <a:lnTo>
                        <a:pt x="481" y="325"/>
                      </a:lnTo>
                      <a:lnTo>
                        <a:pt x="483" y="320"/>
                      </a:lnTo>
                      <a:lnTo>
                        <a:pt x="486" y="314"/>
                      </a:lnTo>
                      <a:lnTo>
                        <a:pt x="490" y="310"/>
                      </a:lnTo>
                      <a:lnTo>
                        <a:pt x="494" y="307"/>
                      </a:lnTo>
                      <a:lnTo>
                        <a:pt x="499" y="304"/>
                      </a:lnTo>
                      <a:lnTo>
                        <a:pt x="505" y="301"/>
                      </a:lnTo>
                      <a:lnTo>
                        <a:pt x="511" y="301"/>
                      </a:lnTo>
                      <a:lnTo>
                        <a:pt x="511" y="301"/>
                      </a:lnTo>
                      <a:close/>
                      <a:moveTo>
                        <a:pt x="736" y="30"/>
                      </a:moveTo>
                      <a:lnTo>
                        <a:pt x="742" y="31"/>
                      </a:lnTo>
                      <a:lnTo>
                        <a:pt x="748" y="33"/>
                      </a:lnTo>
                      <a:lnTo>
                        <a:pt x="753" y="36"/>
                      </a:lnTo>
                      <a:lnTo>
                        <a:pt x="757" y="39"/>
                      </a:lnTo>
                      <a:lnTo>
                        <a:pt x="762" y="43"/>
                      </a:lnTo>
                      <a:lnTo>
                        <a:pt x="764" y="49"/>
                      </a:lnTo>
                      <a:lnTo>
                        <a:pt x="766" y="55"/>
                      </a:lnTo>
                      <a:lnTo>
                        <a:pt x="766" y="60"/>
                      </a:lnTo>
                      <a:lnTo>
                        <a:pt x="766" y="67"/>
                      </a:lnTo>
                      <a:lnTo>
                        <a:pt x="764" y="72"/>
                      </a:lnTo>
                      <a:lnTo>
                        <a:pt x="762" y="78"/>
                      </a:lnTo>
                      <a:lnTo>
                        <a:pt x="757" y="82"/>
                      </a:lnTo>
                      <a:lnTo>
                        <a:pt x="753" y="85"/>
                      </a:lnTo>
                      <a:lnTo>
                        <a:pt x="748" y="88"/>
                      </a:lnTo>
                      <a:lnTo>
                        <a:pt x="742" y="90"/>
                      </a:lnTo>
                      <a:lnTo>
                        <a:pt x="736" y="90"/>
                      </a:lnTo>
                      <a:lnTo>
                        <a:pt x="731" y="90"/>
                      </a:lnTo>
                      <a:lnTo>
                        <a:pt x="724" y="88"/>
                      </a:lnTo>
                      <a:lnTo>
                        <a:pt x="720" y="85"/>
                      </a:lnTo>
                      <a:lnTo>
                        <a:pt x="716" y="82"/>
                      </a:lnTo>
                      <a:lnTo>
                        <a:pt x="711" y="78"/>
                      </a:lnTo>
                      <a:lnTo>
                        <a:pt x="708" y="72"/>
                      </a:lnTo>
                      <a:lnTo>
                        <a:pt x="707" y="67"/>
                      </a:lnTo>
                      <a:lnTo>
                        <a:pt x="706" y="60"/>
                      </a:lnTo>
                      <a:lnTo>
                        <a:pt x="707" y="55"/>
                      </a:lnTo>
                      <a:lnTo>
                        <a:pt x="708" y="49"/>
                      </a:lnTo>
                      <a:lnTo>
                        <a:pt x="711" y="43"/>
                      </a:lnTo>
                      <a:lnTo>
                        <a:pt x="716" y="39"/>
                      </a:lnTo>
                      <a:lnTo>
                        <a:pt x="720" y="36"/>
                      </a:lnTo>
                      <a:lnTo>
                        <a:pt x="724" y="33"/>
                      </a:lnTo>
                      <a:lnTo>
                        <a:pt x="731" y="31"/>
                      </a:lnTo>
                      <a:lnTo>
                        <a:pt x="736" y="30"/>
                      </a:lnTo>
                      <a:lnTo>
                        <a:pt x="736" y="30"/>
                      </a:lnTo>
                      <a:close/>
                      <a:moveTo>
                        <a:pt x="60" y="496"/>
                      </a:moveTo>
                      <a:lnTo>
                        <a:pt x="66" y="496"/>
                      </a:lnTo>
                      <a:lnTo>
                        <a:pt x="72" y="495"/>
                      </a:lnTo>
                      <a:lnTo>
                        <a:pt x="77" y="494"/>
                      </a:lnTo>
                      <a:lnTo>
                        <a:pt x="84" y="492"/>
                      </a:lnTo>
                      <a:lnTo>
                        <a:pt x="89" y="489"/>
                      </a:lnTo>
                      <a:lnTo>
                        <a:pt x="93" y="487"/>
                      </a:lnTo>
                      <a:lnTo>
                        <a:pt x="98" y="482"/>
                      </a:lnTo>
                      <a:lnTo>
                        <a:pt x="102" y="479"/>
                      </a:lnTo>
                      <a:lnTo>
                        <a:pt x="106" y="475"/>
                      </a:lnTo>
                      <a:lnTo>
                        <a:pt x="109" y="470"/>
                      </a:lnTo>
                      <a:lnTo>
                        <a:pt x="113" y="465"/>
                      </a:lnTo>
                      <a:lnTo>
                        <a:pt x="115" y="460"/>
                      </a:lnTo>
                      <a:lnTo>
                        <a:pt x="117" y="455"/>
                      </a:lnTo>
                      <a:lnTo>
                        <a:pt x="119" y="448"/>
                      </a:lnTo>
                      <a:lnTo>
                        <a:pt x="120" y="443"/>
                      </a:lnTo>
                      <a:lnTo>
                        <a:pt x="120" y="436"/>
                      </a:lnTo>
                      <a:lnTo>
                        <a:pt x="119" y="429"/>
                      </a:lnTo>
                      <a:lnTo>
                        <a:pt x="118" y="422"/>
                      </a:lnTo>
                      <a:lnTo>
                        <a:pt x="116" y="416"/>
                      </a:lnTo>
                      <a:lnTo>
                        <a:pt x="114" y="410"/>
                      </a:lnTo>
                      <a:lnTo>
                        <a:pt x="251" y="291"/>
                      </a:lnTo>
                      <a:lnTo>
                        <a:pt x="259" y="295"/>
                      </a:lnTo>
                      <a:lnTo>
                        <a:pt x="267" y="298"/>
                      </a:lnTo>
                      <a:lnTo>
                        <a:pt x="276" y="300"/>
                      </a:lnTo>
                      <a:lnTo>
                        <a:pt x="285" y="301"/>
                      </a:lnTo>
                      <a:lnTo>
                        <a:pt x="292" y="300"/>
                      </a:lnTo>
                      <a:lnTo>
                        <a:pt x="300" y="299"/>
                      </a:lnTo>
                      <a:lnTo>
                        <a:pt x="306" y="297"/>
                      </a:lnTo>
                      <a:lnTo>
                        <a:pt x="313" y="294"/>
                      </a:lnTo>
                      <a:lnTo>
                        <a:pt x="318" y="291"/>
                      </a:lnTo>
                      <a:lnTo>
                        <a:pt x="325" y="286"/>
                      </a:lnTo>
                      <a:lnTo>
                        <a:pt x="329" y="282"/>
                      </a:lnTo>
                      <a:lnTo>
                        <a:pt x="333" y="277"/>
                      </a:lnTo>
                      <a:lnTo>
                        <a:pt x="451" y="324"/>
                      </a:lnTo>
                      <a:lnTo>
                        <a:pt x="451" y="327"/>
                      </a:lnTo>
                      <a:lnTo>
                        <a:pt x="451" y="331"/>
                      </a:lnTo>
                      <a:lnTo>
                        <a:pt x="451" y="338"/>
                      </a:lnTo>
                      <a:lnTo>
                        <a:pt x="452" y="343"/>
                      </a:lnTo>
                      <a:lnTo>
                        <a:pt x="453" y="350"/>
                      </a:lnTo>
                      <a:lnTo>
                        <a:pt x="455" y="355"/>
                      </a:lnTo>
                      <a:lnTo>
                        <a:pt x="457" y="360"/>
                      </a:lnTo>
                      <a:lnTo>
                        <a:pt x="461" y="365"/>
                      </a:lnTo>
                      <a:lnTo>
                        <a:pt x="464" y="370"/>
                      </a:lnTo>
                      <a:lnTo>
                        <a:pt x="468" y="374"/>
                      </a:lnTo>
                      <a:lnTo>
                        <a:pt x="472" y="377"/>
                      </a:lnTo>
                      <a:lnTo>
                        <a:pt x="477" y="381"/>
                      </a:lnTo>
                      <a:lnTo>
                        <a:pt x="482" y="384"/>
                      </a:lnTo>
                      <a:lnTo>
                        <a:pt x="487" y="387"/>
                      </a:lnTo>
                      <a:lnTo>
                        <a:pt x="493" y="388"/>
                      </a:lnTo>
                      <a:lnTo>
                        <a:pt x="498" y="390"/>
                      </a:lnTo>
                      <a:lnTo>
                        <a:pt x="505" y="391"/>
                      </a:lnTo>
                      <a:lnTo>
                        <a:pt x="511" y="391"/>
                      </a:lnTo>
                      <a:lnTo>
                        <a:pt x="517" y="391"/>
                      </a:lnTo>
                      <a:lnTo>
                        <a:pt x="523" y="390"/>
                      </a:lnTo>
                      <a:lnTo>
                        <a:pt x="529" y="388"/>
                      </a:lnTo>
                      <a:lnTo>
                        <a:pt x="535" y="387"/>
                      </a:lnTo>
                      <a:lnTo>
                        <a:pt x="540" y="384"/>
                      </a:lnTo>
                      <a:lnTo>
                        <a:pt x="544" y="381"/>
                      </a:lnTo>
                      <a:lnTo>
                        <a:pt x="550" y="377"/>
                      </a:lnTo>
                      <a:lnTo>
                        <a:pt x="554" y="373"/>
                      </a:lnTo>
                      <a:lnTo>
                        <a:pt x="557" y="370"/>
                      </a:lnTo>
                      <a:lnTo>
                        <a:pt x="560" y="365"/>
                      </a:lnTo>
                      <a:lnTo>
                        <a:pt x="564" y="360"/>
                      </a:lnTo>
                      <a:lnTo>
                        <a:pt x="567" y="355"/>
                      </a:lnTo>
                      <a:lnTo>
                        <a:pt x="568" y="350"/>
                      </a:lnTo>
                      <a:lnTo>
                        <a:pt x="570" y="343"/>
                      </a:lnTo>
                      <a:lnTo>
                        <a:pt x="571" y="338"/>
                      </a:lnTo>
                      <a:lnTo>
                        <a:pt x="571" y="331"/>
                      </a:lnTo>
                      <a:lnTo>
                        <a:pt x="570" y="322"/>
                      </a:lnTo>
                      <a:lnTo>
                        <a:pt x="568" y="312"/>
                      </a:lnTo>
                      <a:lnTo>
                        <a:pt x="565" y="304"/>
                      </a:lnTo>
                      <a:lnTo>
                        <a:pt x="559" y="296"/>
                      </a:lnTo>
                      <a:lnTo>
                        <a:pt x="710" y="115"/>
                      </a:lnTo>
                      <a:lnTo>
                        <a:pt x="717" y="117"/>
                      </a:lnTo>
                      <a:lnTo>
                        <a:pt x="723" y="119"/>
                      </a:lnTo>
                      <a:lnTo>
                        <a:pt x="730" y="120"/>
                      </a:lnTo>
                      <a:lnTo>
                        <a:pt x="736" y="120"/>
                      </a:lnTo>
                      <a:lnTo>
                        <a:pt x="742" y="120"/>
                      </a:lnTo>
                      <a:lnTo>
                        <a:pt x="749" y="119"/>
                      </a:lnTo>
                      <a:lnTo>
                        <a:pt x="754" y="118"/>
                      </a:lnTo>
                      <a:lnTo>
                        <a:pt x="760" y="116"/>
                      </a:lnTo>
                      <a:lnTo>
                        <a:pt x="765" y="114"/>
                      </a:lnTo>
                      <a:lnTo>
                        <a:pt x="770" y="111"/>
                      </a:lnTo>
                      <a:lnTo>
                        <a:pt x="775" y="106"/>
                      </a:lnTo>
                      <a:lnTo>
                        <a:pt x="779" y="103"/>
                      </a:lnTo>
                      <a:lnTo>
                        <a:pt x="783" y="99"/>
                      </a:lnTo>
                      <a:lnTo>
                        <a:pt x="786" y="95"/>
                      </a:lnTo>
                      <a:lnTo>
                        <a:pt x="790" y="89"/>
                      </a:lnTo>
                      <a:lnTo>
                        <a:pt x="792" y="84"/>
                      </a:lnTo>
                      <a:lnTo>
                        <a:pt x="794" y="79"/>
                      </a:lnTo>
                      <a:lnTo>
                        <a:pt x="795" y="73"/>
                      </a:lnTo>
                      <a:lnTo>
                        <a:pt x="796" y="67"/>
                      </a:lnTo>
                      <a:lnTo>
                        <a:pt x="796" y="60"/>
                      </a:lnTo>
                      <a:lnTo>
                        <a:pt x="796" y="54"/>
                      </a:lnTo>
                      <a:lnTo>
                        <a:pt x="795" y="49"/>
                      </a:lnTo>
                      <a:lnTo>
                        <a:pt x="794" y="43"/>
                      </a:lnTo>
                      <a:lnTo>
                        <a:pt x="792" y="37"/>
                      </a:lnTo>
                      <a:lnTo>
                        <a:pt x="790" y="31"/>
                      </a:lnTo>
                      <a:lnTo>
                        <a:pt x="786" y="27"/>
                      </a:lnTo>
                      <a:lnTo>
                        <a:pt x="783" y="23"/>
                      </a:lnTo>
                      <a:lnTo>
                        <a:pt x="779" y="19"/>
                      </a:lnTo>
                      <a:lnTo>
                        <a:pt x="775" y="14"/>
                      </a:lnTo>
                      <a:lnTo>
                        <a:pt x="770" y="11"/>
                      </a:lnTo>
                      <a:lnTo>
                        <a:pt x="765" y="8"/>
                      </a:lnTo>
                      <a:lnTo>
                        <a:pt x="760" y="5"/>
                      </a:lnTo>
                      <a:lnTo>
                        <a:pt x="754" y="4"/>
                      </a:lnTo>
                      <a:lnTo>
                        <a:pt x="749" y="1"/>
                      </a:lnTo>
                      <a:lnTo>
                        <a:pt x="742" y="0"/>
                      </a:lnTo>
                      <a:lnTo>
                        <a:pt x="736" y="0"/>
                      </a:lnTo>
                      <a:lnTo>
                        <a:pt x="731" y="0"/>
                      </a:lnTo>
                      <a:lnTo>
                        <a:pt x="724" y="1"/>
                      </a:lnTo>
                      <a:lnTo>
                        <a:pt x="719" y="4"/>
                      </a:lnTo>
                      <a:lnTo>
                        <a:pt x="712" y="5"/>
                      </a:lnTo>
                      <a:lnTo>
                        <a:pt x="708" y="8"/>
                      </a:lnTo>
                      <a:lnTo>
                        <a:pt x="703" y="11"/>
                      </a:lnTo>
                      <a:lnTo>
                        <a:pt x="698" y="14"/>
                      </a:lnTo>
                      <a:lnTo>
                        <a:pt x="694" y="19"/>
                      </a:lnTo>
                      <a:lnTo>
                        <a:pt x="690" y="22"/>
                      </a:lnTo>
                      <a:lnTo>
                        <a:pt x="687" y="27"/>
                      </a:lnTo>
                      <a:lnTo>
                        <a:pt x="683" y="31"/>
                      </a:lnTo>
                      <a:lnTo>
                        <a:pt x="681" y="37"/>
                      </a:lnTo>
                      <a:lnTo>
                        <a:pt x="679" y="43"/>
                      </a:lnTo>
                      <a:lnTo>
                        <a:pt x="677" y="49"/>
                      </a:lnTo>
                      <a:lnTo>
                        <a:pt x="676" y="54"/>
                      </a:lnTo>
                      <a:lnTo>
                        <a:pt x="676" y="60"/>
                      </a:lnTo>
                      <a:lnTo>
                        <a:pt x="677" y="70"/>
                      </a:lnTo>
                      <a:lnTo>
                        <a:pt x="679" y="80"/>
                      </a:lnTo>
                      <a:lnTo>
                        <a:pt x="682" y="88"/>
                      </a:lnTo>
                      <a:lnTo>
                        <a:pt x="688" y="96"/>
                      </a:lnTo>
                      <a:lnTo>
                        <a:pt x="537" y="277"/>
                      </a:lnTo>
                      <a:lnTo>
                        <a:pt x="530" y="275"/>
                      </a:lnTo>
                      <a:lnTo>
                        <a:pt x="524" y="272"/>
                      </a:lnTo>
                      <a:lnTo>
                        <a:pt x="517" y="271"/>
                      </a:lnTo>
                      <a:lnTo>
                        <a:pt x="511" y="271"/>
                      </a:lnTo>
                      <a:lnTo>
                        <a:pt x="504" y="271"/>
                      </a:lnTo>
                      <a:lnTo>
                        <a:pt x="496" y="272"/>
                      </a:lnTo>
                      <a:lnTo>
                        <a:pt x="490" y="275"/>
                      </a:lnTo>
                      <a:lnTo>
                        <a:pt x="483" y="278"/>
                      </a:lnTo>
                      <a:lnTo>
                        <a:pt x="478" y="281"/>
                      </a:lnTo>
                      <a:lnTo>
                        <a:pt x="472" y="285"/>
                      </a:lnTo>
                      <a:lnTo>
                        <a:pt x="467" y="291"/>
                      </a:lnTo>
                      <a:lnTo>
                        <a:pt x="463" y="296"/>
                      </a:lnTo>
                      <a:lnTo>
                        <a:pt x="345" y="249"/>
                      </a:lnTo>
                      <a:lnTo>
                        <a:pt x="345" y="245"/>
                      </a:lnTo>
                      <a:lnTo>
                        <a:pt x="345" y="241"/>
                      </a:lnTo>
                      <a:lnTo>
                        <a:pt x="345" y="235"/>
                      </a:lnTo>
                      <a:lnTo>
                        <a:pt x="344" y="229"/>
                      </a:lnTo>
                      <a:lnTo>
                        <a:pt x="343" y="223"/>
                      </a:lnTo>
                      <a:lnTo>
                        <a:pt x="341" y="218"/>
                      </a:lnTo>
                      <a:lnTo>
                        <a:pt x="339" y="212"/>
                      </a:lnTo>
                      <a:lnTo>
                        <a:pt x="335" y="207"/>
                      </a:lnTo>
                      <a:lnTo>
                        <a:pt x="332" y="203"/>
                      </a:lnTo>
                      <a:lnTo>
                        <a:pt x="328" y="199"/>
                      </a:lnTo>
                      <a:lnTo>
                        <a:pt x="324" y="194"/>
                      </a:lnTo>
                      <a:lnTo>
                        <a:pt x="319" y="191"/>
                      </a:lnTo>
                      <a:lnTo>
                        <a:pt x="314" y="188"/>
                      </a:lnTo>
                      <a:lnTo>
                        <a:pt x="309" y="186"/>
                      </a:lnTo>
                      <a:lnTo>
                        <a:pt x="303" y="184"/>
                      </a:lnTo>
                      <a:lnTo>
                        <a:pt x="298" y="182"/>
                      </a:lnTo>
                      <a:lnTo>
                        <a:pt x="291" y="181"/>
                      </a:lnTo>
                      <a:lnTo>
                        <a:pt x="285" y="180"/>
                      </a:lnTo>
                      <a:lnTo>
                        <a:pt x="280" y="181"/>
                      </a:lnTo>
                      <a:lnTo>
                        <a:pt x="273" y="182"/>
                      </a:lnTo>
                      <a:lnTo>
                        <a:pt x="268" y="184"/>
                      </a:lnTo>
                      <a:lnTo>
                        <a:pt x="261" y="186"/>
                      </a:lnTo>
                      <a:lnTo>
                        <a:pt x="257" y="188"/>
                      </a:lnTo>
                      <a:lnTo>
                        <a:pt x="252" y="191"/>
                      </a:lnTo>
                      <a:lnTo>
                        <a:pt x="247" y="194"/>
                      </a:lnTo>
                      <a:lnTo>
                        <a:pt x="243" y="199"/>
                      </a:lnTo>
                      <a:lnTo>
                        <a:pt x="239" y="203"/>
                      </a:lnTo>
                      <a:lnTo>
                        <a:pt x="236" y="207"/>
                      </a:lnTo>
                      <a:lnTo>
                        <a:pt x="232" y="212"/>
                      </a:lnTo>
                      <a:lnTo>
                        <a:pt x="230" y="218"/>
                      </a:lnTo>
                      <a:lnTo>
                        <a:pt x="228" y="223"/>
                      </a:lnTo>
                      <a:lnTo>
                        <a:pt x="226" y="229"/>
                      </a:lnTo>
                      <a:lnTo>
                        <a:pt x="225" y="235"/>
                      </a:lnTo>
                      <a:lnTo>
                        <a:pt x="225" y="241"/>
                      </a:lnTo>
                      <a:lnTo>
                        <a:pt x="226" y="248"/>
                      </a:lnTo>
                      <a:lnTo>
                        <a:pt x="227" y="255"/>
                      </a:lnTo>
                      <a:lnTo>
                        <a:pt x="229" y="262"/>
                      </a:lnTo>
                      <a:lnTo>
                        <a:pt x="231" y="267"/>
                      </a:lnTo>
                      <a:lnTo>
                        <a:pt x="94" y="387"/>
                      </a:lnTo>
                      <a:lnTo>
                        <a:pt x="86" y="383"/>
                      </a:lnTo>
                      <a:lnTo>
                        <a:pt x="78" y="380"/>
                      </a:lnTo>
                      <a:lnTo>
                        <a:pt x="69" y="377"/>
                      </a:lnTo>
                      <a:lnTo>
                        <a:pt x="60" y="376"/>
                      </a:lnTo>
                      <a:lnTo>
                        <a:pt x="54" y="376"/>
                      </a:lnTo>
                      <a:lnTo>
                        <a:pt x="47" y="377"/>
                      </a:lnTo>
                      <a:lnTo>
                        <a:pt x="42" y="379"/>
                      </a:lnTo>
                      <a:lnTo>
                        <a:pt x="36" y="381"/>
                      </a:lnTo>
                      <a:lnTo>
                        <a:pt x="31" y="384"/>
                      </a:lnTo>
                      <a:lnTo>
                        <a:pt x="26" y="387"/>
                      </a:lnTo>
                      <a:lnTo>
                        <a:pt x="21" y="390"/>
                      </a:lnTo>
                      <a:lnTo>
                        <a:pt x="17" y="394"/>
                      </a:lnTo>
                      <a:lnTo>
                        <a:pt x="13" y="398"/>
                      </a:lnTo>
                      <a:lnTo>
                        <a:pt x="10" y="403"/>
                      </a:lnTo>
                      <a:lnTo>
                        <a:pt x="6" y="407"/>
                      </a:lnTo>
                      <a:lnTo>
                        <a:pt x="4" y="413"/>
                      </a:lnTo>
                      <a:lnTo>
                        <a:pt x="2" y="418"/>
                      </a:lnTo>
                      <a:lnTo>
                        <a:pt x="1" y="425"/>
                      </a:lnTo>
                      <a:lnTo>
                        <a:pt x="0" y="430"/>
                      </a:lnTo>
                      <a:lnTo>
                        <a:pt x="0" y="436"/>
                      </a:lnTo>
                      <a:lnTo>
                        <a:pt x="0" y="443"/>
                      </a:lnTo>
                      <a:lnTo>
                        <a:pt x="1" y="448"/>
                      </a:lnTo>
                      <a:lnTo>
                        <a:pt x="2" y="455"/>
                      </a:lnTo>
                      <a:lnTo>
                        <a:pt x="4" y="460"/>
                      </a:lnTo>
                      <a:lnTo>
                        <a:pt x="6" y="465"/>
                      </a:lnTo>
                      <a:lnTo>
                        <a:pt x="10" y="470"/>
                      </a:lnTo>
                      <a:lnTo>
                        <a:pt x="13" y="475"/>
                      </a:lnTo>
                      <a:lnTo>
                        <a:pt x="17" y="479"/>
                      </a:lnTo>
                      <a:lnTo>
                        <a:pt x="21" y="482"/>
                      </a:lnTo>
                      <a:lnTo>
                        <a:pt x="26" y="487"/>
                      </a:lnTo>
                      <a:lnTo>
                        <a:pt x="31" y="489"/>
                      </a:lnTo>
                      <a:lnTo>
                        <a:pt x="36" y="492"/>
                      </a:lnTo>
                      <a:lnTo>
                        <a:pt x="42" y="494"/>
                      </a:lnTo>
                      <a:lnTo>
                        <a:pt x="47" y="495"/>
                      </a:lnTo>
                      <a:lnTo>
                        <a:pt x="54" y="496"/>
                      </a:lnTo>
                      <a:lnTo>
                        <a:pt x="60" y="49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sp>
          <p:nvSpPr>
            <p:cNvPr id="14" name="íSlîdè"/>
            <p:cNvSpPr txBox="1"/>
            <p:nvPr/>
          </p:nvSpPr>
          <p:spPr>
            <a:xfrm>
              <a:off x="673100" y="3129835"/>
              <a:ext cx="3220718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20" rIns="91440" bIns="45720" anchor="ctr" anchorCtr="0">
              <a:normAutofit lnSpcReduction="10000"/>
            </a:bodyPr>
            <a:lstStyle/>
            <a:p>
              <a:pPr>
                <a:buSzPct val="25000"/>
              </a:pPr>
              <a:r>
                <a:rPr lang="de-DE" sz="2000" b="1" dirty="0"/>
                <a:t>Text here</a:t>
              </a:r>
              <a:endParaRPr lang="de-DE" sz="2000" b="1" dirty="0"/>
            </a:p>
          </p:txBody>
        </p:sp>
        <p:sp>
          <p:nvSpPr>
            <p:cNvPr id="15" name="îSlíḑê"/>
            <p:cNvSpPr txBox="1"/>
            <p:nvPr/>
          </p:nvSpPr>
          <p:spPr>
            <a:xfrm>
              <a:off x="673100" y="3522347"/>
              <a:ext cx="3220718" cy="624918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t" anchorCtr="0">
              <a:noAutofit/>
            </a:bodyPr>
            <a:lstStyle/>
            <a:p>
              <a:pPr>
                <a:lnSpc>
                  <a:spcPct val="150000"/>
                </a:lnSpc>
                <a:buSzPct val="25000"/>
              </a:pPr>
              <a:r>
                <a:rPr lang="en-US" sz="1200" dirty="0"/>
                <a:t>Copy paste fonts. Choose the only option to retain text.…</a:t>
              </a:r>
              <a:r>
                <a:rPr lang="de-DE" sz="1200" dirty="0"/>
                <a:t>..</a:t>
              </a:r>
              <a:endParaRPr lang="de-DE" sz="1200" dirty="0"/>
            </a:p>
          </p:txBody>
        </p:sp>
        <p:sp>
          <p:nvSpPr>
            <p:cNvPr id="16" name="îṣḻïdè"/>
            <p:cNvSpPr/>
            <p:nvPr/>
          </p:nvSpPr>
          <p:spPr>
            <a:xfrm>
              <a:off x="2778448" y="1474850"/>
              <a:ext cx="576000" cy="576000"/>
            </a:xfrm>
            <a:prstGeom prst="ellipse">
              <a:avLst/>
            </a:prstGeom>
            <a:solidFill>
              <a:schemeClr val="bg1"/>
            </a:solidFill>
            <a:ln w="63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</a:ln>
            <a:effectLst/>
          </p:spPr>
          <p:txBody>
            <a:bodyPr wrap="none" lIns="91440" tIns="45720" rIns="91440" bIns="45720" rtlCol="0" anchor="ctr">
              <a:normAutofit/>
            </a:bodyPr>
            <a:lstStyle/>
            <a:p>
              <a:pPr algn="ctr" defTabSz="914400"/>
              <a:r>
                <a:rPr lang="en-US" sz="1600" b="1" kern="0" dirty="0"/>
                <a:t>01</a:t>
              </a:r>
              <a:endParaRPr lang="en-US" sz="1600" b="1" kern="0" dirty="0"/>
            </a:p>
          </p:txBody>
        </p:sp>
        <p:sp>
          <p:nvSpPr>
            <p:cNvPr id="17" name="îŝḻîdé"/>
            <p:cNvSpPr/>
            <p:nvPr/>
          </p:nvSpPr>
          <p:spPr>
            <a:xfrm>
              <a:off x="2778448" y="5211051"/>
              <a:ext cx="576000" cy="576000"/>
            </a:xfrm>
            <a:prstGeom prst="ellipse">
              <a:avLst/>
            </a:prstGeom>
            <a:solidFill>
              <a:schemeClr val="bg1"/>
            </a:solidFill>
            <a:ln w="63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</a:ln>
            <a:effectLst/>
          </p:spPr>
          <p:txBody>
            <a:bodyPr wrap="none" lIns="91440" tIns="45720" rIns="91440" bIns="45720" rtlCol="0" anchor="ctr">
              <a:normAutofit/>
            </a:bodyPr>
            <a:lstStyle/>
            <a:p>
              <a:pPr algn="ctr" defTabSz="914400"/>
              <a:r>
                <a:rPr lang="en-US" sz="1600" b="1" kern="0" dirty="0"/>
                <a:t>04</a:t>
              </a:r>
              <a:endParaRPr lang="en-US" sz="1600" b="1" kern="0" dirty="0"/>
            </a:p>
          </p:txBody>
        </p:sp>
        <p:sp>
          <p:nvSpPr>
            <p:cNvPr id="18" name="ïṩļîḍé"/>
            <p:cNvSpPr/>
            <p:nvPr/>
          </p:nvSpPr>
          <p:spPr>
            <a:xfrm>
              <a:off x="4028502" y="3965649"/>
              <a:ext cx="576000" cy="576000"/>
            </a:xfrm>
            <a:prstGeom prst="ellipse">
              <a:avLst/>
            </a:prstGeom>
            <a:solidFill>
              <a:schemeClr val="bg1"/>
            </a:solidFill>
            <a:ln w="63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</a:ln>
            <a:effectLst/>
          </p:spPr>
          <p:txBody>
            <a:bodyPr wrap="none" lIns="91440" tIns="45720" rIns="91440" bIns="45720" rtlCol="0" anchor="ctr">
              <a:normAutofit/>
            </a:bodyPr>
            <a:lstStyle/>
            <a:p>
              <a:pPr algn="ctr" defTabSz="914400"/>
              <a:r>
                <a:rPr lang="en-US" sz="1600" b="1" kern="0" dirty="0"/>
                <a:t>03</a:t>
              </a:r>
              <a:endParaRPr lang="en-US" sz="1600" b="1" kern="0" dirty="0"/>
            </a:p>
          </p:txBody>
        </p:sp>
        <p:sp>
          <p:nvSpPr>
            <p:cNvPr id="19" name="ïŝḷíḓè"/>
            <p:cNvSpPr/>
            <p:nvPr/>
          </p:nvSpPr>
          <p:spPr>
            <a:xfrm>
              <a:off x="4028502" y="2720249"/>
              <a:ext cx="576000" cy="576000"/>
            </a:xfrm>
            <a:prstGeom prst="ellipse">
              <a:avLst/>
            </a:prstGeom>
            <a:solidFill>
              <a:schemeClr val="accent1"/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none" lIns="91440" tIns="45720" rIns="91440" bIns="45720" rtlCol="0" anchor="ctr">
              <a:norm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</a:rPr>
                <a:t>02</a:t>
              </a:r>
              <a:endPara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isḻíḍê"/>
            <p:cNvSpPr txBox="1"/>
            <p:nvPr/>
          </p:nvSpPr>
          <p:spPr>
            <a:xfrm>
              <a:off x="3893818" y="1474850"/>
              <a:ext cx="7626670" cy="624918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t" anchorCtr="0">
              <a:noAutofit/>
            </a:bodyPr>
            <a:lstStyle/>
            <a:p>
              <a:pPr marL="171450" indent="-171450">
                <a:lnSpc>
                  <a:spcPct val="150000"/>
                </a:lnSpc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en-US" sz="1200" dirty="0"/>
                <a:t>Copy paste fonts. Choose the only option to retain text.</a:t>
              </a:r>
              <a:endParaRPr lang="en-US" sz="1200" dirty="0"/>
            </a:p>
            <a:p>
              <a:pPr marL="171450" indent="-171450">
                <a:lnSpc>
                  <a:spcPct val="150000"/>
                </a:lnSpc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en-US" sz="1200" dirty="0"/>
                <a:t>.…</a:t>
              </a:r>
              <a:r>
                <a:rPr lang="de-DE" sz="1200" dirty="0"/>
                <a:t>.</a:t>
              </a:r>
              <a:endParaRPr lang="de-DE" sz="1200" dirty="0"/>
            </a:p>
          </p:txBody>
        </p:sp>
        <p:sp>
          <p:nvSpPr>
            <p:cNvPr id="21" name="ïṩ1íḍe"/>
            <p:cNvSpPr txBox="1"/>
            <p:nvPr/>
          </p:nvSpPr>
          <p:spPr>
            <a:xfrm>
              <a:off x="4693710" y="2731916"/>
              <a:ext cx="6826778" cy="624918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t" anchorCtr="0">
              <a:noAutofit/>
            </a:bodyPr>
            <a:lstStyle/>
            <a:p>
              <a:pPr marL="171450" indent="-171450">
                <a:lnSpc>
                  <a:spcPct val="150000"/>
                </a:lnSpc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en-US" sz="1200" dirty="0"/>
                <a:t>Copy paste fonts. Choose the only option to retain text.</a:t>
              </a:r>
              <a:endParaRPr lang="en-US" sz="1200" dirty="0"/>
            </a:p>
            <a:p>
              <a:pPr marL="171450" indent="-171450">
                <a:lnSpc>
                  <a:spcPct val="150000"/>
                </a:lnSpc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en-US" sz="1200" dirty="0"/>
                <a:t>.…</a:t>
              </a:r>
              <a:r>
                <a:rPr lang="de-DE" sz="1200" dirty="0"/>
                <a:t>.</a:t>
              </a:r>
              <a:endParaRPr lang="de-DE" sz="1200" dirty="0"/>
            </a:p>
          </p:txBody>
        </p:sp>
        <p:sp>
          <p:nvSpPr>
            <p:cNvPr id="22" name="iS1ïďè"/>
            <p:cNvSpPr txBox="1"/>
            <p:nvPr/>
          </p:nvSpPr>
          <p:spPr>
            <a:xfrm>
              <a:off x="4693710" y="3965156"/>
              <a:ext cx="6826778" cy="624918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t" anchorCtr="0">
              <a:noAutofit/>
            </a:bodyPr>
            <a:lstStyle/>
            <a:p>
              <a:pPr marL="171450" indent="-171450">
                <a:lnSpc>
                  <a:spcPct val="150000"/>
                </a:lnSpc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en-US" sz="1200" dirty="0"/>
                <a:t>Copy paste fonts. Choose the only option to retain text.</a:t>
              </a:r>
              <a:endParaRPr lang="en-US" sz="1200" dirty="0"/>
            </a:p>
            <a:p>
              <a:pPr marL="171450" indent="-171450">
                <a:lnSpc>
                  <a:spcPct val="150000"/>
                </a:lnSpc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en-US" sz="1200" dirty="0"/>
                <a:t>.…</a:t>
              </a:r>
              <a:r>
                <a:rPr lang="de-DE" sz="1200" dirty="0"/>
                <a:t>.</a:t>
              </a:r>
              <a:endParaRPr lang="de-DE" sz="1200" dirty="0"/>
            </a:p>
          </p:txBody>
        </p:sp>
        <p:sp>
          <p:nvSpPr>
            <p:cNvPr id="23" name="íŝḻîḓé"/>
            <p:cNvSpPr txBox="1"/>
            <p:nvPr/>
          </p:nvSpPr>
          <p:spPr>
            <a:xfrm>
              <a:off x="3893818" y="5211051"/>
              <a:ext cx="7626670" cy="624918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t" anchorCtr="0">
              <a:noAutofit/>
            </a:bodyPr>
            <a:lstStyle/>
            <a:p>
              <a:pPr marL="171450" indent="-171450">
                <a:lnSpc>
                  <a:spcPct val="150000"/>
                </a:lnSpc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en-US" sz="1200" dirty="0"/>
                <a:t>Copy paste fonts. Choose the only option to retain text.</a:t>
              </a:r>
              <a:endParaRPr lang="en-US" sz="1200" dirty="0"/>
            </a:p>
            <a:p>
              <a:pPr marL="171450" indent="-171450">
                <a:lnSpc>
                  <a:spcPct val="150000"/>
                </a:lnSpc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en-US" sz="1200" dirty="0"/>
                <a:t>.…</a:t>
              </a:r>
              <a:r>
                <a:rPr lang="de-DE" sz="1200" dirty="0"/>
                <a:t>.</a:t>
              </a:r>
              <a:endParaRPr lang="de-DE" sz="1200" dirty="0"/>
            </a:p>
          </p:txBody>
        </p:sp>
      </p:grpSp>
      <p:pic>
        <p:nvPicPr>
          <p:cNvPr id="38" name="图片 37" descr="中科大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0600" y="110490"/>
            <a:ext cx="769620" cy="7696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5" name="99f4cb39-d780-4a6d-bc4f-0a1c37094d9f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91075" y="1152525"/>
            <a:ext cx="10829413" cy="4991100"/>
            <a:chOff x="691075" y="1152525"/>
            <a:chExt cx="10829413" cy="4991100"/>
          </a:xfrm>
        </p:grpSpPr>
        <p:sp>
          <p:nvSpPr>
            <p:cNvPr id="6" name="íśḻíḋe"/>
            <p:cNvSpPr/>
            <p:nvPr/>
          </p:nvSpPr>
          <p:spPr>
            <a:xfrm>
              <a:off x="7229237" y="2079000"/>
              <a:ext cx="1943582" cy="4063354"/>
            </a:xfrm>
            <a:prstGeom prst="rect">
              <a:avLst/>
            </a:prstGeom>
            <a:blipFill>
              <a:blip r:embed="rId2"/>
              <a:srcRect/>
              <a:stretch>
                <a:fillRect l="-106897" r="-106897"/>
              </a:stretch>
            </a:blipFill>
            <a:ln w="381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" name="íṩliḍê"/>
            <p:cNvSpPr/>
            <p:nvPr/>
          </p:nvSpPr>
          <p:spPr>
            <a:xfrm>
              <a:off x="5646000" y="3204000"/>
              <a:ext cx="1516436" cy="2938355"/>
            </a:xfrm>
            <a:prstGeom prst="rect">
              <a:avLst/>
            </a:prstGeom>
            <a:blipFill>
              <a:blip r:embed="rId3"/>
              <a:stretch>
                <a:fillRect l="-96123" r="-94527"/>
              </a:stretch>
            </a:blipFill>
            <a:ln w="381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" name="iṩḻíďè"/>
            <p:cNvSpPr/>
            <p:nvPr/>
          </p:nvSpPr>
          <p:spPr>
            <a:xfrm>
              <a:off x="9239620" y="1152525"/>
              <a:ext cx="2280868" cy="4989830"/>
            </a:xfrm>
            <a:prstGeom prst="rect">
              <a:avLst/>
            </a:prstGeom>
            <a:blipFill>
              <a:blip r:embed="rId4"/>
              <a:srcRect/>
              <a:stretch>
                <a:fillRect l="-114077" r="-114077"/>
              </a:stretch>
            </a:blipFill>
            <a:ln w="381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9" name="i$ḻïḑe"/>
            <p:cNvGrpSpPr/>
            <p:nvPr/>
          </p:nvGrpSpPr>
          <p:grpSpPr>
            <a:xfrm>
              <a:off x="691075" y="1202654"/>
              <a:ext cx="4508638" cy="1382273"/>
              <a:chOff x="7013437" y="1202654"/>
              <a:chExt cx="4508638" cy="1382273"/>
            </a:xfrm>
          </p:grpSpPr>
          <p:grpSp>
            <p:nvGrpSpPr>
              <p:cNvPr id="24" name="îšḻíḍe"/>
              <p:cNvGrpSpPr/>
              <p:nvPr/>
            </p:nvGrpSpPr>
            <p:grpSpPr>
              <a:xfrm>
                <a:off x="7013437" y="1321806"/>
                <a:ext cx="814912" cy="814910"/>
                <a:chOff x="683975" y="1866715"/>
                <a:chExt cx="577851" cy="577851"/>
              </a:xfrm>
            </p:grpSpPr>
            <p:sp>
              <p:nvSpPr>
                <p:cNvPr id="27" name="íṥḷíďè"/>
                <p:cNvSpPr/>
                <p:nvPr/>
              </p:nvSpPr>
              <p:spPr>
                <a:xfrm>
                  <a:off x="683975" y="1866715"/>
                  <a:ext cx="577851" cy="57785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1"/>
                </a:solidFill>
                <a:ln w="38100" cap="flat">
                  <a:solidFill>
                    <a:schemeClr val="bg1"/>
                  </a:solidFill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lvl="0">
                    <a:defRPr sz="3200"/>
                  </a:pPr>
                  <a:endParaRPr sz="1600"/>
                </a:p>
              </p:txBody>
            </p:sp>
            <p:sp>
              <p:nvSpPr>
                <p:cNvPr id="28" name="iṧľîḋe"/>
                <p:cNvSpPr/>
                <p:nvPr/>
              </p:nvSpPr>
              <p:spPr>
                <a:xfrm>
                  <a:off x="831997" y="2024253"/>
                  <a:ext cx="281804" cy="262772"/>
                </a:xfrm>
                <a:custGeom>
                  <a:avLst/>
                  <a:gdLst>
                    <a:gd name="T0" fmla="*/ 3958 w 4630"/>
                    <a:gd name="T1" fmla="*/ 1193 h 4324"/>
                    <a:gd name="T2" fmla="*/ 3772 w 4630"/>
                    <a:gd name="T3" fmla="*/ 1223 h 4324"/>
                    <a:gd name="T4" fmla="*/ 3358 w 4630"/>
                    <a:gd name="T5" fmla="*/ 1778 h 4324"/>
                    <a:gd name="T6" fmla="*/ 3055 w 4630"/>
                    <a:gd name="T7" fmla="*/ 1876 h 4324"/>
                    <a:gd name="T8" fmla="*/ 2515 w 4630"/>
                    <a:gd name="T9" fmla="*/ 1484 h 4324"/>
                    <a:gd name="T10" fmla="*/ 2515 w 4630"/>
                    <a:gd name="T11" fmla="*/ 1166 h 4324"/>
                    <a:gd name="T12" fmla="*/ 2915 w 4630"/>
                    <a:gd name="T13" fmla="*/ 600 h 4324"/>
                    <a:gd name="T14" fmla="*/ 2315 w 4630"/>
                    <a:gd name="T15" fmla="*/ 0 h 4324"/>
                    <a:gd name="T16" fmla="*/ 1715 w 4630"/>
                    <a:gd name="T17" fmla="*/ 600 h 4324"/>
                    <a:gd name="T18" fmla="*/ 2115 w 4630"/>
                    <a:gd name="T19" fmla="*/ 1166 h 4324"/>
                    <a:gd name="T20" fmla="*/ 2115 w 4630"/>
                    <a:gd name="T21" fmla="*/ 1484 h 4324"/>
                    <a:gd name="T22" fmla="*/ 1575 w 4630"/>
                    <a:gd name="T23" fmla="*/ 1877 h 4324"/>
                    <a:gd name="T24" fmla="*/ 1273 w 4630"/>
                    <a:gd name="T25" fmla="*/ 1778 h 4324"/>
                    <a:gd name="T26" fmla="*/ 858 w 4630"/>
                    <a:gd name="T27" fmla="*/ 1223 h 4324"/>
                    <a:gd name="T28" fmla="*/ 673 w 4630"/>
                    <a:gd name="T29" fmla="*/ 1193 h 4324"/>
                    <a:gd name="T30" fmla="*/ 102 w 4630"/>
                    <a:gd name="T31" fmla="*/ 1608 h 4324"/>
                    <a:gd name="T32" fmla="*/ 488 w 4630"/>
                    <a:gd name="T33" fmla="*/ 2364 h 4324"/>
                    <a:gd name="T34" fmla="*/ 673 w 4630"/>
                    <a:gd name="T35" fmla="*/ 2394 h 4324"/>
                    <a:gd name="T36" fmla="*/ 1149 w 4630"/>
                    <a:gd name="T37" fmla="*/ 2159 h 4324"/>
                    <a:gd name="T38" fmla="*/ 1452 w 4630"/>
                    <a:gd name="T39" fmla="*/ 2258 h 4324"/>
                    <a:gd name="T40" fmla="*/ 1449 w 4630"/>
                    <a:gd name="T41" fmla="*/ 2327 h 4324"/>
                    <a:gd name="T42" fmla="*/ 1658 w 4630"/>
                    <a:gd name="T43" fmla="*/ 2891 h 4324"/>
                    <a:gd name="T44" fmla="*/ 1471 w 4630"/>
                    <a:gd name="T45" fmla="*/ 3149 h 4324"/>
                    <a:gd name="T46" fmla="*/ 1301 w 4630"/>
                    <a:gd name="T47" fmla="*/ 3124 h 4324"/>
                    <a:gd name="T48" fmla="*/ 815 w 4630"/>
                    <a:gd name="T49" fmla="*/ 3371 h 4324"/>
                    <a:gd name="T50" fmla="*/ 948 w 4630"/>
                    <a:gd name="T51" fmla="*/ 4209 h 4324"/>
                    <a:gd name="T52" fmla="*/ 1300 w 4630"/>
                    <a:gd name="T53" fmla="*/ 4324 h 4324"/>
                    <a:gd name="T54" fmla="*/ 1786 w 4630"/>
                    <a:gd name="T55" fmla="*/ 4077 h 4324"/>
                    <a:gd name="T56" fmla="*/ 1795 w 4630"/>
                    <a:gd name="T57" fmla="*/ 3384 h 4324"/>
                    <a:gd name="T58" fmla="*/ 1981 w 4630"/>
                    <a:gd name="T59" fmla="*/ 3127 h 4324"/>
                    <a:gd name="T60" fmla="*/ 2315 w 4630"/>
                    <a:gd name="T61" fmla="*/ 3194 h 4324"/>
                    <a:gd name="T62" fmla="*/ 2647 w 4630"/>
                    <a:gd name="T63" fmla="*/ 3127 h 4324"/>
                    <a:gd name="T64" fmla="*/ 2836 w 4630"/>
                    <a:gd name="T65" fmla="*/ 3385 h 4324"/>
                    <a:gd name="T66" fmla="*/ 2845 w 4630"/>
                    <a:gd name="T67" fmla="*/ 4077 h 4324"/>
                    <a:gd name="T68" fmla="*/ 3331 w 4630"/>
                    <a:gd name="T69" fmla="*/ 4324 h 4324"/>
                    <a:gd name="T70" fmla="*/ 3331 w 4630"/>
                    <a:gd name="T71" fmla="*/ 4324 h 4324"/>
                    <a:gd name="T72" fmla="*/ 3683 w 4630"/>
                    <a:gd name="T73" fmla="*/ 4209 h 4324"/>
                    <a:gd name="T74" fmla="*/ 3816 w 4630"/>
                    <a:gd name="T75" fmla="*/ 3371 h 4324"/>
                    <a:gd name="T76" fmla="*/ 3330 w 4630"/>
                    <a:gd name="T77" fmla="*/ 3124 h 4324"/>
                    <a:gd name="T78" fmla="*/ 3159 w 4630"/>
                    <a:gd name="T79" fmla="*/ 3149 h 4324"/>
                    <a:gd name="T80" fmla="*/ 2971 w 4630"/>
                    <a:gd name="T81" fmla="*/ 2893 h 4324"/>
                    <a:gd name="T82" fmla="*/ 3182 w 4630"/>
                    <a:gd name="T83" fmla="*/ 2327 h 4324"/>
                    <a:gd name="T84" fmla="*/ 3179 w 4630"/>
                    <a:gd name="T85" fmla="*/ 2257 h 4324"/>
                    <a:gd name="T86" fmla="*/ 3481 w 4630"/>
                    <a:gd name="T87" fmla="*/ 2159 h 4324"/>
                    <a:gd name="T88" fmla="*/ 3957 w 4630"/>
                    <a:gd name="T89" fmla="*/ 2394 h 4324"/>
                    <a:gd name="T90" fmla="*/ 3957 w 4630"/>
                    <a:gd name="T91" fmla="*/ 2394 h 4324"/>
                    <a:gd name="T92" fmla="*/ 4143 w 4630"/>
                    <a:gd name="T93" fmla="*/ 2364 h 4324"/>
                    <a:gd name="T94" fmla="*/ 4528 w 4630"/>
                    <a:gd name="T95" fmla="*/ 1608 h 4324"/>
                    <a:gd name="T96" fmla="*/ 3958 w 4630"/>
                    <a:gd name="T97" fmla="*/ 1193 h 43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4630" h="4324">
                      <a:moveTo>
                        <a:pt x="3958" y="1193"/>
                      </a:moveTo>
                      <a:cubicBezTo>
                        <a:pt x="3895" y="1193"/>
                        <a:pt x="3832" y="1203"/>
                        <a:pt x="3772" y="1223"/>
                      </a:cubicBezTo>
                      <a:cubicBezTo>
                        <a:pt x="3524" y="1304"/>
                        <a:pt x="3364" y="1531"/>
                        <a:pt x="3358" y="1778"/>
                      </a:cubicBezTo>
                      <a:lnTo>
                        <a:pt x="3055" y="1876"/>
                      </a:lnTo>
                      <a:cubicBezTo>
                        <a:pt x="2936" y="1682"/>
                        <a:pt x="2743" y="1538"/>
                        <a:pt x="2515" y="1484"/>
                      </a:cubicBezTo>
                      <a:lnTo>
                        <a:pt x="2515" y="1166"/>
                      </a:lnTo>
                      <a:cubicBezTo>
                        <a:pt x="2748" y="1083"/>
                        <a:pt x="2915" y="861"/>
                        <a:pt x="2915" y="600"/>
                      </a:cubicBezTo>
                      <a:cubicBezTo>
                        <a:pt x="2915" y="270"/>
                        <a:pt x="2646" y="0"/>
                        <a:pt x="2315" y="0"/>
                      </a:cubicBezTo>
                      <a:cubicBezTo>
                        <a:pt x="1984" y="0"/>
                        <a:pt x="1715" y="270"/>
                        <a:pt x="1715" y="600"/>
                      </a:cubicBezTo>
                      <a:cubicBezTo>
                        <a:pt x="1715" y="861"/>
                        <a:pt x="1882" y="1083"/>
                        <a:pt x="2115" y="1166"/>
                      </a:cubicBezTo>
                      <a:lnTo>
                        <a:pt x="2115" y="1484"/>
                      </a:lnTo>
                      <a:cubicBezTo>
                        <a:pt x="1887" y="1538"/>
                        <a:pt x="1694" y="1682"/>
                        <a:pt x="1575" y="1877"/>
                      </a:cubicBezTo>
                      <a:lnTo>
                        <a:pt x="1273" y="1778"/>
                      </a:lnTo>
                      <a:cubicBezTo>
                        <a:pt x="1266" y="1531"/>
                        <a:pt x="1107" y="1304"/>
                        <a:pt x="858" y="1223"/>
                      </a:cubicBezTo>
                      <a:cubicBezTo>
                        <a:pt x="798" y="1203"/>
                        <a:pt x="736" y="1193"/>
                        <a:pt x="673" y="1193"/>
                      </a:cubicBezTo>
                      <a:cubicBezTo>
                        <a:pt x="412" y="1193"/>
                        <a:pt x="183" y="1360"/>
                        <a:pt x="102" y="1608"/>
                      </a:cubicBezTo>
                      <a:cubicBezTo>
                        <a:pt x="0" y="1923"/>
                        <a:pt x="173" y="2262"/>
                        <a:pt x="488" y="2364"/>
                      </a:cubicBezTo>
                      <a:cubicBezTo>
                        <a:pt x="548" y="2384"/>
                        <a:pt x="610" y="2394"/>
                        <a:pt x="673" y="2394"/>
                      </a:cubicBezTo>
                      <a:cubicBezTo>
                        <a:pt x="864" y="2394"/>
                        <a:pt x="1038" y="2304"/>
                        <a:pt x="1149" y="2159"/>
                      </a:cubicBezTo>
                      <a:lnTo>
                        <a:pt x="1452" y="2258"/>
                      </a:lnTo>
                      <a:cubicBezTo>
                        <a:pt x="1450" y="2281"/>
                        <a:pt x="1449" y="2304"/>
                        <a:pt x="1449" y="2327"/>
                      </a:cubicBezTo>
                      <a:cubicBezTo>
                        <a:pt x="1449" y="2542"/>
                        <a:pt x="1528" y="2740"/>
                        <a:pt x="1658" y="2891"/>
                      </a:cubicBezTo>
                      <a:lnTo>
                        <a:pt x="1471" y="3149"/>
                      </a:lnTo>
                      <a:cubicBezTo>
                        <a:pt x="1416" y="3132"/>
                        <a:pt x="1359" y="3124"/>
                        <a:pt x="1301" y="3124"/>
                      </a:cubicBezTo>
                      <a:cubicBezTo>
                        <a:pt x="1109" y="3124"/>
                        <a:pt x="927" y="3216"/>
                        <a:pt x="815" y="3371"/>
                      </a:cubicBezTo>
                      <a:cubicBezTo>
                        <a:pt x="620" y="3639"/>
                        <a:pt x="680" y="4015"/>
                        <a:pt x="948" y="4209"/>
                      </a:cubicBezTo>
                      <a:cubicBezTo>
                        <a:pt x="1051" y="4284"/>
                        <a:pt x="1173" y="4324"/>
                        <a:pt x="1300" y="4324"/>
                      </a:cubicBezTo>
                      <a:cubicBezTo>
                        <a:pt x="1492" y="4324"/>
                        <a:pt x="1673" y="4232"/>
                        <a:pt x="1786" y="4077"/>
                      </a:cubicBezTo>
                      <a:cubicBezTo>
                        <a:pt x="1939" y="3866"/>
                        <a:pt x="1934" y="3588"/>
                        <a:pt x="1795" y="3384"/>
                      </a:cubicBezTo>
                      <a:lnTo>
                        <a:pt x="1981" y="3127"/>
                      </a:lnTo>
                      <a:cubicBezTo>
                        <a:pt x="2084" y="3170"/>
                        <a:pt x="2197" y="3194"/>
                        <a:pt x="2315" y="3194"/>
                      </a:cubicBezTo>
                      <a:cubicBezTo>
                        <a:pt x="2433" y="3194"/>
                        <a:pt x="2545" y="3170"/>
                        <a:pt x="2647" y="3127"/>
                      </a:cubicBezTo>
                      <a:lnTo>
                        <a:pt x="2836" y="3385"/>
                      </a:lnTo>
                      <a:cubicBezTo>
                        <a:pt x="2696" y="3588"/>
                        <a:pt x="2692" y="3866"/>
                        <a:pt x="2845" y="4077"/>
                      </a:cubicBezTo>
                      <a:cubicBezTo>
                        <a:pt x="2957" y="4232"/>
                        <a:pt x="3139" y="4324"/>
                        <a:pt x="3331" y="4324"/>
                      </a:cubicBezTo>
                      <a:lnTo>
                        <a:pt x="3331" y="4324"/>
                      </a:lnTo>
                      <a:cubicBezTo>
                        <a:pt x="3458" y="4324"/>
                        <a:pt x="3580" y="4284"/>
                        <a:pt x="3683" y="4209"/>
                      </a:cubicBezTo>
                      <a:cubicBezTo>
                        <a:pt x="3951" y="4015"/>
                        <a:pt x="4010" y="3639"/>
                        <a:pt x="3816" y="3371"/>
                      </a:cubicBezTo>
                      <a:cubicBezTo>
                        <a:pt x="3703" y="3216"/>
                        <a:pt x="3522" y="3124"/>
                        <a:pt x="3330" y="3124"/>
                      </a:cubicBezTo>
                      <a:cubicBezTo>
                        <a:pt x="3271" y="3124"/>
                        <a:pt x="3214" y="3133"/>
                        <a:pt x="3159" y="3149"/>
                      </a:cubicBezTo>
                      <a:lnTo>
                        <a:pt x="2971" y="2893"/>
                      </a:lnTo>
                      <a:cubicBezTo>
                        <a:pt x="3102" y="2741"/>
                        <a:pt x="3182" y="2543"/>
                        <a:pt x="3182" y="2327"/>
                      </a:cubicBezTo>
                      <a:cubicBezTo>
                        <a:pt x="3182" y="2303"/>
                        <a:pt x="3181" y="2280"/>
                        <a:pt x="3179" y="2257"/>
                      </a:cubicBezTo>
                      <a:lnTo>
                        <a:pt x="3481" y="2159"/>
                      </a:lnTo>
                      <a:cubicBezTo>
                        <a:pt x="3592" y="2304"/>
                        <a:pt x="3766" y="2394"/>
                        <a:pt x="3957" y="2394"/>
                      </a:cubicBezTo>
                      <a:lnTo>
                        <a:pt x="3957" y="2394"/>
                      </a:lnTo>
                      <a:cubicBezTo>
                        <a:pt x="4020" y="2394"/>
                        <a:pt x="4083" y="2384"/>
                        <a:pt x="4143" y="2364"/>
                      </a:cubicBezTo>
                      <a:cubicBezTo>
                        <a:pt x="4458" y="2262"/>
                        <a:pt x="4630" y="1923"/>
                        <a:pt x="4528" y="1608"/>
                      </a:cubicBezTo>
                      <a:cubicBezTo>
                        <a:pt x="4447" y="1360"/>
                        <a:pt x="4218" y="1193"/>
                        <a:pt x="3958" y="119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19050" tIns="19050" rIns="19050" bIns="19050" numCol="1" anchor="ctr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defTabSz="228600"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sz="1500"/>
                </a:p>
              </p:txBody>
            </p:sp>
          </p:grpSp>
          <p:sp>
            <p:nvSpPr>
              <p:cNvPr id="25" name="îşľiḑè"/>
              <p:cNvSpPr/>
              <p:nvPr/>
            </p:nvSpPr>
            <p:spPr bwMode="auto">
              <a:xfrm>
                <a:off x="7899285" y="1615534"/>
                <a:ext cx="3622790" cy="9693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000" dirty="0"/>
                  <a:t>Supporting text here.</a:t>
                </a:r>
                <a:endParaRPr lang="en-US" altLang="zh-CN" sz="10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000" dirty="0"/>
                  <a:t>When you copy &amp; paste, choose "keep text only" option.</a:t>
                </a:r>
                <a:endParaRPr lang="en-US" altLang="zh-CN" sz="1000" dirty="0"/>
              </a:p>
            </p:txBody>
          </p:sp>
          <p:sp>
            <p:nvSpPr>
              <p:cNvPr id="26" name="î$liďê"/>
              <p:cNvSpPr txBox="1"/>
              <p:nvPr/>
            </p:nvSpPr>
            <p:spPr bwMode="auto">
              <a:xfrm>
                <a:off x="7899285" y="1202654"/>
                <a:ext cx="3622790" cy="4128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/>
                  <a:t>01.Text here</a:t>
                </a:r>
                <a:endParaRPr lang="en-US" altLang="zh-CN" sz="1800" b="1" dirty="0"/>
              </a:p>
            </p:txBody>
          </p:sp>
        </p:grpSp>
        <p:grpSp>
          <p:nvGrpSpPr>
            <p:cNvPr id="10" name="îšľïďê"/>
            <p:cNvGrpSpPr/>
            <p:nvPr/>
          </p:nvGrpSpPr>
          <p:grpSpPr>
            <a:xfrm>
              <a:off x="691075" y="2982003"/>
              <a:ext cx="4508638" cy="1382273"/>
              <a:chOff x="7013437" y="1202654"/>
              <a:chExt cx="4508638" cy="1382273"/>
            </a:xfrm>
          </p:grpSpPr>
          <p:grpSp>
            <p:nvGrpSpPr>
              <p:cNvPr id="19" name="îṧḷïďe"/>
              <p:cNvGrpSpPr/>
              <p:nvPr/>
            </p:nvGrpSpPr>
            <p:grpSpPr>
              <a:xfrm>
                <a:off x="7013437" y="1321806"/>
                <a:ext cx="814912" cy="814910"/>
                <a:chOff x="683975" y="1866715"/>
                <a:chExt cx="577851" cy="577851"/>
              </a:xfrm>
            </p:grpSpPr>
            <p:sp>
              <p:nvSpPr>
                <p:cNvPr id="22" name="iṩḷïḋè"/>
                <p:cNvSpPr/>
                <p:nvPr/>
              </p:nvSpPr>
              <p:spPr>
                <a:xfrm>
                  <a:off x="683975" y="1866715"/>
                  <a:ext cx="577851" cy="57785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2"/>
                </a:solidFill>
                <a:ln w="38100" cap="flat">
                  <a:solidFill>
                    <a:schemeClr val="bg1"/>
                  </a:solidFill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lvl="0">
                    <a:defRPr sz="3200"/>
                  </a:pPr>
                  <a:endParaRPr sz="1600"/>
                </a:p>
              </p:txBody>
            </p:sp>
            <p:sp>
              <p:nvSpPr>
                <p:cNvPr id="23" name="íSļïde"/>
                <p:cNvSpPr/>
                <p:nvPr/>
              </p:nvSpPr>
              <p:spPr>
                <a:xfrm>
                  <a:off x="831997" y="2024253"/>
                  <a:ext cx="281804" cy="262772"/>
                </a:xfrm>
                <a:custGeom>
                  <a:avLst/>
                  <a:gdLst>
                    <a:gd name="T0" fmla="*/ 3958 w 4630"/>
                    <a:gd name="T1" fmla="*/ 1193 h 4324"/>
                    <a:gd name="T2" fmla="*/ 3772 w 4630"/>
                    <a:gd name="T3" fmla="*/ 1223 h 4324"/>
                    <a:gd name="T4" fmla="*/ 3358 w 4630"/>
                    <a:gd name="T5" fmla="*/ 1778 h 4324"/>
                    <a:gd name="T6" fmla="*/ 3055 w 4630"/>
                    <a:gd name="T7" fmla="*/ 1876 h 4324"/>
                    <a:gd name="T8" fmla="*/ 2515 w 4630"/>
                    <a:gd name="T9" fmla="*/ 1484 h 4324"/>
                    <a:gd name="T10" fmla="*/ 2515 w 4630"/>
                    <a:gd name="T11" fmla="*/ 1166 h 4324"/>
                    <a:gd name="T12" fmla="*/ 2915 w 4630"/>
                    <a:gd name="T13" fmla="*/ 600 h 4324"/>
                    <a:gd name="T14" fmla="*/ 2315 w 4630"/>
                    <a:gd name="T15" fmla="*/ 0 h 4324"/>
                    <a:gd name="T16" fmla="*/ 1715 w 4630"/>
                    <a:gd name="T17" fmla="*/ 600 h 4324"/>
                    <a:gd name="T18" fmla="*/ 2115 w 4630"/>
                    <a:gd name="T19" fmla="*/ 1166 h 4324"/>
                    <a:gd name="T20" fmla="*/ 2115 w 4630"/>
                    <a:gd name="T21" fmla="*/ 1484 h 4324"/>
                    <a:gd name="T22" fmla="*/ 1575 w 4630"/>
                    <a:gd name="T23" fmla="*/ 1877 h 4324"/>
                    <a:gd name="T24" fmla="*/ 1273 w 4630"/>
                    <a:gd name="T25" fmla="*/ 1778 h 4324"/>
                    <a:gd name="T26" fmla="*/ 858 w 4630"/>
                    <a:gd name="T27" fmla="*/ 1223 h 4324"/>
                    <a:gd name="T28" fmla="*/ 673 w 4630"/>
                    <a:gd name="T29" fmla="*/ 1193 h 4324"/>
                    <a:gd name="T30" fmla="*/ 102 w 4630"/>
                    <a:gd name="T31" fmla="*/ 1608 h 4324"/>
                    <a:gd name="T32" fmla="*/ 488 w 4630"/>
                    <a:gd name="T33" fmla="*/ 2364 h 4324"/>
                    <a:gd name="T34" fmla="*/ 673 w 4630"/>
                    <a:gd name="T35" fmla="*/ 2394 h 4324"/>
                    <a:gd name="T36" fmla="*/ 1149 w 4630"/>
                    <a:gd name="T37" fmla="*/ 2159 h 4324"/>
                    <a:gd name="T38" fmla="*/ 1452 w 4630"/>
                    <a:gd name="T39" fmla="*/ 2258 h 4324"/>
                    <a:gd name="T40" fmla="*/ 1449 w 4630"/>
                    <a:gd name="T41" fmla="*/ 2327 h 4324"/>
                    <a:gd name="T42" fmla="*/ 1658 w 4630"/>
                    <a:gd name="T43" fmla="*/ 2891 h 4324"/>
                    <a:gd name="T44" fmla="*/ 1471 w 4630"/>
                    <a:gd name="T45" fmla="*/ 3149 h 4324"/>
                    <a:gd name="T46" fmla="*/ 1301 w 4630"/>
                    <a:gd name="T47" fmla="*/ 3124 h 4324"/>
                    <a:gd name="T48" fmla="*/ 815 w 4630"/>
                    <a:gd name="T49" fmla="*/ 3371 h 4324"/>
                    <a:gd name="T50" fmla="*/ 948 w 4630"/>
                    <a:gd name="T51" fmla="*/ 4209 h 4324"/>
                    <a:gd name="T52" fmla="*/ 1300 w 4630"/>
                    <a:gd name="T53" fmla="*/ 4324 h 4324"/>
                    <a:gd name="T54" fmla="*/ 1786 w 4630"/>
                    <a:gd name="T55" fmla="*/ 4077 h 4324"/>
                    <a:gd name="T56" fmla="*/ 1795 w 4630"/>
                    <a:gd name="T57" fmla="*/ 3384 h 4324"/>
                    <a:gd name="T58" fmla="*/ 1981 w 4630"/>
                    <a:gd name="T59" fmla="*/ 3127 h 4324"/>
                    <a:gd name="T60" fmla="*/ 2315 w 4630"/>
                    <a:gd name="T61" fmla="*/ 3194 h 4324"/>
                    <a:gd name="T62" fmla="*/ 2647 w 4630"/>
                    <a:gd name="T63" fmla="*/ 3127 h 4324"/>
                    <a:gd name="T64" fmla="*/ 2836 w 4630"/>
                    <a:gd name="T65" fmla="*/ 3385 h 4324"/>
                    <a:gd name="T66" fmla="*/ 2845 w 4630"/>
                    <a:gd name="T67" fmla="*/ 4077 h 4324"/>
                    <a:gd name="T68" fmla="*/ 3331 w 4630"/>
                    <a:gd name="T69" fmla="*/ 4324 h 4324"/>
                    <a:gd name="T70" fmla="*/ 3331 w 4630"/>
                    <a:gd name="T71" fmla="*/ 4324 h 4324"/>
                    <a:gd name="T72" fmla="*/ 3683 w 4630"/>
                    <a:gd name="T73" fmla="*/ 4209 h 4324"/>
                    <a:gd name="T74" fmla="*/ 3816 w 4630"/>
                    <a:gd name="T75" fmla="*/ 3371 h 4324"/>
                    <a:gd name="T76" fmla="*/ 3330 w 4630"/>
                    <a:gd name="T77" fmla="*/ 3124 h 4324"/>
                    <a:gd name="T78" fmla="*/ 3159 w 4630"/>
                    <a:gd name="T79" fmla="*/ 3149 h 4324"/>
                    <a:gd name="T80" fmla="*/ 2971 w 4630"/>
                    <a:gd name="T81" fmla="*/ 2893 h 4324"/>
                    <a:gd name="T82" fmla="*/ 3182 w 4630"/>
                    <a:gd name="T83" fmla="*/ 2327 h 4324"/>
                    <a:gd name="T84" fmla="*/ 3179 w 4630"/>
                    <a:gd name="T85" fmla="*/ 2257 h 4324"/>
                    <a:gd name="T86" fmla="*/ 3481 w 4630"/>
                    <a:gd name="T87" fmla="*/ 2159 h 4324"/>
                    <a:gd name="T88" fmla="*/ 3957 w 4630"/>
                    <a:gd name="T89" fmla="*/ 2394 h 4324"/>
                    <a:gd name="T90" fmla="*/ 3957 w 4630"/>
                    <a:gd name="T91" fmla="*/ 2394 h 4324"/>
                    <a:gd name="T92" fmla="*/ 4143 w 4630"/>
                    <a:gd name="T93" fmla="*/ 2364 h 4324"/>
                    <a:gd name="T94" fmla="*/ 4528 w 4630"/>
                    <a:gd name="T95" fmla="*/ 1608 h 4324"/>
                    <a:gd name="T96" fmla="*/ 3958 w 4630"/>
                    <a:gd name="T97" fmla="*/ 1193 h 43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4630" h="4324">
                      <a:moveTo>
                        <a:pt x="3958" y="1193"/>
                      </a:moveTo>
                      <a:cubicBezTo>
                        <a:pt x="3895" y="1193"/>
                        <a:pt x="3832" y="1203"/>
                        <a:pt x="3772" y="1223"/>
                      </a:cubicBezTo>
                      <a:cubicBezTo>
                        <a:pt x="3524" y="1304"/>
                        <a:pt x="3364" y="1531"/>
                        <a:pt x="3358" y="1778"/>
                      </a:cubicBezTo>
                      <a:lnTo>
                        <a:pt x="3055" y="1876"/>
                      </a:lnTo>
                      <a:cubicBezTo>
                        <a:pt x="2936" y="1682"/>
                        <a:pt x="2743" y="1538"/>
                        <a:pt x="2515" y="1484"/>
                      </a:cubicBezTo>
                      <a:lnTo>
                        <a:pt x="2515" y="1166"/>
                      </a:lnTo>
                      <a:cubicBezTo>
                        <a:pt x="2748" y="1083"/>
                        <a:pt x="2915" y="861"/>
                        <a:pt x="2915" y="600"/>
                      </a:cubicBezTo>
                      <a:cubicBezTo>
                        <a:pt x="2915" y="270"/>
                        <a:pt x="2646" y="0"/>
                        <a:pt x="2315" y="0"/>
                      </a:cubicBezTo>
                      <a:cubicBezTo>
                        <a:pt x="1984" y="0"/>
                        <a:pt x="1715" y="270"/>
                        <a:pt x="1715" y="600"/>
                      </a:cubicBezTo>
                      <a:cubicBezTo>
                        <a:pt x="1715" y="861"/>
                        <a:pt x="1882" y="1083"/>
                        <a:pt x="2115" y="1166"/>
                      </a:cubicBezTo>
                      <a:lnTo>
                        <a:pt x="2115" y="1484"/>
                      </a:lnTo>
                      <a:cubicBezTo>
                        <a:pt x="1887" y="1538"/>
                        <a:pt x="1694" y="1682"/>
                        <a:pt x="1575" y="1877"/>
                      </a:cubicBezTo>
                      <a:lnTo>
                        <a:pt x="1273" y="1778"/>
                      </a:lnTo>
                      <a:cubicBezTo>
                        <a:pt x="1266" y="1531"/>
                        <a:pt x="1107" y="1304"/>
                        <a:pt x="858" y="1223"/>
                      </a:cubicBezTo>
                      <a:cubicBezTo>
                        <a:pt x="798" y="1203"/>
                        <a:pt x="736" y="1193"/>
                        <a:pt x="673" y="1193"/>
                      </a:cubicBezTo>
                      <a:cubicBezTo>
                        <a:pt x="412" y="1193"/>
                        <a:pt x="183" y="1360"/>
                        <a:pt x="102" y="1608"/>
                      </a:cubicBezTo>
                      <a:cubicBezTo>
                        <a:pt x="0" y="1923"/>
                        <a:pt x="173" y="2262"/>
                        <a:pt x="488" y="2364"/>
                      </a:cubicBezTo>
                      <a:cubicBezTo>
                        <a:pt x="548" y="2384"/>
                        <a:pt x="610" y="2394"/>
                        <a:pt x="673" y="2394"/>
                      </a:cubicBezTo>
                      <a:cubicBezTo>
                        <a:pt x="864" y="2394"/>
                        <a:pt x="1038" y="2304"/>
                        <a:pt x="1149" y="2159"/>
                      </a:cubicBezTo>
                      <a:lnTo>
                        <a:pt x="1452" y="2258"/>
                      </a:lnTo>
                      <a:cubicBezTo>
                        <a:pt x="1450" y="2281"/>
                        <a:pt x="1449" y="2304"/>
                        <a:pt x="1449" y="2327"/>
                      </a:cubicBezTo>
                      <a:cubicBezTo>
                        <a:pt x="1449" y="2542"/>
                        <a:pt x="1528" y="2740"/>
                        <a:pt x="1658" y="2891"/>
                      </a:cubicBezTo>
                      <a:lnTo>
                        <a:pt x="1471" y="3149"/>
                      </a:lnTo>
                      <a:cubicBezTo>
                        <a:pt x="1416" y="3132"/>
                        <a:pt x="1359" y="3124"/>
                        <a:pt x="1301" y="3124"/>
                      </a:cubicBezTo>
                      <a:cubicBezTo>
                        <a:pt x="1109" y="3124"/>
                        <a:pt x="927" y="3216"/>
                        <a:pt x="815" y="3371"/>
                      </a:cubicBezTo>
                      <a:cubicBezTo>
                        <a:pt x="620" y="3639"/>
                        <a:pt x="680" y="4015"/>
                        <a:pt x="948" y="4209"/>
                      </a:cubicBezTo>
                      <a:cubicBezTo>
                        <a:pt x="1051" y="4284"/>
                        <a:pt x="1173" y="4324"/>
                        <a:pt x="1300" y="4324"/>
                      </a:cubicBezTo>
                      <a:cubicBezTo>
                        <a:pt x="1492" y="4324"/>
                        <a:pt x="1673" y="4232"/>
                        <a:pt x="1786" y="4077"/>
                      </a:cubicBezTo>
                      <a:cubicBezTo>
                        <a:pt x="1939" y="3866"/>
                        <a:pt x="1934" y="3588"/>
                        <a:pt x="1795" y="3384"/>
                      </a:cubicBezTo>
                      <a:lnTo>
                        <a:pt x="1981" y="3127"/>
                      </a:lnTo>
                      <a:cubicBezTo>
                        <a:pt x="2084" y="3170"/>
                        <a:pt x="2197" y="3194"/>
                        <a:pt x="2315" y="3194"/>
                      </a:cubicBezTo>
                      <a:cubicBezTo>
                        <a:pt x="2433" y="3194"/>
                        <a:pt x="2545" y="3170"/>
                        <a:pt x="2647" y="3127"/>
                      </a:cubicBezTo>
                      <a:lnTo>
                        <a:pt x="2836" y="3385"/>
                      </a:lnTo>
                      <a:cubicBezTo>
                        <a:pt x="2696" y="3588"/>
                        <a:pt x="2692" y="3866"/>
                        <a:pt x="2845" y="4077"/>
                      </a:cubicBezTo>
                      <a:cubicBezTo>
                        <a:pt x="2957" y="4232"/>
                        <a:pt x="3139" y="4324"/>
                        <a:pt x="3331" y="4324"/>
                      </a:cubicBezTo>
                      <a:lnTo>
                        <a:pt x="3331" y="4324"/>
                      </a:lnTo>
                      <a:cubicBezTo>
                        <a:pt x="3458" y="4324"/>
                        <a:pt x="3580" y="4284"/>
                        <a:pt x="3683" y="4209"/>
                      </a:cubicBezTo>
                      <a:cubicBezTo>
                        <a:pt x="3951" y="4015"/>
                        <a:pt x="4010" y="3639"/>
                        <a:pt x="3816" y="3371"/>
                      </a:cubicBezTo>
                      <a:cubicBezTo>
                        <a:pt x="3703" y="3216"/>
                        <a:pt x="3522" y="3124"/>
                        <a:pt x="3330" y="3124"/>
                      </a:cubicBezTo>
                      <a:cubicBezTo>
                        <a:pt x="3271" y="3124"/>
                        <a:pt x="3214" y="3133"/>
                        <a:pt x="3159" y="3149"/>
                      </a:cubicBezTo>
                      <a:lnTo>
                        <a:pt x="2971" y="2893"/>
                      </a:lnTo>
                      <a:cubicBezTo>
                        <a:pt x="3102" y="2741"/>
                        <a:pt x="3182" y="2543"/>
                        <a:pt x="3182" y="2327"/>
                      </a:cubicBezTo>
                      <a:cubicBezTo>
                        <a:pt x="3182" y="2303"/>
                        <a:pt x="3181" y="2280"/>
                        <a:pt x="3179" y="2257"/>
                      </a:cubicBezTo>
                      <a:lnTo>
                        <a:pt x="3481" y="2159"/>
                      </a:lnTo>
                      <a:cubicBezTo>
                        <a:pt x="3592" y="2304"/>
                        <a:pt x="3766" y="2394"/>
                        <a:pt x="3957" y="2394"/>
                      </a:cubicBezTo>
                      <a:lnTo>
                        <a:pt x="3957" y="2394"/>
                      </a:lnTo>
                      <a:cubicBezTo>
                        <a:pt x="4020" y="2394"/>
                        <a:pt x="4083" y="2384"/>
                        <a:pt x="4143" y="2364"/>
                      </a:cubicBezTo>
                      <a:cubicBezTo>
                        <a:pt x="4458" y="2262"/>
                        <a:pt x="4630" y="1923"/>
                        <a:pt x="4528" y="1608"/>
                      </a:cubicBezTo>
                      <a:cubicBezTo>
                        <a:pt x="4447" y="1360"/>
                        <a:pt x="4218" y="1193"/>
                        <a:pt x="3958" y="119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19050" tIns="19050" rIns="19050" bIns="19050" numCol="1" anchor="ctr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defTabSz="228600"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sz="1500"/>
                </a:p>
              </p:txBody>
            </p:sp>
          </p:grpSp>
          <p:sp>
            <p:nvSpPr>
              <p:cNvPr id="20" name="îşľîḋè"/>
              <p:cNvSpPr/>
              <p:nvPr/>
            </p:nvSpPr>
            <p:spPr bwMode="auto">
              <a:xfrm>
                <a:off x="7899285" y="1615534"/>
                <a:ext cx="3622790" cy="9693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000" dirty="0"/>
                  <a:t>Supporting text here.</a:t>
                </a:r>
                <a:endParaRPr lang="en-US" altLang="zh-CN" sz="10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000" dirty="0"/>
                  <a:t>When you copy &amp; paste, choose "keep text only" option.</a:t>
                </a:r>
                <a:endParaRPr lang="en-US" altLang="zh-CN" sz="1000" dirty="0"/>
              </a:p>
            </p:txBody>
          </p:sp>
          <p:sp>
            <p:nvSpPr>
              <p:cNvPr id="21" name="îŝliḑè"/>
              <p:cNvSpPr txBox="1"/>
              <p:nvPr/>
            </p:nvSpPr>
            <p:spPr bwMode="auto">
              <a:xfrm>
                <a:off x="7899285" y="1202654"/>
                <a:ext cx="3622790" cy="4128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/>
                  <a:t>02.Text here</a:t>
                </a:r>
                <a:endParaRPr lang="en-US" altLang="zh-CN" sz="1800" b="1" dirty="0"/>
              </a:p>
            </p:txBody>
          </p:sp>
        </p:grpSp>
        <p:grpSp>
          <p:nvGrpSpPr>
            <p:cNvPr id="11" name="ïṥliḑe"/>
            <p:cNvGrpSpPr/>
            <p:nvPr/>
          </p:nvGrpSpPr>
          <p:grpSpPr>
            <a:xfrm>
              <a:off x="691075" y="4761352"/>
              <a:ext cx="4508638" cy="1382273"/>
              <a:chOff x="7013437" y="1202654"/>
              <a:chExt cx="4508638" cy="1382273"/>
            </a:xfrm>
          </p:grpSpPr>
          <p:grpSp>
            <p:nvGrpSpPr>
              <p:cNvPr id="14" name="î$ļíḍè"/>
              <p:cNvGrpSpPr/>
              <p:nvPr/>
            </p:nvGrpSpPr>
            <p:grpSpPr>
              <a:xfrm>
                <a:off x="7013437" y="1321806"/>
                <a:ext cx="814912" cy="814910"/>
                <a:chOff x="683975" y="1866715"/>
                <a:chExt cx="577851" cy="577851"/>
              </a:xfrm>
            </p:grpSpPr>
            <p:sp>
              <p:nvSpPr>
                <p:cNvPr id="17" name="íSḻíḑé"/>
                <p:cNvSpPr/>
                <p:nvPr/>
              </p:nvSpPr>
              <p:spPr>
                <a:xfrm>
                  <a:off x="683975" y="1866715"/>
                  <a:ext cx="577851" cy="57785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3"/>
                </a:solidFill>
                <a:ln w="38100" cap="flat">
                  <a:solidFill>
                    <a:schemeClr val="bg1"/>
                  </a:solidFill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lvl="0">
                    <a:defRPr sz="3200"/>
                  </a:pPr>
                  <a:endParaRPr sz="1600"/>
                </a:p>
              </p:txBody>
            </p:sp>
            <p:sp>
              <p:nvSpPr>
                <p:cNvPr id="18" name="i$ļïḋè"/>
                <p:cNvSpPr/>
                <p:nvPr/>
              </p:nvSpPr>
              <p:spPr>
                <a:xfrm>
                  <a:off x="831997" y="2024253"/>
                  <a:ext cx="281804" cy="262772"/>
                </a:xfrm>
                <a:custGeom>
                  <a:avLst/>
                  <a:gdLst>
                    <a:gd name="T0" fmla="*/ 3958 w 4630"/>
                    <a:gd name="T1" fmla="*/ 1193 h 4324"/>
                    <a:gd name="T2" fmla="*/ 3772 w 4630"/>
                    <a:gd name="T3" fmla="*/ 1223 h 4324"/>
                    <a:gd name="T4" fmla="*/ 3358 w 4630"/>
                    <a:gd name="T5" fmla="*/ 1778 h 4324"/>
                    <a:gd name="T6" fmla="*/ 3055 w 4630"/>
                    <a:gd name="T7" fmla="*/ 1876 h 4324"/>
                    <a:gd name="T8" fmla="*/ 2515 w 4630"/>
                    <a:gd name="T9" fmla="*/ 1484 h 4324"/>
                    <a:gd name="T10" fmla="*/ 2515 w 4630"/>
                    <a:gd name="T11" fmla="*/ 1166 h 4324"/>
                    <a:gd name="T12" fmla="*/ 2915 w 4630"/>
                    <a:gd name="T13" fmla="*/ 600 h 4324"/>
                    <a:gd name="T14" fmla="*/ 2315 w 4630"/>
                    <a:gd name="T15" fmla="*/ 0 h 4324"/>
                    <a:gd name="T16" fmla="*/ 1715 w 4630"/>
                    <a:gd name="T17" fmla="*/ 600 h 4324"/>
                    <a:gd name="T18" fmla="*/ 2115 w 4630"/>
                    <a:gd name="T19" fmla="*/ 1166 h 4324"/>
                    <a:gd name="T20" fmla="*/ 2115 w 4630"/>
                    <a:gd name="T21" fmla="*/ 1484 h 4324"/>
                    <a:gd name="T22" fmla="*/ 1575 w 4630"/>
                    <a:gd name="T23" fmla="*/ 1877 h 4324"/>
                    <a:gd name="T24" fmla="*/ 1273 w 4630"/>
                    <a:gd name="T25" fmla="*/ 1778 h 4324"/>
                    <a:gd name="T26" fmla="*/ 858 w 4630"/>
                    <a:gd name="T27" fmla="*/ 1223 h 4324"/>
                    <a:gd name="T28" fmla="*/ 673 w 4630"/>
                    <a:gd name="T29" fmla="*/ 1193 h 4324"/>
                    <a:gd name="T30" fmla="*/ 102 w 4630"/>
                    <a:gd name="T31" fmla="*/ 1608 h 4324"/>
                    <a:gd name="T32" fmla="*/ 488 w 4630"/>
                    <a:gd name="T33" fmla="*/ 2364 h 4324"/>
                    <a:gd name="T34" fmla="*/ 673 w 4630"/>
                    <a:gd name="T35" fmla="*/ 2394 h 4324"/>
                    <a:gd name="T36" fmla="*/ 1149 w 4630"/>
                    <a:gd name="T37" fmla="*/ 2159 h 4324"/>
                    <a:gd name="T38" fmla="*/ 1452 w 4630"/>
                    <a:gd name="T39" fmla="*/ 2258 h 4324"/>
                    <a:gd name="T40" fmla="*/ 1449 w 4630"/>
                    <a:gd name="T41" fmla="*/ 2327 h 4324"/>
                    <a:gd name="T42" fmla="*/ 1658 w 4630"/>
                    <a:gd name="T43" fmla="*/ 2891 h 4324"/>
                    <a:gd name="T44" fmla="*/ 1471 w 4630"/>
                    <a:gd name="T45" fmla="*/ 3149 h 4324"/>
                    <a:gd name="T46" fmla="*/ 1301 w 4630"/>
                    <a:gd name="T47" fmla="*/ 3124 h 4324"/>
                    <a:gd name="T48" fmla="*/ 815 w 4630"/>
                    <a:gd name="T49" fmla="*/ 3371 h 4324"/>
                    <a:gd name="T50" fmla="*/ 948 w 4630"/>
                    <a:gd name="T51" fmla="*/ 4209 h 4324"/>
                    <a:gd name="T52" fmla="*/ 1300 w 4630"/>
                    <a:gd name="T53" fmla="*/ 4324 h 4324"/>
                    <a:gd name="T54" fmla="*/ 1786 w 4630"/>
                    <a:gd name="T55" fmla="*/ 4077 h 4324"/>
                    <a:gd name="T56" fmla="*/ 1795 w 4630"/>
                    <a:gd name="T57" fmla="*/ 3384 h 4324"/>
                    <a:gd name="T58" fmla="*/ 1981 w 4630"/>
                    <a:gd name="T59" fmla="*/ 3127 h 4324"/>
                    <a:gd name="T60" fmla="*/ 2315 w 4630"/>
                    <a:gd name="T61" fmla="*/ 3194 h 4324"/>
                    <a:gd name="T62" fmla="*/ 2647 w 4630"/>
                    <a:gd name="T63" fmla="*/ 3127 h 4324"/>
                    <a:gd name="T64" fmla="*/ 2836 w 4630"/>
                    <a:gd name="T65" fmla="*/ 3385 h 4324"/>
                    <a:gd name="T66" fmla="*/ 2845 w 4630"/>
                    <a:gd name="T67" fmla="*/ 4077 h 4324"/>
                    <a:gd name="T68" fmla="*/ 3331 w 4630"/>
                    <a:gd name="T69" fmla="*/ 4324 h 4324"/>
                    <a:gd name="T70" fmla="*/ 3331 w 4630"/>
                    <a:gd name="T71" fmla="*/ 4324 h 4324"/>
                    <a:gd name="T72" fmla="*/ 3683 w 4630"/>
                    <a:gd name="T73" fmla="*/ 4209 h 4324"/>
                    <a:gd name="T74" fmla="*/ 3816 w 4630"/>
                    <a:gd name="T75" fmla="*/ 3371 h 4324"/>
                    <a:gd name="T76" fmla="*/ 3330 w 4630"/>
                    <a:gd name="T77" fmla="*/ 3124 h 4324"/>
                    <a:gd name="T78" fmla="*/ 3159 w 4630"/>
                    <a:gd name="T79" fmla="*/ 3149 h 4324"/>
                    <a:gd name="T80" fmla="*/ 2971 w 4630"/>
                    <a:gd name="T81" fmla="*/ 2893 h 4324"/>
                    <a:gd name="T82" fmla="*/ 3182 w 4630"/>
                    <a:gd name="T83" fmla="*/ 2327 h 4324"/>
                    <a:gd name="T84" fmla="*/ 3179 w 4630"/>
                    <a:gd name="T85" fmla="*/ 2257 h 4324"/>
                    <a:gd name="T86" fmla="*/ 3481 w 4630"/>
                    <a:gd name="T87" fmla="*/ 2159 h 4324"/>
                    <a:gd name="T88" fmla="*/ 3957 w 4630"/>
                    <a:gd name="T89" fmla="*/ 2394 h 4324"/>
                    <a:gd name="T90" fmla="*/ 3957 w 4630"/>
                    <a:gd name="T91" fmla="*/ 2394 h 4324"/>
                    <a:gd name="T92" fmla="*/ 4143 w 4630"/>
                    <a:gd name="T93" fmla="*/ 2364 h 4324"/>
                    <a:gd name="T94" fmla="*/ 4528 w 4630"/>
                    <a:gd name="T95" fmla="*/ 1608 h 4324"/>
                    <a:gd name="T96" fmla="*/ 3958 w 4630"/>
                    <a:gd name="T97" fmla="*/ 1193 h 43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4630" h="4324">
                      <a:moveTo>
                        <a:pt x="3958" y="1193"/>
                      </a:moveTo>
                      <a:cubicBezTo>
                        <a:pt x="3895" y="1193"/>
                        <a:pt x="3832" y="1203"/>
                        <a:pt x="3772" y="1223"/>
                      </a:cubicBezTo>
                      <a:cubicBezTo>
                        <a:pt x="3524" y="1304"/>
                        <a:pt x="3364" y="1531"/>
                        <a:pt x="3358" y="1778"/>
                      </a:cubicBezTo>
                      <a:lnTo>
                        <a:pt x="3055" y="1876"/>
                      </a:lnTo>
                      <a:cubicBezTo>
                        <a:pt x="2936" y="1682"/>
                        <a:pt x="2743" y="1538"/>
                        <a:pt x="2515" y="1484"/>
                      </a:cubicBezTo>
                      <a:lnTo>
                        <a:pt x="2515" y="1166"/>
                      </a:lnTo>
                      <a:cubicBezTo>
                        <a:pt x="2748" y="1083"/>
                        <a:pt x="2915" y="861"/>
                        <a:pt x="2915" y="600"/>
                      </a:cubicBezTo>
                      <a:cubicBezTo>
                        <a:pt x="2915" y="270"/>
                        <a:pt x="2646" y="0"/>
                        <a:pt x="2315" y="0"/>
                      </a:cubicBezTo>
                      <a:cubicBezTo>
                        <a:pt x="1984" y="0"/>
                        <a:pt x="1715" y="270"/>
                        <a:pt x="1715" y="600"/>
                      </a:cubicBezTo>
                      <a:cubicBezTo>
                        <a:pt x="1715" y="861"/>
                        <a:pt x="1882" y="1083"/>
                        <a:pt x="2115" y="1166"/>
                      </a:cubicBezTo>
                      <a:lnTo>
                        <a:pt x="2115" y="1484"/>
                      </a:lnTo>
                      <a:cubicBezTo>
                        <a:pt x="1887" y="1538"/>
                        <a:pt x="1694" y="1682"/>
                        <a:pt x="1575" y="1877"/>
                      </a:cubicBezTo>
                      <a:lnTo>
                        <a:pt x="1273" y="1778"/>
                      </a:lnTo>
                      <a:cubicBezTo>
                        <a:pt x="1266" y="1531"/>
                        <a:pt x="1107" y="1304"/>
                        <a:pt x="858" y="1223"/>
                      </a:cubicBezTo>
                      <a:cubicBezTo>
                        <a:pt x="798" y="1203"/>
                        <a:pt x="736" y="1193"/>
                        <a:pt x="673" y="1193"/>
                      </a:cubicBezTo>
                      <a:cubicBezTo>
                        <a:pt x="412" y="1193"/>
                        <a:pt x="183" y="1360"/>
                        <a:pt x="102" y="1608"/>
                      </a:cubicBezTo>
                      <a:cubicBezTo>
                        <a:pt x="0" y="1923"/>
                        <a:pt x="173" y="2262"/>
                        <a:pt x="488" y="2364"/>
                      </a:cubicBezTo>
                      <a:cubicBezTo>
                        <a:pt x="548" y="2384"/>
                        <a:pt x="610" y="2394"/>
                        <a:pt x="673" y="2394"/>
                      </a:cubicBezTo>
                      <a:cubicBezTo>
                        <a:pt x="864" y="2394"/>
                        <a:pt x="1038" y="2304"/>
                        <a:pt x="1149" y="2159"/>
                      </a:cubicBezTo>
                      <a:lnTo>
                        <a:pt x="1452" y="2258"/>
                      </a:lnTo>
                      <a:cubicBezTo>
                        <a:pt x="1450" y="2281"/>
                        <a:pt x="1449" y="2304"/>
                        <a:pt x="1449" y="2327"/>
                      </a:cubicBezTo>
                      <a:cubicBezTo>
                        <a:pt x="1449" y="2542"/>
                        <a:pt x="1528" y="2740"/>
                        <a:pt x="1658" y="2891"/>
                      </a:cubicBezTo>
                      <a:lnTo>
                        <a:pt x="1471" y="3149"/>
                      </a:lnTo>
                      <a:cubicBezTo>
                        <a:pt x="1416" y="3132"/>
                        <a:pt x="1359" y="3124"/>
                        <a:pt x="1301" y="3124"/>
                      </a:cubicBezTo>
                      <a:cubicBezTo>
                        <a:pt x="1109" y="3124"/>
                        <a:pt x="927" y="3216"/>
                        <a:pt x="815" y="3371"/>
                      </a:cubicBezTo>
                      <a:cubicBezTo>
                        <a:pt x="620" y="3639"/>
                        <a:pt x="680" y="4015"/>
                        <a:pt x="948" y="4209"/>
                      </a:cubicBezTo>
                      <a:cubicBezTo>
                        <a:pt x="1051" y="4284"/>
                        <a:pt x="1173" y="4324"/>
                        <a:pt x="1300" y="4324"/>
                      </a:cubicBezTo>
                      <a:cubicBezTo>
                        <a:pt x="1492" y="4324"/>
                        <a:pt x="1673" y="4232"/>
                        <a:pt x="1786" y="4077"/>
                      </a:cubicBezTo>
                      <a:cubicBezTo>
                        <a:pt x="1939" y="3866"/>
                        <a:pt x="1934" y="3588"/>
                        <a:pt x="1795" y="3384"/>
                      </a:cubicBezTo>
                      <a:lnTo>
                        <a:pt x="1981" y="3127"/>
                      </a:lnTo>
                      <a:cubicBezTo>
                        <a:pt x="2084" y="3170"/>
                        <a:pt x="2197" y="3194"/>
                        <a:pt x="2315" y="3194"/>
                      </a:cubicBezTo>
                      <a:cubicBezTo>
                        <a:pt x="2433" y="3194"/>
                        <a:pt x="2545" y="3170"/>
                        <a:pt x="2647" y="3127"/>
                      </a:cubicBezTo>
                      <a:lnTo>
                        <a:pt x="2836" y="3385"/>
                      </a:lnTo>
                      <a:cubicBezTo>
                        <a:pt x="2696" y="3588"/>
                        <a:pt x="2692" y="3866"/>
                        <a:pt x="2845" y="4077"/>
                      </a:cubicBezTo>
                      <a:cubicBezTo>
                        <a:pt x="2957" y="4232"/>
                        <a:pt x="3139" y="4324"/>
                        <a:pt x="3331" y="4324"/>
                      </a:cubicBezTo>
                      <a:lnTo>
                        <a:pt x="3331" y="4324"/>
                      </a:lnTo>
                      <a:cubicBezTo>
                        <a:pt x="3458" y="4324"/>
                        <a:pt x="3580" y="4284"/>
                        <a:pt x="3683" y="4209"/>
                      </a:cubicBezTo>
                      <a:cubicBezTo>
                        <a:pt x="3951" y="4015"/>
                        <a:pt x="4010" y="3639"/>
                        <a:pt x="3816" y="3371"/>
                      </a:cubicBezTo>
                      <a:cubicBezTo>
                        <a:pt x="3703" y="3216"/>
                        <a:pt x="3522" y="3124"/>
                        <a:pt x="3330" y="3124"/>
                      </a:cubicBezTo>
                      <a:cubicBezTo>
                        <a:pt x="3271" y="3124"/>
                        <a:pt x="3214" y="3133"/>
                        <a:pt x="3159" y="3149"/>
                      </a:cubicBezTo>
                      <a:lnTo>
                        <a:pt x="2971" y="2893"/>
                      </a:lnTo>
                      <a:cubicBezTo>
                        <a:pt x="3102" y="2741"/>
                        <a:pt x="3182" y="2543"/>
                        <a:pt x="3182" y="2327"/>
                      </a:cubicBezTo>
                      <a:cubicBezTo>
                        <a:pt x="3182" y="2303"/>
                        <a:pt x="3181" y="2280"/>
                        <a:pt x="3179" y="2257"/>
                      </a:cubicBezTo>
                      <a:lnTo>
                        <a:pt x="3481" y="2159"/>
                      </a:lnTo>
                      <a:cubicBezTo>
                        <a:pt x="3592" y="2304"/>
                        <a:pt x="3766" y="2394"/>
                        <a:pt x="3957" y="2394"/>
                      </a:cubicBezTo>
                      <a:lnTo>
                        <a:pt x="3957" y="2394"/>
                      </a:lnTo>
                      <a:cubicBezTo>
                        <a:pt x="4020" y="2394"/>
                        <a:pt x="4083" y="2384"/>
                        <a:pt x="4143" y="2364"/>
                      </a:cubicBezTo>
                      <a:cubicBezTo>
                        <a:pt x="4458" y="2262"/>
                        <a:pt x="4630" y="1923"/>
                        <a:pt x="4528" y="1608"/>
                      </a:cubicBezTo>
                      <a:cubicBezTo>
                        <a:pt x="4447" y="1360"/>
                        <a:pt x="4218" y="1193"/>
                        <a:pt x="3958" y="119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19050" tIns="19050" rIns="19050" bIns="19050" numCol="1" anchor="ctr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defTabSz="228600"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sz="1500"/>
                </a:p>
              </p:txBody>
            </p:sp>
          </p:grpSp>
          <p:sp>
            <p:nvSpPr>
              <p:cNvPr id="15" name="î$ļiḍe"/>
              <p:cNvSpPr/>
              <p:nvPr/>
            </p:nvSpPr>
            <p:spPr bwMode="auto">
              <a:xfrm>
                <a:off x="7899285" y="1615534"/>
                <a:ext cx="3622790" cy="9693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000" dirty="0"/>
                  <a:t>Supporting text here.</a:t>
                </a:r>
                <a:endParaRPr lang="en-US" altLang="zh-CN" sz="10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000" dirty="0"/>
                  <a:t>When you copy &amp; paste, choose "keep text only" option.</a:t>
                </a:r>
                <a:endParaRPr lang="en-US" altLang="zh-CN" sz="1000" dirty="0"/>
              </a:p>
            </p:txBody>
          </p:sp>
          <p:sp>
            <p:nvSpPr>
              <p:cNvPr id="16" name="îṥḻíḍé"/>
              <p:cNvSpPr txBox="1"/>
              <p:nvPr/>
            </p:nvSpPr>
            <p:spPr bwMode="auto">
              <a:xfrm>
                <a:off x="7899285" y="1202654"/>
                <a:ext cx="3622790" cy="4128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/>
                  <a:t>03.Text here</a:t>
                </a:r>
                <a:endParaRPr lang="en-US" altLang="zh-CN" sz="1800" b="1" dirty="0"/>
              </a:p>
            </p:txBody>
          </p:sp>
        </p:grpSp>
        <p:cxnSp>
          <p:nvCxnSpPr>
            <p:cNvPr id="12" name="直接连接符 11"/>
            <p:cNvCxnSpPr/>
            <p:nvPr/>
          </p:nvCxnSpPr>
          <p:spPr>
            <a:xfrm>
              <a:off x="1753638" y="2663987"/>
              <a:ext cx="3444488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1753638" y="4411306"/>
              <a:ext cx="3444488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9" name="图片 28" descr="中科大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0600" y="110490"/>
            <a:ext cx="769620" cy="7696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5" name="1ce82da5-b796-4fa9-bf68-61c7dfc964ab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9924" y="1162419"/>
            <a:ext cx="10850564" cy="4975197"/>
            <a:chOff x="669924" y="1162419"/>
            <a:chExt cx="10850564" cy="4975197"/>
          </a:xfrm>
        </p:grpSpPr>
        <p:grpSp>
          <p:nvGrpSpPr>
            <p:cNvPr id="6" name="íşľîḑe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  <p:cNvGrpSpPr>
              <a:grpSpLocks noChangeAspect="1"/>
            </p:cNvGrpSpPr>
            <p:nvPr/>
          </p:nvGrpSpPr>
          <p:grpSpPr>
            <a:xfrm>
              <a:off x="4966489" y="1314000"/>
              <a:ext cx="2259025" cy="3965717"/>
              <a:chOff x="4657422" y="1131682"/>
              <a:chExt cx="2877157" cy="5050863"/>
            </a:xfrm>
          </p:grpSpPr>
          <p:sp>
            <p:nvSpPr>
              <p:cNvPr id="23" name="ïšḷídê"/>
              <p:cNvSpPr/>
              <p:nvPr/>
            </p:nvSpPr>
            <p:spPr bwMode="auto">
              <a:xfrm>
                <a:off x="5493952" y="2798402"/>
                <a:ext cx="994966" cy="1001301"/>
              </a:xfrm>
              <a:custGeom>
                <a:avLst/>
                <a:gdLst>
                  <a:gd name="T0" fmla="*/ 116 w 137"/>
                  <a:gd name="T1" fmla="*/ 34 h 139"/>
                  <a:gd name="T2" fmla="*/ 106 w 137"/>
                  <a:gd name="T3" fmla="*/ 120 h 139"/>
                  <a:gd name="T4" fmla="*/ 21 w 137"/>
                  <a:gd name="T5" fmla="*/ 105 h 139"/>
                  <a:gd name="T6" fmla="*/ 31 w 137"/>
                  <a:gd name="T7" fmla="*/ 19 h 139"/>
                  <a:gd name="T8" fmla="*/ 116 w 137"/>
                  <a:gd name="T9" fmla="*/ 34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7" h="139">
                    <a:moveTo>
                      <a:pt x="116" y="34"/>
                    </a:moveTo>
                    <a:cubicBezTo>
                      <a:pt x="137" y="62"/>
                      <a:pt x="132" y="100"/>
                      <a:pt x="106" y="120"/>
                    </a:cubicBezTo>
                    <a:cubicBezTo>
                      <a:pt x="80" y="139"/>
                      <a:pt x="41" y="133"/>
                      <a:pt x="21" y="105"/>
                    </a:cubicBezTo>
                    <a:cubicBezTo>
                      <a:pt x="0" y="78"/>
                      <a:pt x="4" y="39"/>
                      <a:pt x="31" y="19"/>
                    </a:cubicBezTo>
                    <a:cubicBezTo>
                      <a:pt x="57" y="0"/>
                      <a:pt x="95" y="6"/>
                      <a:pt x="116" y="34"/>
                    </a:cubicBezTo>
                    <a:close/>
                  </a:path>
                </a:pathLst>
              </a:custGeom>
              <a:solidFill>
                <a:srgbClr val="CDD5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4" name="íṧļíḍe"/>
              <p:cNvSpPr/>
              <p:nvPr/>
            </p:nvSpPr>
            <p:spPr bwMode="auto">
              <a:xfrm>
                <a:off x="5570000" y="2798402"/>
                <a:ext cx="899904" cy="956941"/>
              </a:xfrm>
              <a:custGeom>
                <a:avLst/>
                <a:gdLst>
                  <a:gd name="T0" fmla="*/ 105 w 125"/>
                  <a:gd name="T1" fmla="*/ 35 h 133"/>
                  <a:gd name="T2" fmla="*/ 99 w 125"/>
                  <a:gd name="T3" fmla="*/ 115 h 133"/>
                  <a:gd name="T4" fmla="*/ 20 w 125"/>
                  <a:gd name="T5" fmla="*/ 98 h 133"/>
                  <a:gd name="T6" fmla="*/ 26 w 125"/>
                  <a:gd name="T7" fmla="*/ 18 h 133"/>
                  <a:gd name="T8" fmla="*/ 105 w 125"/>
                  <a:gd name="T9" fmla="*/ 35 h 1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5" h="133">
                    <a:moveTo>
                      <a:pt x="105" y="35"/>
                    </a:moveTo>
                    <a:cubicBezTo>
                      <a:pt x="125" y="62"/>
                      <a:pt x="122" y="98"/>
                      <a:pt x="99" y="115"/>
                    </a:cubicBezTo>
                    <a:cubicBezTo>
                      <a:pt x="75" y="133"/>
                      <a:pt x="40" y="125"/>
                      <a:pt x="20" y="98"/>
                    </a:cubicBezTo>
                    <a:cubicBezTo>
                      <a:pt x="0" y="71"/>
                      <a:pt x="2" y="35"/>
                      <a:pt x="26" y="18"/>
                    </a:cubicBezTo>
                    <a:cubicBezTo>
                      <a:pt x="49" y="0"/>
                      <a:pt x="84" y="8"/>
                      <a:pt x="105" y="35"/>
                    </a:cubicBezTo>
                    <a:close/>
                  </a:path>
                </a:pathLst>
              </a:custGeom>
              <a:solidFill>
                <a:srgbClr val="A3AAA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5" name="isľiḋe"/>
              <p:cNvSpPr/>
              <p:nvPr/>
            </p:nvSpPr>
            <p:spPr bwMode="auto">
              <a:xfrm>
                <a:off x="5658723" y="2906139"/>
                <a:ext cx="709783" cy="747807"/>
              </a:xfrm>
              <a:custGeom>
                <a:avLst/>
                <a:gdLst>
                  <a:gd name="T0" fmla="*/ 83 w 98"/>
                  <a:gd name="T1" fmla="*/ 27 h 104"/>
                  <a:gd name="T2" fmla="*/ 78 w 98"/>
                  <a:gd name="T3" fmla="*/ 90 h 104"/>
                  <a:gd name="T4" fmla="*/ 16 w 98"/>
                  <a:gd name="T5" fmla="*/ 77 h 104"/>
                  <a:gd name="T6" fmla="*/ 21 w 98"/>
                  <a:gd name="T7" fmla="*/ 13 h 104"/>
                  <a:gd name="T8" fmla="*/ 83 w 98"/>
                  <a:gd name="T9" fmla="*/ 27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8" h="104">
                    <a:moveTo>
                      <a:pt x="83" y="27"/>
                    </a:moveTo>
                    <a:cubicBezTo>
                      <a:pt x="98" y="48"/>
                      <a:pt x="96" y="76"/>
                      <a:pt x="78" y="90"/>
                    </a:cubicBezTo>
                    <a:cubicBezTo>
                      <a:pt x="60" y="104"/>
                      <a:pt x="32" y="98"/>
                      <a:pt x="16" y="77"/>
                    </a:cubicBezTo>
                    <a:cubicBezTo>
                      <a:pt x="0" y="55"/>
                      <a:pt x="2" y="27"/>
                      <a:pt x="21" y="13"/>
                    </a:cubicBezTo>
                    <a:cubicBezTo>
                      <a:pt x="39" y="0"/>
                      <a:pt x="67" y="5"/>
                      <a:pt x="83" y="27"/>
                    </a:cubicBezTo>
                    <a:close/>
                  </a:path>
                </a:pathLst>
              </a:custGeom>
              <a:solidFill>
                <a:srgbClr val="CDD5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6" name="îṣļíďè"/>
              <p:cNvSpPr/>
              <p:nvPr/>
            </p:nvSpPr>
            <p:spPr bwMode="auto">
              <a:xfrm>
                <a:off x="5848844" y="3039221"/>
                <a:ext cx="342217" cy="462628"/>
              </a:xfrm>
              <a:custGeom>
                <a:avLst/>
                <a:gdLst>
                  <a:gd name="T0" fmla="*/ 30 w 47"/>
                  <a:gd name="T1" fmla="*/ 60 h 64"/>
                  <a:gd name="T2" fmla="*/ 22 w 47"/>
                  <a:gd name="T3" fmla="*/ 55 h 64"/>
                  <a:gd name="T4" fmla="*/ 23 w 47"/>
                  <a:gd name="T5" fmla="*/ 54 h 64"/>
                  <a:gd name="T6" fmla="*/ 27 w 47"/>
                  <a:gd name="T7" fmla="*/ 54 h 64"/>
                  <a:gd name="T8" fmla="*/ 34 w 47"/>
                  <a:gd name="T9" fmla="*/ 52 h 64"/>
                  <a:gd name="T10" fmla="*/ 18 w 47"/>
                  <a:gd name="T11" fmla="*/ 36 h 64"/>
                  <a:gd name="T12" fmla="*/ 8 w 47"/>
                  <a:gd name="T13" fmla="*/ 34 h 64"/>
                  <a:gd name="T14" fmla="*/ 1 w 47"/>
                  <a:gd name="T15" fmla="*/ 25 h 64"/>
                  <a:gd name="T16" fmla="*/ 2 w 47"/>
                  <a:gd name="T17" fmla="*/ 14 h 64"/>
                  <a:gd name="T18" fmla="*/ 3 w 47"/>
                  <a:gd name="T19" fmla="*/ 4 h 64"/>
                  <a:gd name="T20" fmla="*/ 3 w 47"/>
                  <a:gd name="T21" fmla="*/ 1 h 64"/>
                  <a:gd name="T22" fmla="*/ 9 w 47"/>
                  <a:gd name="T23" fmla="*/ 7 h 64"/>
                  <a:gd name="T24" fmla="*/ 22 w 47"/>
                  <a:gd name="T25" fmla="*/ 5 h 64"/>
                  <a:gd name="T26" fmla="*/ 21 w 47"/>
                  <a:gd name="T27" fmla="*/ 10 h 64"/>
                  <a:gd name="T28" fmla="*/ 18 w 47"/>
                  <a:gd name="T29" fmla="*/ 10 h 64"/>
                  <a:gd name="T30" fmla="*/ 12 w 47"/>
                  <a:gd name="T31" fmla="*/ 12 h 64"/>
                  <a:gd name="T32" fmla="*/ 28 w 47"/>
                  <a:gd name="T33" fmla="*/ 26 h 64"/>
                  <a:gd name="T34" fmla="*/ 38 w 47"/>
                  <a:gd name="T35" fmla="*/ 27 h 64"/>
                  <a:gd name="T36" fmla="*/ 46 w 47"/>
                  <a:gd name="T37" fmla="*/ 37 h 64"/>
                  <a:gd name="T38" fmla="*/ 45 w 47"/>
                  <a:gd name="T39" fmla="*/ 49 h 64"/>
                  <a:gd name="T40" fmla="*/ 45 w 47"/>
                  <a:gd name="T41" fmla="*/ 60 h 64"/>
                  <a:gd name="T42" fmla="*/ 44 w 47"/>
                  <a:gd name="T43" fmla="*/ 63 h 64"/>
                  <a:gd name="T44" fmla="*/ 38 w 47"/>
                  <a:gd name="T45" fmla="*/ 57 h 64"/>
                  <a:gd name="T46" fmla="*/ 10 w 47"/>
                  <a:gd name="T47" fmla="*/ 28 h 64"/>
                  <a:gd name="T48" fmla="*/ 16 w 47"/>
                  <a:gd name="T49" fmla="*/ 29 h 64"/>
                  <a:gd name="T50" fmla="*/ 9 w 47"/>
                  <a:gd name="T51" fmla="*/ 14 h 64"/>
                  <a:gd name="T52" fmla="*/ 6 w 47"/>
                  <a:gd name="T53" fmla="*/ 20 h 64"/>
                  <a:gd name="T54" fmla="*/ 8 w 47"/>
                  <a:gd name="T55" fmla="*/ 26 h 64"/>
                  <a:gd name="T56" fmla="*/ 36 w 47"/>
                  <a:gd name="T57" fmla="*/ 33 h 64"/>
                  <a:gd name="T58" fmla="*/ 30 w 47"/>
                  <a:gd name="T59" fmla="*/ 32 h 64"/>
                  <a:gd name="T60" fmla="*/ 38 w 47"/>
                  <a:gd name="T61" fmla="*/ 50 h 64"/>
                  <a:gd name="T62" fmla="*/ 41 w 47"/>
                  <a:gd name="T63" fmla="*/ 43 h 64"/>
                  <a:gd name="T64" fmla="*/ 39 w 47"/>
                  <a:gd name="T65" fmla="*/ 36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47" h="64">
                    <a:moveTo>
                      <a:pt x="38" y="57"/>
                    </a:moveTo>
                    <a:cubicBezTo>
                      <a:pt x="35" y="58"/>
                      <a:pt x="33" y="59"/>
                      <a:pt x="30" y="60"/>
                    </a:cubicBezTo>
                    <a:cubicBezTo>
                      <a:pt x="28" y="60"/>
                      <a:pt x="25" y="60"/>
                      <a:pt x="23" y="59"/>
                    </a:cubicBezTo>
                    <a:cubicBezTo>
                      <a:pt x="22" y="55"/>
                      <a:pt x="22" y="55"/>
                      <a:pt x="22" y="55"/>
                    </a:cubicBezTo>
                    <a:cubicBezTo>
                      <a:pt x="22" y="55"/>
                      <a:pt x="22" y="55"/>
                      <a:pt x="22" y="55"/>
                    </a:cubicBezTo>
                    <a:cubicBezTo>
                      <a:pt x="23" y="54"/>
                      <a:pt x="23" y="54"/>
                      <a:pt x="23" y="54"/>
                    </a:cubicBezTo>
                    <a:cubicBezTo>
                      <a:pt x="23" y="53"/>
                      <a:pt x="24" y="53"/>
                      <a:pt x="24" y="53"/>
                    </a:cubicBezTo>
                    <a:cubicBezTo>
                      <a:pt x="25" y="54"/>
                      <a:pt x="26" y="54"/>
                      <a:pt x="27" y="54"/>
                    </a:cubicBezTo>
                    <a:cubicBezTo>
                      <a:pt x="28" y="54"/>
                      <a:pt x="29" y="54"/>
                      <a:pt x="31" y="53"/>
                    </a:cubicBezTo>
                    <a:cubicBezTo>
                      <a:pt x="32" y="53"/>
                      <a:pt x="33" y="53"/>
                      <a:pt x="34" y="52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1" y="35"/>
                      <a:pt x="20" y="35"/>
                      <a:pt x="18" y="36"/>
                    </a:cubicBezTo>
                    <a:cubicBezTo>
                      <a:pt x="16" y="36"/>
                      <a:pt x="15" y="36"/>
                      <a:pt x="13" y="36"/>
                    </a:cubicBezTo>
                    <a:cubicBezTo>
                      <a:pt x="11" y="36"/>
                      <a:pt x="10" y="35"/>
                      <a:pt x="8" y="34"/>
                    </a:cubicBezTo>
                    <a:cubicBezTo>
                      <a:pt x="7" y="34"/>
                      <a:pt x="5" y="32"/>
                      <a:pt x="3" y="30"/>
                    </a:cubicBezTo>
                    <a:cubicBezTo>
                      <a:pt x="2" y="28"/>
                      <a:pt x="1" y="27"/>
                      <a:pt x="1" y="25"/>
                    </a:cubicBezTo>
                    <a:cubicBezTo>
                      <a:pt x="0" y="23"/>
                      <a:pt x="0" y="21"/>
                      <a:pt x="0" y="19"/>
                    </a:cubicBezTo>
                    <a:cubicBezTo>
                      <a:pt x="0" y="17"/>
                      <a:pt x="1" y="16"/>
                      <a:pt x="2" y="14"/>
                    </a:cubicBezTo>
                    <a:cubicBezTo>
                      <a:pt x="3" y="12"/>
                      <a:pt x="4" y="10"/>
                      <a:pt x="6" y="9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3" y="4"/>
                      <a:pt x="2" y="3"/>
                      <a:pt x="2" y="3"/>
                    </a:cubicBezTo>
                    <a:cubicBezTo>
                      <a:pt x="2" y="2"/>
                      <a:pt x="3" y="2"/>
                      <a:pt x="3" y="1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9" y="7"/>
                      <a:pt x="9" y="7"/>
                      <a:pt x="9" y="7"/>
                    </a:cubicBezTo>
                    <a:cubicBezTo>
                      <a:pt x="11" y="5"/>
                      <a:pt x="13" y="5"/>
                      <a:pt x="15" y="5"/>
                    </a:cubicBezTo>
                    <a:cubicBezTo>
                      <a:pt x="17" y="4"/>
                      <a:pt x="19" y="5"/>
                      <a:pt x="22" y="5"/>
                    </a:cubicBezTo>
                    <a:cubicBezTo>
                      <a:pt x="22" y="8"/>
                      <a:pt x="22" y="8"/>
                      <a:pt x="22" y="8"/>
                    </a:cubicBezTo>
                    <a:cubicBezTo>
                      <a:pt x="22" y="9"/>
                      <a:pt x="22" y="9"/>
                      <a:pt x="21" y="10"/>
                    </a:cubicBezTo>
                    <a:cubicBezTo>
                      <a:pt x="21" y="10"/>
                      <a:pt x="21" y="10"/>
                      <a:pt x="20" y="10"/>
                    </a:cubicBezTo>
                    <a:cubicBezTo>
                      <a:pt x="20" y="10"/>
                      <a:pt x="19" y="10"/>
                      <a:pt x="18" y="10"/>
                    </a:cubicBezTo>
                    <a:cubicBezTo>
                      <a:pt x="17" y="10"/>
                      <a:pt x="16" y="10"/>
                      <a:pt x="15" y="11"/>
                    </a:cubicBezTo>
                    <a:cubicBezTo>
                      <a:pt x="14" y="11"/>
                      <a:pt x="13" y="11"/>
                      <a:pt x="12" y="12"/>
                    </a:cubicBezTo>
                    <a:cubicBezTo>
                      <a:pt x="23" y="28"/>
                      <a:pt x="23" y="28"/>
                      <a:pt x="23" y="28"/>
                    </a:cubicBezTo>
                    <a:cubicBezTo>
                      <a:pt x="25" y="27"/>
                      <a:pt x="26" y="27"/>
                      <a:pt x="28" y="26"/>
                    </a:cubicBezTo>
                    <a:cubicBezTo>
                      <a:pt x="30" y="26"/>
                      <a:pt x="31" y="26"/>
                      <a:pt x="33" y="26"/>
                    </a:cubicBezTo>
                    <a:cubicBezTo>
                      <a:pt x="35" y="26"/>
                      <a:pt x="36" y="26"/>
                      <a:pt x="38" y="27"/>
                    </a:cubicBezTo>
                    <a:cubicBezTo>
                      <a:pt x="40" y="28"/>
                      <a:pt x="41" y="29"/>
                      <a:pt x="43" y="31"/>
                    </a:cubicBezTo>
                    <a:cubicBezTo>
                      <a:pt x="44" y="33"/>
                      <a:pt x="45" y="35"/>
                      <a:pt x="46" y="37"/>
                    </a:cubicBezTo>
                    <a:cubicBezTo>
                      <a:pt x="47" y="39"/>
                      <a:pt x="47" y="41"/>
                      <a:pt x="47" y="43"/>
                    </a:cubicBezTo>
                    <a:cubicBezTo>
                      <a:pt x="47" y="45"/>
                      <a:pt x="46" y="47"/>
                      <a:pt x="45" y="49"/>
                    </a:cubicBezTo>
                    <a:cubicBezTo>
                      <a:pt x="44" y="51"/>
                      <a:pt x="43" y="53"/>
                      <a:pt x="41" y="55"/>
                    </a:cubicBezTo>
                    <a:cubicBezTo>
                      <a:pt x="45" y="60"/>
                      <a:pt x="45" y="60"/>
                      <a:pt x="45" y="60"/>
                    </a:cubicBezTo>
                    <a:cubicBezTo>
                      <a:pt x="45" y="61"/>
                      <a:pt x="45" y="61"/>
                      <a:pt x="45" y="62"/>
                    </a:cubicBezTo>
                    <a:cubicBezTo>
                      <a:pt x="45" y="62"/>
                      <a:pt x="45" y="63"/>
                      <a:pt x="44" y="63"/>
                    </a:cubicBezTo>
                    <a:cubicBezTo>
                      <a:pt x="43" y="64"/>
                      <a:pt x="43" y="64"/>
                      <a:pt x="43" y="64"/>
                    </a:cubicBezTo>
                    <a:lnTo>
                      <a:pt x="38" y="57"/>
                    </a:lnTo>
                    <a:close/>
                    <a:moveTo>
                      <a:pt x="8" y="26"/>
                    </a:moveTo>
                    <a:cubicBezTo>
                      <a:pt x="8" y="27"/>
                      <a:pt x="9" y="28"/>
                      <a:pt x="10" y="28"/>
                    </a:cubicBezTo>
                    <a:cubicBezTo>
                      <a:pt x="11" y="29"/>
                      <a:pt x="12" y="29"/>
                      <a:pt x="13" y="29"/>
                    </a:cubicBezTo>
                    <a:cubicBezTo>
                      <a:pt x="14" y="29"/>
                      <a:pt x="15" y="29"/>
                      <a:pt x="16" y="29"/>
                    </a:cubicBezTo>
                    <a:cubicBezTo>
                      <a:pt x="17" y="29"/>
                      <a:pt x="18" y="29"/>
                      <a:pt x="19" y="29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8" y="15"/>
                      <a:pt x="7" y="16"/>
                      <a:pt x="7" y="17"/>
                    </a:cubicBezTo>
                    <a:cubicBezTo>
                      <a:pt x="6" y="18"/>
                      <a:pt x="6" y="19"/>
                      <a:pt x="6" y="20"/>
                    </a:cubicBezTo>
                    <a:cubicBezTo>
                      <a:pt x="6" y="21"/>
                      <a:pt x="6" y="22"/>
                      <a:pt x="6" y="23"/>
                    </a:cubicBezTo>
                    <a:cubicBezTo>
                      <a:pt x="7" y="24"/>
                      <a:pt x="7" y="25"/>
                      <a:pt x="8" y="26"/>
                    </a:cubicBezTo>
                    <a:close/>
                    <a:moveTo>
                      <a:pt x="39" y="36"/>
                    </a:moveTo>
                    <a:cubicBezTo>
                      <a:pt x="38" y="35"/>
                      <a:pt x="37" y="34"/>
                      <a:pt x="36" y="33"/>
                    </a:cubicBezTo>
                    <a:cubicBezTo>
                      <a:pt x="35" y="33"/>
                      <a:pt x="34" y="32"/>
                      <a:pt x="33" y="32"/>
                    </a:cubicBezTo>
                    <a:cubicBezTo>
                      <a:pt x="32" y="32"/>
                      <a:pt x="31" y="32"/>
                      <a:pt x="30" y="32"/>
                    </a:cubicBezTo>
                    <a:cubicBezTo>
                      <a:pt x="29" y="33"/>
                      <a:pt x="28" y="33"/>
                      <a:pt x="27" y="33"/>
                    </a:cubicBezTo>
                    <a:cubicBezTo>
                      <a:pt x="38" y="50"/>
                      <a:pt x="38" y="50"/>
                      <a:pt x="38" y="50"/>
                    </a:cubicBezTo>
                    <a:cubicBezTo>
                      <a:pt x="39" y="49"/>
                      <a:pt x="40" y="48"/>
                      <a:pt x="40" y="46"/>
                    </a:cubicBezTo>
                    <a:cubicBezTo>
                      <a:pt x="41" y="45"/>
                      <a:pt x="41" y="44"/>
                      <a:pt x="41" y="43"/>
                    </a:cubicBezTo>
                    <a:cubicBezTo>
                      <a:pt x="41" y="42"/>
                      <a:pt x="41" y="40"/>
                      <a:pt x="41" y="39"/>
                    </a:cubicBezTo>
                    <a:cubicBezTo>
                      <a:pt x="40" y="38"/>
                      <a:pt x="40" y="37"/>
                      <a:pt x="39" y="36"/>
                    </a:cubicBezTo>
                    <a:close/>
                  </a:path>
                </a:pathLst>
              </a:custGeom>
              <a:solidFill>
                <a:srgbClr val="A3AAA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7" name="işľîḑe"/>
              <p:cNvSpPr/>
              <p:nvPr/>
            </p:nvSpPr>
            <p:spPr bwMode="auto">
              <a:xfrm>
                <a:off x="5791806" y="1822451"/>
                <a:ext cx="918918" cy="963277"/>
              </a:xfrm>
              <a:custGeom>
                <a:avLst/>
                <a:gdLst>
                  <a:gd name="T0" fmla="*/ 23 w 127"/>
                  <a:gd name="T1" fmla="*/ 31 h 134"/>
                  <a:gd name="T2" fmla="*/ 105 w 127"/>
                  <a:gd name="T3" fmla="*/ 20 h 134"/>
                  <a:gd name="T4" fmla="*/ 104 w 127"/>
                  <a:gd name="T5" fmla="*/ 103 h 134"/>
                  <a:gd name="T6" fmla="*/ 22 w 127"/>
                  <a:gd name="T7" fmla="*/ 114 h 134"/>
                  <a:gd name="T8" fmla="*/ 23 w 127"/>
                  <a:gd name="T9" fmla="*/ 31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7" h="134">
                    <a:moveTo>
                      <a:pt x="23" y="31"/>
                    </a:moveTo>
                    <a:cubicBezTo>
                      <a:pt x="46" y="5"/>
                      <a:pt x="83" y="0"/>
                      <a:pt x="105" y="20"/>
                    </a:cubicBezTo>
                    <a:cubicBezTo>
                      <a:pt x="127" y="40"/>
                      <a:pt x="127" y="77"/>
                      <a:pt x="104" y="103"/>
                    </a:cubicBezTo>
                    <a:cubicBezTo>
                      <a:pt x="81" y="129"/>
                      <a:pt x="44" y="134"/>
                      <a:pt x="22" y="114"/>
                    </a:cubicBezTo>
                    <a:cubicBezTo>
                      <a:pt x="0" y="94"/>
                      <a:pt x="0" y="57"/>
                      <a:pt x="23" y="31"/>
                    </a:cubicBezTo>
                    <a:close/>
                  </a:path>
                </a:pathLst>
              </a:custGeom>
              <a:solidFill>
                <a:srgbClr val="CDD5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8" name="íšḻîḑè"/>
              <p:cNvSpPr/>
              <p:nvPr/>
            </p:nvSpPr>
            <p:spPr bwMode="auto">
              <a:xfrm>
                <a:off x="5791806" y="1828790"/>
                <a:ext cx="861880" cy="899903"/>
              </a:xfrm>
              <a:custGeom>
                <a:avLst/>
                <a:gdLst>
                  <a:gd name="T0" fmla="*/ 24 w 119"/>
                  <a:gd name="T1" fmla="*/ 31 h 125"/>
                  <a:gd name="T2" fmla="*/ 99 w 119"/>
                  <a:gd name="T3" fmla="*/ 17 h 125"/>
                  <a:gd name="T4" fmla="*/ 94 w 119"/>
                  <a:gd name="T5" fmla="*/ 93 h 125"/>
                  <a:gd name="T6" fmla="*/ 19 w 119"/>
                  <a:gd name="T7" fmla="*/ 108 h 125"/>
                  <a:gd name="T8" fmla="*/ 24 w 119"/>
                  <a:gd name="T9" fmla="*/ 31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9" h="125">
                    <a:moveTo>
                      <a:pt x="24" y="31"/>
                    </a:moveTo>
                    <a:cubicBezTo>
                      <a:pt x="47" y="6"/>
                      <a:pt x="80" y="0"/>
                      <a:pt x="99" y="17"/>
                    </a:cubicBezTo>
                    <a:cubicBezTo>
                      <a:pt x="119" y="34"/>
                      <a:pt x="116" y="68"/>
                      <a:pt x="94" y="93"/>
                    </a:cubicBezTo>
                    <a:cubicBezTo>
                      <a:pt x="71" y="118"/>
                      <a:pt x="38" y="125"/>
                      <a:pt x="19" y="108"/>
                    </a:cubicBezTo>
                    <a:cubicBezTo>
                      <a:pt x="0" y="91"/>
                      <a:pt x="2" y="56"/>
                      <a:pt x="24" y="31"/>
                    </a:cubicBezTo>
                    <a:close/>
                  </a:path>
                </a:pathLst>
              </a:custGeom>
              <a:solidFill>
                <a:srgbClr val="A3AAA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9" name="î$ḻiḓê"/>
              <p:cNvSpPr/>
              <p:nvPr/>
            </p:nvSpPr>
            <p:spPr bwMode="auto">
              <a:xfrm>
                <a:off x="5874193" y="1904838"/>
                <a:ext cx="678098" cy="709783"/>
              </a:xfrm>
              <a:custGeom>
                <a:avLst/>
                <a:gdLst>
                  <a:gd name="T0" fmla="*/ 19 w 94"/>
                  <a:gd name="T1" fmla="*/ 25 h 98"/>
                  <a:gd name="T2" fmla="*/ 79 w 94"/>
                  <a:gd name="T3" fmla="*/ 13 h 98"/>
                  <a:gd name="T4" fmla="*/ 74 w 94"/>
                  <a:gd name="T5" fmla="*/ 73 h 98"/>
                  <a:gd name="T6" fmla="*/ 15 w 94"/>
                  <a:gd name="T7" fmla="*/ 85 h 98"/>
                  <a:gd name="T8" fmla="*/ 19 w 94"/>
                  <a:gd name="T9" fmla="*/ 25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4" h="98">
                    <a:moveTo>
                      <a:pt x="19" y="25"/>
                    </a:moveTo>
                    <a:cubicBezTo>
                      <a:pt x="37" y="5"/>
                      <a:pt x="63" y="0"/>
                      <a:pt x="79" y="13"/>
                    </a:cubicBezTo>
                    <a:cubicBezTo>
                      <a:pt x="94" y="27"/>
                      <a:pt x="92" y="54"/>
                      <a:pt x="74" y="73"/>
                    </a:cubicBezTo>
                    <a:cubicBezTo>
                      <a:pt x="56" y="93"/>
                      <a:pt x="30" y="98"/>
                      <a:pt x="15" y="85"/>
                    </a:cubicBezTo>
                    <a:cubicBezTo>
                      <a:pt x="0" y="72"/>
                      <a:pt x="2" y="45"/>
                      <a:pt x="19" y="25"/>
                    </a:cubicBezTo>
                    <a:close/>
                  </a:path>
                </a:pathLst>
              </a:custGeom>
              <a:solidFill>
                <a:srgbClr val="CDD5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0" name="íṡḷidé"/>
              <p:cNvSpPr/>
              <p:nvPr/>
            </p:nvSpPr>
            <p:spPr bwMode="auto">
              <a:xfrm>
                <a:off x="6007276" y="2063270"/>
                <a:ext cx="399255" cy="392915"/>
              </a:xfrm>
              <a:custGeom>
                <a:avLst/>
                <a:gdLst>
                  <a:gd name="T0" fmla="*/ 52 w 55"/>
                  <a:gd name="T1" fmla="*/ 14 h 54"/>
                  <a:gd name="T2" fmla="*/ 49 w 55"/>
                  <a:gd name="T3" fmla="*/ 22 h 54"/>
                  <a:gd name="T4" fmla="*/ 47 w 55"/>
                  <a:gd name="T5" fmla="*/ 22 h 54"/>
                  <a:gd name="T6" fmla="*/ 47 w 55"/>
                  <a:gd name="T7" fmla="*/ 18 h 54"/>
                  <a:gd name="T8" fmla="*/ 44 w 55"/>
                  <a:gd name="T9" fmla="*/ 12 h 54"/>
                  <a:gd name="T10" fmla="*/ 31 w 55"/>
                  <a:gd name="T11" fmla="*/ 31 h 54"/>
                  <a:gd name="T12" fmla="*/ 31 w 55"/>
                  <a:gd name="T13" fmla="*/ 40 h 54"/>
                  <a:gd name="T14" fmla="*/ 23 w 55"/>
                  <a:gd name="T15" fmla="*/ 50 h 54"/>
                  <a:gd name="T16" fmla="*/ 13 w 55"/>
                  <a:gd name="T17" fmla="*/ 51 h 54"/>
                  <a:gd name="T18" fmla="*/ 4 w 55"/>
                  <a:gd name="T19" fmla="*/ 53 h 54"/>
                  <a:gd name="T20" fmla="*/ 1 w 55"/>
                  <a:gd name="T21" fmla="*/ 53 h 54"/>
                  <a:gd name="T22" fmla="*/ 5 w 55"/>
                  <a:gd name="T23" fmla="*/ 46 h 54"/>
                  <a:gd name="T24" fmla="*/ 2 w 55"/>
                  <a:gd name="T25" fmla="*/ 36 h 54"/>
                  <a:gd name="T26" fmla="*/ 7 w 55"/>
                  <a:gd name="T27" fmla="*/ 35 h 54"/>
                  <a:gd name="T28" fmla="*/ 8 w 55"/>
                  <a:gd name="T29" fmla="*/ 37 h 54"/>
                  <a:gd name="T30" fmla="*/ 10 w 55"/>
                  <a:gd name="T31" fmla="*/ 42 h 54"/>
                  <a:gd name="T32" fmla="*/ 21 w 55"/>
                  <a:gd name="T33" fmla="*/ 24 h 54"/>
                  <a:gd name="T34" fmla="*/ 21 w 55"/>
                  <a:gd name="T35" fmla="*/ 15 h 54"/>
                  <a:gd name="T36" fmla="*/ 29 w 55"/>
                  <a:gd name="T37" fmla="*/ 5 h 54"/>
                  <a:gd name="T38" fmla="*/ 40 w 55"/>
                  <a:gd name="T39" fmla="*/ 3 h 54"/>
                  <a:gd name="T40" fmla="*/ 51 w 55"/>
                  <a:gd name="T41" fmla="*/ 1 h 54"/>
                  <a:gd name="T42" fmla="*/ 53 w 55"/>
                  <a:gd name="T43" fmla="*/ 0 h 54"/>
                  <a:gd name="T44" fmla="*/ 48 w 55"/>
                  <a:gd name="T45" fmla="*/ 8 h 54"/>
                  <a:gd name="T46" fmla="*/ 25 w 55"/>
                  <a:gd name="T47" fmla="*/ 40 h 54"/>
                  <a:gd name="T48" fmla="*/ 26 w 55"/>
                  <a:gd name="T49" fmla="*/ 35 h 54"/>
                  <a:gd name="T50" fmla="*/ 12 w 55"/>
                  <a:gd name="T51" fmla="*/ 45 h 54"/>
                  <a:gd name="T52" fmla="*/ 18 w 55"/>
                  <a:gd name="T53" fmla="*/ 46 h 54"/>
                  <a:gd name="T54" fmla="*/ 24 w 55"/>
                  <a:gd name="T55" fmla="*/ 43 h 54"/>
                  <a:gd name="T56" fmla="*/ 27 w 55"/>
                  <a:gd name="T57" fmla="*/ 15 h 54"/>
                  <a:gd name="T58" fmla="*/ 27 w 55"/>
                  <a:gd name="T59" fmla="*/ 21 h 54"/>
                  <a:gd name="T60" fmla="*/ 42 w 55"/>
                  <a:gd name="T61" fmla="*/ 10 h 54"/>
                  <a:gd name="T62" fmla="*/ 35 w 55"/>
                  <a:gd name="T63" fmla="*/ 8 h 54"/>
                  <a:gd name="T64" fmla="*/ 28 w 55"/>
                  <a:gd name="T65" fmla="*/ 12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55" h="54">
                    <a:moveTo>
                      <a:pt x="48" y="8"/>
                    </a:moveTo>
                    <a:cubicBezTo>
                      <a:pt x="50" y="10"/>
                      <a:pt x="51" y="12"/>
                      <a:pt x="52" y="14"/>
                    </a:cubicBezTo>
                    <a:cubicBezTo>
                      <a:pt x="52" y="16"/>
                      <a:pt x="53" y="19"/>
                      <a:pt x="52" y="21"/>
                    </a:cubicBezTo>
                    <a:cubicBezTo>
                      <a:pt x="49" y="22"/>
                      <a:pt x="49" y="22"/>
                      <a:pt x="49" y="22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7" y="22"/>
                      <a:pt x="47" y="22"/>
                      <a:pt x="47" y="22"/>
                    </a:cubicBezTo>
                    <a:cubicBezTo>
                      <a:pt x="47" y="22"/>
                      <a:pt x="47" y="22"/>
                      <a:pt x="47" y="21"/>
                    </a:cubicBezTo>
                    <a:cubicBezTo>
                      <a:pt x="47" y="20"/>
                      <a:pt x="47" y="19"/>
                      <a:pt x="47" y="18"/>
                    </a:cubicBezTo>
                    <a:cubicBezTo>
                      <a:pt x="47" y="17"/>
                      <a:pt x="46" y="16"/>
                      <a:pt x="46" y="15"/>
                    </a:cubicBezTo>
                    <a:cubicBezTo>
                      <a:pt x="46" y="14"/>
                      <a:pt x="45" y="13"/>
                      <a:pt x="44" y="12"/>
                    </a:cubicBezTo>
                    <a:cubicBezTo>
                      <a:pt x="29" y="27"/>
                      <a:pt x="29" y="27"/>
                      <a:pt x="29" y="27"/>
                    </a:cubicBezTo>
                    <a:cubicBezTo>
                      <a:pt x="30" y="28"/>
                      <a:pt x="31" y="30"/>
                      <a:pt x="31" y="31"/>
                    </a:cubicBezTo>
                    <a:cubicBezTo>
                      <a:pt x="32" y="33"/>
                      <a:pt x="32" y="34"/>
                      <a:pt x="32" y="36"/>
                    </a:cubicBezTo>
                    <a:cubicBezTo>
                      <a:pt x="32" y="37"/>
                      <a:pt x="32" y="39"/>
                      <a:pt x="31" y="40"/>
                    </a:cubicBezTo>
                    <a:cubicBezTo>
                      <a:pt x="31" y="42"/>
                      <a:pt x="29" y="44"/>
                      <a:pt x="28" y="46"/>
                    </a:cubicBezTo>
                    <a:cubicBezTo>
                      <a:pt x="27" y="47"/>
                      <a:pt x="25" y="49"/>
                      <a:pt x="23" y="50"/>
                    </a:cubicBezTo>
                    <a:cubicBezTo>
                      <a:pt x="22" y="51"/>
                      <a:pt x="20" y="51"/>
                      <a:pt x="18" y="52"/>
                    </a:cubicBezTo>
                    <a:cubicBezTo>
                      <a:pt x="17" y="52"/>
                      <a:pt x="15" y="52"/>
                      <a:pt x="13" y="51"/>
                    </a:cubicBezTo>
                    <a:cubicBezTo>
                      <a:pt x="11" y="51"/>
                      <a:pt x="9" y="50"/>
                      <a:pt x="8" y="49"/>
                    </a:cubicBezTo>
                    <a:cubicBezTo>
                      <a:pt x="4" y="53"/>
                      <a:pt x="4" y="53"/>
                      <a:pt x="4" y="53"/>
                    </a:cubicBezTo>
                    <a:cubicBezTo>
                      <a:pt x="3" y="53"/>
                      <a:pt x="3" y="53"/>
                      <a:pt x="3" y="54"/>
                    </a:cubicBezTo>
                    <a:cubicBezTo>
                      <a:pt x="2" y="54"/>
                      <a:pt x="2" y="54"/>
                      <a:pt x="1" y="53"/>
                    </a:cubicBezTo>
                    <a:cubicBezTo>
                      <a:pt x="0" y="52"/>
                      <a:pt x="0" y="52"/>
                      <a:pt x="0" y="52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4" y="45"/>
                      <a:pt x="3" y="43"/>
                      <a:pt x="3" y="41"/>
                    </a:cubicBezTo>
                    <a:cubicBezTo>
                      <a:pt x="2" y="39"/>
                      <a:pt x="2" y="38"/>
                      <a:pt x="2" y="36"/>
                    </a:cubicBezTo>
                    <a:cubicBezTo>
                      <a:pt x="5" y="35"/>
                      <a:pt x="5" y="35"/>
                      <a:pt x="5" y="35"/>
                    </a:cubicBezTo>
                    <a:cubicBezTo>
                      <a:pt x="6" y="34"/>
                      <a:pt x="6" y="34"/>
                      <a:pt x="7" y="35"/>
                    </a:cubicBezTo>
                    <a:cubicBezTo>
                      <a:pt x="7" y="35"/>
                      <a:pt x="7" y="35"/>
                      <a:pt x="7" y="36"/>
                    </a:cubicBezTo>
                    <a:cubicBezTo>
                      <a:pt x="7" y="36"/>
                      <a:pt x="8" y="37"/>
                      <a:pt x="8" y="37"/>
                    </a:cubicBezTo>
                    <a:cubicBezTo>
                      <a:pt x="8" y="38"/>
                      <a:pt x="8" y="39"/>
                      <a:pt x="8" y="40"/>
                    </a:cubicBezTo>
                    <a:cubicBezTo>
                      <a:pt x="9" y="41"/>
                      <a:pt x="9" y="41"/>
                      <a:pt x="10" y="42"/>
                    </a:cubicBezTo>
                    <a:cubicBezTo>
                      <a:pt x="23" y="29"/>
                      <a:pt x="23" y="29"/>
                      <a:pt x="23" y="29"/>
                    </a:cubicBezTo>
                    <a:cubicBezTo>
                      <a:pt x="22" y="27"/>
                      <a:pt x="22" y="26"/>
                      <a:pt x="21" y="24"/>
                    </a:cubicBezTo>
                    <a:cubicBezTo>
                      <a:pt x="21" y="23"/>
                      <a:pt x="20" y="21"/>
                      <a:pt x="20" y="20"/>
                    </a:cubicBezTo>
                    <a:cubicBezTo>
                      <a:pt x="20" y="18"/>
                      <a:pt x="20" y="17"/>
                      <a:pt x="21" y="15"/>
                    </a:cubicBezTo>
                    <a:cubicBezTo>
                      <a:pt x="21" y="13"/>
                      <a:pt x="22" y="12"/>
                      <a:pt x="24" y="10"/>
                    </a:cubicBezTo>
                    <a:cubicBezTo>
                      <a:pt x="26" y="8"/>
                      <a:pt x="27" y="7"/>
                      <a:pt x="29" y="5"/>
                    </a:cubicBezTo>
                    <a:cubicBezTo>
                      <a:pt x="31" y="4"/>
                      <a:pt x="33" y="3"/>
                      <a:pt x="35" y="3"/>
                    </a:cubicBezTo>
                    <a:cubicBezTo>
                      <a:pt x="37" y="3"/>
                      <a:pt x="39" y="3"/>
                      <a:pt x="40" y="3"/>
                    </a:cubicBezTo>
                    <a:cubicBezTo>
                      <a:pt x="42" y="3"/>
                      <a:pt x="44" y="4"/>
                      <a:pt x="46" y="6"/>
                    </a:cubicBezTo>
                    <a:cubicBezTo>
                      <a:pt x="51" y="1"/>
                      <a:pt x="51" y="1"/>
                      <a:pt x="51" y="1"/>
                    </a:cubicBezTo>
                    <a:cubicBezTo>
                      <a:pt x="51" y="0"/>
                      <a:pt x="51" y="0"/>
                      <a:pt x="52" y="0"/>
                    </a:cubicBezTo>
                    <a:cubicBezTo>
                      <a:pt x="52" y="0"/>
                      <a:pt x="53" y="0"/>
                      <a:pt x="53" y="0"/>
                    </a:cubicBezTo>
                    <a:cubicBezTo>
                      <a:pt x="55" y="1"/>
                      <a:pt x="55" y="1"/>
                      <a:pt x="55" y="1"/>
                    </a:cubicBezTo>
                    <a:lnTo>
                      <a:pt x="48" y="8"/>
                    </a:lnTo>
                    <a:close/>
                    <a:moveTo>
                      <a:pt x="24" y="43"/>
                    </a:moveTo>
                    <a:cubicBezTo>
                      <a:pt x="24" y="42"/>
                      <a:pt x="25" y="41"/>
                      <a:pt x="25" y="40"/>
                    </a:cubicBezTo>
                    <a:cubicBezTo>
                      <a:pt x="26" y="39"/>
                      <a:pt x="26" y="38"/>
                      <a:pt x="26" y="37"/>
                    </a:cubicBezTo>
                    <a:cubicBezTo>
                      <a:pt x="26" y="37"/>
                      <a:pt x="26" y="36"/>
                      <a:pt x="26" y="35"/>
                    </a:cubicBezTo>
                    <a:cubicBezTo>
                      <a:pt x="25" y="34"/>
                      <a:pt x="25" y="33"/>
                      <a:pt x="25" y="32"/>
                    </a:cubicBezTo>
                    <a:cubicBezTo>
                      <a:pt x="12" y="45"/>
                      <a:pt x="12" y="45"/>
                      <a:pt x="12" y="45"/>
                    </a:cubicBezTo>
                    <a:cubicBezTo>
                      <a:pt x="13" y="45"/>
                      <a:pt x="14" y="46"/>
                      <a:pt x="15" y="46"/>
                    </a:cubicBezTo>
                    <a:cubicBezTo>
                      <a:pt x="16" y="46"/>
                      <a:pt x="17" y="46"/>
                      <a:pt x="18" y="46"/>
                    </a:cubicBezTo>
                    <a:cubicBezTo>
                      <a:pt x="19" y="46"/>
                      <a:pt x="20" y="46"/>
                      <a:pt x="21" y="45"/>
                    </a:cubicBezTo>
                    <a:cubicBezTo>
                      <a:pt x="22" y="45"/>
                      <a:pt x="23" y="44"/>
                      <a:pt x="24" y="43"/>
                    </a:cubicBezTo>
                    <a:close/>
                    <a:moveTo>
                      <a:pt x="28" y="12"/>
                    </a:moveTo>
                    <a:cubicBezTo>
                      <a:pt x="28" y="13"/>
                      <a:pt x="27" y="14"/>
                      <a:pt x="27" y="15"/>
                    </a:cubicBezTo>
                    <a:cubicBezTo>
                      <a:pt x="26" y="16"/>
                      <a:pt x="26" y="17"/>
                      <a:pt x="26" y="18"/>
                    </a:cubicBezTo>
                    <a:cubicBezTo>
                      <a:pt x="26" y="19"/>
                      <a:pt x="26" y="20"/>
                      <a:pt x="27" y="21"/>
                    </a:cubicBezTo>
                    <a:cubicBezTo>
                      <a:pt x="27" y="22"/>
                      <a:pt x="27" y="23"/>
                      <a:pt x="28" y="24"/>
                    </a:cubicBezTo>
                    <a:cubicBezTo>
                      <a:pt x="42" y="10"/>
                      <a:pt x="42" y="10"/>
                      <a:pt x="42" y="10"/>
                    </a:cubicBezTo>
                    <a:cubicBezTo>
                      <a:pt x="41" y="9"/>
                      <a:pt x="39" y="9"/>
                      <a:pt x="38" y="8"/>
                    </a:cubicBezTo>
                    <a:cubicBezTo>
                      <a:pt x="37" y="8"/>
                      <a:pt x="36" y="8"/>
                      <a:pt x="35" y="8"/>
                    </a:cubicBezTo>
                    <a:cubicBezTo>
                      <a:pt x="34" y="9"/>
                      <a:pt x="33" y="9"/>
                      <a:pt x="32" y="10"/>
                    </a:cubicBezTo>
                    <a:cubicBezTo>
                      <a:pt x="31" y="10"/>
                      <a:pt x="29" y="11"/>
                      <a:pt x="28" y="12"/>
                    </a:cubicBezTo>
                    <a:close/>
                  </a:path>
                </a:pathLst>
              </a:custGeom>
              <a:solidFill>
                <a:srgbClr val="A3AAA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1" name="íṣļïḓe"/>
              <p:cNvSpPr/>
              <p:nvPr/>
            </p:nvSpPr>
            <p:spPr bwMode="auto">
              <a:xfrm>
                <a:off x="5779131" y="5276302"/>
                <a:ext cx="557687" cy="183785"/>
              </a:xfrm>
              <a:prstGeom prst="rect">
                <a:avLst/>
              </a:prstGeom>
              <a:solidFill>
                <a:srgbClr val="D46F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2" name="ïṩḻíḍe"/>
              <p:cNvSpPr/>
              <p:nvPr/>
            </p:nvSpPr>
            <p:spPr bwMode="auto">
              <a:xfrm>
                <a:off x="5424239" y="3552544"/>
                <a:ext cx="1267470" cy="1330843"/>
              </a:xfrm>
              <a:custGeom>
                <a:avLst/>
                <a:gdLst>
                  <a:gd name="T0" fmla="*/ 7 w 175"/>
                  <a:gd name="T1" fmla="*/ 0 h 184"/>
                  <a:gd name="T2" fmla="*/ 0 w 175"/>
                  <a:gd name="T3" fmla="*/ 45 h 184"/>
                  <a:gd name="T4" fmla="*/ 87 w 175"/>
                  <a:gd name="T5" fmla="*/ 184 h 184"/>
                  <a:gd name="T6" fmla="*/ 175 w 175"/>
                  <a:gd name="T7" fmla="*/ 45 h 184"/>
                  <a:gd name="T8" fmla="*/ 168 w 175"/>
                  <a:gd name="T9" fmla="*/ 0 h 184"/>
                  <a:gd name="T10" fmla="*/ 7 w 175"/>
                  <a:gd name="T11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75" h="184">
                    <a:moveTo>
                      <a:pt x="7" y="0"/>
                    </a:moveTo>
                    <a:cubicBezTo>
                      <a:pt x="2" y="14"/>
                      <a:pt x="0" y="29"/>
                      <a:pt x="0" y="45"/>
                    </a:cubicBezTo>
                    <a:cubicBezTo>
                      <a:pt x="0" y="107"/>
                      <a:pt x="36" y="160"/>
                      <a:pt x="87" y="184"/>
                    </a:cubicBezTo>
                    <a:cubicBezTo>
                      <a:pt x="139" y="160"/>
                      <a:pt x="175" y="107"/>
                      <a:pt x="175" y="45"/>
                    </a:cubicBezTo>
                    <a:cubicBezTo>
                      <a:pt x="175" y="29"/>
                      <a:pt x="172" y="14"/>
                      <a:pt x="168" y="0"/>
                    </a:cubicBez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D46F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3" name="íṥlídé"/>
              <p:cNvSpPr/>
              <p:nvPr/>
            </p:nvSpPr>
            <p:spPr bwMode="auto">
              <a:xfrm>
                <a:off x="5063012" y="3609582"/>
                <a:ext cx="874554" cy="1083688"/>
              </a:xfrm>
              <a:custGeom>
                <a:avLst/>
                <a:gdLst>
                  <a:gd name="T0" fmla="*/ 121 w 121"/>
                  <a:gd name="T1" fmla="*/ 150 h 150"/>
                  <a:gd name="T2" fmla="*/ 112 w 121"/>
                  <a:gd name="T3" fmla="*/ 149 h 150"/>
                  <a:gd name="T4" fmla="*/ 0 w 121"/>
                  <a:gd name="T5" fmla="*/ 16 h 150"/>
                  <a:gd name="T6" fmla="*/ 1 w 121"/>
                  <a:gd name="T7" fmla="*/ 8 h 150"/>
                  <a:gd name="T8" fmla="*/ 1 w 121"/>
                  <a:gd name="T9" fmla="*/ 0 h 150"/>
                  <a:gd name="T10" fmla="*/ 121 w 121"/>
                  <a:gd name="T11" fmla="*/ 0 h 150"/>
                  <a:gd name="T12" fmla="*/ 121 w 121"/>
                  <a:gd name="T13" fmla="*/ 150 h 150"/>
                  <a:gd name="T14" fmla="*/ 17 w 121"/>
                  <a:gd name="T15" fmla="*/ 17 h 150"/>
                  <a:gd name="T16" fmla="*/ 104 w 121"/>
                  <a:gd name="T17" fmla="*/ 131 h 150"/>
                  <a:gd name="T18" fmla="*/ 104 w 121"/>
                  <a:gd name="T19" fmla="*/ 17 h 150"/>
                  <a:gd name="T20" fmla="*/ 17 w 121"/>
                  <a:gd name="T21" fmla="*/ 17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21" h="150">
                    <a:moveTo>
                      <a:pt x="121" y="150"/>
                    </a:moveTo>
                    <a:cubicBezTo>
                      <a:pt x="112" y="149"/>
                      <a:pt x="112" y="149"/>
                      <a:pt x="112" y="149"/>
                    </a:cubicBezTo>
                    <a:cubicBezTo>
                      <a:pt x="48" y="143"/>
                      <a:pt x="0" y="85"/>
                      <a:pt x="0" y="16"/>
                    </a:cubicBezTo>
                    <a:cubicBezTo>
                      <a:pt x="0" y="13"/>
                      <a:pt x="0" y="11"/>
                      <a:pt x="1" y="8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21" y="0"/>
                      <a:pt x="121" y="0"/>
                      <a:pt x="121" y="0"/>
                    </a:cubicBezTo>
                    <a:lnTo>
                      <a:pt x="121" y="150"/>
                    </a:lnTo>
                    <a:close/>
                    <a:moveTo>
                      <a:pt x="17" y="17"/>
                    </a:moveTo>
                    <a:cubicBezTo>
                      <a:pt x="17" y="74"/>
                      <a:pt x="54" y="121"/>
                      <a:pt x="104" y="131"/>
                    </a:cubicBezTo>
                    <a:cubicBezTo>
                      <a:pt x="104" y="17"/>
                      <a:pt x="104" y="17"/>
                      <a:pt x="104" y="17"/>
                    </a:cubicBezTo>
                    <a:lnTo>
                      <a:pt x="17" y="17"/>
                    </a:lnTo>
                    <a:close/>
                  </a:path>
                </a:pathLst>
              </a:custGeom>
              <a:solidFill>
                <a:srgbClr val="D46F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4" name="iśľiḍe"/>
              <p:cNvSpPr/>
              <p:nvPr/>
            </p:nvSpPr>
            <p:spPr bwMode="auto">
              <a:xfrm>
                <a:off x="6178386" y="3609582"/>
                <a:ext cx="868219" cy="1083688"/>
              </a:xfrm>
              <a:custGeom>
                <a:avLst/>
                <a:gdLst>
                  <a:gd name="T0" fmla="*/ 0 w 120"/>
                  <a:gd name="T1" fmla="*/ 150 h 150"/>
                  <a:gd name="T2" fmla="*/ 0 w 120"/>
                  <a:gd name="T3" fmla="*/ 0 h 150"/>
                  <a:gd name="T4" fmla="*/ 120 w 120"/>
                  <a:gd name="T5" fmla="*/ 0 h 150"/>
                  <a:gd name="T6" fmla="*/ 120 w 120"/>
                  <a:gd name="T7" fmla="*/ 8 h 150"/>
                  <a:gd name="T8" fmla="*/ 120 w 120"/>
                  <a:gd name="T9" fmla="*/ 16 h 150"/>
                  <a:gd name="T10" fmla="*/ 9 w 120"/>
                  <a:gd name="T11" fmla="*/ 149 h 150"/>
                  <a:gd name="T12" fmla="*/ 0 w 120"/>
                  <a:gd name="T13" fmla="*/ 150 h 150"/>
                  <a:gd name="T14" fmla="*/ 16 w 120"/>
                  <a:gd name="T15" fmla="*/ 17 h 150"/>
                  <a:gd name="T16" fmla="*/ 16 w 120"/>
                  <a:gd name="T17" fmla="*/ 131 h 150"/>
                  <a:gd name="T18" fmla="*/ 104 w 120"/>
                  <a:gd name="T19" fmla="*/ 17 h 150"/>
                  <a:gd name="T20" fmla="*/ 16 w 120"/>
                  <a:gd name="T21" fmla="*/ 17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20" h="150">
                    <a:moveTo>
                      <a:pt x="0" y="15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0" y="8"/>
                      <a:pt x="120" y="8"/>
                      <a:pt x="120" y="8"/>
                    </a:cubicBezTo>
                    <a:cubicBezTo>
                      <a:pt x="120" y="11"/>
                      <a:pt x="120" y="14"/>
                      <a:pt x="120" y="16"/>
                    </a:cubicBezTo>
                    <a:cubicBezTo>
                      <a:pt x="120" y="85"/>
                      <a:pt x="73" y="143"/>
                      <a:pt x="9" y="149"/>
                    </a:cubicBezTo>
                    <a:lnTo>
                      <a:pt x="0" y="150"/>
                    </a:lnTo>
                    <a:close/>
                    <a:moveTo>
                      <a:pt x="16" y="17"/>
                    </a:moveTo>
                    <a:cubicBezTo>
                      <a:pt x="16" y="131"/>
                      <a:pt x="16" y="131"/>
                      <a:pt x="16" y="131"/>
                    </a:cubicBezTo>
                    <a:cubicBezTo>
                      <a:pt x="67" y="121"/>
                      <a:pt x="103" y="74"/>
                      <a:pt x="104" y="17"/>
                    </a:cubicBezTo>
                    <a:lnTo>
                      <a:pt x="16" y="17"/>
                    </a:lnTo>
                    <a:close/>
                  </a:path>
                </a:pathLst>
              </a:custGeom>
              <a:solidFill>
                <a:srgbClr val="D46F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5" name="iŝḻîďé"/>
              <p:cNvSpPr/>
              <p:nvPr/>
            </p:nvSpPr>
            <p:spPr bwMode="auto">
              <a:xfrm>
                <a:off x="5962916" y="4655243"/>
                <a:ext cx="183785" cy="747807"/>
              </a:xfrm>
              <a:prstGeom prst="rect">
                <a:avLst/>
              </a:prstGeom>
              <a:solidFill>
                <a:srgbClr val="D46F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6" name="îşḻïḍê"/>
              <p:cNvSpPr/>
              <p:nvPr/>
            </p:nvSpPr>
            <p:spPr bwMode="auto">
              <a:xfrm>
                <a:off x="5570000" y="5333341"/>
                <a:ext cx="975952" cy="133086"/>
              </a:xfrm>
              <a:custGeom>
                <a:avLst/>
                <a:gdLst>
                  <a:gd name="T0" fmla="*/ 135 w 135"/>
                  <a:gd name="T1" fmla="*/ 19 h 19"/>
                  <a:gd name="T2" fmla="*/ 135 w 135"/>
                  <a:gd name="T3" fmla="*/ 10 h 19"/>
                  <a:gd name="T4" fmla="*/ 127 w 135"/>
                  <a:gd name="T5" fmla="*/ 0 h 19"/>
                  <a:gd name="T6" fmla="*/ 8 w 135"/>
                  <a:gd name="T7" fmla="*/ 0 h 19"/>
                  <a:gd name="T8" fmla="*/ 0 w 135"/>
                  <a:gd name="T9" fmla="*/ 10 h 19"/>
                  <a:gd name="T10" fmla="*/ 0 w 135"/>
                  <a:gd name="T11" fmla="*/ 19 h 19"/>
                  <a:gd name="T12" fmla="*/ 135 w 135"/>
                  <a:gd name="T13" fmla="*/ 19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5" h="19">
                    <a:moveTo>
                      <a:pt x="135" y="19"/>
                    </a:moveTo>
                    <a:cubicBezTo>
                      <a:pt x="135" y="10"/>
                      <a:pt x="135" y="10"/>
                      <a:pt x="135" y="10"/>
                    </a:cubicBezTo>
                    <a:cubicBezTo>
                      <a:pt x="135" y="5"/>
                      <a:pt x="132" y="0"/>
                      <a:pt x="127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3" y="0"/>
                      <a:pt x="0" y="5"/>
                      <a:pt x="0" y="10"/>
                    </a:cubicBezTo>
                    <a:cubicBezTo>
                      <a:pt x="0" y="19"/>
                      <a:pt x="0" y="19"/>
                      <a:pt x="0" y="19"/>
                    </a:cubicBezTo>
                    <a:lnTo>
                      <a:pt x="135" y="19"/>
                    </a:lnTo>
                    <a:close/>
                  </a:path>
                </a:pathLst>
              </a:custGeom>
              <a:solidFill>
                <a:srgbClr val="D46F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7" name="îṥlïďe"/>
              <p:cNvSpPr/>
              <p:nvPr/>
            </p:nvSpPr>
            <p:spPr bwMode="auto">
              <a:xfrm>
                <a:off x="5424239" y="3552544"/>
                <a:ext cx="621060" cy="1723758"/>
              </a:xfrm>
              <a:custGeom>
                <a:avLst/>
                <a:gdLst>
                  <a:gd name="T0" fmla="*/ 7 w 86"/>
                  <a:gd name="T1" fmla="*/ 0 h 238"/>
                  <a:gd name="T2" fmla="*/ 0 w 86"/>
                  <a:gd name="T3" fmla="*/ 45 h 238"/>
                  <a:gd name="T4" fmla="*/ 75 w 86"/>
                  <a:gd name="T5" fmla="*/ 177 h 238"/>
                  <a:gd name="T6" fmla="*/ 75 w 86"/>
                  <a:gd name="T7" fmla="*/ 238 h 238"/>
                  <a:gd name="T8" fmla="*/ 86 w 86"/>
                  <a:gd name="T9" fmla="*/ 238 h 238"/>
                  <a:gd name="T10" fmla="*/ 86 w 86"/>
                  <a:gd name="T11" fmla="*/ 152 h 238"/>
                  <a:gd name="T12" fmla="*/ 86 w 86"/>
                  <a:gd name="T13" fmla="*/ 0 h 238"/>
                  <a:gd name="T14" fmla="*/ 7 w 86"/>
                  <a:gd name="T15" fmla="*/ 0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6" h="238">
                    <a:moveTo>
                      <a:pt x="7" y="0"/>
                    </a:moveTo>
                    <a:cubicBezTo>
                      <a:pt x="2" y="14"/>
                      <a:pt x="0" y="29"/>
                      <a:pt x="0" y="45"/>
                    </a:cubicBezTo>
                    <a:cubicBezTo>
                      <a:pt x="0" y="102"/>
                      <a:pt x="30" y="151"/>
                      <a:pt x="75" y="177"/>
                    </a:cubicBezTo>
                    <a:cubicBezTo>
                      <a:pt x="75" y="238"/>
                      <a:pt x="75" y="238"/>
                      <a:pt x="75" y="238"/>
                    </a:cubicBezTo>
                    <a:cubicBezTo>
                      <a:pt x="86" y="238"/>
                      <a:pt x="86" y="238"/>
                      <a:pt x="86" y="238"/>
                    </a:cubicBezTo>
                    <a:cubicBezTo>
                      <a:pt x="86" y="152"/>
                      <a:pt x="86" y="152"/>
                      <a:pt x="86" y="152"/>
                    </a:cubicBezTo>
                    <a:cubicBezTo>
                      <a:pt x="86" y="0"/>
                      <a:pt x="86" y="0"/>
                      <a:pt x="86" y="0"/>
                    </a:cubicBez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EC855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8" name="íṡḷïḑe"/>
              <p:cNvSpPr/>
              <p:nvPr/>
            </p:nvSpPr>
            <p:spPr bwMode="auto">
              <a:xfrm>
                <a:off x="5570000" y="5333341"/>
                <a:ext cx="475303" cy="133086"/>
              </a:xfrm>
              <a:custGeom>
                <a:avLst/>
                <a:gdLst>
                  <a:gd name="T0" fmla="*/ 29 w 66"/>
                  <a:gd name="T1" fmla="*/ 0 h 19"/>
                  <a:gd name="T2" fmla="*/ 8 w 66"/>
                  <a:gd name="T3" fmla="*/ 0 h 19"/>
                  <a:gd name="T4" fmla="*/ 0 w 66"/>
                  <a:gd name="T5" fmla="*/ 10 h 19"/>
                  <a:gd name="T6" fmla="*/ 0 w 66"/>
                  <a:gd name="T7" fmla="*/ 19 h 19"/>
                  <a:gd name="T8" fmla="*/ 66 w 66"/>
                  <a:gd name="T9" fmla="*/ 19 h 19"/>
                  <a:gd name="T10" fmla="*/ 66 w 66"/>
                  <a:gd name="T11" fmla="*/ 0 h 19"/>
                  <a:gd name="T12" fmla="*/ 55 w 66"/>
                  <a:gd name="T13" fmla="*/ 0 h 19"/>
                  <a:gd name="T14" fmla="*/ 29 w 66"/>
                  <a:gd name="T15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6" h="19">
                    <a:moveTo>
                      <a:pt x="29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3" y="0"/>
                      <a:pt x="0" y="5"/>
                      <a:pt x="0" y="10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66" y="19"/>
                      <a:pt x="66" y="19"/>
                      <a:pt x="66" y="19"/>
                    </a:cubicBezTo>
                    <a:cubicBezTo>
                      <a:pt x="66" y="0"/>
                      <a:pt x="66" y="0"/>
                      <a:pt x="66" y="0"/>
                    </a:cubicBezTo>
                    <a:cubicBezTo>
                      <a:pt x="55" y="0"/>
                      <a:pt x="55" y="0"/>
                      <a:pt x="55" y="0"/>
                    </a:cubicBez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EC855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9" name="îSlíďê"/>
              <p:cNvSpPr/>
              <p:nvPr/>
            </p:nvSpPr>
            <p:spPr bwMode="auto">
              <a:xfrm>
                <a:off x="5436914" y="5460088"/>
                <a:ext cx="1229446" cy="602050"/>
              </a:xfrm>
              <a:prstGeom prst="rect">
                <a:avLst/>
              </a:prstGeom>
              <a:solidFill>
                <a:srgbClr val="72BC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0" name="islíḑê"/>
              <p:cNvSpPr/>
              <p:nvPr/>
            </p:nvSpPr>
            <p:spPr bwMode="auto">
              <a:xfrm>
                <a:off x="5582675" y="5605844"/>
                <a:ext cx="937928" cy="310532"/>
              </a:xfrm>
              <a:prstGeom prst="rect">
                <a:avLst/>
              </a:prstGeom>
              <a:solidFill>
                <a:srgbClr val="5F9C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1" name="í$ļíḓé"/>
              <p:cNvSpPr/>
              <p:nvPr/>
            </p:nvSpPr>
            <p:spPr bwMode="auto">
              <a:xfrm>
                <a:off x="5392555" y="6036784"/>
                <a:ext cx="1324508" cy="145761"/>
              </a:xfrm>
              <a:prstGeom prst="rect">
                <a:avLst/>
              </a:prstGeom>
              <a:solidFill>
                <a:srgbClr val="5F9C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2" name="iṣ1íḑé"/>
              <p:cNvSpPr/>
              <p:nvPr/>
            </p:nvSpPr>
            <p:spPr bwMode="auto">
              <a:xfrm>
                <a:off x="4879227" y="4946760"/>
                <a:ext cx="107737" cy="177446"/>
              </a:xfrm>
              <a:custGeom>
                <a:avLst/>
                <a:gdLst>
                  <a:gd name="T0" fmla="*/ 8 w 15"/>
                  <a:gd name="T1" fmla="*/ 24 h 24"/>
                  <a:gd name="T2" fmla="*/ 0 w 15"/>
                  <a:gd name="T3" fmla="*/ 16 h 24"/>
                  <a:gd name="T4" fmla="*/ 0 w 15"/>
                  <a:gd name="T5" fmla="*/ 8 h 24"/>
                  <a:gd name="T6" fmla="*/ 8 w 15"/>
                  <a:gd name="T7" fmla="*/ 0 h 24"/>
                  <a:gd name="T8" fmla="*/ 15 w 15"/>
                  <a:gd name="T9" fmla="*/ 8 h 24"/>
                  <a:gd name="T10" fmla="*/ 15 w 15"/>
                  <a:gd name="T11" fmla="*/ 16 h 24"/>
                  <a:gd name="T12" fmla="*/ 8 w 15"/>
                  <a:gd name="T13" fmla="*/ 24 h 24"/>
                  <a:gd name="T14" fmla="*/ 8 w 15"/>
                  <a:gd name="T15" fmla="*/ 4 h 24"/>
                  <a:gd name="T16" fmla="*/ 4 w 15"/>
                  <a:gd name="T17" fmla="*/ 8 h 24"/>
                  <a:gd name="T18" fmla="*/ 4 w 15"/>
                  <a:gd name="T19" fmla="*/ 16 h 24"/>
                  <a:gd name="T20" fmla="*/ 8 w 15"/>
                  <a:gd name="T21" fmla="*/ 20 h 24"/>
                  <a:gd name="T22" fmla="*/ 12 w 15"/>
                  <a:gd name="T23" fmla="*/ 16 h 24"/>
                  <a:gd name="T24" fmla="*/ 12 w 15"/>
                  <a:gd name="T25" fmla="*/ 8 h 24"/>
                  <a:gd name="T26" fmla="*/ 8 w 15"/>
                  <a:gd name="T27" fmla="*/ 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" h="24">
                    <a:moveTo>
                      <a:pt x="8" y="24"/>
                    </a:moveTo>
                    <a:cubicBezTo>
                      <a:pt x="3" y="24"/>
                      <a:pt x="0" y="20"/>
                      <a:pt x="0" y="16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4"/>
                      <a:pt x="3" y="0"/>
                      <a:pt x="8" y="0"/>
                    </a:cubicBezTo>
                    <a:cubicBezTo>
                      <a:pt x="12" y="0"/>
                      <a:pt x="15" y="4"/>
                      <a:pt x="15" y="8"/>
                    </a:cubicBezTo>
                    <a:cubicBezTo>
                      <a:pt x="15" y="16"/>
                      <a:pt x="15" y="16"/>
                      <a:pt x="15" y="16"/>
                    </a:cubicBezTo>
                    <a:cubicBezTo>
                      <a:pt x="15" y="20"/>
                      <a:pt x="12" y="24"/>
                      <a:pt x="8" y="24"/>
                    </a:cubicBezTo>
                    <a:close/>
                    <a:moveTo>
                      <a:pt x="8" y="4"/>
                    </a:moveTo>
                    <a:cubicBezTo>
                      <a:pt x="5" y="4"/>
                      <a:pt x="4" y="6"/>
                      <a:pt x="4" y="8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8"/>
                      <a:pt x="5" y="20"/>
                      <a:pt x="8" y="20"/>
                    </a:cubicBezTo>
                    <a:cubicBezTo>
                      <a:pt x="10" y="20"/>
                      <a:pt x="12" y="18"/>
                      <a:pt x="12" y="16"/>
                    </a:cubicBezTo>
                    <a:cubicBezTo>
                      <a:pt x="12" y="8"/>
                      <a:pt x="12" y="8"/>
                      <a:pt x="12" y="8"/>
                    </a:cubicBezTo>
                    <a:cubicBezTo>
                      <a:pt x="12" y="6"/>
                      <a:pt x="10" y="4"/>
                      <a:pt x="8" y="4"/>
                    </a:cubicBezTo>
                    <a:close/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3" name="íśľíḓe"/>
              <p:cNvSpPr/>
              <p:nvPr/>
            </p:nvSpPr>
            <p:spPr bwMode="auto">
              <a:xfrm>
                <a:off x="5056673" y="5092521"/>
                <a:ext cx="114072" cy="164771"/>
              </a:xfrm>
              <a:custGeom>
                <a:avLst/>
                <a:gdLst>
                  <a:gd name="T0" fmla="*/ 8 w 16"/>
                  <a:gd name="T1" fmla="*/ 23 h 23"/>
                  <a:gd name="T2" fmla="*/ 0 w 16"/>
                  <a:gd name="T3" fmla="*/ 16 h 23"/>
                  <a:gd name="T4" fmla="*/ 0 w 16"/>
                  <a:gd name="T5" fmla="*/ 8 h 23"/>
                  <a:gd name="T6" fmla="*/ 8 w 16"/>
                  <a:gd name="T7" fmla="*/ 0 h 23"/>
                  <a:gd name="T8" fmla="*/ 16 w 16"/>
                  <a:gd name="T9" fmla="*/ 8 h 23"/>
                  <a:gd name="T10" fmla="*/ 16 w 16"/>
                  <a:gd name="T11" fmla="*/ 16 h 23"/>
                  <a:gd name="T12" fmla="*/ 8 w 16"/>
                  <a:gd name="T13" fmla="*/ 23 h 23"/>
                  <a:gd name="T14" fmla="*/ 8 w 16"/>
                  <a:gd name="T15" fmla="*/ 4 h 23"/>
                  <a:gd name="T16" fmla="*/ 4 w 16"/>
                  <a:gd name="T17" fmla="*/ 8 h 23"/>
                  <a:gd name="T18" fmla="*/ 4 w 16"/>
                  <a:gd name="T19" fmla="*/ 16 h 23"/>
                  <a:gd name="T20" fmla="*/ 8 w 16"/>
                  <a:gd name="T21" fmla="*/ 20 h 23"/>
                  <a:gd name="T22" fmla="*/ 12 w 16"/>
                  <a:gd name="T23" fmla="*/ 16 h 23"/>
                  <a:gd name="T24" fmla="*/ 12 w 16"/>
                  <a:gd name="T25" fmla="*/ 8 h 23"/>
                  <a:gd name="T26" fmla="*/ 8 w 16"/>
                  <a:gd name="T27" fmla="*/ 4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6" h="23">
                    <a:moveTo>
                      <a:pt x="8" y="23"/>
                    </a:moveTo>
                    <a:cubicBezTo>
                      <a:pt x="4" y="23"/>
                      <a:pt x="0" y="20"/>
                      <a:pt x="0" y="16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3"/>
                      <a:pt x="4" y="0"/>
                      <a:pt x="8" y="0"/>
                    </a:cubicBezTo>
                    <a:cubicBezTo>
                      <a:pt x="12" y="0"/>
                      <a:pt x="16" y="3"/>
                      <a:pt x="16" y="8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6" y="20"/>
                      <a:pt x="12" y="23"/>
                      <a:pt x="8" y="23"/>
                    </a:cubicBezTo>
                    <a:close/>
                    <a:moveTo>
                      <a:pt x="8" y="4"/>
                    </a:moveTo>
                    <a:cubicBezTo>
                      <a:pt x="6" y="4"/>
                      <a:pt x="4" y="6"/>
                      <a:pt x="4" y="8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8"/>
                      <a:pt x="6" y="20"/>
                      <a:pt x="8" y="20"/>
                    </a:cubicBezTo>
                    <a:cubicBezTo>
                      <a:pt x="10" y="20"/>
                      <a:pt x="12" y="18"/>
                      <a:pt x="12" y="16"/>
                    </a:cubicBezTo>
                    <a:cubicBezTo>
                      <a:pt x="12" y="8"/>
                      <a:pt x="12" y="8"/>
                      <a:pt x="12" y="8"/>
                    </a:cubicBezTo>
                    <a:cubicBezTo>
                      <a:pt x="12" y="6"/>
                      <a:pt x="10" y="4"/>
                      <a:pt x="8" y="4"/>
                    </a:cubicBezTo>
                    <a:close/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4" name="íṡ1îďê"/>
              <p:cNvSpPr/>
              <p:nvPr/>
            </p:nvSpPr>
            <p:spPr bwMode="auto">
              <a:xfrm>
                <a:off x="5069348" y="4946760"/>
                <a:ext cx="114072" cy="120412"/>
              </a:xfrm>
              <a:custGeom>
                <a:avLst/>
                <a:gdLst>
                  <a:gd name="T0" fmla="*/ 14 w 16"/>
                  <a:gd name="T1" fmla="*/ 16 h 16"/>
                  <a:gd name="T2" fmla="*/ 12 w 16"/>
                  <a:gd name="T3" fmla="*/ 14 h 16"/>
                  <a:gd name="T4" fmla="*/ 12 w 16"/>
                  <a:gd name="T5" fmla="*/ 4 h 16"/>
                  <a:gd name="T6" fmla="*/ 2 w 16"/>
                  <a:gd name="T7" fmla="*/ 4 h 16"/>
                  <a:gd name="T8" fmla="*/ 0 w 16"/>
                  <a:gd name="T9" fmla="*/ 2 h 16"/>
                  <a:gd name="T10" fmla="*/ 2 w 16"/>
                  <a:gd name="T11" fmla="*/ 0 h 16"/>
                  <a:gd name="T12" fmla="*/ 14 w 16"/>
                  <a:gd name="T13" fmla="*/ 0 h 16"/>
                  <a:gd name="T14" fmla="*/ 16 w 16"/>
                  <a:gd name="T15" fmla="*/ 2 h 16"/>
                  <a:gd name="T16" fmla="*/ 16 w 16"/>
                  <a:gd name="T17" fmla="*/ 14 h 16"/>
                  <a:gd name="T18" fmla="*/ 14 w 16"/>
                  <a:gd name="T19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" h="16">
                    <a:moveTo>
                      <a:pt x="14" y="16"/>
                    </a:moveTo>
                    <a:cubicBezTo>
                      <a:pt x="13" y="16"/>
                      <a:pt x="12" y="15"/>
                      <a:pt x="12" y="14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5" y="0"/>
                      <a:pt x="16" y="1"/>
                      <a:pt x="16" y="2"/>
                    </a:cubicBezTo>
                    <a:cubicBezTo>
                      <a:pt x="16" y="14"/>
                      <a:pt x="16" y="14"/>
                      <a:pt x="16" y="14"/>
                    </a:cubicBezTo>
                    <a:cubicBezTo>
                      <a:pt x="16" y="15"/>
                      <a:pt x="15" y="16"/>
                      <a:pt x="14" y="16"/>
                    </a:cubicBezTo>
                    <a:close/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5" name="íṡḻiḑè"/>
              <p:cNvSpPr/>
              <p:nvPr/>
            </p:nvSpPr>
            <p:spPr bwMode="auto">
              <a:xfrm>
                <a:off x="4866553" y="4965775"/>
                <a:ext cx="304193" cy="297857"/>
              </a:xfrm>
              <a:custGeom>
                <a:avLst/>
                <a:gdLst>
                  <a:gd name="T0" fmla="*/ 2 w 42"/>
                  <a:gd name="T1" fmla="*/ 42 h 42"/>
                  <a:gd name="T2" fmla="*/ 0 w 42"/>
                  <a:gd name="T3" fmla="*/ 41 h 42"/>
                  <a:gd name="T4" fmla="*/ 0 w 42"/>
                  <a:gd name="T5" fmla="*/ 39 h 42"/>
                  <a:gd name="T6" fmla="*/ 39 w 42"/>
                  <a:gd name="T7" fmla="*/ 1 h 42"/>
                  <a:gd name="T8" fmla="*/ 41 w 42"/>
                  <a:gd name="T9" fmla="*/ 1 h 42"/>
                  <a:gd name="T10" fmla="*/ 41 w 42"/>
                  <a:gd name="T11" fmla="*/ 3 h 42"/>
                  <a:gd name="T12" fmla="*/ 3 w 42"/>
                  <a:gd name="T13" fmla="*/ 41 h 42"/>
                  <a:gd name="T14" fmla="*/ 2 w 42"/>
                  <a:gd name="T15" fmla="*/ 4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2" h="42">
                    <a:moveTo>
                      <a:pt x="2" y="42"/>
                    </a:moveTo>
                    <a:cubicBezTo>
                      <a:pt x="1" y="42"/>
                      <a:pt x="1" y="42"/>
                      <a:pt x="0" y="41"/>
                    </a:cubicBezTo>
                    <a:cubicBezTo>
                      <a:pt x="0" y="41"/>
                      <a:pt x="0" y="40"/>
                      <a:pt x="0" y="39"/>
                    </a:cubicBezTo>
                    <a:cubicBezTo>
                      <a:pt x="39" y="1"/>
                      <a:pt x="39" y="1"/>
                      <a:pt x="39" y="1"/>
                    </a:cubicBezTo>
                    <a:cubicBezTo>
                      <a:pt x="40" y="0"/>
                      <a:pt x="41" y="0"/>
                      <a:pt x="41" y="1"/>
                    </a:cubicBezTo>
                    <a:cubicBezTo>
                      <a:pt x="42" y="1"/>
                      <a:pt x="42" y="2"/>
                      <a:pt x="41" y="3"/>
                    </a:cubicBezTo>
                    <a:cubicBezTo>
                      <a:pt x="3" y="41"/>
                      <a:pt x="3" y="41"/>
                      <a:pt x="3" y="41"/>
                    </a:cubicBezTo>
                    <a:cubicBezTo>
                      <a:pt x="3" y="42"/>
                      <a:pt x="2" y="42"/>
                      <a:pt x="2" y="42"/>
                    </a:cubicBezTo>
                    <a:close/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6" name="îśḻíḑé"/>
              <p:cNvSpPr/>
              <p:nvPr/>
            </p:nvSpPr>
            <p:spPr bwMode="auto">
              <a:xfrm>
                <a:off x="5550986" y="1632334"/>
                <a:ext cx="44363" cy="196460"/>
              </a:xfrm>
              <a:custGeom>
                <a:avLst/>
                <a:gdLst>
                  <a:gd name="T0" fmla="*/ 3 w 6"/>
                  <a:gd name="T1" fmla="*/ 27 h 27"/>
                  <a:gd name="T2" fmla="*/ 0 w 6"/>
                  <a:gd name="T3" fmla="*/ 24 h 27"/>
                  <a:gd name="T4" fmla="*/ 0 w 6"/>
                  <a:gd name="T5" fmla="*/ 3 h 27"/>
                  <a:gd name="T6" fmla="*/ 3 w 6"/>
                  <a:gd name="T7" fmla="*/ 0 h 27"/>
                  <a:gd name="T8" fmla="*/ 6 w 6"/>
                  <a:gd name="T9" fmla="*/ 3 h 27"/>
                  <a:gd name="T10" fmla="*/ 6 w 6"/>
                  <a:gd name="T11" fmla="*/ 24 h 27"/>
                  <a:gd name="T12" fmla="*/ 3 w 6"/>
                  <a:gd name="T13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27">
                    <a:moveTo>
                      <a:pt x="3" y="27"/>
                    </a:moveTo>
                    <a:cubicBezTo>
                      <a:pt x="1" y="27"/>
                      <a:pt x="0" y="26"/>
                      <a:pt x="0" y="2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6" y="26"/>
                      <a:pt x="5" y="27"/>
                      <a:pt x="3" y="27"/>
                    </a:cubicBezTo>
                    <a:close/>
                  </a:path>
                </a:pathLst>
              </a:custGeom>
              <a:solidFill>
                <a:srgbClr val="CDD5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7" name="îšļiḑê"/>
              <p:cNvSpPr/>
              <p:nvPr/>
            </p:nvSpPr>
            <p:spPr bwMode="auto">
              <a:xfrm>
                <a:off x="5474938" y="1708383"/>
                <a:ext cx="202795" cy="44363"/>
              </a:xfrm>
              <a:custGeom>
                <a:avLst/>
                <a:gdLst>
                  <a:gd name="T0" fmla="*/ 25 w 28"/>
                  <a:gd name="T1" fmla="*/ 6 h 6"/>
                  <a:gd name="T2" fmla="*/ 3 w 28"/>
                  <a:gd name="T3" fmla="*/ 6 h 6"/>
                  <a:gd name="T4" fmla="*/ 0 w 28"/>
                  <a:gd name="T5" fmla="*/ 3 h 6"/>
                  <a:gd name="T6" fmla="*/ 3 w 28"/>
                  <a:gd name="T7" fmla="*/ 0 h 6"/>
                  <a:gd name="T8" fmla="*/ 25 w 28"/>
                  <a:gd name="T9" fmla="*/ 0 h 6"/>
                  <a:gd name="T10" fmla="*/ 28 w 28"/>
                  <a:gd name="T11" fmla="*/ 3 h 6"/>
                  <a:gd name="T12" fmla="*/ 25 w 28"/>
                  <a:gd name="T13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" h="6">
                    <a:moveTo>
                      <a:pt x="25" y="6"/>
                    </a:moveTo>
                    <a:cubicBezTo>
                      <a:pt x="3" y="6"/>
                      <a:pt x="3" y="6"/>
                      <a:pt x="3" y="6"/>
                    </a:cubicBezTo>
                    <a:cubicBezTo>
                      <a:pt x="2" y="6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26" y="0"/>
                      <a:pt x="28" y="1"/>
                      <a:pt x="28" y="3"/>
                    </a:cubicBezTo>
                    <a:cubicBezTo>
                      <a:pt x="28" y="4"/>
                      <a:pt x="26" y="6"/>
                      <a:pt x="25" y="6"/>
                    </a:cubicBezTo>
                    <a:close/>
                  </a:path>
                </a:pathLst>
              </a:custGeom>
              <a:solidFill>
                <a:srgbClr val="CDD5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8" name="iṡľïďé"/>
              <p:cNvSpPr/>
              <p:nvPr/>
            </p:nvSpPr>
            <p:spPr bwMode="auto">
              <a:xfrm>
                <a:off x="6362167" y="1131682"/>
                <a:ext cx="44363" cy="196460"/>
              </a:xfrm>
              <a:custGeom>
                <a:avLst/>
                <a:gdLst>
                  <a:gd name="T0" fmla="*/ 3 w 6"/>
                  <a:gd name="T1" fmla="*/ 27 h 27"/>
                  <a:gd name="T2" fmla="*/ 0 w 6"/>
                  <a:gd name="T3" fmla="*/ 24 h 27"/>
                  <a:gd name="T4" fmla="*/ 0 w 6"/>
                  <a:gd name="T5" fmla="*/ 3 h 27"/>
                  <a:gd name="T6" fmla="*/ 3 w 6"/>
                  <a:gd name="T7" fmla="*/ 0 h 27"/>
                  <a:gd name="T8" fmla="*/ 6 w 6"/>
                  <a:gd name="T9" fmla="*/ 3 h 27"/>
                  <a:gd name="T10" fmla="*/ 6 w 6"/>
                  <a:gd name="T11" fmla="*/ 24 h 27"/>
                  <a:gd name="T12" fmla="*/ 3 w 6"/>
                  <a:gd name="T13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27">
                    <a:moveTo>
                      <a:pt x="3" y="27"/>
                    </a:moveTo>
                    <a:cubicBezTo>
                      <a:pt x="1" y="27"/>
                      <a:pt x="0" y="25"/>
                      <a:pt x="0" y="2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6" y="25"/>
                      <a:pt x="5" y="27"/>
                      <a:pt x="3" y="27"/>
                    </a:cubicBezTo>
                    <a:close/>
                  </a:path>
                </a:pathLst>
              </a:custGeom>
              <a:solidFill>
                <a:srgbClr val="CDD5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9" name="íṧľidè"/>
              <p:cNvSpPr/>
              <p:nvPr/>
            </p:nvSpPr>
            <p:spPr bwMode="auto">
              <a:xfrm>
                <a:off x="6286119" y="1207730"/>
                <a:ext cx="202795" cy="44363"/>
              </a:xfrm>
              <a:custGeom>
                <a:avLst/>
                <a:gdLst>
                  <a:gd name="T0" fmla="*/ 25 w 28"/>
                  <a:gd name="T1" fmla="*/ 6 h 6"/>
                  <a:gd name="T2" fmla="*/ 3 w 28"/>
                  <a:gd name="T3" fmla="*/ 6 h 6"/>
                  <a:gd name="T4" fmla="*/ 0 w 28"/>
                  <a:gd name="T5" fmla="*/ 3 h 6"/>
                  <a:gd name="T6" fmla="*/ 3 w 28"/>
                  <a:gd name="T7" fmla="*/ 0 h 6"/>
                  <a:gd name="T8" fmla="*/ 25 w 28"/>
                  <a:gd name="T9" fmla="*/ 0 h 6"/>
                  <a:gd name="T10" fmla="*/ 28 w 28"/>
                  <a:gd name="T11" fmla="*/ 3 h 6"/>
                  <a:gd name="T12" fmla="*/ 25 w 28"/>
                  <a:gd name="T13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" h="6">
                    <a:moveTo>
                      <a:pt x="25" y="6"/>
                    </a:moveTo>
                    <a:cubicBezTo>
                      <a:pt x="3" y="6"/>
                      <a:pt x="3" y="6"/>
                      <a:pt x="3" y="6"/>
                    </a:cubicBezTo>
                    <a:cubicBezTo>
                      <a:pt x="2" y="6"/>
                      <a:pt x="0" y="5"/>
                      <a:pt x="0" y="3"/>
                    </a:cubicBezTo>
                    <a:cubicBezTo>
                      <a:pt x="0" y="2"/>
                      <a:pt x="2" y="0"/>
                      <a:pt x="3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26" y="0"/>
                      <a:pt x="28" y="2"/>
                      <a:pt x="28" y="3"/>
                    </a:cubicBezTo>
                    <a:cubicBezTo>
                      <a:pt x="28" y="5"/>
                      <a:pt x="26" y="6"/>
                      <a:pt x="25" y="6"/>
                    </a:cubicBezTo>
                    <a:close/>
                  </a:path>
                </a:pathLst>
              </a:custGeom>
              <a:solidFill>
                <a:srgbClr val="CDD5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0" name="ïṣľîḋè"/>
              <p:cNvSpPr/>
              <p:nvPr/>
            </p:nvSpPr>
            <p:spPr bwMode="auto">
              <a:xfrm>
                <a:off x="4733470" y="5688236"/>
                <a:ext cx="44363" cy="190120"/>
              </a:xfrm>
              <a:custGeom>
                <a:avLst/>
                <a:gdLst>
                  <a:gd name="T0" fmla="*/ 3 w 6"/>
                  <a:gd name="T1" fmla="*/ 27 h 27"/>
                  <a:gd name="T2" fmla="*/ 0 w 6"/>
                  <a:gd name="T3" fmla="*/ 24 h 27"/>
                  <a:gd name="T4" fmla="*/ 0 w 6"/>
                  <a:gd name="T5" fmla="*/ 3 h 27"/>
                  <a:gd name="T6" fmla="*/ 3 w 6"/>
                  <a:gd name="T7" fmla="*/ 0 h 27"/>
                  <a:gd name="T8" fmla="*/ 6 w 6"/>
                  <a:gd name="T9" fmla="*/ 3 h 27"/>
                  <a:gd name="T10" fmla="*/ 6 w 6"/>
                  <a:gd name="T11" fmla="*/ 24 h 27"/>
                  <a:gd name="T12" fmla="*/ 3 w 6"/>
                  <a:gd name="T13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27">
                    <a:moveTo>
                      <a:pt x="3" y="27"/>
                    </a:moveTo>
                    <a:cubicBezTo>
                      <a:pt x="1" y="27"/>
                      <a:pt x="0" y="26"/>
                      <a:pt x="0" y="2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1" y="0"/>
                      <a:pt x="3" y="0"/>
                    </a:cubicBezTo>
                    <a:cubicBezTo>
                      <a:pt x="4" y="0"/>
                      <a:pt x="6" y="2"/>
                      <a:pt x="6" y="3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6" y="26"/>
                      <a:pt x="4" y="27"/>
                      <a:pt x="3" y="27"/>
                    </a:cubicBezTo>
                    <a:close/>
                  </a:path>
                </a:pathLst>
              </a:custGeom>
              <a:solidFill>
                <a:srgbClr val="CDD5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1" name="îS1ïḓè"/>
              <p:cNvSpPr/>
              <p:nvPr/>
            </p:nvSpPr>
            <p:spPr bwMode="auto">
              <a:xfrm>
                <a:off x="4657422" y="5764284"/>
                <a:ext cx="196460" cy="44363"/>
              </a:xfrm>
              <a:custGeom>
                <a:avLst/>
                <a:gdLst>
                  <a:gd name="T0" fmla="*/ 24 w 27"/>
                  <a:gd name="T1" fmla="*/ 6 h 6"/>
                  <a:gd name="T2" fmla="*/ 3 w 27"/>
                  <a:gd name="T3" fmla="*/ 6 h 6"/>
                  <a:gd name="T4" fmla="*/ 0 w 27"/>
                  <a:gd name="T5" fmla="*/ 3 h 6"/>
                  <a:gd name="T6" fmla="*/ 3 w 27"/>
                  <a:gd name="T7" fmla="*/ 0 h 6"/>
                  <a:gd name="T8" fmla="*/ 24 w 27"/>
                  <a:gd name="T9" fmla="*/ 0 h 6"/>
                  <a:gd name="T10" fmla="*/ 27 w 27"/>
                  <a:gd name="T11" fmla="*/ 3 h 6"/>
                  <a:gd name="T12" fmla="*/ 24 w 27"/>
                  <a:gd name="T13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7" h="6">
                    <a:moveTo>
                      <a:pt x="24" y="6"/>
                    </a:moveTo>
                    <a:cubicBezTo>
                      <a:pt x="3" y="6"/>
                      <a:pt x="3" y="6"/>
                      <a:pt x="3" y="6"/>
                    </a:cubicBezTo>
                    <a:cubicBezTo>
                      <a:pt x="1" y="6"/>
                      <a:pt x="0" y="5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6" y="0"/>
                      <a:pt x="27" y="1"/>
                      <a:pt x="27" y="3"/>
                    </a:cubicBezTo>
                    <a:cubicBezTo>
                      <a:pt x="27" y="5"/>
                      <a:pt x="26" y="6"/>
                      <a:pt x="24" y="6"/>
                    </a:cubicBezTo>
                    <a:close/>
                  </a:path>
                </a:pathLst>
              </a:custGeom>
              <a:solidFill>
                <a:srgbClr val="CDD5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2" name="îSḷîḓê"/>
              <p:cNvSpPr/>
              <p:nvPr/>
            </p:nvSpPr>
            <p:spPr bwMode="auto">
              <a:xfrm>
                <a:off x="5570000" y="2576597"/>
                <a:ext cx="152096" cy="152096"/>
              </a:xfrm>
              <a:custGeom>
                <a:avLst/>
                <a:gdLst>
                  <a:gd name="T0" fmla="*/ 3 w 21"/>
                  <a:gd name="T1" fmla="*/ 21 h 21"/>
                  <a:gd name="T2" fmla="*/ 1 w 21"/>
                  <a:gd name="T3" fmla="*/ 21 h 21"/>
                  <a:gd name="T4" fmla="*/ 1 w 21"/>
                  <a:gd name="T5" fmla="*/ 16 h 21"/>
                  <a:gd name="T6" fmla="*/ 16 w 21"/>
                  <a:gd name="T7" fmla="*/ 1 h 21"/>
                  <a:gd name="T8" fmla="*/ 20 w 21"/>
                  <a:gd name="T9" fmla="*/ 1 h 21"/>
                  <a:gd name="T10" fmla="*/ 20 w 21"/>
                  <a:gd name="T11" fmla="*/ 6 h 21"/>
                  <a:gd name="T12" fmla="*/ 5 w 21"/>
                  <a:gd name="T13" fmla="*/ 21 h 21"/>
                  <a:gd name="T14" fmla="*/ 3 w 21"/>
                  <a:gd name="T15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" h="21">
                    <a:moveTo>
                      <a:pt x="3" y="21"/>
                    </a:moveTo>
                    <a:cubicBezTo>
                      <a:pt x="2" y="21"/>
                      <a:pt x="1" y="21"/>
                      <a:pt x="1" y="21"/>
                    </a:cubicBezTo>
                    <a:cubicBezTo>
                      <a:pt x="0" y="19"/>
                      <a:pt x="0" y="18"/>
                      <a:pt x="1" y="16"/>
                    </a:cubicBezTo>
                    <a:cubicBezTo>
                      <a:pt x="16" y="1"/>
                      <a:pt x="16" y="1"/>
                      <a:pt x="16" y="1"/>
                    </a:cubicBezTo>
                    <a:cubicBezTo>
                      <a:pt x="17" y="0"/>
                      <a:pt x="19" y="0"/>
                      <a:pt x="20" y="1"/>
                    </a:cubicBezTo>
                    <a:cubicBezTo>
                      <a:pt x="21" y="2"/>
                      <a:pt x="21" y="4"/>
                      <a:pt x="20" y="6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4" y="21"/>
                      <a:pt x="4" y="21"/>
                      <a:pt x="3" y="21"/>
                    </a:cubicBezTo>
                    <a:close/>
                  </a:path>
                </a:pathLst>
              </a:custGeom>
              <a:solidFill>
                <a:srgbClr val="CDD5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3" name="ísḷiḑè"/>
              <p:cNvSpPr/>
              <p:nvPr/>
            </p:nvSpPr>
            <p:spPr bwMode="auto">
              <a:xfrm>
                <a:off x="5570000" y="2234380"/>
                <a:ext cx="152096" cy="152096"/>
              </a:xfrm>
              <a:custGeom>
                <a:avLst/>
                <a:gdLst>
                  <a:gd name="T0" fmla="*/ 18 w 21"/>
                  <a:gd name="T1" fmla="*/ 21 h 21"/>
                  <a:gd name="T2" fmla="*/ 16 w 21"/>
                  <a:gd name="T3" fmla="*/ 20 h 21"/>
                  <a:gd name="T4" fmla="*/ 1 w 21"/>
                  <a:gd name="T5" fmla="*/ 5 h 21"/>
                  <a:gd name="T6" fmla="*/ 1 w 21"/>
                  <a:gd name="T7" fmla="*/ 1 h 21"/>
                  <a:gd name="T8" fmla="*/ 5 w 21"/>
                  <a:gd name="T9" fmla="*/ 1 h 21"/>
                  <a:gd name="T10" fmla="*/ 20 w 21"/>
                  <a:gd name="T11" fmla="*/ 16 h 21"/>
                  <a:gd name="T12" fmla="*/ 20 w 21"/>
                  <a:gd name="T13" fmla="*/ 20 h 21"/>
                  <a:gd name="T14" fmla="*/ 18 w 21"/>
                  <a:gd name="T15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" h="21">
                    <a:moveTo>
                      <a:pt x="18" y="21"/>
                    </a:moveTo>
                    <a:cubicBezTo>
                      <a:pt x="17" y="21"/>
                      <a:pt x="16" y="21"/>
                      <a:pt x="16" y="20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1" y="17"/>
                      <a:pt x="21" y="19"/>
                      <a:pt x="20" y="20"/>
                    </a:cubicBezTo>
                    <a:cubicBezTo>
                      <a:pt x="19" y="21"/>
                      <a:pt x="19" y="21"/>
                      <a:pt x="18" y="21"/>
                    </a:cubicBezTo>
                    <a:close/>
                  </a:path>
                </a:pathLst>
              </a:custGeom>
              <a:solidFill>
                <a:srgbClr val="CDD5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4" name="íṩľíḓê"/>
              <p:cNvSpPr/>
              <p:nvPr/>
            </p:nvSpPr>
            <p:spPr bwMode="auto">
              <a:xfrm>
                <a:off x="5462263" y="2462525"/>
                <a:ext cx="190121" cy="44363"/>
              </a:xfrm>
              <a:custGeom>
                <a:avLst/>
                <a:gdLst>
                  <a:gd name="T0" fmla="*/ 24 w 27"/>
                  <a:gd name="T1" fmla="*/ 6 h 6"/>
                  <a:gd name="T2" fmla="*/ 3 w 27"/>
                  <a:gd name="T3" fmla="*/ 6 h 6"/>
                  <a:gd name="T4" fmla="*/ 0 w 27"/>
                  <a:gd name="T5" fmla="*/ 3 h 6"/>
                  <a:gd name="T6" fmla="*/ 3 w 27"/>
                  <a:gd name="T7" fmla="*/ 0 h 6"/>
                  <a:gd name="T8" fmla="*/ 24 w 27"/>
                  <a:gd name="T9" fmla="*/ 0 h 6"/>
                  <a:gd name="T10" fmla="*/ 27 w 27"/>
                  <a:gd name="T11" fmla="*/ 3 h 6"/>
                  <a:gd name="T12" fmla="*/ 24 w 27"/>
                  <a:gd name="T13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7" h="6">
                    <a:moveTo>
                      <a:pt x="24" y="6"/>
                    </a:moveTo>
                    <a:cubicBezTo>
                      <a:pt x="3" y="6"/>
                      <a:pt x="3" y="6"/>
                      <a:pt x="3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6" y="0"/>
                      <a:pt x="27" y="1"/>
                      <a:pt x="27" y="3"/>
                    </a:cubicBezTo>
                    <a:cubicBezTo>
                      <a:pt x="27" y="4"/>
                      <a:pt x="26" y="6"/>
                      <a:pt x="24" y="6"/>
                    </a:cubicBezTo>
                    <a:close/>
                  </a:path>
                </a:pathLst>
              </a:custGeom>
              <a:solidFill>
                <a:srgbClr val="CDD5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5" name="ïṩ1îḍê"/>
              <p:cNvSpPr/>
              <p:nvPr/>
            </p:nvSpPr>
            <p:spPr bwMode="auto">
              <a:xfrm>
                <a:off x="6514264" y="3045561"/>
                <a:ext cx="158436" cy="152096"/>
              </a:xfrm>
              <a:custGeom>
                <a:avLst/>
                <a:gdLst>
                  <a:gd name="T0" fmla="*/ 18 w 22"/>
                  <a:gd name="T1" fmla="*/ 21 h 21"/>
                  <a:gd name="T2" fmla="*/ 16 w 22"/>
                  <a:gd name="T3" fmla="*/ 20 h 21"/>
                  <a:gd name="T4" fmla="*/ 1 w 22"/>
                  <a:gd name="T5" fmla="*/ 5 h 21"/>
                  <a:gd name="T6" fmla="*/ 1 w 22"/>
                  <a:gd name="T7" fmla="*/ 1 h 21"/>
                  <a:gd name="T8" fmla="*/ 6 w 22"/>
                  <a:gd name="T9" fmla="*/ 1 h 21"/>
                  <a:gd name="T10" fmla="*/ 21 w 22"/>
                  <a:gd name="T11" fmla="*/ 16 h 21"/>
                  <a:gd name="T12" fmla="*/ 21 w 22"/>
                  <a:gd name="T13" fmla="*/ 20 h 21"/>
                  <a:gd name="T14" fmla="*/ 18 w 22"/>
                  <a:gd name="T15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2" h="21">
                    <a:moveTo>
                      <a:pt x="18" y="21"/>
                    </a:moveTo>
                    <a:cubicBezTo>
                      <a:pt x="18" y="21"/>
                      <a:pt x="17" y="21"/>
                      <a:pt x="16" y="20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6" y="1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22" y="17"/>
                      <a:pt x="22" y="19"/>
                      <a:pt x="21" y="20"/>
                    </a:cubicBezTo>
                    <a:cubicBezTo>
                      <a:pt x="20" y="21"/>
                      <a:pt x="19" y="21"/>
                      <a:pt x="18" y="21"/>
                    </a:cubicBezTo>
                    <a:close/>
                  </a:path>
                </a:pathLst>
              </a:custGeom>
              <a:solidFill>
                <a:srgbClr val="CDD5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6" name="íšḷíḑé"/>
              <p:cNvSpPr/>
              <p:nvPr/>
            </p:nvSpPr>
            <p:spPr bwMode="auto">
              <a:xfrm>
                <a:off x="6514264" y="2697009"/>
                <a:ext cx="158436" cy="145761"/>
              </a:xfrm>
              <a:custGeom>
                <a:avLst/>
                <a:gdLst>
                  <a:gd name="T0" fmla="*/ 3 w 22"/>
                  <a:gd name="T1" fmla="*/ 21 h 21"/>
                  <a:gd name="T2" fmla="*/ 1 w 22"/>
                  <a:gd name="T3" fmla="*/ 21 h 21"/>
                  <a:gd name="T4" fmla="*/ 1 w 22"/>
                  <a:gd name="T5" fmla="*/ 16 h 21"/>
                  <a:gd name="T6" fmla="*/ 16 w 22"/>
                  <a:gd name="T7" fmla="*/ 1 h 21"/>
                  <a:gd name="T8" fmla="*/ 21 w 22"/>
                  <a:gd name="T9" fmla="*/ 1 h 21"/>
                  <a:gd name="T10" fmla="*/ 21 w 22"/>
                  <a:gd name="T11" fmla="*/ 6 h 21"/>
                  <a:gd name="T12" fmla="*/ 6 w 22"/>
                  <a:gd name="T13" fmla="*/ 21 h 21"/>
                  <a:gd name="T14" fmla="*/ 3 w 22"/>
                  <a:gd name="T15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2" h="21">
                    <a:moveTo>
                      <a:pt x="3" y="21"/>
                    </a:moveTo>
                    <a:cubicBezTo>
                      <a:pt x="3" y="21"/>
                      <a:pt x="2" y="21"/>
                      <a:pt x="1" y="21"/>
                    </a:cubicBezTo>
                    <a:cubicBezTo>
                      <a:pt x="0" y="19"/>
                      <a:pt x="0" y="17"/>
                      <a:pt x="1" y="16"/>
                    </a:cubicBezTo>
                    <a:cubicBezTo>
                      <a:pt x="16" y="1"/>
                      <a:pt x="16" y="1"/>
                      <a:pt x="16" y="1"/>
                    </a:cubicBezTo>
                    <a:cubicBezTo>
                      <a:pt x="18" y="0"/>
                      <a:pt x="19" y="0"/>
                      <a:pt x="21" y="1"/>
                    </a:cubicBezTo>
                    <a:cubicBezTo>
                      <a:pt x="22" y="2"/>
                      <a:pt x="22" y="4"/>
                      <a:pt x="21" y="6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5" y="21"/>
                      <a:pt x="4" y="21"/>
                      <a:pt x="3" y="21"/>
                    </a:cubicBezTo>
                    <a:close/>
                  </a:path>
                </a:pathLst>
              </a:custGeom>
              <a:solidFill>
                <a:srgbClr val="CDD5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7" name="ïśḷiḋê"/>
              <p:cNvSpPr/>
              <p:nvPr/>
            </p:nvSpPr>
            <p:spPr bwMode="auto">
              <a:xfrm>
                <a:off x="6583976" y="2925153"/>
                <a:ext cx="202795" cy="44363"/>
              </a:xfrm>
              <a:custGeom>
                <a:avLst/>
                <a:gdLst>
                  <a:gd name="T0" fmla="*/ 25 w 28"/>
                  <a:gd name="T1" fmla="*/ 6 h 6"/>
                  <a:gd name="T2" fmla="*/ 3 w 28"/>
                  <a:gd name="T3" fmla="*/ 6 h 6"/>
                  <a:gd name="T4" fmla="*/ 0 w 28"/>
                  <a:gd name="T5" fmla="*/ 3 h 6"/>
                  <a:gd name="T6" fmla="*/ 3 w 28"/>
                  <a:gd name="T7" fmla="*/ 0 h 6"/>
                  <a:gd name="T8" fmla="*/ 25 w 28"/>
                  <a:gd name="T9" fmla="*/ 0 h 6"/>
                  <a:gd name="T10" fmla="*/ 28 w 28"/>
                  <a:gd name="T11" fmla="*/ 3 h 6"/>
                  <a:gd name="T12" fmla="*/ 25 w 28"/>
                  <a:gd name="T13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" h="6">
                    <a:moveTo>
                      <a:pt x="25" y="6"/>
                    </a:moveTo>
                    <a:cubicBezTo>
                      <a:pt x="3" y="6"/>
                      <a:pt x="3" y="6"/>
                      <a:pt x="3" y="6"/>
                    </a:cubicBezTo>
                    <a:cubicBezTo>
                      <a:pt x="2" y="6"/>
                      <a:pt x="0" y="5"/>
                      <a:pt x="0" y="3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26" y="0"/>
                      <a:pt x="28" y="1"/>
                      <a:pt x="28" y="3"/>
                    </a:cubicBezTo>
                    <a:cubicBezTo>
                      <a:pt x="28" y="5"/>
                      <a:pt x="26" y="6"/>
                      <a:pt x="25" y="6"/>
                    </a:cubicBezTo>
                    <a:close/>
                  </a:path>
                </a:pathLst>
              </a:custGeom>
              <a:solidFill>
                <a:srgbClr val="CDD5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8" name="ïṣ1îḓe"/>
              <p:cNvSpPr/>
              <p:nvPr/>
            </p:nvSpPr>
            <p:spPr bwMode="auto">
              <a:xfrm>
                <a:off x="7350794" y="4737630"/>
                <a:ext cx="183785" cy="519662"/>
              </a:xfrm>
              <a:custGeom>
                <a:avLst/>
                <a:gdLst>
                  <a:gd name="T0" fmla="*/ 24 w 26"/>
                  <a:gd name="T1" fmla="*/ 72 h 72"/>
                  <a:gd name="T2" fmla="*/ 2 w 26"/>
                  <a:gd name="T3" fmla="*/ 72 h 72"/>
                  <a:gd name="T4" fmla="*/ 0 w 26"/>
                  <a:gd name="T5" fmla="*/ 70 h 72"/>
                  <a:gd name="T6" fmla="*/ 0 w 26"/>
                  <a:gd name="T7" fmla="*/ 2 h 72"/>
                  <a:gd name="T8" fmla="*/ 2 w 26"/>
                  <a:gd name="T9" fmla="*/ 0 h 72"/>
                  <a:gd name="T10" fmla="*/ 24 w 26"/>
                  <a:gd name="T11" fmla="*/ 0 h 72"/>
                  <a:gd name="T12" fmla="*/ 26 w 26"/>
                  <a:gd name="T13" fmla="*/ 2 h 72"/>
                  <a:gd name="T14" fmla="*/ 26 w 26"/>
                  <a:gd name="T15" fmla="*/ 70 h 72"/>
                  <a:gd name="T16" fmla="*/ 24 w 26"/>
                  <a:gd name="T17" fmla="*/ 72 h 72"/>
                  <a:gd name="T18" fmla="*/ 4 w 26"/>
                  <a:gd name="T19" fmla="*/ 68 h 72"/>
                  <a:gd name="T20" fmla="*/ 22 w 26"/>
                  <a:gd name="T21" fmla="*/ 68 h 72"/>
                  <a:gd name="T22" fmla="*/ 22 w 26"/>
                  <a:gd name="T23" fmla="*/ 4 h 72"/>
                  <a:gd name="T24" fmla="*/ 4 w 26"/>
                  <a:gd name="T25" fmla="*/ 4 h 72"/>
                  <a:gd name="T26" fmla="*/ 4 w 26"/>
                  <a:gd name="T27" fmla="*/ 68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6" h="72">
                    <a:moveTo>
                      <a:pt x="24" y="72"/>
                    </a:moveTo>
                    <a:cubicBezTo>
                      <a:pt x="2" y="72"/>
                      <a:pt x="2" y="72"/>
                      <a:pt x="2" y="72"/>
                    </a:cubicBezTo>
                    <a:cubicBezTo>
                      <a:pt x="0" y="72"/>
                      <a:pt x="0" y="71"/>
                      <a:pt x="0" y="70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0"/>
                      <a:pt x="2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6" y="0"/>
                      <a:pt x="26" y="1"/>
                      <a:pt x="26" y="2"/>
                    </a:cubicBezTo>
                    <a:cubicBezTo>
                      <a:pt x="26" y="70"/>
                      <a:pt x="26" y="70"/>
                      <a:pt x="26" y="70"/>
                    </a:cubicBezTo>
                    <a:cubicBezTo>
                      <a:pt x="26" y="71"/>
                      <a:pt x="26" y="72"/>
                      <a:pt x="24" y="72"/>
                    </a:cubicBezTo>
                    <a:close/>
                    <a:moveTo>
                      <a:pt x="4" y="68"/>
                    </a:move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4"/>
                      <a:pt x="22" y="4"/>
                      <a:pt x="22" y="4"/>
                    </a:cubicBezTo>
                    <a:cubicBezTo>
                      <a:pt x="4" y="4"/>
                      <a:pt x="4" y="4"/>
                      <a:pt x="4" y="4"/>
                    </a:cubicBezTo>
                    <a:lnTo>
                      <a:pt x="4" y="68"/>
                    </a:lnTo>
                    <a:close/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9" name="îŝ1ïḍé"/>
              <p:cNvSpPr/>
              <p:nvPr/>
            </p:nvSpPr>
            <p:spPr bwMode="auto">
              <a:xfrm>
                <a:off x="7071950" y="4946764"/>
                <a:ext cx="196460" cy="310532"/>
              </a:xfrm>
              <a:custGeom>
                <a:avLst/>
                <a:gdLst>
                  <a:gd name="T0" fmla="*/ 25 w 27"/>
                  <a:gd name="T1" fmla="*/ 43 h 43"/>
                  <a:gd name="T2" fmla="*/ 2 w 27"/>
                  <a:gd name="T3" fmla="*/ 43 h 43"/>
                  <a:gd name="T4" fmla="*/ 0 w 27"/>
                  <a:gd name="T5" fmla="*/ 41 h 43"/>
                  <a:gd name="T6" fmla="*/ 0 w 27"/>
                  <a:gd name="T7" fmla="*/ 2 h 43"/>
                  <a:gd name="T8" fmla="*/ 2 w 27"/>
                  <a:gd name="T9" fmla="*/ 0 h 43"/>
                  <a:gd name="T10" fmla="*/ 25 w 27"/>
                  <a:gd name="T11" fmla="*/ 0 h 43"/>
                  <a:gd name="T12" fmla="*/ 27 w 27"/>
                  <a:gd name="T13" fmla="*/ 2 h 43"/>
                  <a:gd name="T14" fmla="*/ 27 w 27"/>
                  <a:gd name="T15" fmla="*/ 41 h 43"/>
                  <a:gd name="T16" fmla="*/ 25 w 27"/>
                  <a:gd name="T17" fmla="*/ 43 h 43"/>
                  <a:gd name="T18" fmla="*/ 4 w 27"/>
                  <a:gd name="T19" fmla="*/ 39 h 43"/>
                  <a:gd name="T20" fmla="*/ 23 w 27"/>
                  <a:gd name="T21" fmla="*/ 39 h 43"/>
                  <a:gd name="T22" fmla="*/ 23 w 27"/>
                  <a:gd name="T23" fmla="*/ 4 h 43"/>
                  <a:gd name="T24" fmla="*/ 4 w 27"/>
                  <a:gd name="T25" fmla="*/ 4 h 43"/>
                  <a:gd name="T26" fmla="*/ 4 w 27"/>
                  <a:gd name="T27" fmla="*/ 39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7" h="43">
                    <a:moveTo>
                      <a:pt x="25" y="43"/>
                    </a:moveTo>
                    <a:cubicBezTo>
                      <a:pt x="2" y="43"/>
                      <a:pt x="2" y="43"/>
                      <a:pt x="2" y="43"/>
                    </a:cubicBezTo>
                    <a:cubicBezTo>
                      <a:pt x="1" y="43"/>
                      <a:pt x="0" y="42"/>
                      <a:pt x="0" y="41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26" y="0"/>
                      <a:pt x="27" y="1"/>
                      <a:pt x="27" y="2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7" y="42"/>
                      <a:pt x="26" y="43"/>
                      <a:pt x="25" y="43"/>
                    </a:cubicBezTo>
                    <a:close/>
                    <a:moveTo>
                      <a:pt x="4" y="39"/>
                    </a:moveTo>
                    <a:cubicBezTo>
                      <a:pt x="23" y="39"/>
                      <a:pt x="23" y="39"/>
                      <a:pt x="23" y="39"/>
                    </a:cubicBezTo>
                    <a:cubicBezTo>
                      <a:pt x="23" y="4"/>
                      <a:pt x="23" y="4"/>
                      <a:pt x="23" y="4"/>
                    </a:cubicBezTo>
                    <a:cubicBezTo>
                      <a:pt x="4" y="4"/>
                      <a:pt x="4" y="4"/>
                      <a:pt x="4" y="4"/>
                    </a:cubicBezTo>
                    <a:lnTo>
                      <a:pt x="4" y="39"/>
                    </a:lnTo>
                    <a:close/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0" name="ïśliďe"/>
              <p:cNvSpPr/>
              <p:nvPr/>
            </p:nvSpPr>
            <p:spPr bwMode="auto">
              <a:xfrm>
                <a:off x="6805782" y="5098861"/>
                <a:ext cx="190121" cy="158436"/>
              </a:xfrm>
              <a:custGeom>
                <a:avLst/>
                <a:gdLst>
                  <a:gd name="T0" fmla="*/ 24 w 26"/>
                  <a:gd name="T1" fmla="*/ 22 h 22"/>
                  <a:gd name="T2" fmla="*/ 2 w 26"/>
                  <a:gd name="T3" fmla="*/ 22 h 22"/>
                  <a:gd name="T4" fmla="*/ 0 w 26"/>
                  <a:gd name="T5" fmla="*/ 20 h 22"/>
                  <a:gd name="T6" fmla="*/ 0 w 26"/>
                  <a:gd name="T7" fmla="*/ 2 h 22"/>
                  <a:gd name="T8" fmla="*/ 2 w 26"/>
                  <a:gd name="T9" fmla="*/ 0 h 22"/>
                  <a:gd name="T10" fmla="*/ 24 w 26"/>
                  <a:gd name="T11" fmla="*/ 0 h 22"/>
                  <a:gd name="T12" fmla="*/ 26 w 26"/>
                  <a:gd name="T13" fmla="*/ 2 h 22"/>
                  <a:gd name="T14" fmla="*/ 26 w 26"/>
                  <a:gd name="T15" fmla="*/ 20 h 22"/>
                  <a:gd name="T16" fmla="*/ 24 w 26"/>
                  <a:gd name="T17" fmla="*/ 22 h 22"/>
                  <a:gd name="T18" fmla="*/ 4 w 26"/>
                  <a:gd name="T19" fmla="*/ 18 h 22"/>
                  <a:gd name="T20" fmla="*/ 22 w 26"/>
                  <a:gd name="T21" fmla="*/ 18 h 22"/>
                  <a:gd name="T22" fmla="*/ 22 w 26"/>
                  <a:gd name="T23" fmla="*/ 4 h 22"/>
                  <a:gd name="T24" fmla="*/ 4 w 26"/>
                  <a:gd name="T25" fmla="*/ 4 h 22"/>
                  <a:gd name="T26" fmla="*/ 4 w 26"/>
                  <a:gd name="T27" fmla="*/ 18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6" h="22">
                    <a:moveTo>
                      <a:pt x="24" y="22"/>
                    </a:moveTo>
                    <a:cubicBezTo>
                      <a:pt x="2" y="22"/>
                      <a:pt x="2" y="22"/>
                      <a:pt x="2" y="22"/>
                    </a:cubicBezTo>
                    <a:cubicBezTo>
                      <a:pt x="1" y="22"/>
                      <a:pt x="0" y="21"/>
                      <a:pt x="0" y="20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6" y="0"/>
                      <a:pt x="26" y="1"/>
                      <a:pt x="26" y="2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26" y="21"/>
                      <a:pt x="26" y="22"/>
                      <a:pt x="24" y="22"/>
                    </a:cubicBezTo>
                    <a:close/>
                    <a:moveTo>
                      <a:pt x="4" y="18"/>
                    </a:moveTo>
                    <a:cubicBezTo>
                      <a:pt x="22" y="18"/>
                      <a:pt x="22" y="18"/>
                      <a:pt x="22" y="18"/>
                    </a:cubicBezTo>
                    <a:cubicBezTo>
                      <a:pt x="22" y="4"/>
                      <a:pt x="22" y="4"/>
                      <a:pt x="22" y="4"/>
                    </a:cubicBezTo>
                    <a:cubicBezTo>
                      <a:pt x="4" y="4"/>
                      <a:pt x="4" y="4"/>
                      <a:pt x="4" y="4"/>
                    </a:cubicBezTo>
                    <a:lnTo>
                      <a:pt x="4" y="18"/>
                    </a:lnTo>
                    <a:close/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1" name="işļîḍê"/>
              <p:cNvSpPr/>
              <p:nvPr/>
            </p:nvSpPr>
            <p:spPr bwMode="auto">
              <a:xfrm>
                <a:off x="7300095" y="4427102"/>
                <a:ext cx="152096" cy="266169"/>
              </a:xfrm>
              <a:custGeom>
                <a:avLst/>
                <a:gdLst>
                  <a:gd name="T0" fmla="*/ 2 w 21"/>
                  <a:gd name="T1" fmla="*/ 37 h 37"/>
                  <a:gd name="T2" fmla="*/ 1 w 21"/>
                  <a:gd name="T3" fmla="*/ 37 h 37"/>
                  <a:gd name="T4" fmla="*/ 1 w 21"/>
                  <a:gd name="T5" fmla="*/ 34 h 37"/>
                  <a:gd name="T6" fmla="*/ 16 w 21"/>
                  <a:gd name="T7" fmla="*/ 19 h 37"/>
                  <a:gd name="T8" fmla="*/ 1 w 21"/>
                  <a:gd name="T9" fmla="*/ 4 h 37"/>
                  <a:gd name="T10" fmla="*/ 1 w 21"/>
                  <a:gd name="T11" fmla="*/ 1 h 37"/>
                  <a:gd name="T12" fmla="*/ 4 w 21"/>
                  <a:gd name="T13" fmla="*/ 1 h 37"/>
                  <a:gd name="T14" fmla="*/ 20 w 21"/>
                  <a:gd name="T15" fmla="*/ 17 h 37"/>
                  <a:gd name="T16" fmla="*/ 20 w 21"/>
                  <a:gd name="T17" fmla="*/ 20 h 37"/>
                  <a:gd name="T18" fmla="*/ 4 w 21"/>
                  <a:gd name="T19" fmla="*/ 37 h 37"/>
                  <a:gd name="T20" fmla="*/ 2 w 21"/>
                  <a:gd name="T21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1" h="37">
                    <a:moveTo>
                      <a:pt x="2" y="37"/>
                    </a:moveTo>
                    <a:cubicBezTo>
                      <a:pt x="2" y="37"/>
                      <a:pt x="1" y="37"/>
                      <a:pt x="1" y="37"/>
                    </a:cubicBezTo>
                    <a:cubicBezTo>
                      <a:pt x="0" y="36"/>
                      <a:pt x="0" y="35"/>
                      <a:pt x="1" y="34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21" y="18"/>
                      <a:pt x="21" y="19"/>
                      <a:pt x="20" y="20"/>
                    </a:cubicBezTo>
                    <a:cubicBezTo>
                      <a:pt x="4" y="37"/>
                      <a:pt x="4" y="37"/>
                      <a:pt x="4" y="37"/>
                    </a:cubicBezTo>
                    <a:cubicBezTo>
                      <a:pt x="3" y="37"/>
                      <a:pt x="3" y="37"/>
                      <a:pt x="2" y="37"/>
                    </a:cubicBezTo>
                    <a:close/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2" name="iSľiḋe"/>
              <p:cNvSpPr/>
              <p:nvPr/>
            </p:nvSpPr>
            <p:spPr bwMode="auto">
              <a:xfrm>
                <a:off x="6894505" y="4553849"/>
                <a:ext cx="513327" cy="430940"/>
              </a:xfrm>
              <a:custGeom>
                <a:avLst/>
                <a:gdLst>
                  <a:gd name="T0" fmla="*/ 2 w 71"/>
                  <a:gd name="T1" fmla="*/ 60 h 60"/>
                  <a:gd name="T2" fmla="*/ 2 w 71"/>
                  <a:gd name="T3" fmla="*/ 59 h 60"/>
                  <a:gd name="T4" fmla="*/ 0 w 71"/>
                  <a:gd name="T5" fmla="*/ 57 h 60"/>
                  <a:gd name="T6" fmla="*/ 69 w 71"/>
                  <a:gd name="T7" fmla="*/ 0 h 60"/>
                  <a:gd name="T8" fmla="*/ 71 w 71"/>
                  <a:gd name="T9" fmla="*/ 2 h 60"/>
                  <a:gd name="T10" fmla="*/ 69 w 71"/>
                  <a:gd name="T11" fmla="*/ 4 h 60"/>
                  <a:gd name="T12" fmla="*/ 4 w 71"/>
                  <a:gd name="T13" fmla="*/ 58 h 60"/>
                  <a:gd name="T14" fmla="*/ 2 w 71"/>
                  <a:gd name="T15" fmla="*/ 6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60">
                    <a:moveTo>
                      <a:pt x="2" y="60"/>
                    </a:moveTo>
                    <a:cubicBezTo>
                      <a:pt x="2" y="59"/>
                      <a:pt x="2" y="59"/>
                      <a:pt x="2" y="59"/>
                    </a:cubicBezTo>
                    <a:cubicBezTo>
                      <a:pt x="1" y="59"/>
                      <a:pt x="0" y="58"/>
                      <a:pt x="0" y="57"/>
                    </a:cubicBezTo>
                    <a:cubicBezTo>
                      <a:pt x="7" y="24"/>
                      <a:pt x="36" y="0"/>
                      <a:pt x="69" y="0"/>
                    </a:cubicBezTo>
                    <a:cubicBezTo>
                      <a:pt x="70" y="0"/>
                      <a:pt x="71" y="1"/>
                      <a:pt x="71" y="2"/>
                    </a:cubicBezTo>
                    <a:cubicBezTo>
                      <a:pt x="71" y="3"/>
                      <a:pt x="70" y="4"/>
                      <a:pt x="69" y="4"/>
                    </a:cubicBezTo>
                    <a:cubicBezTo>
                      <a:pt x="37" y="4"/>
                      <a:pt x="10" y="27"/>
                      <a:pt x="4" y="58"/>
                    </a:cubicBezTo>
                    <a:cubicBezTo>
                      <a:pt x="4" y="59"/>
                      <a:pt x="3" y="60"/>
                      <a:pt x="2" y="60"/>
                    </a:cubicBezTo>
                    <a:close/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7" name="ïṡlîḋe"/>
            <p:cNvSpPr/>
            <p:nvPr/>
          </p:nvSpPr>
          <p:spPr bwMode="auto">
            <a:xfrm>
              <a:off x="4881000" y="5428857"/>
              <a:ext cx="2344513" cy="408016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2018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grpSp>
          <p:nvGrpSpPr>
            <p:cNvPr id="8" name="í$lïďé"/>
            <p:cNvGrpSpPr/>
            <p:nvPr/>
          </p:nvGrpSpPr>
          <p:grpSpPr>
            <a:xfrm>
              <a:off x="669924" y="2560508"/>
              <a:ext cx="3953231" cy="1607047"/>
              <a:chOff x="687278" y="2398652"/>
              <a:chExt cx="3524773" cy="1607047"/>
            </a:xfrm>
          </p:grpSpPr>
          <p:sp>
            <p:nvSpPr>
              <p:cNvPr id="21" name="îṡļidé"/>
              <p:cNvSpPr/>
              <p:nvPr/>
            </p:nvSpPr>
            <p:spPr>
              <a:xfrm>
                <a:off x="687278" y="2840457"/>
                <a:ext cx="3524773" cy="116524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0000" anchor="t" anchorCtr="0">
                <a:normAutofit/>
              </a:bodyPr>
              <a:lstStyle/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Unified fonts make reading more fluent.</a:t>
                </a:r>
                <a:endParaRPr lang="en-US" altLang="zh-CN" sz="1100" dirty="0"/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Theme color makes PPT more convenient to change.</a:t>
                </a:r>
                <a:endParaRPr lang="en-US" altLang="zh-CN" sz="1100" dirty="0"/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Adjust the spacing to adapt to Chinese typesetting, use the reference line in PPT.</a:t>
                </a:r>
                <a:endParaRPr lang="en-US" altLang="zh-CN" sz="1100" dirty="0"/>
              </a:p>
            </p:txBody>
          </p:sp>
          <p:sp>
            <p:nvSpPr>
              <p:cNvPr id="22" name="ïṩļiḍè"/>
              <p:cNvSpPr txBox="1"/>
              <p:nvPr/>
            </p:nvSpPr>
            <p:spPr bwMode="auto">
              <a:xfrm>
                <a:off x="687278" y="2398652"/>
                <a:ext cx="3524773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</p:grpSp>
        <p:sp>
          <p:nvSpPr>
            <p:cNvPr id="9" name="íŝľíḓè"/>
            <p:cNvSpPr txBox="1"/>
            <p:nvPr/>
          </p:nvSpPr>
          <p:spPr bwMode="auto">
            <a:xfrm>
              <a:off x="7812662" y="1162419"/>
              <a:ext cx="3707826" cy="441805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wrap="none" lIns="90000" tIns="46800" rIns="90000" bIns="46800" anchor="ctr">
              <a:normAutofit/>
            </a:bodyPr>
            <a:lstStyle>
              <a:defPPr>
                <a:defRPr lang="zh-CN"/>
              </a:defPPr>
              <a:lvl1pPr>
                <a:lnSpc>
                  <a:spcPct val="100000"/>
                </a:lnSpc>
                <a:spcBef>
                  <a:spcPct val="0"/>
                </a:spcBef>
                <a:defRPr sz="2000" b="1">
                  <a:solidFill>
                    <a:schemeClr val="bg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en-US" altLang="zh-CN" dirty="0">
                  <a:solidFill>
                    <a:schemeClr val="tx1"/>
                  </a:solidFill>
                </a:rPr>
                <a:t>01.Text here</a:t>
              </a:r>
              <a:endParaRPr lang="en-US" altLang="zh-CN" dirty="0">
                <a:solidFill>
                  <a:schemeClr val="tx1"/>
                </a:solidFill>
              </a:endParaRPr>
            </a:p>
          </p:txBody>
        </p:sp>
        <p:sp>
          <p:nvSpPr>
            <p:cNvPr id="10" name="iśliḍê"/>
            <p:cNvSpPr/>
            <p:nvPr/>
          </p:nvSpPr>
          <p:spPr bwMode="auto">
            <a:xfrm>
              <a:off x="7812662" y="1604226"/>
              <a:ext cx="3707826" cy="662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sp>
          <p:nvSpPr>
            <p:cNvPr id="11" name="îṩľïdê"/>
            <p:cNvSpPr txBox="1"/>
            <p:nvPr/>
          </p:nvSpPr>
          <p:spPr bwMode="auto">
            <a:xfrm>
              <a:off x="7812662" y="2452570"/>
              <a:ext cx="3707826" cy="441805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wrap="none" lIns="90000" tIns="46800" rIns="90000" bIns="46800" anchor="ctr">
              <a:normAutofit/>
            </a:bodyPr>
            <a:lstStyle>
              <a:defPPr>
                <a:defRPr lang="zh-CN"/>
              </a:defPPr>
              <a:lvl1pPr>
                <a:lnSpc>
                  <a:spcPct val="100000"/>
                </a:lnSpc>
                <a:spcBef>
                  <a:spcPct val="0"/>
                </a:spcBef>
                <a:defRPr sz="2000" b="1">
                  <a:solidFill>
                    <a:schemeClr val="bg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en-US" altLang="zh-CN" dirty="0">
                  <a:solidFill>
                    <a:schemeClr val="tx1"/>
                  </a:solidFill>
                </a:rPr>
                <a:t>02.Text here</a:t>
              </a:r>
              <a:endParaRPr lang="en-US" altLang="zh-CN" dirty="0">
                <a:solidFill>
                  <a:schemeClr val="tx1"/>
                </a:solidFill>
              </a:endParaRPr>
            </a:p>
          </p:txBody>
        </p:sp>
        <p:sp>
          <p:nvSpPr>
            <p:cNvPr id="12" name="íṡḻiḍè"/>
            <p:cNvSpPr/>
            <p:nvPr/>
          </p:nvSpPr>
          <p:spPr bwMode="auto">
            <a:xfrm>
              <a:off x="7812662" y="2894377"/>
              <a:ext cx="3707826" cy="662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sp>
          <p:nvSpPr>
            <p:cNvPr id="13" name="îsḻïďe"/>
            <p:cNvSpPr txBox="1"/>
            <p:nvPr/>
          </p:nvSpPr>
          <p:spPr bwMode="auto">
            <a:xfrm>
              <a:off x="7812662" y="3742721"/>
              <a:ext cx="3707826" cy="441805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wrap="none" lIns="90000" tIns="46800" rIns="90000" bIns="4680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03.Text here</a:t>
              </a:r>
              <a:endParaRPr lang="en-US" altLang="zh-CN" sz="2000" b="1" dirty="0"/>
            </a:p>
          </p:txBody>
        </p:sp>
        <p:sp>
          <p:nvSpPr>
            <p:cNvPr id="14" name="ísļiḓè"/>
            <p:cNvSpPr/>
            <p:nvPr/>
          </p:nvSpPr>
          <p:spPr bwMode="auto">
            <a:xfrm>
              <a:off x="7812662" y="4184528"/>
              <a:ext cx="3707826" cy="662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sp>
          <p:nvSpPr>
            <p:cNvPr id="15" name="ïṡļiḋe"/>
            <p:cNvSpPr txBox="1"/>
            <p:nvPr/>
          </p:nvSpPr>
          <p:spPr bwMode="auto">
            <a:xfrm>
              <a:off x="7812662" y="5032871"/>
              <a:ext cx="3707826" cy="441805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wrap="none" lIns="90000" tIns="46800" rIns="90000" bIns="46800" anchor="ctr">
              <a:normAutofit/>
            </a:bodyPr>
            <a:lstStyle>
              <a:defPPr>
                <a:defRPr lang="zh-CN"/>
              </a:defPPr>
              <a:lvl1pPr>
                <a:lnSpc>
                  <a:spcPct val="100000"/>
                </a:lnSpc>
                <a:spcBef>
                  <a:spcPct val="0"/>
                </a:spcBef>
                <a:defRPr sz="2000" b="1">
                  <a:solidFill>
                    <a:schemeClr val="bg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en-US" altLang="zh-CN" dirty="0">
                  <a:solidFill>
                    <a:schemeClr val="tx1"/>
                  </a:solidFill>
                </a:rPr>
                <a:t>04.Text here</a:t>
              </a:r>
              <a:endParaRPr lang="en-US" altLang="zh-CN" dirty="0">
                <a:solidFill>
                  <a:schemeClr val="tx1"/>
                </a:solidFill>
              </a:endParaRPr>
            </a:p>
          </p:txBody>
        </p:sp>
        <p:sp>
          <p:nvSpPr>
            <p:cNvPr id="16" name="ïṩ1ïḑé"/>
            <p:cNvSpPr/>
            <p:nvPr/>
          </p:nvSpPr>
          <p:spPr bwMode="auto">
            <a:xfrm>
              <a:off x="7812662" y="5474678"/>
              <a:ext cx="3707826" cy="662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cxnSp>
          <p:nvCxnSpPr>
            <p:cNvPr id="17" name="肘形连接符 71"/>
            <p:cNvCxnSpPr>
              <a:stCxn id="9" idx="1"/>
              <a:endCxn id="7" idx="3"/>
            </p:cNvCxnSpPr>
            <p:nvPr/>
          </p:nvCxnSpPr>
          <p:spPr>
            <a:xfrm rot="10800000" flipV="1">
              <a:off x="7225514" y="1383321"/>
              <a:ext cx="587149" cy="4249543"/>
            </a:xfrm>
            <a:prstGeom prst="bentConnector3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肘形连接符 73"/>
            <p:cNvCxnSpPr>
              <a:stCxn id="11" idx="1"/>
              <a:endCxn id="7" idx="3"/>
            </p:cNvCxnSpPr>
            <p:nvPr/>
          </p:nvCxnSpPr>
          <p:spPr>
            <a:xfrm rot="10800000" flipV="1">
              <a:off x="7225514" y="2673473"/>
              <a:ext cx="587149" cy="2959392"/>
            </a:xfrm>
            <a:prstGeom prst="bentConnector3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肘形连接符 75"/>
            <p:cNvCxnSpPr>
              <a:stCxn id="13" idx="1"/>
              <a:endCxn id="7" idx="3"/>
            </p:cNvCxnSpPr>
            <p:nvPr/>
          </p:nvCxnSpPr>
          <p:spPr>
            <a:xfrm rot="10800000" flipV="1">
              <a:off x="7225514" y="3963623"/>
              <a:ext cx="587149" cy="1669241"/>
            </a:xfrm>
            <a:prstGeom prst="bentConnector3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肘形连接符 77"/>
            <p:cNvCxnSpPr>
              <a:stCxn id="15" idx="1"/>
              <a:endCxn id="7" idx="3"/>
            </p:cNvCxnSpPr>
            <p:nvPr/>
          </p:nvCxnSpPr>
          <p:spPr>
            <a:xfrm rot="10800000" flipV="1">
              <a:off x="7225514" y="5253773"/>
              <a:ext cx="587149" cy="379091"/>
            </a:xfrm>
            <a:prstGeom prst="bentConnector3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3" name="图片 62" descr="中科大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0600" y="110490"/>
            <a:ext cx="769620" cy="7696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4"/>
          <p:cNvSpPr>
            <a:spLocks noGrp="1"/>
          </p:cNvSpPr>
          <p:nvPr>
            <p:ph type="title"/>
          </p:nvPr>
        </p:nvSpPr>
        <p:spPr>
          <a:xfrm>
            <a:off x="4258653" y="2112478"/>
            <a:ext cx="5419185" cy="895350"/>
          </a:xfrm>
        </p:spPr>
        <p:txBody>
          <a:bodyPr/>
          <a:lstStyle/>
          <a:p>
            <a:r>
              <a:rPr lang="en-US" altLang="zh-CN" dirty="0"/>
              <a:t>Section Header Here</a:t>
            </a:r>
            <a:endParaRPr lang="zh-CN" altLang="en-US" dirty="0"/>
          </a:p>
        </p:txBody>
      </p:sp>
      <p:sp>
        <p:nvSpPr>
          <p:cNvPr id="8" name="文本占位符 5"/>
          <p:cNvSpPr>
            <a:spLocks noGrp="1"/>
          </p:cNvSpPr>
          <p:nvPr>
            <p:ph type="body" idx="1"/>
          </p:nvPr>
        </p:nvSpPr>
        <p:spPr>
          <a:xfrm>
            <a:off x="4259769" y="3007828"/>
            <a:ext cx="5419185" cy="1015623"/>
          </a:xfrm>
        </p:spPr>
        <p:txBody>
          <a:bodyPr/>
          <a:lstStyle/>
          <a:p>
            <a:pPr lvl="0">
              <a:lnSpc>
                <a:spcPct val="100000"/>
              </a:lnSpc>
            </a:pPr>
            <a:r>
              <a:rPr lang="en-US" altLang="zh-CN" dirty="0"/>
              <a:t>Supporting text here.</a:t>
            </a:r>
            <a:endParaRPr lang="en-US" altLang="zh-CN" dirty="0"/>
          </a:p>
          <a:p>
            <a:pPr lvl="0">
              <a:lnSpc>
                <a:spcPct val="100000"/>
              </a:lnSpc>
            </a:pPr>
            <a:r>
              <a:rPr lang="en-US" altLang="zh-CN" dirty="0"/>
              <a:t>When you copy &amp; paste, choose "keep text only" option.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389710" y="2654170"/>
            <a:ext cx="102351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</a:t>
            </a:r>
            <a:r>
              <a:rPr lang="en-US" altLang="zh-CN" spc="100" dirty="0" smtClean="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04</a:t>
            </a:r>
            <a:endParaRPr lang="zh-CN" altLang="en-US" spc="100" dirty="0">
              <a:solidFill>
                <a:schemeClr val="accent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图片 1" descr="中科大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0600" y="110490"/>
            <a:ext cx="769620" cy="7696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5" name="af738c60-f0de-49fa-98b5-0eaa980fdd69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0" y="1028700"/>
            <a:ext cx="12192000" cy="5829300"/>
            <a:chOff x="0" y="1028700"/>
            <a:chExt cx="12192000" cy="5829300"/>
          </a:xfrm>
        </p:grpSpPr>
        <p:grpSp>
          <p:nvGrpSpPr>
            <p:cNvPr id="6" name="î$ļïdê"/>
            <p:cNvGrpSpPr/>
            <p:nvPr/>
          </p:nvGrpSpPr>
          <p:grpSpPr>
            <a:xfrm>
              <a:off x="6546000" y="1028700"/>
              <a:ext cx="4139152" cy="5284723"/>
              <a:chOff x="6546000" y="1028700"/>
              <a:chExt cx="4139152" cy="5284723"/>
            </a:xfrm>
          </p:grpSpPr>
          <p:sp>
            <p:nvSpPr>
              <p:cNvPr id="16" name="îŝḷíde"/>
              <p:cNvSpPr/>
              <p:nvPr/>
            </p:nvSpPr>
            <p:spPr>
              <a:xfrm>
                <a:off x="10610049" y="3634981"/>
                <a:ext cx="65506" cy="2678442"/>
              </a:xfrm>
              <a:prstGeom prst="rect">
                <a:avLst/>
              </a:prstGeom>
              <a:gradFill>
                <a:gsLst>
                  <a:gs pos="4581">
                    <a:schemeClr val="tx2">
                      <a:lumMod val="20000"/>
                      <a:lumOff val="80000"/>
                    </a:schemeClr>
                  </a:gs>
                  <a:gs pos="42000">
                    <a:srgbClr val="E9E9EA"/>
                  </a:gs>
                  <a:gs pos="86000">
                    <a:schemeClr val="bg1"/>
                  </a:gs>
                </a:gsLst>
                <a:lin ang="5400000"/>
              </a:gradFill>
              <a:ln w="12700"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/>
                <a:endParaRPr sz="3200">
                  <a:solidFill>
                    <a:srgbClr val="FFFFFF"/>
                  </a:solidFill>
                </a:endParaRPr>
              </a:p>
            </p:txBody>
          </p:sp>
          <p:sp>
            <p:nvSpPr>
              <p:cNvPr id="17" name="išḻíḓé"/>
              <p:cNvSpPr/>
              <p:nvPr/>
            </p:nvSpPr>
            <p:spPr>
              <a:xfrm>
                <a:off x="6554589" y="3634981"/>
                <a:ext cx="65506" cy="2678442"/>
              </a:xfrm>
              <a:prstGeom prst="rect">
                <a:avLst/>
              </a:prstGeom>
              <a:gradFill>
                <a:gsLst>
                  <a:gs pos="4581">
                    <a:schemeClr val="tx2">
                      <a:lumMod val="20000"/>
                      <a:lumOff val="80000"/>
                    </a:schemeClr>
                  </a:gs>
                  <a:gs pos="53356">
                    <a:srgbClr val="E9E9EA"/>
                  </a:gs>
                  <a:gs pos="100000">
                    <a:schemeClr val="bg1"/>
                  </a:gs>
                </a:gsLst>
                <a:lin ang="5400000"/>
              </a:gradFill>
              <a:ln w="12700"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8" name="iSḷïḋè"/>
              <p:cNvSpPr/>
              <p:nvPr/>
            </p:nvSpPr>
            <p:spPr>
              <a:xfrm>
                <a:off x="9883501" y="2706775"/>
                <a:ext cx="190180" cy="845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846" y="0"/>
                    </a:moveTo>
                    <a:lnTo>
                      <a:pt x="18754" y="0"/>
                    </a:lnTo>
                    <a:cubicBezTo>
                      <a:pt x="19162" y="0"/>
                      <a:pt x="19470" y="0"/>
                      <a:pt x="19730" y="39"/>
                    </a:cubicBezTo>
                    <a:cubicBezTo>
                      <a:pt x="19991" y="78"/>
                      <a:pt x="20204" y="157"/>
                      <a:pt x="20424" y="314"/>
                    </a:cubicBezTo>
                    <a:cubicBezTo>
                      <a:pt x="20665" y="511"/>
                      <a:pt x="20880" y="822"/>
                      <a:pt x="21057" y="1220"/>
                    </a:cubicBezTo>
                    <a:cubicBezTo>
                      <a:pt x="21234" y="1618"/>
                      <a:pt x="21373" y="2102"/>
                      <a:pt x="21461" y="2644"/>
                    </a:cubicBezTo>
                    <a:cubicBezTo>
                      <a:pt x="21530" y="3138"/>
                      <a:pt x="21565" y="3619"/>
                      <a:pt x="21583" y="4208"/>
                    </a:cubicBezTo>
                    <a:cubicBezTo>
                      <a:pt x="21600" y="4798"/>
                      <a:pt x="21600" y="5496"/>
                      <a:pt x="21600" y="6428"/>
                    </a:cubicBezTo>
                    <a:lnTo>
                      <a:pt x="21600" y="15201"/>
                    </a:lnTo>
                    <a:cubicBezTo>
                      <a:pt x="21600" y="16118"/>
                      <a:pt x="21600" y="16809"/>
                      <a:pt x="21583" y="17395"/>
                    </a:cubicBezTo>
                    <a:cubicBezTo>
                      <a:pt x="21565" y="17981"/>
                      <a:pt x="21530" y="18462"/>
                      <a:pt x="21461" y="18956"/>
                    </a:cubicBezTo>
                    <a:cubicBezTo>
                      <a:pt x="21373" y="19498"/>
                      <a:pt x="21234" y="19982"/>
                      <a:pt x="21057" y="20380"/>
                    </a:cubicBezTo>
                    <a:cubicBezTo>
                      <a:pt x="20880" y="20778"/>
                      <a:pt x="20665" y="21089"/>
                      <a:pt x="20424" y="21286"/>
                    </a:cubicBezTo>
                    <a:cubicBezTo>
                      <a:pt x="20204" y="21443"/>
                      <a:pt x="19991" y="21522"/>
                      <a:pt x="19729" y="21561"/>
                    </a:cubicBezTo>
                    <a:cubicBezTo>
                      <a:pt x="19467" y="21600"/>
                      <a:pt x="19156" y="21600"/>
                      <a:pt x="18742" y="21600"/>
                    </a:cubicBezTo>
                    <a:lnTo>
                      <a:pt x="2846" y="21600"/>
                    </a:lnTo>
                    <a:cubicBezTo>
                      <a:pt x="2438" y="21600"/>
                      <a:pt x="2130" y="21600"/>
                      <a:pt x="1870" y="21561"/>
                    </a:cubicBezTo>
                    <a:cubicBezTo>
                      <a:pt x="1609" y="21522"/>
                      <a:pt x="1396" y="21443"/>
                      <a:pt x="1176" y="21286"/>
                    </a:cubicBezTo>
                    <a:cubicBezTo>
                      <a:pt x="935" y="21089"/>
                      <a:pt x="720" y="20778"/>
                      <a:pt x="543" y="20380"/>
                    </a:cubicBezTo>
                    <a:cubicBezTo>
                      <a:pt x="366" y="19982"/>
                      <a:pt x="227" y="19498"/>
                      <a:pt x="139" y="18956"/>
                    </a:cubicBezTo>
                    <a:cubicBezTo>
                      <a:pt x="70" y="18462"/>
                      <a:pt x="35" y="17981"/>
                      <a:pt x="17" y="17392"/>
                    </a:cubicBezTo>
                    <a:cubicBezTo>
                      <a:pt x="0" y="16802"/>
                      <a:pt x="0" y="16104"/>
                      <a:pt x="0" y="15172"/>
                    </a:cubicBezTo>
                    <a:lnTo>
                      <a:pt x="0" y="6399"/>
                    </a:lnTo>
                    <a:cubicBezTo>
                      <a:pt x="0" y="5482"/>
                      <a:pt x="0" y="4791"/>
                      <a:pt x="17" y="4205"/>
                    </a:cubicBezTo>
                    <a:cubicBezTo>
                      <a:pt x="35" y="3619"/>
                      <a:pt x="70" y="3138"/>
                      <a:pt x="139" y="2644"/>
                    </a:cubicBezTo>
                    <a:cubicBezTo>
                      <a:pt x="227" y="2102"/>
                      <a:pt x="366" y="1618"/>
                      <a:pt x="543" y="1220"/>
                    </a:cubicBezTo>
                    <a:cubicBezTo>
                      <a:pt x="720" y="822"/>
                      <a:pt x="935" y="511"/>
                      <a:pt x="1176" y="314"/>
                    </a:cubicBezTo>
                    <a:cubicBezTo>
                      <a:pt x="1396" y="157"/>
                      <a:pt x="1609" y="78"/>
                      <a:pt x="1871" y="39"/>
                    </a:cubicBezTo>
                    <a:cubicBezTo>
                      <a:pt x="2133" y="0"/>
                      <a:pt x="2444" y="0"/>
                      <a:pt x="2858" y="0"/>
                    </a:cubicBezTo>
                    <a:lnTo>
                      <a:pt x="2846" y="0"/>
                    </a:lnTo>
                    <a:close/>
                  </a:path>
                </a:pathLst>
              </a:custGeom>
              <a:solidFill>
                <a:srgbClr val="E8E7EA"/>
              </a:solidFill>
              <a:ln w="12700"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9" name="išḻíḓè"/>
              <p:cNvSpPr/>
              <p:nvPr/>
            </p:nvSpPr>
            <p:spPr>
              <a:xfrm>
                <a:off x="9300914" y="2485227"/>
                <a:ext cx="190179" cy="845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846" y="0"/>
                    </a:moveTo>
                    <a:lnTo>
                      <a:pt x="18754" y="0"/>
                    </a:lnTo>
                    <a:cubicBezTo>
                      <a:pt x="19162" y="0"/>
                      <a:pt x="19470" y="0"/>
                      <a:pt x="19730" y="39"/>
                    </a:cubicBezTo>
                    <a:cubicBezTo>
                      <a:pt x="19991" y="78"/>
                      <a:pt x="20204" y="157"/>
                      <a:pt x="20424" y="314"/>
                    </a:cubicBezTo>
                    <a:cubicBezTo>
                      <a:pt x="20665" y="511"/>
                      <a:pt x="20880" y="822"/>
                      <a:pt x="21057" y="1220"/>
                    </a:cubicBezTo>
                    <a:cubicBezTo>
                      <a:pt x="21234" y="1618"/>
                      <a:pt x="21373" y="2102"/>
                      <a:pt x="21461" y="2644"/>
                    </a:cubicBezTo>
                    <a:cubicBezTo>
                      <a:pt x="21530" y="3138"/>
                      <a:pt x="21565" y="3619"/>
                      <a:pt x="21583" y="4208"/>
                    </a:cubicBezTo>
                    <a:cubicBezTo>
                      <a:pt x="21600" y="4798"/>
                      <a:pt x="21600" y="5496"/>
                      <a:pt x="21600" y="6428"/>
                    </a:cubicBezTo>
                    <a:lnTo>
                      <a:pt x="21600" y="15201"/>
                    </a:lnTo>
                    <a:cubicBezTo>
                      <a:pt x="21600" y="16118"/>
                      <a:pt x="21600" y="16809"/>
                      <a:pt x="21583" y="17395"/>
                    </a:cubicBezTo>
                    <a:cubicBezTo>
                      <a:pt x="21565" y="17981"/>
                      <a:pt x="21530" y="18462"/>
                      <a:pt x="21461" y="18956"/>
                    </a:cubicBezTo>
                    <a:cubicBezTo>
                      <a:pt x="21373" y="19498"/>
                      <a:pt x="21234" y="19982"/>
                      <a:pt x="21057" y="20380"/>
                    </a:cubicBezTo>
                    <a:cubicBezTo>
                      <a:pt x="20880" y="20778"/>
                      <a:pt x="20665" y="21089"/>
                      <a:pt x="20424" y="21286"/>
                    </a:cubicBezTo>
                    <a:cubicBezTo>
                      <a:pt x="20204" y="21443"/>
                      <a:pt x="19991" y="21522"/>
                      <a:pt x="19729" y="21561"/>
                    </a:cubicBezTo>
                    <a:cubicBezTo>
                      <a:pt x="19467" y="21600"/>
                      <a:pt x="19156" y="21600"/>
                      <a:pt x="18742" y="21600"/>
                    </a:cubicBezTo>
                    <a:lnTo>
                      <a:pt x="2846" y="21600"/>
                    </a:lnTo>
                    <a:cubicBezTo>
                      <a:pt x="2438" y="21600"/>
                      <a:pt x="2130" y="21600"/>
                      <a:pt x="1870" y="21561"/>
                    </a:cubicBezTo>
                    <a:cubicBezTo>
                      <a:pt x="1609" y="21522"/>
                      <a:pt x="1396" y="21443"/>
                      <a:pt x="1176" y="21286"/>
                    </a:cubicBezTo>
                    <a:cubicBezTo>
                      <a:pt x="935" y="21089"/>
                      <a:pt x="720" y="20778"/>
                      <a:pt x="543" y="20380"/>
                    </a:cubicBezTo>
                    <a:cubicBezTo>
                      <a:pt x="366" y="19982"/>
                      <a:pt x="227" y="19498"/>
                      <a:pt x="139" y="18956"/>
                    </a:cubicBezTo>
                    <a:cubicBezTo>
                      <a:pt x="70" y="18462"/>
                      <a:pt x="35" y="17981"/>
                      <a:pt x="17" y="17392"/>
                    </a:cubicBezTo>
                    <a:cubicBezTo>
                      <a:pt x="0" y="16802"/>
                      <a:pt x="0" y="16104"/>
                      <a:pt x="0" y="15172"/>
                    </a:cubicBezTo>
                    <a:lnTo>
                      <a:pt x="0" y="6399"/>
                    </a:lnTo>
                    <a:cubicBezTo>
                      <a:pt x="0" y="5482"/>
                      <a:pt x="0" y="4791"/>
                      <a:pt x="17" y="4205"/>
                    </a:cubicBezTo>
                    <a:cubicBezTo>
                      <a:pt x="35" y="3619"/>
                      <a:pt x="70" y="3138"/>
                      <a:pt x="139" y="2644"/>
                    </a:cubicBezTo>
                    <a:cubicBezTo>
                      <a:pt x="227" y="2102"/>
                      <a:pt x="366" y="1618"/>
                      <a:pt x="543" y="1220"/>
                    </a:cubicBezTo>
                    <a:cubicBezTo>
                      <a:pt x="720" y="822"/>
                      <a:pt x="935" y="511"/>
                      <a:pt x="1176" y="314"/>
                    </a:cubicBezTo>
                    <a:cubicBezTo>
                      <a:pt x="1396" y="157"/>
                      <a:pt x="1609" y="78"/>
                      <a:pt x="1871" y="39"/>
                    </a:cubicBezTo>
                    <a:cubicBezTo>
                      <a:pt x="2133" y="0"/>
                      <a:pt x="2444" y="0"/>
                      <a:pt x="2858" y="0"/>
                    </a:cubicBezTo>
                    <a:lnTo>
                      <a:pt x="2846" y="0"/>
                    </a:lnTo>
                    <a:close/>
                  </a:path>
                </a:pathLst>
              </a:custGeom>
              <a:solidFill>
                <a:srgbClr val="E8E7EA"/>
              </a:solidFill>
              <a:ln w="12700"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0" name="îŝľîďé"/>
              <p:cNvSpPr/>
              <p:nvPr/>
            </p:nvSpPr>
            <p:spPr>
              <a:xfrm>
                <a:off x="9848760" y="2742449"/>
                <a:ext cx="259660" cy="28847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47" h="21600" extrusionOk="0">
                    <a:moveTo>
                      <a:pt x="21384" y="0"/>
                    </a:moveTo>
                    <a:lnTo>
                      <a:pt x="21384" y="16039"/>
                    </a:lnTo>
                    <a:cubicBezTo>
                      <a:pt x="21600" y="17374"/>
                      <a:pt x="21258" y="18734"/>
                      <a:pt x="20426" y="19852"/>
                    </a:cubicBezTo>
                    <a:cubicBezTo>
                      <a:pt x="19878" y="20588"/>
                      <a:pt x="19137" y="21189"/>
                      <a:pt x="18270" y="21600"/>
                    </a:cubicBezTo>
                    <a:lnTo>
                      <a:pt x="0" y="21600"/>
                    </a:lnTo>
                    <a:lnTo>
                      <a:pt x="0" y="95"/>
                    </a:lnTo>
                    <a:lnTo>
                      <a:pt x="21384" y="0"/>
                    </a:lnTo>
                    <a:close/>
                  </a:path>
                </a:pathLst>
              </a:custGeom>
              <a:solidFill>
                <a:srgbClr val="C5C4C6"/>
              </a:solidFill>
              <a:ln w="12700"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21" name="ïS1ïdè"/>
              <p:cNvSpPr/>
              <p:nvPr/>
            </p:nvSpPr>
            <p:spPr>
              <a:xfrm>
                <a:off x="9266175" y="2519495"/>
                <a:ext cx="259660" cy="28847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47" h="21600" extrusionOk="0">
                    <a:moveTo>
                      <a:pt x="21384" y="0"/>
                    </a:moveTo>
                    <a:lnTo>
                      <a:pt x="21384" y="16039"/>
                    </a:lnTo>
                    <a:cubicBezTo>
                      <a:pt x="21600" y="17374"/>
                      <a:pt x="21258" y="18734"/>
                      <a:pt x="20426" y="19852"/>
                    </a:cubicBezTo>
                    <a:cubicBezTo>
                      <a:pt x="19878" y="20588"/>
                      <a:pt x="19137" y="21189"/>
                      <a:pt x="18270" y="21600"/>
                    </a:cubicBezTo>
                    <a:lnTo>
                      <a:pt x="0" y="21600"/>
                    </a:lnTo>
                    <a:lnTo>
                      <a:pt x="0" y="95"/>
                    </a:lnTo>
                    <a:lnTo>
                      <a:pt x="21384" y="0"/>
                    </a:lnTo>
                    <a:close/>
                  </a:path>
                </a:pathLst>
              </a:custGeom>
              <a:solidFill>
                <a:srgbClr val="C5C4C6"/>
              </a:solidFill>
              <a:ln w="12700"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22" name="íṣļïḓê"/>
              <p:cNvSpPr/>
              <p:nvPr/>
            </p:nvSpPr>
            <p:spPr>
              <a:xfrm>
                <a:off x="9884879" y="3361655"/>
                <a:ext cx="189759" cy="23911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0332"/>
                    </a:moveTo>
                    <a:lnTo>
                      <a:pt x="15510" y="21600"/>
                    </a:lnTo>
                    <a:lnTo>
                      <a:pt x="6705" y="21600"/>
                    </a:lnTo>
                    <a:lnTo>
                      <a:pt x="0" y="0"/>
                    </a:lnTo>
                    <a:lnTo>
                      <a:pt x="21600" y="10332"/>
                    </a:lnTo>
                    <a:close/>
                  </a:path>
                </a:pathLst>
              </a:custGeom>
              <a:solidFill>
                <a:srgbClr val="C5C4C6"/>
              </a:solidFill>
              <a:ln w="12700"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23" name="îŝľïďé"/>
              <p:cNvSpPr/>
              <p:nvPr/>
            </p:nvSpPr>
            <p:spPr>
              <a:xfrm>
                <a:off x="9295722" y="3157064"/>
                <a:ext cx="189759" cy="23911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0332"/>
                    </a:moveTo>
                    <a:lnTo>
                      <a:pt x="15510" y="21600"/>
                    </a:lnTo>
                    <a:lnTo>
                      <a:pt x="6705" y="21600"/>
                    </a:lnTo>
                    <a:lnTo>
                      <a:pt x="0" y="0"/>
                    </a:lnTo>
                    <a:lnTo>
                      <a:pt x="21600" y="10332"/>
                    </a:lnTo>
                    <a:close/>
                  </a:path>
                </a:pathLst>
              </a:custGeom>
              <a:solidFill>
                <a:srgbClr val="C5C4C6"/>
              </a:solidFill>
              <a:ln w="12700"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24" name="íṧḻîḍe"/>
              <p:cNvSpPr/>
              <p:nvPr/>
            </p:nvSpPr>
            <p:spPr>
              <a:xfrm>
                <a:off x="8822771" y="2323114"/>
                <a:ext cx="1862381" cy="131869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21015" y="17555"/>
                    </a:lnTo>
                    <a:cubicBezTo>
                      <a:pt x="20937" y="17145"/>
                      <a:pt x="20815" y="16755"/>
                      <a:pt x="20653" y="16397"/>
                    </a:cubicBezTo>
                    <a:cubicBezTo>
                      <a:pt x="20424" y="15892"/>
                      <a:pt x="20120" y="15462"/>
                      <a:pt x="19762" y="15138"/>
                    </a:cubicBezTo>
                    <a:lnTo>
                      <a:pt x="0" y="0"/>
                    </a:lnTo>
                    <a:lnTo>
                      <a:pt x="40" y="13327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EBE9EC"/>
              </a:solidFill>
              <a:ln w="12700"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25" name="iśḻíḑè"/>
              <p:cNvSpPr/>
              <p:nvPr/>
            </p:nvSpPr>
            <p:spPr>
              <a:xfrm>
                <a:off x="8832933" y="2809035"/>
                <a:ext cx="1292808" cy="67387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83" h="21600" extrusionOk="0">
                    <a:moveTo>
                      <a:pt x="21581" y="21600"/>
                    </a:moveTo>
                    <a:lnTo>
                      <a:pt x="21581" y="19488"/>
                    </a:lnTo>
                    <a:cubicBezTo>
                      <a:pt x="21600" y="18804"/>
                      <a:pt x="21495" y="18130"/>
                      <a:pt x="21283" y="17579"/>
                    </a:cubicBezTo>
                    <a:cubicBezTo>
                      <a:pt x="21119" y="17153"/>
                      <a:pt x="20898" y="16819"/>
                      <a:pt x="20644" y="16615"/>
                    </a:cubicBezTo>
                    <a:lnTo>
                      <a:pt x="0" y="0"/>
                    </a:lnTo>
                  </a:path>
                </a:pathLst>
              </a:custGeom>
              <a:ln w="25400">
                <a:solidFill>
                  <a:srgbClr val="D3D2D4"/>
                </a:solidFill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26" name="îṥḻiḍê"/>
              <p:cNvSpPr/>
              <p:nvPr/>
            </p:nvSpPr>
            <p:spPr>
              <a:xfrm>
                <a:off x="9291232" y="3003700"/>
                <a:ext cx="1" cy="262354"/>
              </a:xfrm>
              <a:prstGeom prst="line">
                <a:avLst/>
              </a:prstGeom>
              <a:ln w="25400">
                <a:solidFill>
                  <a:srgbClr val="D3D2D4"/>
                </a:solidFill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27" name="îśḻíḑé"/>
              <p:cNvSpPr/>
              <p:nvPr/>
            </p:nvSpPr>
            <p:spPr>
              <a:xfrm>
                <a:off x="9755182" y="3189937"/>
                <a:ext cx="1" cy="197164"/>
              </a:xfrm>
              <a:prstGeom prst="line">
                <a:avLst/>
              </a:prstGeom>
              <a:ln w="25400">
                <a:solidFill>
                  <a:srgbClr val="D3D2D4"/>
                </a:solidFill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28" name="ïṡ1ïḓe"/>
              <p:cNvSpPr/>
              <p:nvPr/>
            </p:nvSpPr>
            <p:spPr>
              <a:xfrm>
                <a:off x="7733902" y="2485227"/>
                <a:ext cx="190180" cy="845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846" y="0"/>
                    </a:moveTo>
                    <a:lnTo>
                      <a:pt x="18754" y="0"/>
                    </a:lnTo>
                    <a:cubicBezTo>
                      <a:pt x="19162" y="0"/>
                      <a:pt x="19470" y="0"/>
                      <a:pt x="19730" y="39"/>
                    </a:cubicBezTo>
                    <a:cubicBezTo>
                      <a:pt x="19991" y="78"/>
                      <a:pt x="20204" y="157"/>
                      <a:pt x="20424" y="314"/>
                    </a:cubicBezTo>
                    <a:cubicBezTo>
                      <a:pt x="20665" y="511"/>
                      <a:pt x="20880" y="822"/>
                      <a:pt x="21057" y="1220"/>
                    </a:cubicBezTo>
                    <a:cubicBezTo>
                      <a:pt x="21234" y="1618"/>
                      <a:pt x="21373" y="2102"/>
                      <a:pt x="21461" y="2644"/>
                    </a:cubicBezTo>
                    <a:cubicBezTo>
                      <a:pt x="21530" y="3138"/>
                      <a:pt x="21565" y="3619"/>
                      <a:pt x="21583" y="4208"/>
                    </a:cubicBezTo>
                    <a:cubicBezTo>
                      <a:pt x="21600" y="4798"/>
                      <a:pt x="21600" y="5496"/>
                      <a:pt x="21600" y="6428"/>
                    </a:cubicBezTo>
                    <a:lnTo>
                      <a:pt x="21600" y="15201"/>
                    </a:lnTo>
                    <a:cubicBezTo>
                      <a:pt x="21600" y="16118"/>
                      <a:pt x="21600" y="16809"/>
                      <a:pt x="21583" y="17395"/>
                    </a:cubicBezTo>
                    <a:cubicBezTo>
                      <a:pt x="21565" y="17981"/>
                      <a:pt x="21530" y="18462"/>
                      <a:pt x="21461" y="18956"/>
                    </a:cubicBezTo>
                    <a:cubicBezTo>
                      <a:pt x="21373" y="19498"/>
                      <a:pt x="21234" y="19982"/>
                      <a:pt x="21057" y="20380"/>
                    </a:cubicBezTo>
                    <a:cubicBezTo>
                      <a:pt x="20880" y="20778"/>
                      <a:pt x="20665" y="21089"/>
                      <a:pt x="20424" y="21286"/>
                    </a:cubicBezTo>
                    <a:cubicBezTo>
                      <a:pt x="20204" y="21443"/>
                      <a:pt x="19991" y="21522"/>
                      <a:pt x="19729" y="21561"/>
                    </a:cubicBezTo>
                    <a:cubicBezTo>
                      <a:pt x="19467" y="21600"/>
                      <a:pt x="19156" y="21600"/>
                      <a:pt x="18742" y="21600"/>
                    </a:cubicBezTo>
                    <a:lnTo>
                      <a:pt x="2846" y="21600"/>
                    </a:lnTo>
                    <a:cubicBezTo>
                      <a:pt x="2438" y="21600"/>
                      <a:pt x="2130" y="21600"/>
                      <a:pt x="1870" y="21561"/>
                    </a:cubicBezTo>
                    <a:cubicBezTo>
                      <a:pt x="1609" y="21522"/>
                      <a:pt x="1396" y="21443"/>
                      <a:pt x="1176" y="21286"/>
                    </a:cubicBezTo>
                    <a:cubicBezTo>
                      <a:pt x="935" y="21089"/>
                      <a:pt x="720" y="20778"/>
                      <a:pt x="543" y="20380"/>
                    </a:cubicBezTo>
                    <a:cubicBezTo>
                      <a:pt x="366" y="19982"/>
                      <a:pt x="227" y="19498"/>
                      <a:pt x="139" y="18956"/>
                    </a:cubicBezTo>
                    <a:cubicBezTo>
                      <a:pt x="70" y="18462"/>
                      <a:pt x="35" y="17981"/>
                      <a:pt x="17" y="17392"/>
                    </a:cubicBezTo>
                    <a:cubicBezTo>
                      <a:pt x="0" y="16802"/>
                      <a:pt x="0" y="16104"/>
                      <a:pt x="0" y="15172"/>
                    </a:cubicBezTo>
                    <a:lnTo>
                      <a:pt x="0" y="6399"/>
                    </a:lnTo>
                    <a:cubicBezTo>
                      <a:pt x="0" y="5482"/>
                      <a:pt x="0" y="4791"/>
                      <a:pt x="17" y="4205"/>
                    </a:cubicBezTo>
                    <a:cubicBezTo>
                      <a:pt x="35" y="3619"/>
                      <a:pt x="70" y="3138"/>
                      <a:pt x="139" y="2644"/>
                    </a:cubicBezTo>
                    <a:cubicBezTo>
                      <a:pt x="227" y="2102"/>
                      <a:pt x="366" y="1618"/>
                      <a:pt x="543" y="1220"/>
                    </a:cubicBezTo>
                    <a:cubicBezTo>
                      <a:pt x="720" y="822"/>
                      <a:pt x="935" y="511"/>
                      <a:pt x="1176" y="314"/>
                    </a:cubicBezTo>
                    <a:cubicBezTo>
                      <a:pt x="1396" y="157"/>
                      <a:pt x="1609" y="78"/>
                      <a:pt x="1871" y="39"/>
                    </a:cubicBezTo>
                    <a:cubicBezTo>
                      <a:pt x="2133" y="0"/>
                      <a:pt x="2444" y="0"/>
                      <a:pt x="2858" y="0"/>
                    </a:cubicBezTo>
                    <a:lnTo>
                      <a:pt x="2846" y="0"/>
                    </a:lnTo>
                    <a:close/>
                  </a:path>
                </a:pathLst>
              </a:custGeom>
              <a:solidFill>
                <a:srgbClr val="E8E7EA"/>
              </a:solidFill>
              <a:ln w="12700"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9" name="iŝḻïde"/>
              <p:cNvSpPr/>
              <p:nvPr/>
            </p:nvSpPr>
            <p:spPr>
              <a:xfrm>
                <a:off x="7159518" y="2706775"/>
                <a:ext cx="190180" cy="845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846" y="0"/>
                    </a:moveTo>
                    <a:lnTo>
                      <a:pt x="18754" y="0"/>
                    </a:lnTo>
                    <a:cubicBezTo>
                      <a:pt x="19162" y="0"/>
                      <a:pt x="19470" y="0"/>
                      <a:pt x="19730" y="39"/>
                    </a:cubicBezTo>
                    <a:cubicBezTo>
                      <a:pt x="19991" y="78"/>
                      <a:pt x="20204" y="157"/>
                      <a:pt x="20424" y="314"/>
                    </a:cubicBezTo>
                    <a:cubicBezTo>
                      <a:pt x="20665" y="511"/>
                      <a:pt x="20880" y="822"/>
                      <a:pt x="21057" y="1220"/>
                    </a:cubicBezTo>
                    <a:cubicBezTo>
                      <a:pt x="21234" y="1618"/>
                      <a:pt x="21373" y="2102"/>
                      <a:pt x="21461" y="2644"/>
                    </a:cubicBezTo>
                    <a:cubicBezTo>
                      <a:pt x="21530" y="3138"/>
                      <a:pt x="21565" y="3619"/>
                      <a:pt x="21583" y="4208"/>
                    </a:cubicBezTo>
                    <a:cubicBezTo>
                      <a:pt x="21600" y="4798"/>
                      <a:pt x="21600" y="5496"/>
                      <a:pt x="21600" y="6428"/>
                    </a:cubicBezTo>
                    <a:lnTo>
                      <a:pt x="21600" y="15201"/>
                    </a:lnTo>
                    <a:cubicBezTo>
                      <a:pt x="21600" y="16118"/>
                      <a:pt x="21600" y="16809"/>
                      <a:pt x="21583" y="17395"/>
                    </a:cubicBezTo>
                    <a:cubicBezTo>
                      <a:pt x="21565" y="17981"/>
                      <a:pt x="21530" y="18462"/>
                      <a:pt x="21461" y="18956"/>
                    </a:cubicBezTo>
                    <a:cubicBezTo>
                      <a:pt x="21373" y="19498"/>
                      <a:pt x="21234" y="19982"/>
                      <a:pt x="21057" y="20380"/>
                    </a:cubicBezTo>
                    <a:cubicBezTo>
                      <a:pt x="20880" y="20778"/>
                      <a:pt x="20665" y="21089"/>
                      <a:pt x="20424" y="21286"/>
                    </a:cubicBezTo>
                    <a:cubicBezTo>
                      <a:pt x="20204" y="21443"/>
                      <a:pt x="19991" y="21522"/>
                      <a:pt x="19729" y="21561"/>
                    </a:cubicBezTo>
                    <a:cubicBezTo>
                      <a:pt x="19467" y="21600"/>
                      <a:pt x="19156" y="21600"/>
                      <a:pt x="18742" y="21600"/>
                    </a:cubicBezTo>
                    <a:lnTo>
                      <a:pt x="2846" y="21600"/>
                    </a:lnTo>
                    <a:cubicBezTo>
                      <a:pt x="2438" y="21600"/>
                      <a:pt x="2130" y="21600"/>
                      <a:pt x="1870" y="21561"/>
                    </a:cubicBezTo>
                    <a:cubicBezTo>
                      <a:pt x="1609" y="21522"/>
                      <a:pt x="1396" y="21443"/>
                      <a:pt x="1176" y="21286"/>
                    </a:cubicBezTo>
                    <a:cubicBezTo>
                      <a:pt x="935" y="21089"/>
                      <a:pt x="720" y="20778"/>
                      <a:pt x="543" y="20380"/>
                    </a:cubicBezTo>
                    <a:cubicBezTo>
                      <a:pt x="366" y="19982"/>
                      <a:pt x="227" y="19498"/>
                      <a:pt x="139" y="18956"/>
                    </a:cubicBezTo>
                    <a:cubicBezTo>
                      <a:pt x="70" y="18462"/>
                      <a:pt x="35" y="17981"/>
                      <a:pt x="17" y="17392"/>
                    </a:cubicBezTo>
                    <a:cubicBezTo>
                      <a:pt x="0" y="16802"/>
                      <a:pt x="0" y="16104"/>
                      <a:pt x="0" y="15172"/>
                    </a:cubicBezTo>
                    <a:lnTo>
                      <a:pt x="0" y="6399"/>
                    </a:lnTo>
                    <a:cubicBezTo>
                      <a:pt x="0" y="5482"/>
                      <a:pt x="0" y="4791"/>
                      <a:pt x="17" y="4205"/>
                    </a:cubicBezTo>
                    <a:cubicBezTo>
                      <a:pt x="35" y="3619"/>
                      <a:pt x="70" y="3138"/>
                      <a:pt x="139" y="2644"/>
                    </a:cubicBezTo>
                    <a:cubicBezTo>
                      <a:pt x="227" y="2102"/>
                      <a:pt x="366" y="1618"/>
                      <a:pt x="543" y="1220"/>
                    </a:cubicBezTo>
                    <a:cubicBezTo>
                      <a:pt x="720" y="822"/>
                      <a:pt x="935" y="511"/>
                      <a:pt x="1176" y="314"/>
                    </a:cubicBezTo>
                    <a:cubicBezTo>
                      <a:pt x="1396" y="157"/>
                      <a:pt x="1609" y="78"/>
                      <a:pt x="1871" y="39"/>
                    </a:cubicBezTo>
                    <a:cubicBezTo>
                      <a:pt x="2133" y="0"/>
                      <a:pt x="2444" y="0"/>
                      <a:pt x="2858" y="0"/>
                    </a:cubicBezTo>
                    <a:lnTo>
                      <a:pt x="2846" y="0"/>
                    </a:lnTo>
                    <a:close/>
                  </a:path>
                </a:pathLst>
              </a:custGeom>
              <a:solidFill>
                <a:srgbClr val="E8E7EA"/>
              </a:solidFill>
              <a:ln w="12700"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0" name="îśļïḓê"/>
              <p:cNvSpPr/>
              <p:nvPr/>
            </p:nvSpPr>
            <p:spPr>
              <a:xfrm>
                <a:off x="7699163" y="2520901"/>
                <a:ext cx="259659" cy="28847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47" h="21600" extrusionOk="0">
                    <a:moveTo>
                      <a:pt x="63" y="0"/>
                    </a:moveTo>
                    <a:lnTo>
                      <a:pt x="63" y="16039"/>
                    </a:lnTo>
                    <a:cubicBezTo>
                      <a:pt x="-153" y="17374"/>
                      <a:pt x="189" y="18734"/>
                      <a:pt x="1021" y="19852"/>
                    </a:cubicBezTo>
                    <a:cubicBezTo>
                      <a:pt x="1569" y="20588"/>
                      <a:pt x="2310" y="21189"/>
                      <a:pt x="3177" y="21600"/>
                    </a:cubicBezTo>
                    <a:lnTo>
                      <a:pt x="21447" y="21600"/>
                    </a:lnTo>
                    <a:lnTo>
                      <a:pt x="21447" y="95"/>
                    </a:lnTo>
                    <a:lnTo>
                      <a:pt x="63" y="0"/>
                    </a:lnTo>
                    <a:close/>
                  </a:path>
                </a:pathLst>
              </a:custGeom>
              <a:solidFill>
                <a:srgbClr val="C5C4C6"/>
              </a:solidFill>
              <a:ln w="12700"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31" name="íSḻidè"/>
              <p:cNvSpPr/>
              <p:nvPr/>
            </p:nvSpPr>
            <p:spPr>
              <a:xfrm>
                <a:off x="7124779" y="2742449"/>
                <a:ext cx="259659" cy="28847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47" h="21600" extrusionOk="0">
                    <a:moveTo>
                      <a:pt x="63" y="0"/>
                    </a:moveTo>
                    <a:lnTo>
                      <a:pt x="63" y="16039"/>
                    </a:lnTo>
                    <a:cubicBezTo>
                      <a:pt x="-153" y="17374"/>
                      <a:pt x="189" y="18734"/>
                      <a:pt x="1021" y="19852"/>
                    </a:cubicBezTo>
                    <a:cubicBezTo>
                      <a:pt x="1569" y="20588"/>
                      <a:pt x="2310" y="21189"/>
                      <a:pt x="3177" y="21600"/>
                    </a:cubicBezTo>
                    <a:lnTo>
                      <a:pt x="21447" y="21600"/>
                    </a:lnTo>
                    <a:lnTo>
                      <a:pt x="21447" y="95"/>
                    </a:lnTo>
                    <a:lnTo>
                      <a:pt x="63" y="0"/>
                    </a:lnTo>
                    <a:close/>
                  </a:path>
                </a:pathLst>
              </a:custGeom>
              <a:solidFill>
                <a:srgbClr val="C5C4C6"/>
              </a:solidFill>
              <a:ln w="12700"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32" name="ïṡlîḍé"/>
              <p:cNvSpPr/>
              <p:nvPr/>
            </p:nvSpPr>
            <p:spPr>
              <a:xfrm>
                <a:off x="7158046" y="3365605"/>
                <a:ext cx="189825" cy="23911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332"/>
                    </a:moveTo>
                    <a:lnTo>
                      <a:pt x="6090" y="21600"/>
                    </a:lnTo>
                    <a:lnTo>
                      <a:pt x="14895" y="21600"/>
                    </a:lnTo>
                    <a:lnTo>
                      <a:pt x="21600" y="0"/>
                    </a:lnTo>
                    <a:lnTo>
                      <a:pt x="0" y="10332"/>
                    </a:lnTo>
                    <a:close/>
                  </a:path>
                </a:pathLst>
              </a:custGeom>
              <a:solidFill>
                <a:srgbClr val="C5C4C6"/>
              </a:solidFill>
              <a:ln w="12700"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33" name="îSlíḓe"/>
              <p:cNvSpPr/>
              <p:nvPr/>
            </p:nvSpPr>
            <p:spPr>
              <a:xfrm>
                <a:off x="7747650" y="3157062"/>
                <a:ext cx="189825" cy="23911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332"/>
                    </a:moveTo>
                    <a:lnTo>
                      <a:pt x="6090" y="21600"/>
                    </a:lnTo>
                    <a:lnTo>
                      <a:pt x="14895" y="21600"/>
                    </a:lnTo>
                    <a:lnTo>
                      <a:pt x="21600" y="0"/>
                    </a:lnTo>
                    <a:lnTo>
                      <a:pt x="0" y="10332"/>
                    </a:lnTo>
                    <a:close/>
                  </a:path>
                </a:pathLst>
              </a:custGeom>
              <a:solidFill>
                <a:srgbClr val="C5C4C6"/>
              </a:solidFill>
              <a:ln w="12700"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34" name="isľïdê"/>
              <p:cNvSpPr/>
              <p:nvPr/>
            </p:nvSpPr>
            <p:spPr>
              <a:xfrm>
                <a:off x="6546000" y="2323114"/>
                <a:ext cx="1862395" cy="131869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585" y="17555"/>
                    </a:lnTo>
                    <a:cubicBezTo>
                      <a:pt x="663" y="17145"/>
                      <a:pt x="785" y="16755"/>
                      <a:pt x="947" y="16397"/>
                    </a:cubicBezTo>
                    <a:cubicBezTo>
                      <a:pt x="1176" y="15892"/>
                      <a:pt x="1480" y="15462"/>
                      <a:pt x="1838" y="15138"/>
                    </a:cubicBezTo>
                    <a:lnTo>
                      <a:pt x="21600" y="0"/>
                    </a:lnTo>
                    <a:lnTo>
                      <a:pt x="21560" y="13327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EBE9EC"/>
              </a:solidFill>
              <a:ln w="12700"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35" name="îŝľïḍe"/>
              <p:cNvSpPr/>
              <p:nvPr/>
            </p:nvSpPr>
            <p:spPr>
              <a:xfrm>
                <a:off x="7124996" y="2809035"/>
                <a:ext cx="1292379" cy="67387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83" h="21600" extrusionOk="0">
                    <a:moveTo>
                      <a:pt x="2" y="21600"/>
                    </a:moveTo>
                    <a:lnTo>
                      <a:pt x="2" y="19488"/>
                    </a:lnTo>
                    <a:cubicBezTo>
                      <a:pt x="-17" y="18804"/>
                      <a:pt x="88" y="18130"/>
                      <a:pt x="300" y="17579"/>
                    </a:cubicBezTo>
                    <a:cubicBezTo>
                      <a:pt x="464" y="17153"/>
                      <a:pt x="685" y="16819"/>
                      <a:pt x="939" y="16615"/>
                    </a:cubicBezTo>
                    <a:lnTo>
                      <a:pt x="21583" y="0"/>
                    </a:lnTo>
                  </a:path>
                </a:pathLst>
              </a:custGeom>
              <a:ln w="25400">
                <a:solidFill>
                  <a:srgbClr val="D3D2D4"/>
                </a:solidFill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36" name="iṥļiďè"/>
              <p:cNvSpPr/>
              <p:nvPr/>
            </p:nvSpPr>
            <p:spPr>
              <a:xfrm>
                <a:off x="7548929" y="3173526"/>
                <a:ext cx="1" cy="197164"/>
              </a:xfrm>
              <a:prstGeom prst="line">
                <a:avLst/>
              </a:prstGeom>
              <a:ln w="25400">
                <a:solidFill>
                  <a:srgbClr val="D3D2D4"/>
                </a:solidFill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37" name="îṧlîdè"/>
              <p:cNvSpPr/>
              <p:nvPr/>
            </p:nvSpPr>
            <p:spPr>
              <a:xfrm>
                <a:off x="7950612" y="2995495"/>
                <a:ext cx="1" cy="262354"/>
              </a:xfrm>
              <a:prstGeom prst="line">
                <a:avLst/>
              </a:prstGeom>
              <a:ln w="25400">
                <a:solidFill>
                  <a:srgbClr val="D3D2D4"/>
                </a:solidFill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38" name="ïṥlíḍe"/>
              <p:cNvSpPr/>
              <p:nvPr/>
            </p:nvSpPr>
            <p:spPr>
              <a:xfrm>
                <a:off x="7795486" y="4216013"/>
                <a:ext cx="801180" cy="7139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7411" y="798"/>
                    </a:moveTo>
                    <a:lnTo>
                      <a:pt x="3277" y="9980"/>
                    </a:lnTo>
                    <a:cubicBezTo>
                      <a:pt x="2213" y="10656"/>
                      <a:pt x="1341" y="11655"/>
                      <a:pt x="760" y="12863"/>
                    </a:cubicBezTo>
                    <a:cubicBezTo>
                      <a:pt x="317" y="13787"/>
                      <a:pt x="57" y="14807"/>
                      <a:pt x="0" y="15854"/>
                    </a:cubicBezTo>
                    <a:lnTo>
                      <a:pt x="0" y="20589"/>
                    </a:lnTo>
                    <a:cubicBezTo>
                      <a:pt x="27" y="20866"/>
                      <a:pt x="144" y="21123"/>
                      <a:pt x="330" y="21310"/>
                    </a:cubicBezTo>
                    <a:cubicBezTo>
                      <a:pt x="509" y="21491"/>
                      <a:pt x="741" y="21594"/>
                      <a:pt x="983" y="21600"/>
                    </a:cubicBezTo>
                    <a:lnTo>
                      <a:pt x="21600" y="14621"/>
                    </a:lnTo>
                    <a:lnTo>
                      <a:pt x="21600" y="0"/>
                    </a:lnTo>
                    <a:lnTo>
                      <a:pt x="17411" y="798"/>
                    </a:lnTo>
                    <a:close/>
                  </a:path>
                </a:pathLst>
              </a:custGeom>
              <a:solidFill>
                <a:srgbClr val="C5C4C6"/>
              </a:solidFill>
              <a:ln w="12700"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39" name="ïṩļîďé"/>
              <p:cNvSpPr/>
              <p:nvPr/>
            </p:nvSpPr>
            <p:spPr>
              <a:xfrm>
                <a:off x="8634958" y="4216013"/>
                <a:ext cx="801181" cy="7139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189" y="798"/>
                    </a:moveTo>
                    <a:lnTo>
                      <a:pt x="18323" y="9980"/>
                    </a:lnTo>
                    <a:cubicBezTo>
                      <a:pt x="19387" y="10656"/>
                      <a:pt x="20259" y="11655"/>
                      <a:pt x="20840" y="12863"/>
                    </a:cubicBezTo>
                    <a:cubicBezTo>
                      <a:pt x="21283" y="13787"/>
                      <a:pt x="21543" y="14807"/>
                      <a:pt x="21600" y="15854"/>
                    </a:cubicBezTo>
                    <a:lnTo>
                      <a:pt x="21600" y="20589"/>
                    </a:lnTo>
                    <a:cubicBezTo>
                      <a:pt x="21573" y="20866"/>
                      <a:pt x="21456" y="21123"/>
                      <a:pt x="21270" y="21310"/>
                    </a:cubicBezTo>
                    <a:cubicBezTo>
                      <a:pt x="21091" y="21491"/>
                      <a:pt x="20859" y="21594"/>
                      <a:pt x="20617" y="21600"/>
                    </a:cubicBezTo>
                    <a:lnTo>
                      <a:pt x="0" y="14621"/>
                    </a:lnTo>
                    <a:lnTo>
                      <a:pt x="0" y="0"/>
                    </a:lnTo>
                    <a:lnTo>
                      <a:pt x="4189" y="798"/>
                    </a:lnTo>
                    <a:close/>
                  </a:path>
                </a:pathLst>
              </a:custGeom>
              <a:solidFill>
                <a:srgbClr val="C5C4C6"/>
              </a:solidFill>
              <a:ln w="12700"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40" name="íṣḻiḑè"/>
              <p:cNvSpPr/>
              <p:nvPr/>
            </p:nvSpPr>
            <p:spPr>
              <a:xfrm>
                <a:off x="7801877" y="4290712"/>
                <a:ext cx="672049" cy="4516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cubicBezTo>
                      <a:pt x="576" y="20037"/>
                      <a:pt x="1300" y="18605"/>
                      <a:pt x="2150" y="17349"/>
                    </a:cubicBezTo>
                    <a:cubicBezTo>
                      <a:pt x="3001" y="16092"/>
                      <a:pt x="3970" y="15024"/>
                      <a:pt x="5026" y="14178"/>
                    </a:cubicBezTo>
                    <a:lnTo>
                      <a:pt x="21600" y="0"/>
                    </a:lnTo>
                  </a:path>
                </a:pathLst>
              </a:custGeom>
              <a:ln w="25400">
                <a:solidFill>
                  <a:srgbClr val="B5B4B6"/>
                </a:solidFill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41" name="ïSḻiḍê"/>
              <p:cNvSpPr/>
              <p:nvPr/>
            </p:nvSpPr>
            <p:spPr>
              <a:xfrm>
                <a:off x="8754031" y="4290712"/>
                <a:ext cx="672118" cy="4516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cubicBezTo>
                      <a:pt x="21024" y="20037"/>
                      <a:pt x="20300" y="18605"/>
                      <a:pt x="19450" y="17349"/>
                    </a:cubicBezTo>
                    <a:cubicBezTo>
                      <a:pt x="18599" y="16092"/>
                      <a:pt x="17630" y="15024"/>
                      <a:pt x="16574" y="14178"/>
                    </a:cubicBezTo>
                    <a:lnTo>
                      <a:pt x="0" y="0"/>
                    </a:lnTo>
                  </a:path>
                </a:pathLst>
              </a:custGeom>
              <a:ln w="25400">
                <a:solidFill>
                  <a:srgbClr val="B5B4B6"/>
                </a:solidFill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42" name="iṥ1ïḑê"/>
              <p:cNvSpPr/>
              <p:nvPr/>
            </p:nvSpPr>
            <p:spPr>
              <a:xfrm>
                <a:off x="8399219" y="1028700"/>
                <a:ext cx="434745" cy="350438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089" h="21600" extrusionOk="0">
                    <a:moveTo>
                      <a:pt x="8804" y="100"/>
                    </a:moveTo>
                    <a:cubicBezTo>
                      <a:pt x="8060" y="166"/>
                      <a:pt x="7413" y="247"/>
                      <a:pt x="6794" y="331"/>
                    </a:cubicBezTo>
                    <a:cubicBezTo>
                      <a:pt x="5555" y="498"/>
                      <a:pt x="4420" y="677"/>
                      <a:pt x="3459" y="872"/>
                    </a:cubicBezTo>
                    <a:cubicBezTo>
                      <a:pt x="949" y="1383"/>
                      <a:pt x="-246" y="1981"/>
                      <a:pt x="42" y="2583"/>
                    </a:cubicBezTo>
                    <a:lnTo>
                      <a:pt x="42" y="18187"/>
                    </a:lnTo>
                    <a:cubicBezTo>
                      <a:pt x="7" y="18787"/>
                      <a:pt x="845" y="19383"/>
                      <a:pt x="2515" y="19945"/>
                    </a:cubicBezTo>
                    <a:cubicBezTo>
                      <a:pt x="4349" y="20561"/>
                      <a:pt x="7148" y="21125"/>
                      <a:pt x="10744" y="21600"/>
                    </a:cubicBezTo>
                    <a:cubicBezTo>
                      <a:pt x="14247" y="21129"/>
                      <a:pt x="16962" y="20572"/>
                      <a:pt x="18727" y="19964"/>
                    </a:cubicBezTo>
                    <a:cubicBezTo>
                      <a:pt x="20421" y="19380"/>
                      <a:pt x="21205" y="18760"/>
                      <a:pt x="21035" y="18138"/>
                    </a:cubicBezTo>
                    <a:lnTo>
                      <a:pt x="21035" y="2541"/>
                    </a:lnTo>
                    <a:cubicBezTo>
                      <a:pt x="21354" y="1955"/>
                      <a:pt x="20265" y="1369"/>
                      <a:pt x="17913" y="863"/>
                    </a:cubicBezTo>
                    <a:cubicBezTo>
                      <a:pt x="17038" y="675"/>
                      <a:pt x="15998" y="500"/>
                      <a:pt x="14879" y="334"/>
                    </a:cubicBezTo>
                    <a:cubicBezTo>
                      <a:pt x="14319" y="251"/>
                      <a:pt x="13737" y="169"/>
                      <a:pt x="13045" y="104"/>
                    </a:cubicBezTo>
                    <a:cubicBezTo>
                      <a:pt x="12412" y="45"/>
                      <a:pt x="11698" y="1"/>
                      <a:pt x="10935" y="0"/>
                    </a:cubicBezTo>
                    <a:cubicBezTo>
                      <a:pt x="10173" y="0"/>
                      <a:pt x="9452" y="43"/>
                      <a:pt x="8804" y="100"/>
                    </a:cubicBez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 w="12700"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43" name="ïṡ1idé"/>
              <p:cNvSpPr/>
              <p:nvPr/>
            </p:nvSpPr>
            <p:spPr>
              <a:xfrm>
                <a:off x="8583847" y="4044269"/>
                <a:ext cx="65506" cy="9741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3433" y="0"/>
                      <a:pt x="15079" y="0"/>
                      <a:pt x="16666" y="32"/>
                    </a:cubicBezTo>
                    <a:cubicBezTo>
                      <a:pt x="17724" y="55"/>
                      <a:pt x="18668" y="94"/>
                      <a:pt x="19433" y="146"/>
                    </a:cubicBezTo>
                    <a:cubicBezTo>
                      <a:pt x="20199" y="197"/>
                      <a:pt x="20786" y="261"/>
                      <a:pt x="21131" y="332"/>
                    </a:cubicBezTo>
                    <a:cubicBezTo>
                      <a:pt x="21365" y="385"/>
                      <a:pt x="21483" y="439"/>
                      <a:pt x="21541" y="503"/>
                    </a:cubicBezTo>
                    <a:cubicBezTo>
                      <a:pt x="21600" y="566"/>
                      <a:pt x="21600" y="638"/>
                      <a:pt x="21600" y="726"/>
                    </a:cubicBezTo>
                    <a:lnTo>
                      <a:pt x="21600" y="20874"/>
                    </a:lnTo>
                    <a:cubicBezTo>
                      <a:pt x="21600" y="20962"/>
                      <a:pt x="21600" y="21034"/>
                      <a:pt x="21541" y="21097"/>
                    </a:cubicBezTo>
                    <a:cubicBezTo>
                      <a:pt x="21483" y="21161"/>
                      <a:pt x="21365" y="21215"/>
                      <a:pt x="21131" y="21268"/>
                    </a:cubicBezTo>
                    <a:cubicBezTo>
                      <a:pt x="20786" y="21339"/>
                      <a:pt x="20199" y="21403"/>
                      <a:pt x="19433" y="21454"/>
                    </a:cubicBezTo>
                    <a:cubicBezTo>
                      <a:pt x="18668" y="21506"/>
                      <a:pt x="17724" y="21545"/>
                      <a:pt x="16666" y="21568"/>
                    </a:cubicBezTo>
                    <a:cubicBezTo>
                      <a:pt x="15079" y="21600"/>
                      <a:pt x="13433" y="21600"/>
                      <a:pt x="10800" y="21600"/>
                    </a:cubicBezTo>
                    <a:cubicBezTo>
                      <a:pt x="8167" y="21600"/>
                      <a:pt x="6521" y="21600"/>
                      <a:pt x="4934" y="21568"/>
                    </a:cubicBezTo>
                    <a:cubicBezTo>
                      <a:pt x="3876" y="21545"/>
                      <a:pt x="2932" y="21506"/>
                      <a:pt x="2167" y="21454"/>
                    </a:cubicBezTo>
                    <a:cubicBezTo>
                      <a:pt x="1401" y="21403"/>
                      <a:pt x="814" y="21339"/>
                      <a:pt x="469" y="21268"/>
                    </a:cubicBezTo>
                    <a:cubicBezTo>
                      <a:pt x="235" y="21215"/>
                      <a:pt x="117" y="21161"/>
                      <a:pt x="59" y="21097"/>
                    </a:cubicBezTo>
                    <a:cubicBezTo>
                      <a:pt x="0" y="21034"/>
                      <a:pt x="0" y="20962"/>
                      <a:pt x="0" y="20874"/>
                    </a:cubicBezTo>
                    <a:lnTo>
                      <a:pt x="0" y="726"/>
                    </a:lnTo>
                    <a:cubicBezTo>
                      <a:pt x="0" y="638"/>
                      <a:pt x="0" y="566"/>
                      <a:pt x="59" y="503"/>
                    </a:cubicBezTo>
                    <a:cubicBezTo>
                      <a:pt x="117" y="439"/>
                      <a:pt x="235" y="385"/>
                      <a:pt x="469" y="332"/>
                    </a:cubicBezTo>
                    <a:cubicBezTo>
                      <a:pt x="814" y="261"/>
                      <a:pt x="1401" y="197"/>
                      <a:pt x="2167" y="146"/>
                    </a:cubicBezTo>
                    <a:cubicBezTo>
                      <a:pt x="2932" y="94"/>
                      <a:pt x="3876" y="55"/>
                      <a:pt x="4934" y="32"/>
                    </a:cubicBezTo>
                    <a:cubicBezTo>
                      <a:pt x="6521" y="0"/>
                      <a:pt x="8167" y="0"/>
                      <a:pt x="10800" y="0"/>
                    </a:cubicBezTo>
                    <a:close/>
                  </a:path>
                </a:pathLst>
              </a:custGeom>
              <a:solidFill>
                <a:srgbClr val="E5E3E6"/>
              </a:solidFill>
              <a:ln w="12700"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4" name="î$ľidê"/>
              <p:cNvSpPr/>
              <p:nvPr/>
            </p:nvSpPr>
            <p:spPr>
              <a:xfrm>
                <a:off x="8440695" y="1186538"/>
                <a:ext cx="352400" cy="13865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483" extrusionOk="0">
                    <a:moveTo>
                      <a:pt x="0" y="21483"/>
                    </a:moveTo>
                    <a:cubicBezTo>
                      <a:pt x="1199" y="8970"/>
                      <a:pt x="5608" y="118"/>
                      <a:pt x="10701" y="1"/>
                    </a:cubicBezTo>
                    <a:cubicBezTo>
                      <a:pt x="15848" y="-117"/>
                      <a:pt x="20355" y="8701"/>
                      <a:pt x="21600" y="21324"/>
                    </a:cubicBezTo>
                    <a:cubicBezTo>
                      <a:pt x="18521" y="14939"/>
                      <a:pt x="14651" y="11495"/>
                      <a:pt x="10669" y="11594"/>
                    </a:cubicBezTo>
                    <a:cubicBezTo>
                      <a:pt x="6769" y="11691"/>
                      <a:pt x="3001" y="15183"/>
                      <a:pt x="0" y="21483"/>
                    </a:cubicBezTo>
                    <a:close/>
                  </a:path>
                </a:pathLst>
              </a:custGeom>
              <a:solidFill>
                <a:schemeClr val="tx2"/>
              </a:solidFill>
              <a:ln w="12700"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grpSp>
            <p:nvGrpSpPr>
              <p:cNvPr id="45" name="íṥ1îḍè"/>
              <p:cNvGrpSpPr/>
              <p:nvPr/>
            </p:nvGrpSpPr>
            <p:grpSpPr>
              <a:xfrm>
                <a:off x="8440707" y="1564747"/>
                <a:ext cx="351038" cy="2262318"/>
                <a:chOff x="0" y="0"/>
                <a:chExt cx="543321" cy="3501526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53" name="îṥļïḑè"/>
                <p:cNvSpPr/>
                <p:nvPr/>
              </p:nvSpPr>
              <p:spPr>
                <a:xfrm>
                  <a:off x="0" y="0"/>
                  <a:ext cx="56394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54" name="îŝlïḓê"/>
                <p:cNvSpPr/>
                <p:nvPr/>
              </p:nvSpPr>
              <p:spPr>
                <a:xfrm>
                  <a:off x="0" y="117475"/>
                  <a:ext cx="56394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55" name="îŝ1íḋê"/>
                <p:cNvSpPr/>
                <p:nvPr/>
              </p:nvSpPr>
              <p:spPr>
                <a:xfrm>
                  <a:off x="0" y="234950"/>
                  <a:ext cx="56394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56" name="išḻîḓé"/>
                <p:cNvSpPr/>
                <p:nvPr/>
              </p:nvSpPr>
              <p:spPr>
                <a:xfrm>
                  <a:off x="0" y="352425"/>
                  <a:ext cx="56394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57" name="íṡļíḋè"/>
                <p:cNvSpPr/>
                <p:nvPr/>
              </p:nvSpPr>
              <p:spPr>
                <a:xfrm>
                  <a:off x="0" y="469900"/>
                  <a:ext cx="56394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58" name="iṧḻïḑê"/>
                <p:cNvSpPr/>
                <p:nvPr/>
              </p:nvSpPr>
              <p:spPr>
                <a:xfrm>
                  <a:off x="0" y="587375"/>
                  <a:ext cx="56394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59" name="isḻïḍê"/>
                <p:cNvSpPr/>
                <p:nvPr/>
              </p:nvSpPr>
              <p:spPr>
                <a:xfrm>
                  <a:off x="0" y="704850"/>
                  <a:ext cx="56394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0" name="îşļiḍè"/>
                <p:cNvSpPr/>
                <p:nvPr/>
              </p:nvSpPr>
              <p:spPr>
                <a:xfrm>
                  <a:off x="0" y="822325"/>
                  <a:ext cx="56394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1" name="íś1îḋe"/>
                <p:cNvSpPr/>
                <p:nvPr/>
              </p:nvSpPr>
              <p:spPr>
                <a:xfrm>
                  <a:off x="0" y="939800"/>
                  <a:ext cx="56394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2" name="iṧḷiḍè"/>
                <p:cNvSpPr/>
                <p:nvPr/>
              </p:nvSpPr>
              <p:spPr>
                <a:xfrm>
                  <a:off x="485775" y="0"/>
                  <a:ext cx="56394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3" name="ï$ľïḓê"/>
                <p:cNvSpPr/>
                <p:nvPr/>
              </p:nvSpPr>
              <p:spPr>
                <a:xfrm>
                  <a:off x="485775" y="117475"/>
                  <a:ext cx="56394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4" name="ïṣ1íḋe"/>
                <p:cNvSpPr/>
                <p:nvPr/>
              </p:nvSpPr>
              <p:spPr>
                <a:xfrm>
                  <a:off x="485775" y="234950"/>
                  <a:ext cx="56394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5" name="ï$ļïdê"/>
                <p:cNvSpPr/>
                <p:nvPr/>
              </p:nvSpPr>
              <p:spPr>
                <a:xfrm>
                  <a:off x="485775" y="352425"/>
                  <a:ext cx="56394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6" name="ïśḻiḓe"/>
                <p:cNvSpPr/>
                <p:nvPr/>
              </p:nvSpPr>
              <p:spPr>
                <a:xfrm>
                  <a:off x="485775" y="469900"/>
                  <a:ext cx="56394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7" name="íṥļîḓê"/>
                <p:cNvSpPr/>
                <p:nvPr/>
              </p:nvSpPr>
              <p:spPr>
                <a:xfrm>
                  <a:off x="485775" y="587375"/>
                  <a:ext cx="56394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8" name="isḷîde"/>
                <p:cNvSpPr/>
                <p:nvPr/>
              </p:nvSpPr>
              <p:spPr>
                <a:xfrm>
                  <a:off x="485775" y="704850"/>
                  <a:ext cx="56394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9" name="íŝlîḋê"/>
                <p:cNvSpPr/>
                <p:nvPr/>
              </p:nvSpPr>
              <p:spPr>
                <a:xfrm>
                  <a:off x="485775" y="822325"/>
                  <a:ext cx="56394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70" name="í$1ïḑê"/>
                <p:cNvSpPr/>
                <p:nvPr/>
              </p:nvSpPr>
              <p:spPr>
                <a:xfrm>
                  <a:off x="485775" y="939800"/>
                  <a:ext cx="56394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71" name="îsḷïde"/>
                <p:cNvSpPr/>
                <p:nvPr/>
              </p:nvSpPr>
              <p:spPr>
                <a:xfrm>
                  <a:off x="1151" y="1246124"/>
                  <a:ext cx="56395" cy="56395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72" name="íŝľíḑe"/>
                <p:cNvSpPr/>
                <p:nvPr/>
              </p:nvSpPr>
              <p:spPr>
                <a:xfrm>
                  <a:off x="1151" y="1363599"/>
                  <a:ext cx="56395" cy="56395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73" name="íśḻíḋe"/>
                <p:cNvSpPr/>
                <p:nvPr/>
              </p:nvSpPr>
              <p:spPr>
                <a:xfrm>
                  <a:off x="1151" y="1481074"/>
                  <a:ext cx="56395" cy="56395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74" name="íś1íḑè"/>
                <p:cNvSpPr/>
                <p:nvPr/>
              </p:nvSpPr>
              <p:spPr>
                <a:xfrm>
                  <a:off x="1151" y="1598549"/>
                  <a:ext cx="56395" cy="56395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75" name="î$1iḓé"/>
                <p:cNvSpPr/>
                <p:nvPr/>
              </p:nvSpPr>
              <p:spPr>
                <a:xfrm>
                  <a:off x="1151" y="1716024"/>
                  <a:ext cx="56395" cy="56395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76" name="ïṡḻîďé"/>
                <p:cNvSpPr/>
                <p:nvPr/>
              </p:nvSpPr>
              <p:spPr>
                <a:xfrm>
                  <a:off x="1151" y="1833499"/>
                  <a:ext cx="56395" cy="56395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77" name="is1íḋè"/>
                <p:cNvSpPr/>
                <p:nvPr/>
              </p:nvSpPr>
              <p:spPr>
                <a:xfrm>
                  <a:off x="1151" y="1950974"/>
                  <a:ext cx="56395" cy="56395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78" name="îS1iḍê"/>
                <p:cNvSpPr/>
                <p:nvPr/>
              </p:nvSpPr>
              <p:spPr>
                <a:xfrm>
                  <a:off x="1151" y="2068449"/>
                  <a:ext cx="56395" cy="56395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79" name="ïSḻïḑè"/>
                <p:cNvSpPr/>
                <p:nvPr/>
              </p:nvSpPr>
              <p:spPr>
                <a:xfrm>
                  <a:off x="1151" y="2185924"/>
                  <a:ext cx="56395" cy="56395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80" name="ïśļíḍê"/>
                <p:cNvSpPr/>
                <p:nvPr/>
              </p:nvSpPr>
              <p:spPr>
                <a:xfrm>
                  <a:off x="486926" y="1246124"/>
                  <a:ext cx="56395" cy="56395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81" name="iśḻïḍè"/>
                <p:cNvSpPr/>
                <p:nvPr/>
              </p:nvSpPr>
              <p:spPr>
                <a:xfrm>
                  <a:off x="486926" y="1363599"/>
                  <a:ext cx="56395" cy="56395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82" name="íṣliḋe"/>
                <p:cNvSpPr/>
                <p:nvPr/>
              </p:nvSpPr>
              <p:spPr>
                <a:xfrm>
                  <a:off x="486926" y="1481074"/>
                  <a:ext cx="56395" cy="56395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83" name="işḻïḓè"/>
                <p:cNvSpPr/>
                <p:nvPr/>
              </p:nvSpPr>
              <p:spPr>
                <a:xfrm>
                  <a:off x="486926" y="1598549"/>
                  <a:ext cx="56395" cy="56395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84" name="íṥḷidé"/>
                <p:cNvSpPr/>
                <p:nvPr/>
              </p:nvSpPr>
              <p:spPr>
                <a:xfrm>
                  <a:off x="486926" y="1716024"/>
                  <a:ext cx="56395" cy="56395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85" name="îSḷíḓé"/>
                <p:cNvSpPr/>
                <p:nvPr/>
              </p:nvSpPr>
              <p:spPr>
                <a:xfrm>
                  <a:off x="486926" y="1833499"/>
                  <a:ext cx="56395" cy="56395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86" name="iṧḷiḋe"/>
                <p:cNvSpPr/>
                <p:nvPr/>
              </p:nvSpPr>
              <p:spPr>
                <a:xfrm>
                  <a:off x="486926" y="1950974"/>
                  <a:ext cx="56395" cy="56395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87" name="íşļïḓê"/>
                <p:cNvSpPr/>
                <p:nvPr/>
              </p:nvSpPr>
              <p:spPr>
                <a:xfrm>
                  <a:off x="486926" y="2068449"/>
                  <a:ext cx="56395" cy="56395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88" name="îṧḷïďé"/>
                <p:cNvSpPr/>
                <p:nvPr/>
              </p:nvSpPr>
              <p:spPr>
                <a:xfrm>
                  <a:off x="486926" y="2185924"/>
                  <a:ext cx="56395" cy="56395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89" name="ísļidê"/>
                <p:cNvSpPr/>
                <p:nvPr/>
              </p:nvSpPr>
              <p:spPr>
                <a:xfrm>
                  <a:off x="1151" y="2505332"/>
                  <a:ext cx="56395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90" name="iSlidè"/>
                <p:cNvSpPr/>
                <p:nvPr/>
              </p:nvSpPr>
              <p:spPr>
                <a:xfrm>
                  <a:off x="1151" y="2622807"/>
                  <a:ext cx="56395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91" name="íšḻîdè"/>
                <p:cNvSpPr/>
                <p:nvPr/>
              </p:nvSpPr>
              <p:spPr>
                <a:xfrm>
                  <a:off x="1151" y="2740282"/>
                  <a:ext cx="56395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92" name="íšļïḍê"/>
                <p:cNvSpPr/>
                <p:nvPr/>
              </p:nvSpPr>
              <p:spPr>
                <a:xfrm>
                  <a:off x="1151" y="2857757"/>
                  <a:ext cx="56395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93" name="ïṩḷïḍè"/>
                <p:cNvSpPr/>
                <p:nvPr/>
              </p:nvSpPr>
              <p:spPr>
                <a:xfrm>
                  <a:off x="1151" y="2975232"/>
                  <a:ext cx="56395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94" name="ïš1idé"/>
                <p:cNvSpPr/>
                <p:nvPr/>
              </p:nvSpPr>
              <p:spPr>
                <a:xfrm>
                  <a:off x="1151" y="3092707"/>
                  <a:ext cx="56395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95" name="işḷïdè"/>
                <p:cNvSpPr/>
                <p:nvPr/>
              </p:nvSpPr>
              <p:spPr>
                <a:xfrm>
                  <a:off x="1151" y="3210182"/>
                  <a:ext cx="56395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96" name="ï$ḻíḋê"/>
                <p:cNvSpPr/>
                <p:nvPr/>
              </p:nvSpPr>
              <p:spPr>
                <a:xfrm>
                  <a:off x="1151" y="3327657"/>
                  <a:ext cx="56395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97" name="ïSḷíḑe"/>
                <p:cNvSpPr/>
                <p:nvPr/>
              </p:nvSpPr>
              <p:spPr>
                <a:xfrm>
                  <a:off x="1151" y="3445132"/>
                  <a:ext cx="56395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98" name="ïṩḷïḍé"/>
                <p:cNvSpPr/>
                <p:nvPr/>
              </p:nvSpPr>
              <p:spPr>
                <a:xfrm>
                  <a:off x="486926" y="2505332"/>
                  <a:ext cx="56395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99" name="i$ļïḋe"/>
                <p:cNvSpPr/>
                <p:nvPr/>
              </p:nvSpPr>
              <p:spPr>
                <a:xfrm>
                  <a:off x="486926" y="2622807"/>
                  <a:ext cx="56395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00" name="íśḷíḍe"/>
                <p:cNvSpPr/>
                <p:nvPr/>
              </p:nvSpPr>
              <p:spPr>
                <a:xfrm>
                  <a:off x="486926" y="2740282"/>
                  <a:ext cx="56395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01" name="îṡḷíde"/>
                <p:cNvSpPr/>
                <p:nvPr/>
              </p:nvSpPr>
              <p:spPr>
                <a:xfrm>
                  <a:off x="486926" y="2857757"/>
                  <a:ext cx="56395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02" name="ïṥ1ïdè"/>
                <p:cNvSpPr/>
                <p:nvPr/>
              </p:nvSpPr>
              <p:spPr>
                <a:xfrm>
                  <a:off x="486926" y="2975232"/>
                  <a:ext cx="56395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03" name="îṥliḋé"/>
                <p:cNvSpPr/>
                <p:nvPr/>
              </p:nvSpPr>
              <p:spPr>
                <a:xfrm>
                  <a:off x="486926" y="3092707"/>
                  <a:ext cx="56395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04" name="ïśļiďê"/>
                <p:cNvSpPr/>
                <p:nvPr/>
              </p:nvSpPr>
              <p:spPr>
                <a:xfrm>
                  <a:off x="486926" y="3210182"/>
                  <a:ext cx="56395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05" name="ïşḻîďe"/>
                <p:cNvSpPr/>
                <p:nvPr/>
              </p:nvSpPr>
              <p:spPr>
                <a:xfrm>
                  <a:off x="486926" y="3327657"/>
                  <a:ext cx="56395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06" name="iṥļîḓe"/>
                <p:cNvSpPr/>
                <p:nvPr/>
              </p:nvSpPr>
              <p:spPr>
                <a:xfrm>
                  <a:off x="486926" y="3445132"/>
                  <a:ext cx="56395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  <p:grpSp>
            <p:nvGrpSpPr>
              <p:cNvPr id="46" name="í$ḻïḍè"/>
              <p:cNvGrpSpPr/>
              <p:nvPr/>
            </p:nvGrpSpPr>
            <p:grpSpPr>
              <a:xfrm>
                <a:off x="9189362" y="3615910"/>
                <a:ext cx="785931" cy="766320"/>
                <a:chOff x="0" y="0"/>
                <a:chExt cx="1216418" cy="1186066"/>
              </a:xfrm>
              <a:solidFill>
                <a:schemeClr val="tx2">
                  <a:lumMod val="20000"/>
                  <a:lumOff val="80000"/>
                </a:schemeClr>
              </a:solidFill>
            </p:grpSpPr>
            <p:sp>
              <p:nvSpPr>
                <p:cNvPr id="47" name="íŝlîďê"/>
                <p:cNvSpPr/>
                <p:nvPr/>
              </p:nvSpPr>
              <p:spPr>
                <a:xfrm>
                  <a:off x="0" y="0"/>
                  <a:ext cx="639801" cy="118606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31" h="21600" extrusionOk="0">
                      <a:moveTo>
                        <a:pt x="24" y="14080"/>
                      </a:moveTo>
                      <a:lnTo>
                        <a:pt x="17802" y="11322"/>
                      </a:lnTo>
                      <a:lnTo>
                        <a:pt x="18217" y="16238"/>
                      </a:lnTo>
                      <a:cubicBezTo>
                        <a:pt x="18211" y="16598"/>
                        <a:pt x="18327" y="16957"/>
                        <a:pt x="18559" y="17295"/>
                      </a:cubicBezTo>
                      <a:cubicBezTo>
                        <a:pt x="18669" y="17455"/>
                        <a:pt x="18805" y="17611"/>
                        <a:pt x="18965" y="17759"/>
                      </a:cubicBezTo>
                      <a:lnTo>
                        <a:pt x="13465" y="19149"/>
                      </a:lnTo>
                      <a:cubicBezTo>
                        <a:pt x="13101" y="19317"/>
                        <a:pt x="12792" y="19518"/>
                        <a:pt x="12552" y="19742"/>
                      </a:cubicBezTo>
                      <a:cubicBezTo>
                        <a:pt x="12088" y="20177"/>
                        <a:pt x="11898" y="20681"/>
                        <a:pt x="12011" y="21180"/>
                      </a:cubicBezTo>
                      <a:lnTo>
                        <a:pt x="20037" y="19614"/>
                      </a:lnTo>
                      <a:lnTo>
                        <a:pt x="20459" y="21600"/>
                      </a:lnTo>
                      <a:cubicBezTo>
                        <a:pt x="21160" y="18155"/>
                        <a:pt x="21518" y="14692"/>
                        <a:pt x="21530" y="11226"/>
                      </a:cubicBezTo>
                      <a:cubicBezTo>
                        <a:pt x="21544" y="7475"/>
                        <a:pt x="21154" y="3726"/>
                        <a:pt x="20361" y="0"/>
                      </a:cubicBezTo>
                      <a:cubicBezTo>
                        <a:pt x="19847" y="140"/>
                        <a:pt x="19403" y="345"/>
                        <a:pt x="19067" y="598"/>
                      </a:cubicBezTo>
                      <a:cubicBezTo>
                        <a:pt x="18712" y="866"/>
                        <a:pt x="18491" y="1179"/>
                        <a:pt x="18424" y="1508"/>
                      </a:cubicBezTo>
                      <a:lnTo>
                        <a:pt x="18336" y="7431"/>
                      </a:lnTo>
                      <a:lnTo>
                        <a:pt x="1541" y="11966"/>
                      </a:lnTo>
                      <a:cubicBezTo>
                        <a:pt x="1038" y="12208"/>
                        <a:pt x="639" y="12507"/>
                        <a:pt x="374" y="12842"/>
                      </a:cubicBezTo>
                      <a:cubicBezTo>
                        <a:pt x="64" y="13232"/>
                        <a:pt x="-56" y="13658"/>
                        <a:pt x="24" y="1408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48" name="ís1iḍê"/>
                <p:cNvSpPr/>
                <p:nvPr/>
              </p:nvSpPr>
              <p:spPr>
                <a:xfrm>
                  <a:off x="607141" y="0"/>
                  <a:ext cx="609277" cy="118312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41" h="21600" extrusionOk="0">
                      <a:moveTo>
                        <a:pt x="21516" y="14115"/>
                      </a:moveTo>
                      <a:lnTo>
                        <a:pt x="2839" y="11350"/>
                      </a:lnTo>
                      <a:lnTo>
                        <a:pt x="2402" y="16278"/>
                      </a:lnTo>
                      <a:cubicBezTo>
                        <a:pt x="2409" y="16640"/>
                        <a:pt x="2287" y="16999"/>
                        <a:pt x="2044" y="17338"/>
                      </a:cubicBezTo>
                      <a:cubicBezTo>
                        <a:pt x="1928" y="17499"/>
                        <a:pt x="1785" y="17655"/>
                        <a:pt x="1616" y="17803"/>
                      </a:cubicBezTo>
                      <a:lnTo>
                        <a:pt x="7395" y="19196"/>
                      </a:lnTo>
                      <a:cubicBezTo>
                        <a:pt x="7778" y="19365"/>
                        <a:pt x="8102" y="19566"/>
                        <a:pt x="8354" y="19791"/>
                      </a:cubicBezTo>
                      <a:cubicBezTo>
                        <a:pt x="8841" y="20227"/>
                        <a:pt x="9041" y="20733"/>
                        <a:pt x="8922" y="21232"/>
                      </a:cubicBezTo>
                      <a:lnTo>
                        <a:pt x="490" y="19662"/>
                      </a:lnTo>
                      <a:lnTo>
                        <a:pt x="14" y="21600"/>
                      </a:lnTo>
                      <a:lnTo>
                        <a:pt x="0" y="0"/>
                      </a:lnTo>
                      <a:cubicBezTo>
                        <a:pt x="601" y="124"/>
                        <a:pt x="1123" y="331"/>
                        <a:pt x="1509" y="599"/>
                      </a:cubicBezTo>
                      <a:cubicBezTo>
                        <a:pt x="1892" y="866"/>
                        <a:pt x="2126" y="1181"/>
                        <a:pt x="2185" y="1511"/>
                      </a:cubicBezTo>
                      <a:lnTo>
                        <a:pt x="2277" y="7449"/>
                      </a:lnTo>
                      <a:lnTo>
                        <a:pt x="19922" y="11996"/>
                      </a:lnTo>
                      <a:cubicBezTo>
                        <a:pt x="20451" y="12238"/>
                        <a:pt x="20869" y="12538"/>
                        <a:pt x="21149" y="12874"/>
                      </a:cubicBezTo>
                      <a:cubicBezTo>
                        <a:pt x="21474" y="13265"/>
                        <a:pt x="21600" y="13692"/>
                        <a:pt x="21516" y="14115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49" name="ïś1iḍe"/>
                <p:cNvSpPr/>
                <p:nvPr/>
              </p:nvSpPr>
              <p:spPr>
                <a:xfrm>
                  <a:off x="161377" y="507296"/>
                  <a:ext cx="68570" cy="16574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0800" y="0"/>
                      </a:moveTo>
                      <a:lnTo>
                        <a:pt x="10800" y="0"/>
                      </a:lnTo>
                      <a:cubicBezTo>
                        <a:pt x="13782" y="0"/>
                        <a:pt x="16482" y="500"/>
                        <a:pt x="18437" y="1309"/>
                      </a:cubicBezTo>
                      <a:cubicBezTo>
                        <a:pt x="20391" y="2117"/>
                        <a:pt x="21600" y="3234"/>
                        <a:pt x="21600" y="4468"/>
                      </a:cubicBezTo>
                      <a:lnTo>
                        <a:pt x="21600" y="4468"/>
                      </a:lnTo>
                      <a:lnTo>
                        <a:pt x="21600" y="17132"/>
                      </a:lnTo>
                      <a:lnTo>
                        <a:pt x="21600" y="17132"/>
                      </a:lnTo>
                      <a:cubicBezTo>
                        <a:pt x="21600" y="18366"/>
                        <a:pt x="20391" y="19483"/>
                        <a:pt x="18437" y="20291"/>
                      </a:cubicBezTo>
                      <a:cubicBezTo>
                        <a:pt x="16482" y="21100"/>
                        <a:pt x="13782" y="21600"/>
                        <a:pt x="10800" y="21600"/>
                      </a:cubicBezTo>
                      <a:lnTo>
                        <a:pt x="10800" y="21600"/>
                      </a:lnTo>
                      <a:lnTo>
                        <a:pt x="10800" y="21600"/>
                      </a:lnTo>
                      <a:cubicBezTo>
                        <a:pt x="7818" y="21600"/>
                        <a:pt x="5118" y="21100"/>
                        <a:pt x="3163" y="20291"/>
                      </a:cubicBezTo>
                      <a:cubicBezTo>
                        <a:pt x="1209" y="19483"/>
                        <a:pt x="0" y="18366"/>
                        <a:pt x="0" y="17132"/>
                      </a:cubicBezTo>
                      <a:lnTo>
                        <a:pt x="0" y="17132"/>
                      </a:lnTo>
                      <a:lnTo>
                        <a:pt x="0" y="4468"/>
                      </a:lnTo>
                      <a:lnTo>
                        <a:pt x="0" y="4468"/>
                      </a:lnTo>
                      <a:cubicBezTo>
                        <a:pt x="0" y="3234"/>
                        <a:pt x="1209" y="2117"/>
                        <a:pt x="3163" y="1309"/>
                      </a:cubicBezTo>
                      <a:cubicBezTo>
                        <a:pt x="5118" y="500"/>
                        <a:pt x="7818" y="0"/>
                        <a:pt x="10800" y="0"/>
                      </a:cubicBezTo>
                      <a:lnTo>
                        <a:pt x="10800" y="0"/>
                      </a:ln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50" name="îṥľïḍe"/>
                <p:cNvSpPr/>
                <p:nvPr/>
              </p:nvSpPr>
              <p:spPr>
                <a:xfrm>
                  <a:off x="358227" y="405696"/>
                  <a:ext cx="68570" cy="16574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0800" y="0"/>
                      </a:moveTo>
                      <a:lnTo>
                        <a:pt x="10800" y="0"/>
                      </a:lnTo>
                      <a:cubicBezTo>
                        <a:pt x="13782" y="0"/>
                        <a:pt x="16482" y="500"/>
                        <a:pt x="18437" y="1309"/>
                      </a:cubicBezTo>
                      <a:cubicBezTo>
                        <a:pt x="20391" y="2117"/>
                        <a:pt x="21600" y="3234"/>
                        <a:pt x="21600" y="4468"/>
                      </a:cubicBezTo>
                      <a:lnTo>
                        <a:pt x="21600" y="4468"/>
                      </a:lnTo>
                      <a:lnTo>
                        <a:pt x="21600" y="17132"/>
                      </a:lnTo>
                      <a:lnTo>
                        <a:pt x="21600" y="17132"/>
                      </a:lnTo>
                      <a:cubicBezTo>
                        <a:pt x="21600" y="18366"/>
                        <a:pt x="20391" y="19483"/>
                        <a:pt x="18437" y="20291"/>
                      </a:cubicBezTo>
                      <a:cubicBezTo>
                        <a:pt x="16482" y="21100"/>
                        <a:pt x="13782" y="21600"/>
                        <a:pt x="10800" y="21600"/>
                      </a:cubicBezTo>
                      <a:lnTo>
                        <a:pt x="10800" y="21600"/>
                      </a:lnTo>
                      <a:lnTo>
                        <a:pt x="10800" y="21600"/>
                      </a:lnTo>
                      <a:cubicBezTo>
                        <a:pt x="7818" y="21600"/>
                        <a:pt x="5118" y="21100"/>
                        <a:pt x="3163" y="20291"/>
                      </a:cubicBezTo>
                      <a:cubicBezTo>
                        <a:pt x="1209" y="19483"/>
                        <a:pt x="0" y="18366"/>
                        <a:pt x="0" y="17132"/>
                      </a:cubicBezTo>
                      <a:lnTo>
                        <a:pt x="0" y="17132"/>
                      </a:lnTo>
                      <a:lnTo>
                        <a:pt x="0" y="4468"/>
                      </a:lnTo>
                      <a:lnTo>
                        <a:pt x="0" y="4468"/>
                      </a:lnTo>
                      <a:cubicBezTo>
                        <a:pt x="0" y="3234"/>
                        <a:pt x="1209" y="2117"/>
                        <a:pt x="3163" y="1309"/>
                      </a:cubicBezTo>
                      <a:cubicBezTo>
                        <a:pt x="5118" y="500"/>
                        <a:pt x="7818" y="0"/>
                        <a:pt x="10800" y="0"/>
                      </a:cubicBezTo>
                      <a:lnTo>
                        <a:pt x="10800" y="0"/>
                      </a:ln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51" name="íśļiďé"/>
                <p:cNvSpPr/>
                <p:nvPr/>
              </p:nvSpPr>
              <p:spPr>
                <a:xfrm>
                  <a:off x="828760" y="405696"/>
                  <a:ext cx="68569" cy="16574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0800" y="0"/>
                      </a:moveTo>
                      <a:lnTo>
                        <a:pt x="10800" y="0"/>
                      </a:lnTo>
                      <a:cubicBezTo>
                        <a:pt x="13782" y="0"/>
                        <a:pt x="16482" y="500"/>
                        <a:pt x="18437" y="1309"/>
                      </a:cubicBezTo>
                      <a:cubicBezTo>
                        <a:pt x="20391" y="2117"/>
                        <a:pt x="21600" y="3234"/>
                        <a:pt x="21600" y="4468"/>
                      </a:cubicBezTo>
                      <a:lnTo>
                        <a:pt x="21600" y="4468"/>
                      </a:lnTo>
                      <a:lnTo>
                        <a:pt x="21600" y="17132"/>
                      </a:lnTo>
                      <a:lnTo>
                        <a:pt x="21600" y="17132"/>
                      </a:lnTo>
                      <a:cubicBezTo>
                        <a:pt x="21600" y="18366"/>
                        <a:pt x="20391" y="19483"/>
                        <a:pt x="18437" y="20291"/>
                      </a:cubicBezTo>
                      <a:cubicBezTo>
                        <a:pt x="16482" y="21100"/>
                        <a:pt x="13782" y="21600"/>
                        <a:pt x="10800" y="21600"/>
                      </a:cubicBezTo>
                      <a:lnTo>
                        <a:pt x="10800" y="21600"/>
                      </a:lnTo>
                      <a:lnTo>
                        <a:pt x="10800" y="21600"/>
                      </a:lnTo>
                      <a:cubicBezTo>
                        <a:pt x="7818" y="21600"/>
                        <a:pt x="5118" y="21100"/>
                        <a:pt x="3163" y="20291"/>
                      </a:cubicBezTo>
                      <a:cubicBezTo>
                        <a:pt x="1209" y="19483"/>
                        <a:pt x="0" y="18366"/>
                        <a:pt x="0" y="17132"/>
                      </a:cubicBezTo>
                      <a:lnTo>
                        <a:pt x="0" y="17132"/>
                      </a:lnTo>
                      <a:lnTo>
                        <a:pt x="0" y="4468"/>
                      </a:lnTo>
                      <a:lnTo>
                        <a:pt x="0" y="4468"/>
                      </a:lnTo>
                      <a:cubicBezTo>
                        <a:pt x="0" y="3234"/>
                        <a:pt x="1209" y="2117"/>
                        <a:pt x="3163" y="1309"/>
                      </a:cubicBezTo>
                      <a:cubicBezTo>
                        <a:pt x="5118" y="500"/>
                        <a:pt x="7818" y="0"/>
                        <a:pt x="10800" y="0"/>
                      </a:cubicBezTo>
                      <a:lnTo>
                        <a:pt x="10800" y="0"/>
                      </a:ln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52" name="ïSḷiḓé"/>
                <p:cNvSpPr/>
                <p:nvPr/>
              </p:nvSpPr>
              <p:spPr>
                <a:xfrm>
                  <a:off x="1020581" y="509091"/>
                  <a:ext cx="68569" cy="16574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0800" y="0"/>
                      </a:moveTo>
                      <a:lnTo>
                        <a:pt x="10800" y="0"/>
                      </a:lnTo>
                      <a:cubicBezTo>
                        <a:pt x="13782" y="0"/>
                        <a:pt x="16482" y="500"/>
                        <a:pt x="18437" y="1309"/>
                      </a:cubicBezTo>
                      <a:cubicBezTo>
                        <a:pt x="20391" y="2117"/>
                        <a:pt x="21600" y="3234"/>
                        <a:pt x="21600" y="4468"/>
                      </a:cubicBezTo>
                      <a:lnTo>
                        <a:pt x="21600" y="4468"/>
                      </a:lnTo>
                      <a:lnTo>
                        <a:pt x="21600" y="17132"/>
                      </a:lnTo>
                      <a:lnTo>
                        <a:pt x="21600" y="17132"/>
                      </a:lnTo>
                      <a:cubicBezTo>
                        <a:pt x="21600" y="18366"/>
                        <a:pt x="20391" y="19483"/>
                        <a:pt x="18437" y="20291"/>
                      </a:cubicBezTo>
                      <a:cubicBezTo>
                        <a:pt x="16482" y="21100"/>
                        <a:pt x="13782" y="21600"/>
                        <a:pt x="10800" y="21600"/>
                      </a:cubicBezTo>
                      <a:lnTo>
                        <a:pt x="10800" y="21600"/>
                      </a:lnTo>
                      <a:lnTo>
                        <a:pt x="10800" y="21600"/>
                      </a:lnTo>
                      <a:cubicBezTo>
                        <a:pt x="7818" y="21600"/>
                        <a:pt x="5118" y="21100"/>
                        <a:pt x="3163" y="20291"/>
                      </a:cubicBezTo>
                      <a:cubicBezTo>
                        <a:pt x="1209" y="19483"/>
                        <a:pt x="0" y="18366"/>
                        <a:pt x="0" y="17132"/>
                      </a:cubicBezTo>
                      <a:lnTo>
                        <a:pt x="0" y="17132"/>
                      </a:lnTo>
                      <a:lnTo>
                        <a:pt x="0" y="4468"/>
                      </a:lnTo>
                      <a:lnTo>
                        <a:pt x="0" y="4468"/>
                      </a:lnTo>
                      <a:cubicBezTo>
                        <a:pt x="0" y="3234"/>
                        <a:pt x="1209" y="2117"/>
                        <a:pt x="3163" y="1309"/>
                      </a:cubicBezTo>
                      <a:cubicBezTo>
                        <a:pt x="5118" y="500"/>
                        <a:pt x="7818" y="0"/>
                        <a:pt x="10800" y="0"/>
                      </a:cubicBezTo>
                      <a:lnTo>
                        <a:pt x="10800" y="0"/>
                      </a:ln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sp>
          <p:nvSpPr>
            <p:cNvPr id="7" name="í$ľïḓê"/>
            <p:cNvSpPr/>
            <p:nvPr/>
          </p:nvSpPr>
          <p:spPr>
            <a:xfrm>
              <a:off x="0" y="4932518"/>
              <a:ext cx="12192000" cy="19254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9765" extrusionOk="0">
                  <a:moveTo>
                    <a:pt x="21600" y="19633"/>
                  </a:moveTo>
                  <a:lnTo>
                    <a:pt x="21600" y="4678"/>
                  </a:lnTo>
                  <a:cubicBezTo>
                    <a:pt x="21519" y="5200"/>
                    <a:pt x="21450" y="5778"/>
                    <a:pt x="21394" y="6397"/>
                  </a:cubicBezTo>
                  <a:cubicBezTo>
                    <a:pt x="21326" y="7134"/>
                    <a:pt x="21278" y="7922"/>
                    <a:pt x="21250" y="8739"/>
                  </a:cubicBezTo>
                  <a:cubicBezTo>
                    <a:pt x="20732" y="6146"/>
                    <a:pt x="20024" y="5226"/>
                    <a:pt x="19365" y="6289"/>
                  </a:cubicBezTo>
                  <a:cubicBezTo>
                    <a:pt x="18691" y="7375"/>
                    <a:pt x="18159" y="10379"/>
                    <a:pt x="17955" y="14256"/>
                  </a:cubicBezTo>
                  <a:cubicBezTo>
                    <a:pt x="17634" y="12696"/>
                    <a:pt x="17199" y="12181"/>
                    <a:pt x="16798" y="12887"/>
                  </a:cubicBezTo>
                  <a:cubicBezTo>
                    <a:pt x="16407" y="13575"/>
                    <a:pt x="16100" y="15338"/>
                    <a:pt x="15978" y="17597"/>
                  </a:cubicBezTo>
                  <a:cubicBezTo>
                    <a:pt x="15803" y="16521"/>
                    <a:pt x="15571" y="15813"/>
                    <a:pt x="15318" y="15584"/>
                  </a:cubicBezTo>
                  <a:cubicBezTo>
                    <a:pt x="15024" y="15317"/>
                    <a:pt x="14722" y="15720"/>
                    <a:pt x="14477" y="16708"/>
                  </a:cubicBezTo>
                  <a:cubicBezTo>
                    <a:pt x="14291" y="14758"/>
                    <a:pt x="14004" y="13198"/>
                    <a:pt x="13655" y="12253"/>
                  </a:cubicBezTo>
                  <a:cubicBezTo>
                    <a:pt x="13039" y="10580"/>
                    <a:pt x="12315" y="10968"/>
                    <a:pt x="11762" y="13266"/>
                  </a:cubicBezTo>
                  <a:cubicBezTo>
                    <a:pt x="11578" y="11890"/>
                    <a:pt x="11312" y="10963"/>
                    <a:pt x="11015" y="10670"/>
                  </a:cubicBezTo>
                  <a:cubicBezTo>
                    <a:pt x="10742" y="10401"/>
                    <a:pt x="10462" y="10688"/>
                    <a:pt x="10221" y="11483"/>
                  </a:cubicBezTo>
                  <a:cubicBezTo>
                    <a:pt x="10170" y="7291"/>
                    <a:pt x="9751" y="3546"/>
                    <a:pt x="9112" y="1556"/>
                  </a:cubicBezTo>
                  <a:cubicBezTo>
                    <a:pt x="8023" y="-1835"/>
                    <a:pt x="6666" y="498"/>
                    <a:pt x="6072" y="6781"/>
                  </a:cubicBezTo>
                  <a:cubicBezTo>
                    <a:pt x="5812" y="5146"/>
                    <a:pt x="5436" y="4296"/>
                    <a:pt x="5053" y="4477"/>
                  </a:cubicBezTo>
                  <a:cubicBezTo>
                    <a:pt x="4640" y="4672"/>
                    <a:pt x="4271" y="6034"/>
                    <a:pt x="4065" y="8117"/>
                  </a:cubicBezTo>
                  <a:cubicBezTo>
                    <a:pt x="3794" y="6709"/>
                    <a:pt x="3446" y="5902"/>
                    <a:pt x="3082" y="5841"/>
                  </a:cubicBezTo>
                  <a:cubicBezTo>
                    <a:pt x="2707" y="5778"/>
                    <a:pt x="2342" y="6506"/>
                    <a:pt x="2053" y="7890"/>
                  </a:cubicBezTo>
                  <a:cubicBezTo>
                    <a:pt x="1856" y="5787"/>
                    <a:pt x="1565" y="4032"/>
                    <a:pt x="1210" y="2809"/>
                  </a:cubicBezTo>
                  <a:cubicBezTo>
                    <a:pt x="848" y="1560"/>
                    <a:pt x="433" y="914"/>
                    <a:pt x="11" y="942"/>
                  </a:cubicBezTo>
                  <a:lnTo>
                    <a:pt x="0" y="19765"/>
                  </a:lnTo>
                  <a:lnTo>
                    <a:pt x="21600" y="19633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12700">
              <a:miter lim="400000"/>
            </a:ln>
          </p:spPr>
          <p:txBody>
            <a:bodyPr lIns="71437" tIns="71437" rIns="71437" bIns="71437" anchor="ctr"/>
            <a:lstStyle/>
            <a:p>
              <a:pPr algn="ctr">
                <a:defRPr sz="3200" cap="none">
                  <a:solidFill>
                    <a:srgbClr val="000000"/>
                  </a:solidFill>
                </a:defRPr>
              </a:pPr>
            </a:p>
          </p:txBody>
        </p:sp>
        <p:grpSp>
          <p:nvGrpSpPr>
            <p:cNvPr id="8" name="î$ļídê"/>
            <p:cNvGrpSpPr/>
            <p:nvPr/>
          </p:nvGrpSpPr>
          <p:grpSpPr>
            <a:xfrm>
              <a:off x="687280" y="1130300"/>
              <a:ext cx="4586311" cy="1612150"/>
              <a:chOff x="687278" y="2398652"/>
              <a:chExt cx="3524773" cy="1612150"/>
            </a:xfrm>
          </p:grpSpPr>
          <p:sp>
            <p:nvSpPr>
              <p:cNvPr id="14" name="ïŝļiḓé"/>
              <p:cNvSpPr/>
              <p:nvPr/>
            </p:nvSpPr>
            <p:spPr>
              <a:xfrm>
                <a:off x="687278" y="2840458"/>
                <a:ext cx="3524773" cy="117034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0000" anchor="t" anchorCtr="0">
                <a:normAutofit/>
              </a:bodyPr>
              <a:lstStyle/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Unified fonts make reading more fluent.</a:t>
                </a:r>
                <a:endParaRPr lang="en-US" altLang="zh-CN" sz="1100" dirty="0"/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Theme color makes PPT more convenient to change.</a:t>
                </a:r>
                <a:endParaRPr lang="en-US" altLang="zh-CN" sz="1100" dirty="0"/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Adjust the spacing to adapt to Chinese typesetting, use the reference line in PPT.</a:t>
                </a:r>
                <a:endParaRPr lang="en-US" altLang="zh-CN" sz="1100" dirty="0"/>
              </a:p>
            </p:txBody>
          </p:sp>
          <p:sp>
            <p:nvSpPr>
              <p:cNvPr id="15" name="iş1íďe"/>
              <p:cNvSpPr txBox="1"/>
              <p:nvPr/>
            </p:nvSpPr>
            <p:spPr bwMode="auto">
              <a:xfrm>
                <a:off x="687278" y="2398652"/>
                <a:ext cx="3524773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400" b="1" dirty="0"/>
                  <a:t>Text here</a:t>
                </a:r>
                <a:endParaRPr lang="en-US" altLang="zh-CN" sz="2400" b="1" dirty="0"/>
              </a:p>
            </p:txBody>
          </p:sp>
        </p:grpSp>
        <p:cxnSp>
          <p:nvCxnSpPr>
            <p:cNvPr id="9" name="直接连接符 8"/>
            <p:cNvCxnSpPr/>
            <p:nvPr/>
          </p:nvCxnSpPr>
          <p:spPr>
            <a:xfrm>
              <a:off x="669925" y="2861711"/>
              <a:ext cx="5336075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ïśliḋé"/>
            <p:cNvSpPr/>
            <p:nvPr/>
          </p:nvSpPr>
          <p:spPr bwMode="auto">
            <a:xfrm>
              <a:off x="1797867" y="3820559"/>
              <a:ext cx="4093264" cy="572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Supporting text here. </a:t>
              </a:r>
              <a:endParaRPr lang="en-US" altLang="zh-CN" sz="1100" dirty="0"/>
            </a:p>
            <a:p>
              <a:pPr marL="171450" indent="-171450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When you copy &amp; paste, choose "keep text only" option.</a:t>
              </a:r>
              <a:endParaRPr lang="zh-CN" altLang="en-US" sz="1100" dirty="0"/>
            </a:p>
          </p:txBody>
        </p:sp>
        <p:sp>
          <p:nvSpPr>
            <p:cNvPr id="11" name="íṡlîḋè"/>
            <p:cNvSpPr txBox="1"/>
            <p:nvPr/>
          </p:nvSpPr>
          <p:spPr bwMode="auto">
            <a:xfrm>
              <a:off x="1797867" y="3429000"/>
              <a:ext cx="4093264" cy="391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sp>
          <p:nvSpPr>
            <p:cNvPr id="12" name="ïṧļîḓe"/>
            <p:cNvSpPr/>
            <p:nvPr/>
          </p:nvSpPr>
          <p:spPr bwMode="auto">
            <a:xfrm>
              <a:off x="668200" y="3366077"/>
              <a:ext cx="1024443" cy="1026520"/>
            </a:xfrm>
            <a:prstGeom prst="ellipse">
              <a:avLst/>
            </a:prstGeom>
            <a:solidFill>
              <a:schemeClr val="accent1"/>
            </a:solidFill>
            <a:ln w="57150">
              <a:noFill/>
              <a:rou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1"/>
                  </a:solidFill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accent1"/>
                  </a:solidFill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700">
                <a:solidFill>
                  <a:schemeClr val="tx1"/>
                </a:solidFill>
              </a:endParaRPr>
            </a:p>
          </p:txBody>
        </p:sp>
        <p:sp>
          <p:nvSpPr>
            <p:cNvPr id="13" name="îṧḻîḋê"/>
            <p:cNvSpPr/>
            <p:nvPr/>
          </p:nvSpPr>
          <p:spPr bwMode="auto">
            <a:xfrm>
              <a:off x="875579" y="3580099"/>
              <a:ext cx="609685" cy="598476"/>
            </a:xfrm>
            <a:custGeom>
              <a:avLst/>
              <a:gdLst>
                <a:gd name="connsiteX0" fmla="*/ 170608 w 607804"/>
                <a:gd name="connsiteY0" fmla="*/ 262009 h 596630"/>
                <a:gd name="connsiteX1" fmla="*/ 260792 w 607804"/>
                <a:gd name="connsiteY1" fmla="*/ 427304 h 596630"/>
                <a:gd name="connsiteX2" fmla="*/ 303865 w 607804"/>
                <a:gd name="connsiteY2" fmla="*/ 451493 h 596630"/>
                <a:gd name="connsiteX3" fmla="*/ 346938 w 607804"/>
                <a:gd name="connsiteY3" fmla="*/ 427304 h 596630"/>
                <a:gd name="connsiteX4" fmla="*/ 408855 w 607804"/>
                <a:gd name="connsiteY4" fmla="*/ 319795 h 596630"/>
                <a:gd name="connsiteX5" fmla="*/ 519229 w 607804"/>
                <a:gd name="connsiteY5" fmla="*/ 298293 h 596630"/>
                <a:gd name="connsiteX6" fmla="*/ 552880 w 607804"/>
                <a:gd name="connsiteY6" fmla="*/ 319795 h 596630"/>
                <a:gd name="connsiteX7" fmla="*/ 606721 w 607804"/>
                <a:gd name="connsiteY7" fmla="*/ 538844 h 596630"/>
                <a:gd name="connsiteX8" fmla="*/ 602683 w 607804"/>
                <a:gd name="connsiteY8" fmla="*/ 563034 h 596630"/>
                <a:gd name="connsiteX9" fmla="*/ 582493 w 607804"/>
                <a:gd name="connsiteY9" fmla="*/ 575128 h 596630"/>
                <a:gd name="connsiteX10" fmla="*/ 414239 w 607804"/>
                <a:gd name="connsiteY10" fmla="*/ 596630 h 596630"/>
                <a:gd name="connsiteX11" fmla="*/ 400779 w 607804"/>
                <a:gd name="connsiteY11" fmla="*/ 595286 h 596630"/>
                <a:gd name="connsiteX12" fmla="*/ 205605 w 607804"/>
                <a:gd name="connsiteY12" fmla="*/ 532125 h 596630"/>
                <a:gd name="connsiteX13" fmla="*/ 189453 w 607804"/>
                <a:gd name="connsiteY13" fmla="*/ 532125 h 596630"/>
                <a:gd name="connsiteX14" fmla="*/ 37352 w 607804"/>
                <a:gd name="connsiteY14" fmla="*/ 572441 h 596630"/>
                <a:gd name="connsiteX15" fmla="*/ 9085 w 607804"/>
                <a:gd name="connsiteY15" fmla="*/ 565721 h 596630"/>
                <a:gd name="connsiteX16" fmla="*/ 1009 w 607804"/>
                <a:gd name="connsiteY16" fmla="*/ 537500 h 596630"/>
                <a:gd name="connsiteX17" fmla="*/ 54850 w 607804"/>
                <a:gd name="connsiteY17" fmla="*/ 321139 h 596630"/>
                <a:gd name="connsiteX18" fmla="*/ 72348 w 607804"/>
                <a:gd name="connsiteY18" fmla="*/ 300981 h 596630"/>
                <a:gd name="connsiteX19" fmla="*/ 302554 w 607804"/>
                <a:gd name="connsiteY19" fmla="*/ 68530 h 596630"/>
                <a:gd name="connsiteX20" fmla="*/ 237945 w 607804"/>
                <a:gd name="connsiteY20" fmla="*/ 133029 h 596630"/>
                <a:gd name="connsiteX21" fmla="*/ 302554 w 607804"/>
                <a:gd name="connsiteY21" fmla="*/ 197528 h 596630"/>
                <a:gd name="connsiteX22" fmla="*/ 367164 w 607804"/>
                <a:gd name="connsiteY22" fmla="*/ 133029 h 596630"/>
                <a:gd name="connsiteX23" fmla="*/ 302554 w 607804"/>
                <a:gd name="connsiteY23" fmla="*/ 68530 h 596630"/>
                <a:gd name="connsiteX24" fmla="*/ 303901 w 607804"/>
                <a:gd name="connsiteY24" fmla="*/ 0 h 596630"/>
                <a:gd name="connsiteX25" fmla="*/ 438504 w 607804"/>
                <a:gd name="connsiteY25" fmla="*/ 134373 h 596630"/>
                <a:gd name="connsiteX26" fmla="*/ 313323 w 607804"/>
                <a:gd name="connsiteY26" fmla="*/ 407150 h 596630"/>
                <a:gd name="connsiteX27" fmla="*/ 303901 w 607804"/>
                <a:gd name="connsiteY27" fmla="*/ 412525 h 596630"/>
                <a:gd name="connsiteX28" fmla="*/ 294478 w 607804"/>
                <a:gd name="connsiteY28" fmla="*/ 407150 h 596630"/>
                <a:gd name="connsiteX29" fmla="*/ 169297 w 607804"/>
                <a:gd name="connsiteY29" fmla="*/ 134373 h 596630"/>
                <a:gd name="connsiteX30" fmla="*/ 303901 w 607804"/>
                <a:gd name="connsiteY30" fmla="*/ 0 h 596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07804" h="596630">
                  <a:moveTo>
                    <a:pt x="170608" y="262009"/>
                  </a:moveTo>
                  <a:cubicBezTo>
                    <a:pt x="196183" y="317107"/>
                    <a:pt x="229834" y="376237"/>
                    <a:pt x="260792" y="427304"/>
                  </a:cubicBezTo>
                  <a:cubicBezTo>
                    <a:pt x="270214" y="442086"/>
                    <a:pt x="286367" y="451493"/>
                    <a:pt x="303865" y="451493"/>
                  </a:cubicBezTo>
                  <a:cubicBezTo>
                    <a:pt x="321363" y="451493"/>
                    <a:pt x="337516" y="442086"/>
                    <a:pt x="346938" y="427304"/>
                  </a:cubicBezTo>
                  <a:cubicBezTo>
                    <a:pt x="367128" y="393707"/>
                    <a:pt x="388665" y="357423"/>
                    <a:pt x="408855" y="319795"/>
                  </a:cubicBezTo>
                  <a:cubicBezTo>
                    <a:pt x="411547" y="319795"/>
                    <a:pt x="519229" y="298293"/>
                    <a:pt x="519229" y="298293"/>
                  </a:cubicBezTo>
                  <a:cubicBezTo>
                    <a:pt x="534036" y="295605"/>
                    <a:pt x="548842" y="305013"/>
                    <a:pt x="552880" y="319795"/>
                  </a:cubicBezTo>
                  <a:lnTo>
                    <a:pt x="606721" y="538844"/>
                  </a:lnTo>
                  <a:cubicBezTo>
                    <a:pt x="609413" y="546907"/>
                    <a:pt x="606721" y="556314"/>
                    <a:pt x="602683" y="563034"/>
                  </a:cubicBezTo>
                  <a:cubicBezTo>
                    <a:pt x="598645" y="569753"/>
                    <a:pt x="590569" y="573784"/>
                    <a:pt x="582493" y="575128"/>
                  </a:cubicBezTo>
                  <a:lnTo>
                    <a:pt x="414239" y="596630"/>
                  </a:lnTo>
                  <a:cubicBezTo>
                    <a:pt x="408855" y="596630"/>
                    <a:pt x="404817" y="596630"/>
                    <a:pt x="400779" y="595286"/>
                  </a:cubicBezTo>
                  <a:lnTo>
                    <a:pt x="205605" y="532125"/>
                  </a:lnTo>
                  <a:cubicBezTo>
                    <a:pt x="200221" y="530781"/>
                    <a:pt x="194837" y="530781"/>
                    <a:pt x="189453" y="532125"/>
                  </a:cubicBezTo>
                  <a:lnTo>
                    <a:pt x="37352" y="572441"/>
                  </a:lnTo>
                  <a:cubicBezTo>
                    <a:pt x="26584" y="575128"/>
                    <a:pt x="15815" y="572441"/>
                    <a:pt x="9085" y="565721"/>
                  </a:cubicBezTo>
                  <a:cubicBezTo>
                    <a:pt x="1009" y="557658"/>
                    <a:pt x="-1683" y="546907"/>
                    <a:pt x="1009" y="537500"/>
                  </a:cubicBezTo>
                  <a:lnTo>
                    <a:pt x="54850" y="321139"/>
                  </a:lnTo>
                  <a:cubicBezTo>
                    <a:pt x="57542" y="311732"/>
                    <a:pt x="64272" y="305013"/>
                    <a:pt x="72348" y="300981"/>
                  </a:cubicBezTo>
                  <a:close/>
                  <a:moveTo>
                    <a:pt x="302554" y="68530"/>
                  </a:moveTo>
                  <a:cubicBezTo>
                    <a:pt x="266212" y="68530"/>
                    <a:pt x="237945" y="98092"/>
                    <a:pt x="237945" y="133029"/>
                  </a:cubicBezTo>
                  <a:cubicBezTo>
                    <a:pt x="237945" y="169310"/>
                    <a:pt x="266212" y="197528"/>
                    <a:pt x="302554" y="197528"/>
                  </a:cubicBezTo>
                  <a:cubicBezTo>
                    <a:pt x="338897" y="197528"/>
                    <a:pt x="367164" y="167966"/>
                    <a:pt x="367164" y="133029"/>
                  </a:cubicBezTo>
                  <a:cubicBezTo>
                    <a:pt x="367164" y="96749"/>
                    <a:pt x="337551" y="68530"/>
                    <a:pt x="302554" y="68530"/>
                  </a:cubicBezTo>
                  <a:close/>
                  <a:moveTo>
                    <a:pt x="303901" y="0"/>
                  </a:moveTo>
                  <a:cubicBezTo>
                    <a:pt x="377932" y="0"/>
                    <a:pt x="438504" y="60468"/>
                    <a:pt x="438504" y="134373"/>
                  </a:cubicBezTo>
                  <a:cubicBezTo>
                    <a:pt x="438504" y="196185"/>
                    <a:pt x="344282" y="357432"/>
                    <a:pt x="313323" y="407150"/>
                  </a:cubicBezTo>
                  <a:cubicBezTo>
                    <a:pt x="310631" y="409838"/>
                    <a:pt x="307939" y="412525"/>
                    <a:pt x="303901" y="412525"/>
                  </a:cubicBezTo>
                  <a:cubicBezTo>
                    <a:pt x="301208" y="412525"/>
                    <a:pt x="297170" y="409838"/>
                    <a:pt x="294478" y="407150"/>
                  </a:cubicBezTo>
                  <a:cubicBezTo>
                    <a:pt x="263519" y="357432"/>
                    <a:pt x="169297" y="196185"/>
                    <a:pt x="169297" y="134373"/>
                  </a:cubicBezTo>
                  <a:cubicBezTo>
                    <a:pt x="169297" y="60468"/>
                    <a:pt x="229869" y="0"/>
                    <a:pt x="3039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107" name="图片 106" descr="中科大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0600" y="110490"/>
            <a:ext cx="769620" cy="7696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5" name="c7e296a4-46d1-4493-87a0-a5493486f67e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-4763" y="1899000"/>
            <a:ext cx="12196763" cy="3391052"/>
            <a:chOff x="-4763" y="1899000"/>
            <a:chExt cx="12196763" cy="3391052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-4763" y="3438015"/>
              <a:ext cx="12196763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i$1ïdé"/>
            <p:cNvGrpSpPr/>
            <p:nvPr/>
          </p:nvGrpSpPr>
          <p:grpSpPr>
            <a:xfrm>
              <a:off x="1354891" y="1899000"/>
              <a:ext cx="2576513" cy="2063042"/>
              <a:chOff x="2235411" y="2349000"/>
              <a:chExt cx="2576513" cy="2063042"/>
            </a:xfrm>
          </p:grpSpPr>
          <p:sp>
            <p:nvSpPr>
              <p:cNvPr id="19" name="ïṡlíḑè"/>
              <p:cNvSpPr/>
              <p:nvPr/>
            </p:nvSpPr>
            <p:spPr>
              <a:xfrm>
                <a:off x="3000436" y="3365578"/>
                <a:ext cx="1046464" cy="1046464"/>
              </a:xfrm>
              <a:prstGeom prst="ellipse">
                <a:avLst/>
              </a:prstGeom>
              <a:blipFill>
                <a:blip r:embed="rId2"/>
                <a:stretch>
                  <a:fillRect l="-25303" r="-24697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20" name="ïṩḻíḑê"/>
              <p:cNvSpPr/>
              <p:nvPr/>
            </p:nvSpPr>
            <p:spPr bwMode="auto">
              <a:xfrm rot="10800000">
                <a:off x="3268874" y="2726760"/>
                <a:ext cx="509587" cy="438150"/>
              </a:xfrm>
              <a:prstGeom prst="triangl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 sz="1600">
                  <a:solidFill>
                    <a:schemeClr val="bg1"/>
                  </a:solidFill>
                </a:endParaRPr>
              </a:p>
            </p:txBody>
          </p:sp>
          <p:sp>
            <p:nvSpPr>
              <p:cNvPr id="21" name="ïślídé"/>
              <p:cNvSpPr/>
              <p:nvPr/>
            </p:nvSpPr>
            <p:spPr bwMode="auto">
              <a:xfrm>
                <a:off x="2235411" y="2349000"/>
                <a:ext cx="2576513" cy="616678"/>
              </a:xfrm>
              <a:prstGeom prst="roundRect">
                <a:avLst>
                  <a:gd name="adj" fmla="val 9438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>
                <a:normAutofit/>
              </a:bodyPr>
              <a:lstStyle/>
              <a:p>
                <a:pPr algn="ctr"/>
                <a:r>
                  <a:rPr lang="en-US" altLang="zh-CN" sz="2400" b="1">
                    <a:solidFill>
                      <a:schemeClr val="tx1"/>
                    </a:solidFill>
                  </a:rPr>
                  <a:t>Text here</a:t>
                </a:r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8" name="iş1îḋe"/>
            <p:cNvGrpSpPr/>
            <p:nvPr/>
          </p:nvGrpSpPr>
          <p:grpSpPr>
            <a:xfrm>
              <a:off x="4807744" y="1899000"/>
              <a:ext cx="2576513" cy="2063042"/>
              <a:chOff x="2235411" y="2349000"/>
              <a:chExt cx="2576513" cy="2063042"/>
            </a:xfrm>
          </p:grpSpPr>
          <p:sp>
            <p:nvSpPr>
              <p:cNvPr id="16" name="išḻidè"/>
              <p:cNvSpPr/>
              <p:nvPr/>
            </p:nvSpPr>
            <p:spPr>
              <a:xfrm>
                <a:off x="3000436" y="3365578"/>
                <a:ext cx="1046464" cy="1046464"/>
              </a:xfrm>
              <a:prstGeom prst="ellipse">
                <a:avLst/>
              </a:prstGeom>
              <a:blipFill>
                <a:blip r:embed="rId3"/>
                <a:stretch>
                  <a:fillRect l="-27500" r="-26841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7" name="iṡļíḓè"/>
              <p:cNvSpPr/>
              <p:nvPr/>
            </p:nvSpPr>
            <p:spPr bwMode="auto">
              <a:xfrm rot="10800000">
                <a:off x="3268874" y="2726760"/>
                <a:ext cx="509587" cy="438150"/>
              </a:xfrm>
              <a:prstGeom prst="triangl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 sz="1600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islîdé"/>
              <p:cNvSpPr/>
              <p:nvPr/>
            </p:nvSpPr>
            <p:spPr bwMode="auto">
              <a:xfrm>
                <a:off x="2235411" y="2349000"/>
                <a:ext cx="2576513" cy="616678"/>
              </a:xfrm>
              <a:prstGeom prst="roundRect">
                <a:avLst>
                  <a:gd name="adj" fmla="val 9438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>
                <a:normAutofit/>
              </a:bodyPr>
              <a:lstStyle/>
              <a:p>
                <a:pPr algn="ctr"/>
                <a:r>
                  <a:rPr lang="en-US" altLang="zh-CN" sz="2400" b="1">
                    <a:solidFill>
                      <a:schemeClr val="tx1"/>
                    </a:solidFill>
                  </a:rPr>
                  <a:t>Text here</a:t>
                </a:r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9" name="ïšļídè"/>
            <p:cNvGrpSpPr/>
            <p:nvPr/>
          </p:nvGrpSpPr>
          <p:grpSpPr>
            <a:xfrm>
              <a:off x="8260597" y="1899000"/>
              <a:ext cx="2576513" cy="2063042"/>
              <a:chOff x="2235411" y="2349000"/>
              <a:chExt cx="2576513" cy="2063042"/>
            </a:xfrm>
          </p:grpSpPr>
          <p:sp>
            <p:nvSpPr>
              <p:cNvPr id="13" name="íśľïḓe"/>
              <p:cNvSpPr/>
              <p:nvPr/>
            </p:nvSpPr>
            <p:spPr>
              <a:xfrm>
                <a:off x="3000436" y="3365578"/>
                <a:ext cx="1046464" cy="1046464"/>
              </a:xfrm>
              <a:prstGeom prst="ellipse">
                <a:avLst/>
              </a:prstGeom>
              <a:blipFill>
                <a:blip r:embed="rId4"/>
                <a:stretch>
                  <a:fillRect l="-25351" r="-24743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ïṩliḋê"/>
              <p:cNvSpPr/>
              <p:nvPr/>
            </p:nvSpPr>
            <p:spPr bwMode="auto">
              <a:xfrm rot="10800000">
                <a:off x="3268874" y="2726760"/>
                <a:ext cx="509587" cy="438150"/>
              </a:xfrm>
              <a:prstGeom prst="triangl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 sz="160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iŝļíḑê"/>
              <p:cNvSpPr/>
              <p:nvPr/>
            </p:nvSpPr>
            <p:spPr bwMode="auto">
              <a:xfrm>
                <a:off x="2235411" y="2349000"/>
                <a:ext cx="2576513" cy="616678"/>
              </a:xfrm>
              <a:prstGeom prst="roundRect">
                <a:avLst>
                  <a:gd name="adj" fmla="val 9438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>
                <a:normAutofit/>
              </a:bodyPr>
              <a:lstStyle/>
              <a:p>
                <a:pPr algn="ctr"/>
                <a:r>
                  <a:rPr lang="en-US" altLang="zh-CN" sz="2400" b="1">
                    <a:solidFill>
                      <a:schemeClr val="tx1"/>
                    </a:solidFill>
                  </a:rPr>
                  <a:t>Text here</a:t>
                </a:r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0" name="îṧlïdè"/>
            <p:cNvSpPr txBox="1"/>
            <p:nvPr/>
          </p:nvSpPr>
          <p:spPr>
            <a:xfrm>
              <a:off x="1322961" y="4239000"/>
              <a:ext cx="2640371" cy="1051052"/>
            </a:xfrm>
            <a:prstGeom prst="rect">
              <a:avLst/>
            </a:prstGeom>
            <a:noFill/>
          </p:spPr>
          <p:txBody>
            <a:bodyPr wrap="square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  <a:p>
              <a:pPr algn="ctr">
                <a:lnSpc>
                  <a:spcPct val="120000"/>
                </a:lnSpc>
              </a:pPr>
              <a:endParaRPr lang="en-US" altLang="zh-CN" sz="1100" dirty="0"/>
            </a:p>
            <a:p>
              <a:pPr algn="ctr">
                <a:lnSpc>
                  <a:spcPct val="120000"/>
                </a:lnSpc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sp>
          <p:nvSpPr>
            <p:cNvPr id="11" name="îṣḷîdè"/>
            <p:cNvSpPr txBox="1"/>
            <p:nvPr/>
          </p:nvSpPr>
          <p:spPr>
            <a:xfrm>
              <a:off x="4773432" y="4239000"/>
              <a:ext cx="2640371" cy="1051052"/>
            </a:xfrm>
            <a:prstGeom prst="rect">
              <a:avLst/>
            </a:prstGeom>
            <a:noFill/>
          </p:spPr>
          <p:txBody>
            <a:bodyPr wrap="square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  <a:p>
              <a:pPr algn="ctr">
                <a:lnSpc>
                  <a:spcPct val="120000"/>
                </a:lnSpc>
              </a:pPr>
              <a:endParaRPr lang="en-US" altLang="zh-CN" sz="1100" dirty="0"/>
            </a:p>
            <a:p>
              <a:pPr algn="ctr">
                <a:lnSpc>
                  <a:spcPct val="120000"/>
                </a:lnSpc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sp>
          <p:nvSpPr>
            <p:cNvPr id="12" name="î$1îďé"/>
            <p:cNvSpPr txBox="1"/>
            <p:nvPr/>
          </p:nvSpPr>
          <p:spPr>
            <a:xfrm>
              <a:off x="8223903" y="4239000"/>
              <a:ext cx="2640371" cy="1051052"/>
            </a:xfrm>
            <a:prstGeom prst="rect">
              <a:avLst/>
            </a:prstGeom>
            <a:noFill/>
          </p:spPr>
          <p:txBody>
            <a:bodyPr wrap="square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  <a:p>
              <a:pPr algn="ctr">
                <a:lnSpc>
                  <a:spcPct val="120000"/>
                </a:lnSpc>
              </a:pPr>
              <a:endParaRPr lang="en-US" altLang="zh-CN" sz="1100" dirty="0"/>
            </a:p>
            <a:p>
              <a:pPr algn="ctr">
                <a:lnSpc>
                  <a:spcPct val="120000"/>
                </a:lnSpc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</p:grpSp>
      <p:pic>
        <p:nvPicPr>
          <p:cNvPr id="22" name="图片 21" descr="中科大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0600" y="110490"/>
            <a:ext cx="769620" cy="7696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5" name="470d4233-bf96-4b0c-b35c-5425b20cb384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9924" y="1129471"/>
            <a:ext cx="10850564" cy="5014154"/>
            <a:chOff x="669924" y="1129471"/>
            <a:chExt cx="10850564" cy="5014154"/>
          </a:xfrm>
        </p:grpSpPr>
        <p:grpSp>
          <p:nvGrpSpPr>
            <p:cNvPr id="6" name="íṩľïḋè"/>
            <p:cNvGrpSpPr/>
            <p:nvPr/>
          </p:nvGrpSpPr>
          <p:grpSpPr>
            <a:xfrm>
              <a:off x="669924" y="4104000"/>
              <a:ext cx="3224577" cy="2039624"/>
              <a:chOff x="669924" y="4104000"/>
              <a:chExt cx="2560755" cy="2039624"/>
            </a:xfrm>
          </p:grpSpPr>
          <p:sp>
            <p:nvSpPr>
              <p:cNvPr id="15" name="ïsḷídè"/>
              <p:cNvSpPr/>
              <p:nvPr/>
            </p:nvSpPr>
            <p:spPr bwMode="auto">
              <a:xfrm>
                <a:off x="669924" y="4239000"/>
                <a:ext cx="2560755" cy="1904624"/>
              </a:xfrm>
              <a:prstGeom prst="rect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 anchor="t"/>
              <a:lstStyle/>
              <a:p>
                <a:pPr marL="144145" indent="-144145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endParaRPr lang="en-US" altLang="zh-CN" sz="1400" dirty="0"/>
              </a:p>
              <a:p>
                <a:pPr marL="144145" indent="-144145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200" dirty="0"/>
                  <a:t>Supporting text here. </a:t>
                </a:r>
                <a:endParaRPr lang="en-US" altLang="zh-CN" sz="1200" dirty="0"/>
              </a:p>
              <a:p>
                <a:pPr marL="144145" indent="-144145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200" dirty="0"/>
                  <a:t>When you copy &amp; paste, choose "keep text only" option.</a:t>
                </a:r>
                <a:endParaRPr lang="en-US" altLang="zh-CN" sz="1200" dirty="0"/>
              </a:p>
            </p:txBody>
          </p:sp>
          <p:sp>
            <p:nvSpPr>
              <p:cNvPr id="16" name="îśḻíḑé"/>
              <p:cNvSpPr/>
              <p:nvPr/>
            </p:nvSpPr>
            <p:spPr bwMode="auto">
              <a:xfrm>
                <a:off x="746791" y="4104000"/>
                <a:ext cx="1800000" cy="27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 w="3810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>
                    <a:solidFill>
                      <a:schemeClr val="bg1"/>
                    </a:solidFill>
                  </a:rPr>
                  <a:t>Text here</a:t>
                </a:r>
                <a:endParaRPr lang="en-US" altLang="zh-CN" sz="16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" name="işlîḍé"/>
            <p:cNvGrpSpPr/>
            <p:nvPr/>
          </p:nvGrpSpPr>
          <p:grpSpPr>
            <a:xfrm>
              <a:off x="4482918" y="2578623"/>
              <a:ext cx="3224577" cy="3565002"/>
              <a:chOff x="6636000" y="3294000"/>
              <a:chExt cx="2560755" cy="3565002"/>
            </a:xfrm>
          </p:grpSpPr>
          <p:sp>
            <p:nvSpPr>
              <p:cNvPr id="13" name="ïṣļiḓé"/>
              <p:cNvSpPr/>
              <p:nvPr/>
            </p:nvSpPr>
            <p:spPr bwMode="auto">
              <a:xfrm>
                <a:off x="6636000" y="3428999"/>
                <a:ext cx="2560755" cy="3430003"/>
              </a:xfrm>
              <a:prstGeom prst="rect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marL="144145" indent="-144145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endParaRPr lang="en-US" altLang="zh-CN" sz="1400" dirty="0"/>
              </a:p>
              <a:p>
                <a:pPr marL="144145" indent="-144145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200" dirty="0"/>
                  <a:t>Supporting text here. </a:t>
                </a:r>
                <a:endParaRPr lang="en-US" altLang="zh-CN" sz="1200" dirty="0"/>
              </a:p>
              <a:p>
                <a:pPr marL="144145" indent="-144145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200" dirty="0"/>
                  <a:t>When you copy &amp; paste, choose "keep text only" option.</a:t>
                </a:r>
                <a:endParaRPr lang="en-US" altLang="zh-CN" sz="1200" dirty="0"/>
              </a:p>
              <a:p>
                <a:pPr marL="144145" indent="-144145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endParaRPr lang="en-US" altLang="zh-CN" sz="1400" dirty="0"/>
              </a:p>
            </p:txBody>
          </p:sp>
          <p:sp>
            <p:nvSpPr>
              <p:cNvPr id="14" name="ïSlïďe"/>
              <p:cNvSpPr/>
              <p:nvPr/>
            </p:nvSpPr>
            <p:spPr bwMode="auto">
              <a:xfrm>
                <a:off x="6712867" y="3294000"/>
                <a:ext cx="1800000" cy="270000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 w="3810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>
                    <a:solidFill>
                      <a:schemeClr val="bg1"/>
                    </a:solidFill>
                  </a:rPr>
                  <a:t>Text here</a:t>
                </a:r>
                <a:endParaRPr lang="en-US" altLang="zh-CN" sz="16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8" name="íṧļîďè"/>
            <p:cNvGrpSpPr/>
            <p:nvPr/>
          </p:nvGrpSpPr>
          <p:grpSpPr>
            <a:xfrm>
              <a:off x="8295911" y="1646498"/>
              <a:ext cx="3224577" cy="4497127"/>
              <a:chOff x="6636000" y="3294000"/>
              <a:chExt cx="2560755" cy="4497127"/>
            </a:xfrm>
          </p:grpSpPr>
          <p:sp>
            <p:nvSpPr>
              <p:cNvPr id="11" name="ïṣlïḓe"/>
              <p:cNvSpPr/>
              <p:nvPr/>
            </p:nvSpPr>
            <p:spPr bwMode="auto">
              <a:xfrm>
                <a:off x="6636000" y="3428999"/>
                <a:ext cx="2560755" cy="4362128"/>
              </a:xfrm>
              <a:prstGeom prst="rect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 anchor="t"/>
              <a:lstStyle/>
              <a:p>
                <a:pPr marL="144145" indent="-144145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endParaRPr lang="en-US" altLang="zh-CN" sz="1400" dirty="0"/>
              </a:p>
              <a:p>
                <a:pPr marL="144145" indent="-144145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200" dirty="0"/>
                  <a:t>Supporting text here. </a:t>
                </a:r>
                <a:endParaRPr lang="en-US" altLang="zh-CN" sz="1200" dirty="0"/>
              </a:p>
              <a:p>
                <a:pPr marL="144145" indent="-144145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200" dirty="0"/>
                  <a:t>When you copy &amp; paste, choose "keep text only" option.</a:t>
                </a:r>
                <a:endParaRPr lang="en-US" altLang="zh-CN" sz="1200" dirty="0"/>
              </a:p>
              <a:p>
                <a:pPr marL="144145" indent="-144145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endParaRPr lang="en-US" altLang="zh-CN" sz="1400" dirty="0"/>
              </a:p>
            </p:txBody>
          </p:sp>
          <p:sp>
            <p:nvSpPr>
              <p:cNvPr id="12" name="îśļïdê"/>
              <p:cNvSpPr/>
              <p:nvPr/>
            </p:nvSpPr>
            <p:spPr bwMode="auto">
              <a:xfrm>
                <a:off x="6712867" y="3294000"/>
                <a:ext cx="1800000" cy="27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 w="3810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>
                    <a:solidFill>
                      <a:schemeClr val="bg1"/>
                    </a:solidFill>
                  </a:rPr>
                  <a:t>Text here</a:t>
                </a:r>
                <a:endParaRPr lang="en-US" altLang="zh-CN" sz="16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9" name="i$ḷiḍé"/>
            <p:cNvSpPr/>
            <p:nvPr/>
          </p:nvSpPr>
          <p:spPr bwMode="auto">
            <a:xfrm rot="954532">
              <a:off x="3567359" y="2269758"/>
              <a:ext cx="809391" cy="887726"/>
            </a:xfrm>
            <a:custGeom>
              <a:avLst/>
              <a:gdLst>
                <a:gd name="T0" fmla="*/ 3880 w 4987"/>
                <a:gd name="T1" fmla="*/ 336 h 5478"/>
                <a:gd name="T2" fmla="*/ 2772 w 4987"/>
                <a:gd name="T3" fmla="*/ 0 h 5478"/>
                <a:gd name="T4" fmla="*/ 2946 w 4987"/>
                <a:gd name="T5" fmla="*/ 748 h 5478"/>
                <a:gd name="T6" fmla="*/ 742 w 4987"/>
                <a:gd name="T7" fmla="*/ 2455 h 5478"/>
                <a:gd name="T8" fmla="*/ 243 w 4987"/>
                <a:gd name="T9" fmla="*/ 5478 h 5478"/>
                <a:gd name="T10" fmla="*/ 969 w 4987"/>
                <a:gd name="T11" fmla="*/ 5309 h 5478"/>
                <a:gd name="T12" fmla="*/ 3116 w 4987"/>
                <a:gd name="T13" fmla="*/ 1477 h 5478"/>
                <a:gd name="T14" fmla="*/ 3297 w 4987"/>
                <a:gd name="T15" fmla="*/ 2255 h 5478"/>
                <a:gd name="T16" fmla="*/ 4142 w 4987"/>
                <a:gd name="T17" fmla="*/ 1463 h 5478"/>
                <a:gd name="T18" fmla="*/ 4987 w 4987"/>
                <a:gd name="T19" fmla="*/ 672 h 5478"/>
                <a:gd name="T20" fmla="*/ 3880 w 4987"/>
                <a:gd name="T21" fmla="*/ 336 h 5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987" h="5478">
                  <a:moveTo>
                    <a:pt x="3880" y="336"/>
                  </a:moveTo>
                  <a:lnTo>
                    <a:pt x="2772" y="0"/>
                  </a:lnTo>
                  <a:lnTo>
                    <a:pt x="2946" y="748"/>
                  </a:lnTo>
                  <a:cubicBezTo>
                    <a:pt x="2030" y="1033"/>
                    <a:pt x="1255" y="1631"/>
                    <a:pt x="742" y="2455"/>
                  </a:cubicBezTo>
                  <a:cubicBezTo>
                    <a:pt x="177" y="3363"/>
                    <a:pt x="0" y="4437"/>
                    <a:pt x="243" y="5478"/>
                  </a:cubicBezTo>
                  <a:lnTo>
                    <a:pt x="969" y="5309"/>
                  </a:lnTo>
                  <a:cubicBezTo>
                    <a:pt x="584" y="3657"/>
                    <a:pt x="1536" y="2000"/>
                    <a:pt x="3116" y="1477"/>
                  </a:cubicBezTo>
                  <a:lnTo>
                    <a:pt x="3297" y="2255"/>
                  </a:lnTo>
                  <a:lnTo>
                    <a:pt x="4142" y="1463"/>
                  </a:lnTo>
                  <a:lnTo>
                    <a:pt x="4987" y="672"/>
                  </a:lnTo>
                  <a:lnTo>
                    <a:pt x="3880" y="336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iṩ1ïḋe"/>
            <p:cNvSpPr/>
            <p:nvPr/>
          </p:nvSpPr>
          <p:spPr bwMode="auto">
            <a:xfrm rot="1044842">
              <a:off x="7372232" y="1129471"/>
              <a:ext cx="809391" cy="887726"/>
            </a:xfrm>
            <a:custGeom>
              <a:avLst/>
              <a:gdLst>
                <a:gd name="T0" fmla="*/ 3880 w 4987"/>
                <a:gd name="T1" fmla="*/ 336 h 5478"/>
                <a:gd name="T2" fmla="*/ 2772 w 4987"/>
                <a:gd name="T3" fmla="*/ 0 h 5478"/>
                <a:gd name="T4" fmla="*/ 2946 w 4987"/>
                <a:gd name="T5" fmla="*/ 748 h 5478"/>
                <a:gd name="T6" fmla="*/ 742 w 4987"/>
                <a:gd name="T7" fmla="*/ 2455 h 5478"/>
                <a:gd name="T8" fmla="*/ 243 w 4987"/>
                <a:gd name="T9" fmla="*/ 5478 h 5478"/>
                <a:gd name="T10" fmla="*/ 969 w 4987"/>
                <a:gd name="T11" fmla="*/ 5309 h 5478"/>
                <a:gd name="T12" fmla="*/ 3116 w 4987"/>
                <a:gd name="T13" fmla="*/ 1477 h 5478"/>
                <a:gd name="T14" fmla="*/ 3297 w 4987"/>
                <a:gd name="T15" fmla="*/ 2255 h 5478"/>
                <a:gd name="T16" fmla="*/ 4142 w 4987"/>
                <a:gd name="T17" fmla="*/ 1463 h 5478"/>
                <a:gd name="T18" fmla="*/ 4987 w 4987"/>
                <a:gd name="T19" fmla="*/ 672 h 5478"/>
                <a:gd name="T20" fmla="*/ 3880 w 4987"/>
                <a:gd name="T21" fmla="*/ 336 h 5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987" h="5478">
                  <a:moveTo>
                    <a:pt x="3880" y="336"/>
                  </a:moveTo>
                  <a:lnTo>
                    <a:pt x="2772" y="0"/>
                  </a:lnTo>
                  <a:lnTo>
                    <a:pt x="2946" y="748"/>
                  </a:lnTo>
                  <a:cubicBezTo>
                    <a:pt x="2030" y="1033"/>
                    <a:pt x="1255" y="1631"/>
                    <a:pt x="742" y="2455"/>
                  </a:cubicBezTo>
                  <a:cubicBezTo>
                    <a:pt x="177" y="3363"/>
                    <a:pt x="0" y="4437"/>
                    <a:pt x="243" y="5478"/>
                  </a:cubicBezTo>
                  <a:lnTo>
                    <a:pt x="969" y="5309"/>
                  </a:lnTo>
                  <a:cubicBezTo>
                    <a:pt x="584" y="3657"/>
                    <a:pt x="1536" y="2000"/>
                    <a:pt x="3116" y="1477"/>
                  </a:cubicBezTo>
                  <a:lnTo>
                    <a:pt x="3297" y="2255"/>
                  </a:lnTo>
                  <a:lnTo>
                    <a:pt x="4142" y="1463"/>
                  </a:lnTo>
                  <a:lnTo>
                    <a:pt x="4987" y="672"/>
                  </a:lnTo>
                  <a:lnTo>
                    <a:pt x="3880" y="336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17" name="图片 16" descr="中科大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0600" y="110490"/>
            <a:ext cx="769620" cy="7696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5" name="b1b2cf17-e46c-45a5-a4ef-f09d7a702bcb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76831" y="1118549"/>
            <a:ext cx="10838338" cy="4930937"/>
            <a:chOff x="676831" y="1118549"/>
            <a:chExt cx="10838338" cy="4930937"/>
          </a:xfrm>
        </p:grpSpPr>
        <p:sp>
          <p:nvSpPr>
            <p:cNvPr id="6" name="îśľïḑè"/>
            <p:cNvSpPr/>
            <p:nvPr/>
          </p:nvSpPr>
          <p:spPr bwMode="auto">
            <a:xfrm>
              <a:off x="3944239" y="1907235"/>
              <a:ext cx="4409564" cy="397656"/>
            </a:xfrm>
            <a:custGeom>
              <a:avLst/>
              <a:gdLst>
                <a:gd name="T0" fmla="*/ 2147483646 w 43200"/>
                <a:gd name="T1" fmla="*/ 0 h 21600"/>
                <a:gd name="T2" fmla="*/ 0 w 43200"/>
                <a:gd name="T3" fmla="*/ 0 h 21600"/>
                <a:gd name="T4" fmla="*/ 2147483646 w 432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21600" fill="none" extrusionOk="0">
                  <a:moveTo>
                    <a:pt x="43200" y="0"/>
                  </a:moveTo>
                  <a:cubicBezTo>
                    <a:pt x="43200" y="11929"/>
                    <a:pt x="33529" y="21600"/>
                    <a:pt x="21600" y="21600"/>
                  </a:cubicBezTo>
                  <a:cubicBezTo>
                    <a:pt x="9670" y="21600"/>
                    <a:pt x="0" y="11929"/>
                    <a:pt x="0" y="0"/>
                  </a:cubicBezTo>
                </a:path>
                <a:path w="43200" h="21600" stroke="0" extrusionOk="0">
                  <a:moveTo>
                    <a:pt x="43200" y="0"/>
                  </a:moveTo>
                  <a:cubicBezTo>
                    <a:pt x="43200" y="11929"/>
                    <a:pt x="33529" y="21600"/>
                    <a:pt x="21600" y="21600"/>
                  </a:cubicBez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43200" y="0"/>
                  </a:lnTo>
                  <a:close/>
                </a:path>
              </a:pathLst>
            </a:custGeom>
            <a:solidFill>
              <a:srgbClr val="FFFFFF"/>
            </a:solidFill>
            <a:ln w="635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îṡ1ídé"/>
            <p:cNvSpPr/>
            <p:nvPr/>
          </p:nvSpPr>
          <p:spPr bwMode="auto">
            <a:xfrm>
              <a:off x="1339591" y="1907235"/>
              <a:ext cx="9565838" cy="1089135"/>
            </a:xfrm>
            <a:custGeom>
              <a:avLst/>
              <a:gdLst>
                <a:gd name="T0" fmla="*/ 2147483646 w 43200"/>
                <a:gd name="T1" fmla="*/ 0 h 22093"/>
                <a:gd name="T2" fmla="*/ 24179014 w 43200"/>
                <a:gd name="T3" fmla="*/ 222113 h 22093"/>
                <a:gd name="T4" fmla="*/ 2147483646 w 43200"/>
                <a:gd name="T5" fmla="*/ 21915678 h 2209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22093" fill="none" extrusionOk="0">
                  <a:moveTo>
                    <a:pt x="43194" y="-1"/>
                  </a:moveTo>
                  <a:cubicBezTo>
                    <a:pt x="43198" y="164"/>
                    <a:pt x="43200" y="328"/>
                    <a:pt x="43200" y="493"/>
                  </a:cubicBezTo>
                  <a:cubicBezTo>
                    <a:pt x="43200" y="12422"/>
                    <a:pt x="33529" y="22093"/>
                    <a:pt x="21600" y="22093"/>
                  </a:cubicBezTo>
                  <a:cubicBezTo>
                    <a:pt x="9670" y="22093"/>
                    <a:pt x="0" y="12422"/>
                    <a:pt x="0" y="493"/>
                  </a:cubicBezTo>
                  <a:cubicBezTo>
                    <a:pt x="-1" y="330"/>
                    <a:pt x="1" y="167"/>
                    <a:pt x="5" y="4"/>
                  </a:cubicBezTo>
                </a:path>
                <a:path w="43200" h="22093" stroke="0" extrusionOk="0">
                  <a:moveTo>
                    <a:pt x="43194" y="-1"/>
                  </a:moveTo>
                  <a:cubicBezTo>
                    <a:pt x="43198" y="164"/>
                    <a:pt x="43200" y="328"/>
                    <a:pt x="43200" y="493"/>
                  </a:cubicBezTo>
                  <a:cubicBezTo>
                    <a:pt x="43200" y="12422"/>
                    <a:pt x="33529" y="22093"/>
                    <a:pt x="21600" y="22093"/>
                  </a:cubicBezTo>
                  <a:cubicBezTo>
                    <a:pt x="9670" y="22093"/>
                    <a:pt x="0" y="12422"/>
                    <a:pt x="0" y="493"/>
                  </a:cubicBezTo>
                  <a:cubicBezTo>
                    <a:pt x="-1" y="330"/>
                    <a:pt x="1" y="167"/>
                    <a:pt x="5" y="4"/>
                  </a:cubicBezTo>
                  <a:lnTo>
                    <a:pt x="21600" y="493"/>
                  </a:lnTo>
                  <a:lnTo>
                    <a:pt x="43194" y="-1"/>
                  </a:lnTo>
                  <a:close/>
                </a:path>
              </a:pathLst>
            </a:custGeom>
            <a:solidFill>
              <a:srgbClr val="FFFFFF"/>
            </a:solidFill>
            <a:ln w="6350">
              <a:solidFill>
                <a:schemeClr val="tx2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îṧ1îḍe"/>
            <p:cNvSpPr/>
            <p:nvPr/>
          </p:nvSpPr>
          <p:spPr bwMode="auto">
            <a:xfrm>
              <a:off x="5618813" y="2417560"/>
              <a:ext cx="954375" cy="501489"/>
            </a:xfrm>
            <a:custGeom>
              <a:avLst/>
              <a:gdLst>
                <a:gd name="T0" fmla="*/ 2147483646 w 432"/>
                <a:gd name="T1" fmla="*/ 2147483646 h 213"/>
                <a:gd name="T2" fmla="*/ 2147483646 w 432"/>
                <a:gd name="T3" fmla="*/ 2147483646 h 213"/>
                <a:gd name="T4" fmla="*/ 2147483646 w 432"/>
                <a:gd name="T5" fmla="*/ 2147483646 h 213"/>
                <a:gd name="T6" fmla="*/ 2147483646 w 432"/>
                <a:gd name="T7" fmla="*/ 2147483646 h 213"/>
                <a:gd name="T8" fmla="*/ 2147483646 w 432"/>
                <a:gd name="T9" fmla="*/ 0 h 213"/>
                <a:gd name="T10" fmla="*/ 0 w 432"/>
                <a:gd name="T11" fmla="*/ 2147483646 h 213"/>
                <a:gd name="T12" fmla="*/ 2147483646 w 432"/>
                <a:gd name="T13" fmla="*/ 2147483646 h 213"/>
                <a:gd name="T14" fmla="*/ 2147483646 w 432"/>
                <a:gd name="T15" fmla="*/ 2147483646 h 21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32" h="213">
                  <a:moveTo>
                    <a:pt x="48" y="213"/>
                  </a:moveTo>
                  <a:lnTo>
                    <a:pt x="408" y="213"/>
                  </a:lnTo>
                  <a:lnTo>
                    <a:pt x="288" y="45"/>
                  </a:lnTo>
                  <a:lnTo>
                    <a:pt x="432" y="45"/>
                  </a:lnTo>
                  <a:lnTo>
                    <a:pt x="215" y="0"/>
                  </a:lnTo>
                  <a:lnTo>
                    <a:pt x="0" y="45"/>
                  </a:lnTo>
                  <a:lnTo>
                    <a:pt x="144" y="45"/>
                  </a:lnTo>
                  <a:lnTo>
                    <a:pt x="48" y="21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ïŝḷïḓè"/>
            <p:cNvSpPr/>
            <p:nvPr/>
          </p:nvSpPr>
          <p:spPr bwMode="auto">
            <a:xfrm>
              <a:off x="3758666" y="2331402"/>
              <a:ext cx="1645854" cy="424167"/>
            </a:xfrm>
            <a:custGeom>
              <a:avLst/>
              <a:gdLst>
                <a:gd name="T0" fmla="*/ 2147483646 w 248"/>
                <a:gd name="T1" fmla="*/ 2147483646 h 64"/>
                <a:gd name="T2" fmla="*/ 0 w 248"/>
                <a:gd name="T3" fmla="*/ 2147483646 h 64"/>
                <a:gd name="T4" fmla="*/ 2147483646 w 248"/>
                <a:gd name="T5" fmla="*/ 2147483646 h 64"/>
                <a:gd name="T6" fmla="*/ 2147483646 w 248"/>
                <a:gd name="T7" fmla="*/ 2147483646 h 64"/>
                <a:gd name="T8" fmla="*/ 2147483646 w 248"/>
                <a:gd name="T9" fmla="*/ 0 h 64"/>
                <a:gd name="T10" fmla="*/ 2147483646 w 248"/>
                <a:gd name="T11" fmla="*/ 2147483646 h 64"/>
                <a:gd name="T12" fmla="*/ 2147483646 w 248"/>
                <a:gd name="T13" fmla="*/ 2147483646 h 64"/>
                <a:gd name="T14" fmla="*/ 2147483646 w 248"/>
                <a:gd name="T15" fmla="*/ 2147483646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48" h="64">
                  <a:moveTo>
                    <a:pt x="96" y="64"/>
                  </a:moveTo>
                  <a:lnTo>
                    <a:pt x="0" y="56"/>
                  </a:lnTo>
                  <a:lnTo>
                    <a:pt x="120" y="16"/>
                  </a:lnTo>
                  <a:lnTo>
                    <a:pt x="64" y="16"/>
                  </a:lnTo>
                  <a:lnTo>
                    <a:pt x="184" y="0"/>
                  </a:lnTo>
                  <a:lnTo>
                    <a:pt x="248" y="16"/>
                  </a:lnTo>
                  <a:lnTo>
                    <a:pt x="192" y="16"/>
                  </a:lnTo>
                  <a:lnTo>
                    <a:pt x="96" y="64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íslíḋe"/>
            <p:cNvSpPr/>
            <p:nvPr/>
          </p:nvSpPr>
          <p:spPr bwMode="auto">
            <a:xfrm>
              <a:off x="6679230" y="2331402"/>
              <a:ext cx="1648064" cy="424167"/>
            </a:xfrm>
            <a:custGeom>
              <a:avLst/>
              <a:gdLst>
                <a:gd name="T0" fmla="*/ 2147483646 w 248"/>
                <a:gd name="T1" fmla="*/ 2147483646 h 64"/>
                <a:gd name="T2" fmla="*/ 2147483646 w 248"/>
                <a:gd name="T3" fmla="*/ 2147483646 h 64"/>
                <a:gd name="T4" fmla="*/ 2147483646 w 248"/>
                <a:gd name="T5" fmla="*/ 2147483646 h 64"/>
                <a:gd name="T6" fmla="*/ 2147483646 w 248"/>
                <a:gd name="T7" fmla="*/ 2147483646 h 64"/>
                <a:gd name="T8" fmla="*/ 2147483646 w 248"/>
                <a:gd name="T9" fmla="*/ 0 h 64"/>
                <a:gd name="T10" fmla="*/ 0 w 248"/>
                <a:gd name="T11" fmla="*/ 2147483646 h 64"/>
                <a:gd name="T12" fmla="*/ 2147483646 w 248"/>
                <a:gd name="T13" fmla="*/ 2147483646 h 64"/>
                <a:gd name="T14" fmla="*/ 2147483646 w 248"/>
                <a:gd name="T15" fmla="*/ 2147483646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48" h="64">
                  <a:moveTo>
                    <a:pt x="152" y="64"/>
                  </a:moveTo>
                  <a:lnTo>
                    <a:pt x="248" y="56"/>
                  </a:lnTo>
                  <a:lnTo>
                    <a:pt x="128" y="16"/>
                  </a:lnTo>
                  <a:lnTo>
                    <a:pt x="184" y="16"/>
                  </a:lnTo>
                  <a:lnTo>
                    <a:pt x="64" y="0"/>
                  </a:lnTo>
                  <a:lnTo>
                    <a:pt x="0" y="16"/>
                  </a:lnTo>
                  <a:lnTo>
                    <a:pt x="56" y="16"/>
                  </a:lnTo>
                  <a:lnTo>
                    <a:pt x="152" y="64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íṣļïḓé"/>
            <p:cNvSpPr/>
            <p:nvPr/>
          </p:nvSpPr>
          <p:spPr bwMode="auto">
            <a:xfrm>
              <a:off x="4017142" y="1242265"/>
              <a:ext cx="4111323" cy="1062626"/>
            </a:xfrm>
            <a:custGeom>
              <a:avLst/>
              <a:gdLst>
                <a:gd name="T0" fmla="*/ 2147483646 w 33632"/>
                <a:gd name="T1" fmla="*/ 606490021 h 21600"/>
                <a:gd name="T2" fmla="*/ 0 w 33632"/>
                <a:gd name="T3" fmla="*/ 591203519 h 21600"/>
                <a:gd name="T4" fmla="*/ 2147483646 w 33632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632" h="21600" fill="none" extrusionOk="0">
                  <a:moveTo>
                    <a:pt x="33631" y="13727"/>
                  </a:moveTo>
                  <a:cubicBezTo>
                    <a:pt x="29528" y="18712"/>
                    <a:pt x="23411" y="21599"/>
                    <a:pt x="16955" y="21600"/>
                  </a:cubicBezTo>
                  <a:cubicBezTo>
                    <a:pt x="10343" y="21600"/>
                    <a:pt x="4095" y="18571"/>
                    <a:pt x="-1" y="13382"/>
                  </a:cubicBezTo>
                </a:path>
                <a:path w="33632" h="21600" stroke="0" extrusionOk="0">
                  <a:moveTo>
                    <a:pt x="33631" y="13727"/>
                  </a:moveTo>
                  <a:cubicBezTo>
                    <a:pt x="29528" y="18712"/>
                    <a:pt x="23411" y="21599"/>
                    <a:pt x="16955" y="21600"/>
                  </a:cubicBezTo>
                  <a:cubicBezTo>
                    <a:pt x="10343" y="21600"/>
                    <a:pt x="4095" y="18571"/>
                    <a:pt x="-1" y="13382"/>
                  </a:cubicBezTo>
                  <a:lnTo>
                    <a:pt x="16955" y="0"/>
                  </a:lnTo>
                  <a:lnTo>
                    <a:pt x="33631" y="13727"/>
                  </a:lnTo>
                  <a:close/>
                </a:path>
              </a:pathLst>
            </a:custGeom>
            <a:noFill/>
            <a:ln w="6350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îśľîḓé"/>
            <p:cNvSpPr/>
            <p:nvPr/>
          </p:nvSpPr>
          <p:spPr bwMode="auto">
            <a:xfrm rot="16200000">
              <a:off x="5704974" y="577832"/>
              <a:ext cx="795312" cy="1876746"/>
            </a:xfrm>
            <a:custGeom>
              <a:avLst/>
              <a:gdLst>
                <a:gd name="T0" fmla="*/ 3339858 w 21785"/>
                <a:gd name="T1" fmla="*/ 0 h 43200"/>
                <a:gd name="T2" fmla="*/ 0 w 21785"/>
                <a:gd name="T3" fmla="*/ 1450932753 h 43200"/>
                <a:gd name="T4" fmla="*/ 3339858 w 21785"/>
                <a:gd name="T5" fmla="*/ 725483557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785" h="43200" fill="none" extrusionOk="0">
                  <a:moveTo>
                    <a:pt x="184" y="0"/>
                  </a:moveTo>
                  <a:cubicBezTo>
                    <a:pt x="12114" y="0"/>
                    <a:pt x="21785" y="9670"/>
                    <a:pt x="21785" y="21600"/>
                  </a:cubicBezTo>
                  <a:cubicBezTo>
                    <a:pt x="21785" y="33529"/>
                    <a:pt x="12114" y="43200"/>
                    <a:pt x="185" y="43200"/>
                  </a:cubicBezTo>
                  <a:cubicBezTo>
                    <a:pt x="123" y="43200"/>
                    <a:pt x="61" y="43199"/>
                    <a:pt x="-1" y="43199"/>
                  </a:cubicBezTo>
                </a:path>
                <a:path w="21785" h="43200" stroke="0" extrusionOk="0">
                  <a:moveTo>
                    <a:pt x="184" y="0"/>
                  </a:moveTo>
                  <a:cubicBezTo>
                    <a:pt x="12114" y="0"/>
                    <a:pt x="21785" y="9670"/>
                    <a:pt x="21785" y="21600"/>
                  </a:cubicBezTo>
                  <a:cubicBezTo>
                    <a:pt x="21785" y="33529"/>
                    <a:pt x="12114" y="43200"/>
                    <a:pt x="185" y="43200"/>
                  </a:cubicBezTo>
                  <a:cubicBezTo>
                    <a:pt x="123" y="43200"/>
                    <a:pt x="61" y="43199"/>
                    <a:pt x="-1" y="43199"/>
                  </a:cubicBezTo>
                  <a:lnTo>
                    <a:pt x="185" y="21600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lIns="0" tIns="0" rIns="0" bIns="0" anchor="ctr">
              <a:normAutofit/>
            </a:bodyPr>
            <a:lstStyle/>
            <a:p>
              <a:endParaRPr lang="zh-CN" altLang="en-US"/>
            </a:p>
          </p:txBody>
        </p:sp>
        <p:sp>
          <p:nvSpPr>
            <p:cNvPr id="13" name="ïSlîḋé"/>
            <p:cNvSpPr/>
            <p:nvPr/>
          </p:nvSpPr>
          <p:spPr bwMode="auto">
            <a:xfrm>
              <a:off x="676831" y="1907235"/>
              <a:ext cx="10838338" cy="6627"/>
            </a:xfrm>
            <a:prstGeom prst="line">
              <a:avLst/>
            </a:prstGeom>
            <a:noFill/>
            <a:ln w="6350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íśḻiḓê"/>
            <p:cNvSpPr/>
            <p:nvPr/>
          </p:nvSpPr>
          <p:spPr bwMode="auto">
            <a:xfrm flipV="1">
              <a:off x="2269665" y="1907235"/>
              <a:ext cx="3826335" cy="4142251"/>
            </a:xfrm>
            <a:prstGeom prst="line">
              <a:avLst/>
            </a:prstGeom>
            <a:noFill/>
            <a:ln w="6350">
              <a:solidFill>
                <a:schemeClr val="bg1">
                  <a:lumMod val="75000"/>
                </a:schemeClr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îṧļiḑè"/>
            <p:cNvSpPr/>
            <p:nvPr/>
          </p:nvSpPr>
          <p:spPr bwMode="auto">
            <a:xfrm>
              <a:off x="6096001" y="1907235"/>
              <a:ext cx="3773315" cy="4142251"/>
            </a:xfrm>
            <a:prstGeom prst="line">
              <a:avLst/>
            </a:prstGeom>
            <a:noFill/>
            <a:ln w="6350">
              <a:solidFill>
                <a:schemeClr val="bg1">
                  <a:lumMod val="75000"/>
                </a:schemeClr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6" name="ïṣ1íḑê"/>
            <p:cNvGrpSpPr/>
            <p:nvPr/>
          </p:nvGrpSpPr>
          <p:grpSpPr bwMode="auto">
            <a:xfrm>
              <a:off x="729852" y="1907235"/>
              <a:ext cx="10732296" cy="1274708"/>
              <a:chOff x="3552" y="1994"/>
              <a:chExt cx="1616" cy="192"/>
            </a:xfrm>
          </p:grpSpPr>
          <p:sp>
            <p:nvSpPr>
              <p:cNvPr id="33" name="iṡ1ïďè"/>
              <p:cNvSpPr/>
              <p:nvPr/>
            </p:nvSpPr>
            <p:spPr bwMode="auto">
              <a:xfrm flipV="1">
                <a:off x="3552" y="1994"/>
                <a:ext cx="808" cy="192"/>
              </a:xfrm>
              <a:prstGeom prst="line">
                <a:avLst/>
              </a:prstGeom>
              <a:noFill/>
              <a:ln w="6350">
                <a:solidFill>
                  <a:schemeClr val="bg1">
                    <a:lumMod val="85000"/>
                  </a:schemeClr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" name="iṧ1íḋe"/>
              <p:cNvSpPr/>
              <p:nvPr/>
            </p:nvSpPr>
            <p:spPr bwMode="auto">
              <a:xfrm>
                <a:off x="4360" y="1994"/>
                <a:ext cx="808" cy="192"/>
              </a:xfrm>
              <a:prstGeom prst="line">
                <a:avLst/>
              </a:prstGeom>
              <a:noFill/>
              <a:ln w="6350">
                <a:solidFill>
                  <a:schemeClr val="bg1">
                    <a:lumMod val="85000"/>
                  </a:schemeClr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7" name="í$ļïḍê"/>
            <p:cNvGrpSpPr/>
            <p:nvPr/>
          </p:nvGrpSpPr>
          <p:grpSpPr bwMode="auto">
            <a:xfrm>
              <a:off x="729852" y="1907235"/>
              <a:ext cx="10732296" cy="636250"/>
              <a:chOff x="3552" y="1994"/>
              <a:chExt cx="1616" cy="96"/>
            </a:xfrm>
          </p:grpSpPr>
          <p:sp>
            <p:nvSpPr>
              <p:cNvPr id="31" name="ï$ḻidé"/>
              <p:cNvSpPr/>
              <p:nvPr/>
            </p:nvSpPr>
            <p:spPr bwMode="auto">
              <a:xfrm flipV="1">
                <a:off x="3552" y="1994"/>
                <a:ext cx="808" cy="96"/>
              </a:xfrm>
              <a:prstGeom prst="line">
                <a:avLst/>
              </a:prstGeom>
              <a:noFill/>
              <a:ln w="6350">
                <a:solidFill>
                  <a:schemeClr val="bg1">
                    <a:lumMod val="85000"/>
                  </a:schemeClr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" name="iŝḻîďe"/>
              <p:cNvSpPr/>
              <p:nvPr/>
            </p:nvSpPr>
            <p:spPr bwMode="auto">
              <a:xfrm>
                <a:off x="4360" y="1994"/>
                <a:ext cx="808" cy="96"/>
              </a:xfrm>
              <a:prstGeom prst="line">
                <a:avLst/>
              </a:prstGeom>
              <a:noFill/>
              <a:ln w="6350">
                <a:solidFill>
                  <a:schemeClr val="bg1">
                    <a:lumMod val="85000"/>
                  </a:schemeClr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8" name="iṥlîḋe"/>
            <p:cNvGrpSpPr/>
            <p:nvPr/>
          </p:nvGrpSpPr>
          <p:grpSpPr bwMode="auto">
            <a:xfrm>
              <a:off x="729852" y="1907235"/>
              <a:ext cx="10732296" cy="212083"/>
              <a:chOff x="3552" y="1994"/>
              <a:chExt cx="1616" cy="32"/>
            </a:xfrm>
          </p:grpSpPr>
          <p:sp>
            <p:nvSpPr>
              <p:cNvPr id="29" name="íṡḻîḋê"/>
              <p:cNvSpPr/>
              <p:nvPr/>
            </p:nvSpPr>
            <p:spPr bwMode="auto">
              <a:xfrm flipV="1">
                <a:off x="3552" y="1994"/>
                <a:ext cx="808" cy="32"/>
              </a:xfrm>
              <a:prstGeom prst="line">
                <a:avLst/>
              </a:prstGeom>
              <a:noFill/>
              <a:ln w="6350">
                <a:solidFill>
                  <a:schemeClr val="bg1">
                    <a:lumMod val="85000"/>
                  </a:schemeClr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" name="iṥḷïḍè"/>
              <p:cNvSpPr/>
              <p:nvPr/>
            </p:nvSpPr>
            <p:spPr bwMode="auto">
              <a:xfrm>
                <a:off x="4360" y="1994"/>
                <a:ext cx="808" cy="32"/>
              </a:xfrm>
              <a:prstGeom prst="line">
                <a:avLst/>
              </a:prstGeom>
              <a:noFill/>
              <a:ln w="6350">
                <a:solidFill>
                  <a:schemeClr val="bg1">
                    <a:lumMod val="85000"/>
                  </a:schemeClr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9" name="îš1ïḑè"/>
            <p:cNvSpPr txBox="1"/>
            <p:nvPr/>
          </p:nvSpPr>
          <p:spPr bwMode="auto">
            <a:xfrm>
              <a:off x="5041969" y="1371711"/>
              <a:ext cx="2108063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3600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>
                  <a:solidFill>
                    <a:schemeClr val="bg1"/>
                  </a:solidFill>
                </a:rPr>
                <a:t>Text here</a:t>
              </a:r>
              <a:endParaRPr lang="en-US" altLang="zh-CN" sz="1800" b="1" dirty="0">
                <a:solidFill>
                  <a:schemeClr val="bg1"/>
                </a:solidFill>
              </a:endParaRPr>
            </a:p>
          </p:txBody>
        </p:sp>
        <p:grpSp>
          <p:nvGrpSpPr>
            <p:cNvPr id="20" name="ïśļídè"/>
            <p:cNvGrpSpPr/>
            <p:nvPr/>
          </p:nvGrpSpPr>
          <p:grpSpPr>
            <a:xfrm>
              <a:off x="756750" y="4194000"/>
              <a:ext cx="2729250" cy="633368"/>
              <a:chOff x="666750" y="1573270"/>
              <a:chExt cx="2729250" cy="633368"/>
            </a:xfrm>
          </p:grpSpPr>
          <p:sp>
            <p:nvSpPr>
              <p:cNvPr id="27" name="íš1îḋè"/>
              <p:cNvSpPr/>
              <p:nvPr/>
            </p:nvSpPr>
            <p:spPr>
              <a:xfrm>
                <a:off x="1806824" y="1573270"/>
                <a:ext cx="449102" cy="272872"/>
              </a:xfrm>
              <a:prstGeom prst="rect">
                <a:avLst/>
              </a:prstGeom>
            </p:spPr>
            <p:txBody>
              <a:bodyPr wrap="none">
                <a:prstTxWarp prst="textPlain">
                  <a:avLst/>
                </a:prstTxWarp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accent1"/>
                    </a:solidFill>
                  </a:rPr>
                  <a:t>36K</a:t>
                </a:r>
                <a:endParaRPr lang="en-US" altLang="zh-CN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28" name="iṩļïďê"/>
              <p:cNvSpPr/>
              <p:nvPr/>
            </p:nvSpPr>
            <p:spPr bwMode="auto">
              <a:xfrm>
                <a:off x="666750" y="1864170"/>
                <a:ext cx="2729250" cy="3424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lang="en-US" altLang="zh-CN" sz="1200" dirty="0"/>
                  <a:t>Supporting text here. </a:t>
                </a:r>
                <a:endParaRPr lang="en-US" altLang="zh-CN" sz="1200" dirty="0"/>
              </a:p>
            </p:txBody>
          </p:sp>
        </p:grpSp>
        <p:grpSp>
          <p:nvGrpSpPr>
            <p:cNvPr id="21" name="îṣḻíḋé"/>
            <p:cNvGrpSpPr/>
            <p:nvPr/>
          </p:nvGrpSpPr>
          <p:grpSpPr>
            <a:xfrm>
              <a:off x="4731375" y="4194000"/>
              <a:ext cx="2729250" cy="633368"/>
              <a:chOff x="666750" y="1573270"/>
              <a:chExt cx="2729250" cy="633368"/>
            </a:xfrm>
          </p:grpSpPr>
          <p:sp>
            <p:nvSpPr>
              <p:cNvPr id="25" name="îṥľiḑé"/>
              <p:cNvSpPr/>
              <p:nvPr/>
            </p:nvSpPr>
            <p:spPr>
              <a:xfrm>
                <a:off x="1806824" y="1573270"/>
                <a:ext cx="449102" cy="272872"/>
              </a:xfrm>
              <a:prstGeom prst="rect">
                <a:avLst/>
              </a:prstGeom>
            </p:spPr>
            <p:txBody>
              <a:bodyPr wrap="none">
                <a:prstTxWarp prst="textPlain">
                  <a:avLst/>
                </a:prstTxWarp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accent1"/>
                    </a:solidFill>
                  </a:rPr>
                  <a:t>42K</a:t>
                </a:r>
                <a:endParaRPr lang="en-US" altLang="zh-CN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26" name="îṥļiḍé"/>
              <p:cNvSpPr/>
              <p:nvPr/>
            </p:nvSpPr>
            <p:spPr bwMode="auto">
              <a:xfrm>
                <a:off x="666750" y="1864170"/>
                <a:ext cx="2729250" cy="3424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lang="en-US" altLang="zh-CN" sz="1200" dirty="0"/>
                  <a:t>Supporting text here. </a:t>
                </a:r>
                <a:endParaRPr lang="en-US" altLang="zh-CN" sz="1200" dirty="0"/>
              </a:p>
            </p:txBody>
          </p:sp>
        </p:grpSp>
        <p:grpSp>
          <p:nvGrpSpPr>
            <p:cNvPr id="22" name="îsľíde"/>
            <p:cNvGrpSpPr/>
            <p:nvPr/>
          </p:nvGrpSpPr>
          <p:grpSpPr>
            <a:xfrm>
              <a:off x="8706000" y="4194000"/>
              <a:ext cx="2729250" cy="633368"/>
              <a:chOff x="666750" y="1573270"/>
              <a:chExt cx="2729250" cy="633368"/>
            </a:xfrm>
          </p:grpSpPr>
          <p:sp>
            <p:nvSpPr>
              <p:cNvPr id="23" name="îšḻíḑè"/>
              <p:cNvSpPr/>
              <p:nvPr/>
            </p:nvSpPr>
            <p:spPr>
              <a:xfrm>
                <a:off x="1806824" y="1573270"/>
                <a:ext cx="449102" cy="272872"/>
              </a:xfrm>
              <a:prstGeom prst="rect">
                <a:avLst/>
              </a:prstGeom>
            </p:spPr>
            <p:txBody>
              <a:bodyPr wrap="none">
                <a:prstTxWarp prst="textPlain">
                  <a:avLst/>
                </a:prstTxWarp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accent1"/>
                    </a:solidFill>
                  </a:rPr>
                  <a:t>52K</a:t>
                </a:r>
                <a:endParaRPr lang="en-US" altLang="zh-CN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24" name="îślíḋe"/>
              <p:cNvSpPr/>
              <p:nvPr/>
            </p:nvSpPr>
            <p:spPr bwMode="auto">
              <a:xfrm>
                <a:off x="666750" y="1864170"/>
                <a:ext cx="2729250" cy="3424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lang="en-US" altLang="zh-CN" sz="1200" dirty="0"/>
                  <a:t>Supporting text here. </a:t>
                </a:r>
                <a:endParaRPr lang="en-US" altLang="zh-CN" sz="1200" dirty="0"/>
              </a:p>
            </p:txBody>
          </p:sp>
        </p:grpSp>
      </p:grpSp>
      <p:pic>
        <p:nvPicPr>
          <p:cNvPr id="35" name="图片 34" descr="中科大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0600" y="110490"/>
            <a:ext cx="769620" cy="7696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4"/>
          <p:cNvSpPr>
            <a:spLocks noGrp="1"/>
          </p:cNvSpPr>
          <p:nvPr>
            <p:ph type="title"/>
          </p:nvPr>
        </p:nvSpPr>
        <p:spPr>
          <a:xfrm>
            <a:off x="4258653" y="2112478"/>
            <a:ext cx="5419185" cy="895350"/>
          </a:xfrm>
        </p:spPr>
        <p:txBody>
          <a:bodyPr/>
          <a:lstStyle/>
          <a:p>
            <a:r>
              <a:rPr lang="en-US" altLang="zh-CN" dirty="0"/>
              <a:t>Section Header Here</a:t>
            </a:r>
            <a:endParaRPr lang="zh-CN" altLang="en-US" dirty="0"/>
          </a:p>
        </p:txBody>
      </p:sp>
      <p:sp>
        <p:nvSpPr>
          <p:cNvPr id="8" name="文本占位符 5"/>
          <p:cNvSpPr>
            <a:spLocks noGrp="1"/>
          </p:cNvSpPr>
          <p:nvPr>
            <p:ph type="body" idx="1"/>
          </p:nvPr>
        </p:nvSpPr>
        <p:spPr>
          <a:xfrm>
            <a:off x="4259769" y="3007828"/>
            <a:ext cx="5419185" cy="1015623"/>
          </a:xfrm>
        </p:spPr>
        <p:txBody>
          <a:bodyPr/>
          <a:lstStyle/>
          <a:p>
            <a:pPr lvl="0">
              <a:lnSpc>
                <a:spcPct val="100000"/>
              </a:lnSpc>
            </a:pPr>
            <a:r>
              <a:rPr lang="en-US" altLang="zh-CN" dirty="0"/>
              <a:t>Supporting text here.</a:t>
            </a:r>
            <a:endParaRPr lang="en-US" altLang="zh-CN" dirty="0"/>
          </a:p>
          <a:p>
            <a:pPr lvl="0">
              <a:lnSpc>
                <a:spcPct val="100000"/>
              </a:lnSpc>
            </a:pPr>
            <a:r>
              <a:rPr lang="en-US" altLang="zh-CN" dirty="0"/>
              <a:t>When you copy &amp; paste, choose "keep text only" option.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389710" y="2654170"/>
            <a:ext cx="102351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</a:t>
            </a:r>
            <a:r>
              <a:rPr lang="en-US" altLang="zh-CN" spc="100" dirty="0" smtClean="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05</a:t>
            </a:r>
            <a:endParaRPr lang="zh-CN" altLang="en-US" spc="100" dirty="0">
              <a:solidFill>
                <a:schemeClr val="accent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图片 1" descr="中科大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0600" y="110490"/>
            <a:ext cx="769620" cy="7696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5" name="288dc134-d3a1-4a6d-81d0-87365728f23a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501315" y="1616655"/>
            <a:ext cx="8962136" cy="4126268"/>
            <a:chOff x="1501315" y="1616655"/>
            <a:chExt cx="8962136" cy="4126268"/>
          </a:xfrm>
        </p:grpSpPr>
        <p:sp>
          <p:nvSpPr>
            <p:cNvPr id="6" name="ïşļïďé"/>
            <p:cNvSpPr txBox="1"/>
            <p:nvPr/>
          </p:nvSpPr>
          <p:spPr>
            <a:xfrm>
              <a:off x="1576399" y="1616655"/>
              <a:ext cx="1824568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1">
              <a:normAutofit lnSpcReduction="10000"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de-DE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Text here</a:t>
              </a:r>
              <a:endPara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iŝļïḑè"/>
            <p:cNvSpPr/>
            <p:nvPr/>
          </p:nvSpPr>
          <p:spPr>
            <a:xfrm>
              <a:off x="2160726" y="2289930"/>
              <a:ext cx="655912" cy="56575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2019" y="95496"/>
                  </a:moveTo>
                  <a:lnTo>
                    <a:pt x="92019" y="95496"/>
                  </a:lnTo>
                  <a:cubicBezTo>
                    <a:pt x="87881" y="95496"/>
                    <a:pt x="86502" y="92290"/>
                    <a:pt x="86502" y="89083"/>
                  </a:cubicBezTo>
                  <a:cubicBezTo>
                    <a:pt x="86502" y="85877"/>
                    <a:pt x="87881" y="82442"/>
                    <a:pt x="92019" y="82442"/>
                  </a:cubicBezTo>
                  <a:cubicBezTo>
                    <a:pt x="100295" y="82442"/>
                    <a:pt x="108768" y="74427"/>
                    <a:pt x="108768" y="63206"/>
                  </a:cubicBezTo>
                  <a:cubicBezTo>
                    <a:pt x="108768" y="56564"/>
                    <a:pt x="105812" y="51755"/>
                    <a:pt x="103054" y="48549"/>
                  </a:cubicBezTo>
                  <a:cubicBezTo>
                    <a:pt x="101674" y="48549"/>
                    <a:pt x="101674" y="48549"/>
                    <a:pt x="101674" y="46946"/>
                  </a:cubicBezTo>
                  <a:lnTo>
                    <a:pt x="100295" y="46946"/>
                  </a:lnTo>
                  <a:lnTo>
                    <a:pt x="98916" y="45343"/>
                  </a:lnTo>
                  <a:lnTo>
                    <a:pt x="97536" y="45343"/>
                  </a:lnTo>
                  <a:cubicBezTo>
                    <a:pt x="97536" y="45343"/>
                    <a:pt x="96157" y="45343"/>
                    <a:pt x="96157" y="43740"/>
                  </a:cubicBezTo>
                  <a:cubicBezTo>
                    <a:pt x="94778" y="43740"/>
                    <a:pt x="94778" y="43740"/>
                    <a:pt x="94778" y="43740"/>
                  </a:cubicBezTo>
                  <a:cubicBezTo>
                    <a:pt x="94778" y="43740"/>
                    <a:pt x="94778" y="43740"/>
                    <a:pt x="93399" y="43740"/>
                  </a:cubicBezTo>
                  <a:cubicBezTo>
                    <a:pt x="92019" y="43740"/>
                    <a:pt x="92019" y="43740"/>
                    <a:pt x="92019" y="43740"/>
                  </a:cubicBezTo>
                  <a:lnTo>
                    <a:pt x="90640" y="43740"/>
                  </a:lnTo>
                  <a:cubicBezTo>
                    <a:pt x="90640" y="42137"/>
                    <a:pt x="90640" y="42137"/>
                    <a:pt x="90640" y="40534"/>
                  </a:cubicBezTo>
                  <a:cubicBezTo>
                    <a:pt x="90640" y="38702"/>
                    <a:pt x="89261" y="38702"/>
                    <a:pt x="89261" y="37099"/>
                  </a:cubicBezTo>
                  <a:cubicBezTo>
                    <a:pt x="89261" y="35496"/>
                    <a:pt x="89261" y="35496"/>
                    <a:pt x="87881" y="33893"/>
                  </a:cubicBezTo>
                  <a:cubicBezTo>
                    <a:pt x="87881" y="32290"/>
                    <a:pt x="87881" y="32290"/>
                    <a:pt x="86502" y="30687"/>
                  </a:cubicBezTo>
                  <a:cubicBezTo>
                    <a:pt x="80788" y="21068"/>
                    <a:pt x="71133" y="12824"/>
                    <a:pt x="59901" y="12824"/>
                  </a:cubicBezTo>
                  <a:cubicBezTo>
                    <a:pt x="48866" y="12824"/>
                    <a:pt x="39014" y="21068"/>
                    <a:pt x="33497" y="30687"/>
                  </a:cubicBezTo>
                  <a:cubicBezTo>
                    <a:pt x="32118" y="32290"/>
                    <a:pt x="32118" y="32290"/>
                    <a:pt x="32118" y="33893"/>
                  </a:cubicBezTo>
                  <a:cubicBezTo>
                    <a:pt x="30738" y="35496"/>
                    <a:pt x="30738" y="35496"/>
                    <a:pt x="30738" y="37099"/>
                  </a:cubicBezTo>
                  <a:cubicBezTo>
                    <a:pt x="30738" y="38702"/>
                    <a:pt x="29359" y="38702"/>
                    <a:pt x="29359" y="40534"/>
                  </a:cubicBezTo>
                  <a:cubicBezTo>
                    <a:pt x="29359" y="42137"/>
                    <a:pt x="29359" y="42137"/>
                    <a:pt x="29359" y="43740"/>
                  </a:cubicBezTo>
                  <a:lnTo>
                    <a:pt x="27980" y="43740"/>
                  </a:lnTo>
                  <a:cubicBezTo>
                    <a:pt x="27980" y="43740"/>
                    <a:pt x="27980" y="43740"/>
                    <a:pt x="26600" y="43740"/>
                  </a:cubicBezTo>
                  <a:cubicBezTo>
                    <a:pt x="25221" y="43740"/>
                    <a:pt x="25221" y="43740"/>
                    <a:pt x="25221" y="43740"/>
                  </a:cubicBezTo>
                  <a:cubicBezTo>
                    <a:pt x="25221" y="43740"/>
                    <a:pt x="25221" y="43740"/>
                    <a:pt x="23842" y="43740"/>
                  </a:cubicBezTo>
                  <a:cubicBezTo>
                    <a:pt x="23842" y="45343"/>
                    <a:pt x="22266" y="45343"/>
                    <a:pt x="22266" y="45343"/>
                  </a:cubicBezTo>
                  <a:lnTo>
                    <a:pt x="20886" y="45343"/>
                  </a:lnTo>
                  <a:lnTo>
                    <a:pt x="19507" y="46946"/>
                  </a:lnTo>
                  <a:lnTo>
                    <a:pt x="18128" y="46946"/>
                  </a:lnTo>
                  <a:cubicBezTo>
                    <a:pt x="18128" y="48549"/>
                    <a:pt x="18128" y="48549"/>
                    <a:pt x="16748" y="48549"/>
                  </a:cubicBezTo>
                  <a:cubicBezTo>
                    <a:pt x="13990" y="51755"/>
                    <a:pt x="11231" y="56564"/>
                    <a:pt x="11231" y="63206"/>
                  </a:cubicBezTo>
                  <a:cubicBezTo>
                    <a:pt x="11231" y="74427"/>
                    <a:pt x="19507" y="82442"/>
                    <a:pt x="27980" y="82442"/>
                  </a:cubicBezTo>
                  <a:cubicBezTo>
                    <a:pt x="32118" y="82442"/>
                    <a:pt x="33497" y="85877"/>
                    <a:pt x="33497" y="89083"/>
                  </a:cubicBezTo>
                  <a:cubicBezTo>
                    <a:pt x="33497" y="92290"/>
                    <a:pt x="32118" y="95496"/>
                    <a:pt x="27980" y="95496"/>
                  </a:cubicBezTo>
                  <a:cubicBezTo>
                    <a:pt x="12610" y="95496"/>
                    <a:pt x="0" y="80839"/>
                    <a:pt x="0" y="63206"/>
                  </a:cubicBezTo>
                  <a:cubicBezTo>
                    <a:pt x="0" y="48549"/>
                    <a:pt x="8472" y="35496"/>
                    <a:pt x="19507" y="32290"/>
                  </a:cubicBezTo>
                  <a:cubicBezTo>
                    <a:pt x="26600" y="12824"/>
                    <a:pt x="41773" y="0"/>
                    <a:pt x="59901" y="0"/>
                  </a:cubicBezTo>
                  <a:cubicBezTo>
                    <a:pt x="78029" y="0"/>
                    <a:pt x="93399" y="12824"/>
                    <a:pt x="100295" y="32290"/>
                  </a:cubicBezTo>
                  <a:cubicBezTo>
                    <a:pt x="111527" y="35496"/>
                    <a:pt x="119802" y="48549"/>
                    <a:pt x="119802" y="63206"/>
                  </a:cubicBezTo>
                  <a:cubicBezTo>
                    <a:pt x="119802" y="80839"/>
                    <a:pt x="107389" y="95496"/>
                    <a:pt x="92019" y="95496"/>
                  </a:cubicBezTo>
                  <a:close/>
                  <a:moveTo>
                    <a:pt x="39014" y="80839"/>
                  </a:moveTo>
                  <a:lnTo>
                    <a:pt x="39014" y="80839"/>
                  </a:lnTo>
                  <a:cubicBezTo>
                    <a:pt x="55763" y="58167"/>
                    <a:pt x="55763" y="58167"/>
                    <a:pt x="55763" y="58167"/>
                  </a:cubicBezTo>
                  <a:cubicBezTo>
                    <a:pt x="57142" y="58167"/>
                    <a:pt x="58522" y="56564"/>
                    <a:pt x="59901" y="56564"/>
                  </a:cubicBezTo>
                  <a:cubicBezTo>
                    <a:pt x="61280" y="56564"/>
                    <a:pt x="62660" y="58167"/>
                    <a:pt x="64236" y="58167"/>
                  </a:cubicBezTo>
                  <a:cubicBezTo>
                    <a:pt x="80788" y="80839"/>
                    <a:pt x="80788" y="80839"/>
                    <a:pt x="80788" y="80839"/>
                  </a:cubicBezTo>
                  <a:cubicBezTo>
                    <a:pt x="82167" y="80839"/>
                    <a:pt x="82167" y="82442"/>
                    <a:pt x="82167" y="84045"/>
                  </a:cubicBezTo>
                  <a:cubicBezTo>
                    <a:pt x="82167" y="89083"/>
                    <a:pt x="79408" y="90687"/>
                    <a:pt x="76650" y="90687"/>
                  </a:cubicBezTo>
                  <a:cubicBezTo>
                    <a:pt x="75270" y="90687"/>
                    <a:pt x="73891" y="90687"/>
                    <a:pt x="72512" y="89083"/>
                  </a:cubicBezTo>
                  <a:cubicBezTo>
                    <a:pt x="65615" y="79236"/>
                    <a:pt x="65615" y="79236"/>
                    <a:pt x="65615" y="79236"/>
                  </a:cubicBezTo>
                  <a:cubicBezTo>
                    <a:pt x="65615" y="113358"/>
                    <a:pt x="65615" y="113358"/>
                    <a:pt x="65615" y="113358"/>
                  </a:cubicBezTo>
                  <a:cubicBezTo>
                    <a:pt x="65615" y="116564"/>
                    <a:pt x="62660" y="119770"/>
                    <a:pt x="59901" y="119770"/>
                  </a:cubicBezTo>
                  <a:cubicBezTo>
                    <a:pt x="57142" y="119770"/>
                    <a:pt x="54384" y="116564"/>
                    <a:pt x="54384" y="113358"/>
                  </a:cubicBezTo>
                  <a:cubicBezTo>
                    <a:pt x="54384" y="79236"/>
                    <a:pt x="54384" y="79236"/>
                    <a:pt x="54384" y="79236"/>
                  </a:cubicBezTo>
                  <a:cubicBezTo>
                    <a:pt x="47487" y="89083"/>
                    <a:pt x="47487" y="89083"/>
                    <a:pt x="47487" y="89083"/>
                  </a:cubicBezTo>
                  <a:cubicBezTo>
                    <a:pt x="46108" y="90687"/>
                    <a:pt x="44532" y="90687"/>
                    <a:pt x="43152" y="90687"/>
                  </a:cubicBezTo>
                  <a:cubicBezTo>
                    <a:pt x="40394" y="90687"/>
                    <a:pt x="37635" y="89083"/>
                    <a:pt x="37635" y="84045"/>
                  </a:cubicBezTo>
                  <a:cubicBezTo>
                    <a:pt x="37635" y="82442"/>
                    <a:pt x="37635" y="80839"/>
                    <a:pt x="39014" y="8083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 anchorCtr="0">
              <a:normAutofit fontScale="25000" lnSpcReduction="20000"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ïsľiḍè"/>
            <p:cNvSpPr txBox="1"/>
            <p:nvPr/>
          </p:nvSpPr>
          <p:spPr>
            <a:xfrm>
              <a:off x="1576399" y="3137183"/>
              <a:ext cx="1824568" cy="102090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Copy paste fonts. Choose the only option to retain text.…</a:t>
              </a:r>
              <a:r>
                <a:rPr kumimoji="0" lang="de-DE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.</a:t>
              </a:r>
              <a:endPara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îŝḻíḓe"/>
            <p:cNvSpPr/>
            <p:nvPr/>
          </p:nvSpPr>
          <p:spPr>
            <a:xfrm>
              <a:off x="1501315" y="4244365"/>
              <a:ext cx="1974733" cy="64435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de-DE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BD374A">
                      <a:lumMod val="75000"/>
                    </a:srgbClr>
                  </a:solidFill>
                  <a:effectLst/>
                  <a:uLnTx/>
                  <a:uFillTx/>
                </a:rPr>
                <a:t>...</a:t>
              </a:r>
              <a:r>
                <a:rPr kumimoji="0" lang="de-DE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BD374A">
                      <a:lumMod val="75000"/>
                    </a:srgbClr>
                  </a:solidFill>
                  <a:effectLst/>
                  <a:uLnTx/>
                  <a:uFillTx/>
                </a:rPr>
                <a:t> ￥ | 27 %</a:t>
              </a:r>
              <a:endPara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rgbClr val="BD374A">
                    <a:lumMod val="75000"/>
                  </a:srgbClr>
                </a:solidFill>
                <a:effectLst/>
                <a:uLnTx/>
                <a:uFillTx/>
              </a:endParaRPr>
            </a:p>
          </p:txBody>
        </p:sp>
        <p:sp>
          <p:nvSpPr>
            <p:cNvPr id="10" name="îṩḷiďé"/>
            <p:cNvSpPr/>
            <p:nvPr/>
          </p:nvSpPr>
          <p:spPr>
            <a:xfrm>
              <a:off x="5148997" y="1776705"/>
              <a:ext cx="1905000" cy="30736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7822" y="0"/>
                  </a:moveTo>
                  <a:cubicBezTo>
                    <a:pt x="3505" y="0"/>
                    <a:pt x="0" y="2172"/>
                    <a:pt x="0" y="4850"/>
                  </a:cubicBezTo>
                  <a:lnTo>
                    <a:pt x="0" y="106711"/>
                  </a:lnTo>
                  <a:cubicBezTo>
                    <a:pt x="0" y="109388"/>
                    <a:pt x="3505" y="111561"/>
                    <a:pt x="7822" y="111561"/>
                  </a:cubicBezTo>
                  <a:lnTo>
                    <a:pt x="52000" y="111561"/>
                  </a:lnTo>
                  <a:lnTo>
                    <a:pt x="60000" y="120000"/>
                  </a:lnTo>
                  <a:lnTo>
                    <a:pt x="68000" y="111561"/>
                  </a:lnTo>
                  <a:lnTo>
                    <a:pt x="112177" y="111561"/>
                  </a:lnTo>
                  <a:cubicBezTo>
                    <a:pt x="116494" y="111561"/>
                    <a:pt x="120000" y="109388"/>
                    <a:pt x="120000" y="106711"/>
                  </a:cubicBezTo>
                  <a:lnTo>
                    <a:pt x="120000" y="4850"/>
                  </a:lnTo>
                  <a:cubicBezTo>
                    <a:pt x="120000" y="2172"/>
                    <a:pt x="116494" y="0"/>
                    <a:pt x="112177" y="0"/>
                  </a:cubicBezTo>
                  <a:lnTo>
                    <a:pt x="78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 anchorCtr="0">
              <a:normAutofit fontScale="25000" lnSpcReduction="20000"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iṥļîďe"/>
            <p:cNvSpPr/>
            <p:nvPr/>
          </p:nvSpPr>
          <p:spPr>
            <a:xfrm>
              <a:off x="5883540" y="2938392"/>
              <a:ext cx="489556" cy="48968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3568" y="87947"/>
                  </a:moveTo>
                  <a:lnTo>
                    <a:pt x="93568" y="87947"/>
                  </a:lnTo>
                  <a:cubicBezTo>
                    <a:pt x="78502" y="103046"/>
                    <a:pt x="54185" y="104900"/>
                    <a:pt x="37533" y="91655"/>
                  </a:cubicBezTo>
                  <a:cubicBezTo>
                    <a:pt x="13215" y="116026"/>
                    <a:pt x="13215" y="116026"/>
                    <a:pt x="13215" y="116026"/>
                  </a:cubicBezTo>
                  <a:cubicBezTo>
                    <a:pt x="9515" y="119735"/>
                    <a:pt x="5814" y="119735"/>
                    <a:pt x="1850" y="116026"/>
                  </a:cubicBezTo>
                  <a:cubicBezTo>
                    <a:pt x="0" y="114172"/>
                    <a:pt x="0" y="108609"/>
                    <a:pt x="1850" y="104900"/>
                  </a:cubicBezTo>
                  <a:cubicBezTo>
                    <a:pt x="28017" y="80529"/>
                    <a:pt x="28017" y="80529"/>
                    <a:pt x="28017" y="80529"/>
                  </a:cubicBezTo>
                  <a:cubicBezTo>
                    <a:pt x="15066" y="63576"/>
                    <a:pt x="15066" y="39205"/>
                    <a:pt x="31718" y="24370"/>
                  </a:cubicBezTo>
                  <a:cubicBezTo>
                    <a:pt x="46784" y="9271"/>
                    <a:pt x="46784" y="9271"/>
                    <a:pt x="46784" y="9271"/>
                  </a:cubicBezTo>
                  <a:cubicBezTo>
                    <a:pt x="56035" y="20662"/>
                    <a:pt x="56035" y="20662"/>
                    <a:pt x="56035" y="20662"/>
                  </a:cubicBezTo>
                  <a:cubicBezTo>
                    <a:pt x="74801" y="1854"/>
                    <a:pt x="74801" y="1854"/>
                    <a:pt x="74801" y="1854"/>
                  </a:cubicBezTo>
                  <a:cubicBezTo>
                    <a:pt x="76651" y="0"/>
                    <a:pt x="82202" y="0"/>
                    <a:pt x="84052" y="1854"/>
                  </a:cubicBezTo>
                  <a:cubicBezTo>
                    <a:pt x="88017" y="5562"/>
                    <a:pt x="88017" y="9271"/>
                    <a:pt x="84052" y="13245"/>
                  </a:cubicBezTo>
                  <a:cubicBezTo>
                    <a:pt x="67400" y="29933"/>
                    <a:pt x="67400" y="29933"/>
                    <a:pt x="67400" y="29933"/>
                  </a:cubicBezTo>
                  <a:cubicBezTo>
                    <a:pt x="88017" y="50596"/>
                    <a:pt x="88017" y="50596"/>
                    <a:pt x="88017" y="50596"/>
                  </a:cubicBezTo>
                  <a:cubicBezTo>
                    <a:pt x="104669" y="33642"/>
                    <a:pt x="104669" y="33642"/>
                    <a:pt x="104669" y="33642"/>
                  </a:cubicBezTo>
                  <a:cubicBezTo>
                    <a:pt x="108370" y="31788"/>
                    <a:pt x="113920" y="31788"/>
                    <a:pt x="115770" y="33642"/>
                  </a:cubicBezTo>
                  <a:cubicBezTo>
                    <a:pt x="119735" y="37350"/>
                    <a:pt x="119735" y="41059"/>
                    <a:pt x="115770" y="45033"/>
                  </a:cubicBezTo>
                  <a:cubicBezTo>
                    <a:pt x="99118" y="61721"/>
                    <a:pt x="99118" y="61721"/>
                    <a:pt x="99118" y="61721"/>
                  </a:cubicBezTo>
                  <a:cubicBezTo>
                    <a:pt x="108370" y="73112"/>
                    <a:pt x="108370" y="73112"/>
                    <a:pt x="108370" y="73112"/>
                  </a:cubicBezTo>
                  <a:lnTo>
                    <a:pt x="93568" y="87947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wrap="square" lIns="91440" tIns="45720" rIns="91440" bIns="45720" anchor="ctr" anchorCtr="0">
              <a:normAutofit fontScale="25000" lnSpcReduction="20000"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íṣļïďé"/>
            <p:cNvSpPr txBox="1"/>
            <p:nvPr/>
          </p:nvSpPr>
          <p:spPr>
            <a:xfrm>
              <a:off x="5094673" y="2175893"/>
              <a:ext cx="1953171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 lnSpcReduction="10000"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de-DE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Text here</a:t>
              </a:r>
              <a:endPara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îṡľîḓè"/>
            <p:cNvSpPr txBox="1"/>
            <p:nvPr/>
          </p:nvSpPr>
          <p:spPr>
            <a:xfrm>
              <a:off x="5210913" y="3696419"/>
              <a:ext cx="1775815" cy="90258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 lnSpcReduction="10000"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Copy paste fonts. Choose the only option to retain text.….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isľiďe"/>
            <p:cNvSpPr/>
            <p:nvPr/>
          </p:nvSpPr>
          <p:spPr>
            <a:xfrm>
              <a:off x="5106702" y="5098572"/>
              <a:ext cx="1974733" cy="64435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de-DE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BD374A">
                      <a:lumMod val="75000"/>
                    </a:srgbClr>
                  </a:solidFill>
                  <a:effectLst/>
                  <a:uLnTx/>
                  <a:uFillTx/>
                </a:rPr>
                <a:t>... ￥</a:t>
              </a:r>
              <a:r>
                <a:rPr kumimoji="0" lang="de-DE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BD374A">
                      <a:lumMod val="75000"/>
                    </a:srgbClr>
                  </a:solidFill>
                  <a:effectLst/>
                  <a:uLnTx/>
                  <a:uFillTx/>
                </a:rPr>
                <a:t> | 56 %</a:t>
              </a:r>
              <a:endPara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rgbClr val="BD374A">
                    <a:lumMod val="75000"/>
                  </a:srgbClr>
                </a:solidFill>
                <a:effectLst/>
                <a:uLnTx/>
                <a:uFillTx/>
              </a:endParaRPr>
            </a:p>
          </p:txBody>
        </p:sp>
        <p:cxnSp>
          <p:nvCxnSpPr>
            <p:cNvPr id="15" name="直接箭头连接符 14"/>
            <p:cNvCxnSpPr/>
            <p:nvPr/>
          </p:nvCxnSpPr>
          <p:spPr>
            <a:xfrm>
              <a:off x="4283645" y="1814052"/>
              <a:ext cx="0" cy="3229897"/>
            </a:xfrm>
            <a:prstGeom prst="straightConnector1">
              <a:avLst/>
            </a:prstGeom>
            <a:ln w="3175" cap="rnd">
              <a:solidFill>
                <a:schemeClr val="tx2">
                  <a:lumMod val="90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íŝlíḋè"/>
            <p:cNvSpPr/>
            <p:nvPr/>
          </p:nvSpPr>
          <p:spPr>
            <a:xfrm>
              <a:off x="9212275" y="2301633"/>
              <a:ext cx="534431" cy="514678"/>
            </a:xfrm>
            <a:custGeom>
              <a:avLst/>
              <a:gdLst>
                <a:gd name="connsiteX0" fmla="*/ 216243 w 609050"/>
                <a:gd name="connsiteY0" fmla="*/ 412730 h 586540"/>
                <a:gd name="connsiteX1" fmla="*/ 216243 w 609050"/>
                <a:gd name="connsiteY1" fmla="*/ 456594 h 586540"/>
                <a:gd name="connsiteX2" fmla="*/ 293953 w 609050"/>
                <a:gd name="connsiteY2" fmla="*/ 456594 h 586540"/>
                <a:gd name="connsiteX3" fmla="*/ 293953 w 609050"/>
                <a:gd name="connsiteY3" fmla="*/ 412730 h 586540"/>
                <a:gd name="connsiteX4" fmla="*/ 69884 w 609050"/>
                <a:gd name="connsiteY4" fmla="*/ 412730 h 586540"/>
                <a:gd name="connsiteX5" fmla="*/ 69884 w 609050"/>
                <a:gd name="connsiteY5" fmla="*/ 456594 h 586540"/>
                <a:gd name="connsiteX6" fmla="*/ 147595 w 609050"/>
                <a:gd name="connsiteY6" fmla="*/ 456594 h 586540"/>
                <a:gd name="connsiteX7" fmla="*/ 147595 w 609050"/>
                <a:gd name="connsiteY7" fmla="*/ 412730 h 586540"/>
                <a:gd name="connsiteX8" fmla="*/ 460769 w 609050"/>
                <a:gd name="connsiteY8" fmla="*/ 376268 h 586540"/>
                <a:gd name="connsiteX9" fmla="*/ 460769 w 609050"/>
                <a:gd name="connsiteY9" fmla="*/ 414786 h 586540"/>
                <a:gd name="connsiteX10" fmla="*/ 555916 w 609050"/>
                <a:gd name="connsiteY10" fmla="*/ 414786 h 586540"/>
                <a:gd name="connsiteX11" fmla="*/ 555916 w 609050"/>
                <a:gd name="connsiteY11" fmla="*/ 376268 h 586540"/>
                <a:gd name="connsiteX12" fmla="*/ 216243 w 609050"/>
                <a:gd name="connsiteY12" fmla="*/ 339670 h 586540"/>
                <a:gd name="connsiteX13" fmla="*/ 216243 w 609050"/>
                <a:gd name="connsiteY13" fmla="*/ 383533 h 586540"/>
                <a:gd name="connsiteX14" fmla="*/ 293953 w 609050"/>
                <a:gd name="connsiteY14" fmla="*/ 383533 h 586540"/>
                <a:gd name="connsiteX15" fmla="*/ 293953 w 609050"/>
                <a:gd name="connsiteY15" fmla="*/ 339670 h 586540"/>
                <a:gd name="connsiteX16" fmla="*/ 69884 w 609050"/>
                <a:gd name="connsiteY16" fmla="*/ 339670 h 586540"/>
                <a:gd name="connsiteX17" fmla="*/ 69884 w 609050"/>
                <a:gd name="connsiteY17" fmla="*/ 383533 h 586540"/>
                <a:gd name="connsiteX18" fmla="*/ 147595 w 609050"/>
                <a:gd name="connsiteY18" fmla="*/ 383533 h 586540"/>
                <a:gd name="connsiteX19" fmla="*/ 147595 w 609050"/>
                <a:gd name="connsiteY19" fmla="*/ 339670 h 586540"/>
                <a:gd name="connsiteX20" fmla="*/ 460769 w 609050"/>
                <a:gd name="connsiteY20" fmla="*/ 303071 h 586540"/>
                <a:gd name="connsiteX21" fmla="*/ 460769 w 609050"/>
                <a:gd name="connsiteY21" fmla="*/ 341726 h 586540"/>
                <a:gd name="connsiteX22" fmla="*/ 555916 w 609050"/>
                <a:gd name="connsiteY22" fmla="*/ 341726 h 586540"/>
                <a:gd name="connsiteX23" fmla="*/ 555916 w 609050"/>
                <a:gd name="connsiteY23" fmla="*/ 303071 h 586540"/>
                <a:gd name="connsiteX24" fmla="*/ 216243 w 609050"/>
                <a:gd name="connsiteY24" fmla="*/ 266609 h 586540"/>
                <a:gd name="connsiteX25" fmla="*/ 216243 w 609050"/>
                <a:gd name="connsiteY25" fmla="*/ 310473 h 586540"/>
                <a:gd name="connsiteX26" fmla="*/ 293953 w 609050"/>
                <a:gd name="connsiteY26" fmla="*/ 310473 h 586540"/>
                <a:gd name="connsiteX27" fmla="*/ 293953 w 609050"/>
                <a:gd name="connsiteY27" fmla="*/ 266609 h 586540"/>
                <a:gd name="connsiteX28" fmla="*/ 69884 w 609050"/>
                <a:gd name="connsiteY28" fmla="*/ 266609 h 586540"/>
                <a:gd name="connsiteX29" fmla="*/ 69884 w 609050"/>
                <a:gd name="connsiteY29" fmla="*/ 310473 h 586540"/>
                <a:gd name="connsiteX30" fmla="*/ 147595 w 609050"/>
                <a:gd name="connsiteY30" fmla="*/ 310473 h 586540"/>
                <a:gd name="connsiteX31" fmla="*/ 147595 w 609050"/>
                <a:gd name="connsiteY31" fmla="*/ 266609 h 586540"/>
                <a:gd name="connsiteX32" fmla="*/ 460769 w 609050"/>
                <a:gd name="connsiteY32" fmla="*/ 230010 h 586540"/>
                <a:gd name="connsiteX33" fmla="*/ 460769 w 609050"/>
                <a:gd name="connsiteY33" fmla="*/ 268528 h 586540"/>
                <a:gd name="connsiteX34" fmla="*/ 555916 w 609050"/>
                <a:gd name="connsiteY34" fmla="*/ 268528 h 586540"/>
                <a:gd name="connsiteX35" fmla="*/ 555916 w 609050"/>
                <a:gd name="connsiteY35" fmla="*/ 230010 h 586540"/>
                <a:gd name="connsiteX36" fmla="*/ 216243 w 609050"/>
                <a:gd name="connsiteY36" fmla="*/ 193549 h 586540"/>
                <a:gd name="connsiteX37" fmla="*/ 216243 w 609050"/>
                <a:gd name="connsiteY37" fmla="*/ 237412 h 586540"/>
                <a:gd name="connsiteX38" fmla="*/ 293953 w 609050"/>
                <a:gd name="connsiteY38" fmla="*/ 237412 h 586540"/>
                <a:gd name="connsiteX39" fmla="*/ 293953 w 609050"/>
                <a:gd name="connsiteY39" fmla="*/ 193549 h 586540"/>
                <a:gd name="connsiteX40" fmla="*/ 69884 w 609050"/>
                <a:gd name="connsiteY40" fmla="*/ 193549 h 586540"/>
                <a:gd name="connsiteX41" fmla="*/ 69884 w 609050"/>
                <a:gd name="connsiteY41" fmla="*/ 237412 h 586540"/>
                <a:gd name="connsiteX42" fmla="*/ 147595 w 609050"/>
                <a:gd name="connsiteY42" fmla="*/ 237412 h 586540"/>
                <a:gd name="connsiteX43" fmla="*/ 147595 w 609050"/>
                <a:gd name="connsiteY43" fmla="*/ 193549 h 586540"/>
                <a:gd name="connsiteX44" fmla="*/ 460769 w 609050"/>
                <a:gd name="connsiteY44" fmla="*/ 156950 h 586540"/>
                <a:gd name="connsiteX45" fmla="*/ 460769 w 609050"/>
                <a:gd name="connsiteY45" fmla="*/ 195468 h 586540"/>
                <a:gd name="connsiteX46" fmla="*/ 555916 w 609050"/>
                <a:gd name="connsiteY46" fmla="*/ 195468 h 586540"/>
                <a:gd name="connsiteX47" fmla="*/ 555916 w 609050"/>
                <a:gd name="connsiteY47" fmla="*/ 156950 h 586540"/>
                <a:gd name="connsiteX48" fmla="*/ 192926 w 609050"/>
                <a:gd name="connsiteY48" fmla="*/ 96251 h 586540"/>
                <a:gd name="connsiteX49" fmla="*/ 361366 w 609050"/>
                <a:gd name="connsiteY49" fmla="*/ 96251 h 586540"/>
                <a:gd name="connsiteX50" fmla="*/ 361366 w 609050"/>
                <a:gd name="connsiteY50" fmla="*/ 114880 h 586540"/>
                <a:gd name="connsiteX51" fmla="*/ 192926 w 609050"/>
                <a:gd name="connsiteY51" fmla="*/ 114880 h 586540"/>
                <a:gd name="connsiteX52" fmla="*/ 192926 w 609050"/>
                <a:gd name="connsiteY52" fmla="*/ 49819 h 586540"/>
                <a:gd name="connsiteX53" fmla="*/ 361366 w 609050"/>
                <a:gd name="connsiteY53" fmla="*/ 49819 h 586540"/>
                <a:gd name="connsiteX54" fmla="*/ 361366 w 609050"/>
                <a:gd name="connsiteY54" fmla="*/ 68307 h 586540"/>
                <a:gd name="connsiteX55" fmla="*/ 192926 w 609050"/>
                <a:gd name="connsiteY55" fmla="*/ 68307 h 586540"/>
                <a:gd name="connsiteX56" fmla="*/ 166130 w 609050"/>
                <a:gd name="connsiteY56" fmla="*/ 25222 h 586540"/>
                <a:gd name="connsiteX57" fmla="*/ 166130 w 609050"/>
                <a:gd name="connsiteY57" fmla="*/ 155716 h 586540"/>
                <a:gd name="connsiteX58" fmla="*/ 338987 w 609050"/>
                <a:gd name="connsiteY58" fmla="*/ 155716 h 586540"/>
                <a:gd name="connsiteX59" fmla="*/ 338987 w 609050"/>
                <a:gd name="connsiteY59" fmla="*/ 341040 h 586540"/>
                <a:gd name="connsiteX60" fmla="*/ 338987 w 609050"/>
                <a:gd name="connsiteY60" fmla="*/ 531710 h 586540"/>
                <a:gd name="connsiteX61" fmla="*/ 366721 w 609050"/>
                <a:gd name="connsiteY61" fmla="*/ 531710 h 586540"/>
                <a:gd name="connsiteX62" fmla="*/ 366721 w 609050"/>
                <a:gd name="connsiteY62" fmla="*/ 341040 h 586540"/>
                <a:gd name="connsiteX63" fmla="*/ 366721 w 609050"/>
                <a:gd name="connsiteY63" fmla="*/ 155305 h 586540"/>
                <a:gd name="connsiteX64" fmla="*/ 388002 w 609050"/>
                <a:gd name="connsiteY64" fmla="*/ 143517 h 586540"/>
                <a:gd name="connsiteX65" fmla="*/ 388002 w 609050"/>
                <a:gd name="connsiteY65" fmla="*/ 25222 h 586540"/>
                <a:gd name="connsiteX66" fmla="*/ 140867 w 609050"/>
                <a:gd name="connsiteY66" fmla="*/ 0 h 586540"/>
                <a:gd name="connsiteX67" fmla="*/ 413402 w 609050"/>
                <a:gd name="connsiteY67" fmla="*/ 0 h 586540"/>
                <a:gd name="connsiteX68" fmla="*/ 413402 w 609050"/>
                <a:gd name="connsiteY68" fmla="*/ 129398 h 586540"/>
                <a:gd name="connsiteX69" fmla="*/ 432486 w 609050"/>
                <a:gd name="connsiteY69" fmla="*/ 118843 h 586540"/>
                <a:gd name="connsiteX70" fmla="*/ 584199 w 609050"/>
                <a:gd name="connsiteY70" fmla="*/ 118843 h 586540"/>
                <a:gd name="connsiteX71" fmla="*/ 584199 w 609050"/>
                <a:gd name="connsiteY71" fmla="*/ 531710 h 586540"/>
                <a:gd name="connsiteX72" fmla="*/ 609050 w 609050"/>
                <a:gd name="connsiteY72" fmla="*/ 531710 h 586540"/>
                <a:gd name="connsiteX73" fmla="*/ 609050 w 609050"/>
                <a:gd name="connsiteY73" fmla="*/ 586540 h 586540"/>
                <a:gd name="connsiteX74" fmla="*/ 0 w 609050"/>
                <a:gd name="connsiteY74" fmla="*/ 586540 h 586540"/>
                <a:gd name="connsiteX75" fmla="*/ 0 w 609050"/>
                <a:gd name="connsiteY75" fmla="*/ 531710 h 586540"/>
                <a:gd name="connsiteX76" fmla="*/ 24851 w 609050"/>
                <a:gd name="connsiteY76" fmla="*/ 531710 h 586540"/>
                <a:gd name="connsiteX77" fmla="*/ 24851 w 609050"/>
                <a:gd name="connsiteY77" fmla="*/ 155716 h 586540"/>
                <a:gd name="connsiteX78" fmla="*/ 140867 w 609050"/>
                <a:gd name="connsiteY78" fmla="*/ 155716 h 58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609050" h="586540">
                  <a:moveTo>
                    <a:pt x="216243" y="412730"/>
                  </a:moveTo>
                  <a:lnTo>
                    <a:pt x="216243" y="456594"/>
                  </a:lnTo>
                  <a:lnTo>
                    <a:pt x="293953" y="456594"/>
                  </a:lnTo>
                  <a:lnTo>
                    <a:pt x="293953" y="412730"/>
                  </a:lnTo>
                  <a:close/>
                  <a:moveTo>
                    <a:pt x="69884" y="412730"/>
                  </a:moveTo>
                  <a:lnTo>
                    <a:pt x="69884" y="456594"/>
                  </a:lnTo>
                  <a:lnTo>
                    <a:pt x="147595" y="456594"/>
                  </a:lnTo>
                  <a:lnTo>
                    <a:pt x="147595" y="412730"/>
                  </a:lnTo>
                  <a:close/>
                  <a:moveTo>
                    <a:pt x="460769" y="376268"/>
                  </a:moveTo>
                  <a:lnTo>
                    <a:pt x="460769" y="414786"/>
                  </a:lnTo>
                  <a:lnTo>
                    <a:pt x="555916" y="414786"/>
                  </a:lnTo>
                  <a:lnTo>
                    <a:pt x="555916" y="376268"/>
                  </a:lnTo>
                  <a:close/>
                  <a:moveTo>
                    <a:pt x="216243" y="339670"/>
                  </a:moveTo>
                  <a:lnTo>
                    <a:pt x="216243" y="383533"/>
                  </a:lnTo>
                  <a:lnTo>
                    <a:pt x="293953" y="383533"/>
                  </a:lnTo>
                  <a:lnTo>
                    <a:pt x="293953" y="339670"/>
                  </a:lnTo>
                  <a:close/>
                  <a:moveTo>
                    <a:pt x="69884" y="339670"/>
                  </a:moveTo>
                  <a:lnTo>
                    <a:pt x="69884" y="383533"/>
                  </a:lnTo>
                  <a:lnTo>
                    <a:pt x="147595" y="383533"/>
                  </a:lnTo>
                  <a:lnTo>
                    <a:pt x="147595" y="339670"/>
                  </a:lnTo>
                  <a:close/>
                  <a:moveTo>
                    <a:pt x="460769" y="303071"/>
                  </a:moveTo>
                  <a:lnTo>
                    <a:pt x="460769" y="341726"/>
                  </a:lnTo>
                  <a:lnTo>
                    <a:pt x="555916" y="341726"/>
                  </a:lnTo>
                  <a:lnTo>
                    <a:pt x="555916" y="303071"/>
                  </a:lnTo>
                  <a:close/>
                  <a:moveTo>
                    <a:pt x="216243" y="266609"/>
                  </a:moveTo>
                  <a:lnTo>
                    <a:pt x="216243" y="310473"/>
                  </a:lnTo>
                  <a:lnTo>
                    <a:pt x="293953" y="310473"/>
                  </a:lnTo>
                  <a:lnTo>
                    <a:pt x="293953" y="266609"/>
                  </a:lnTo>
                  <a:close/>
                  <a:moveTo>
                    <a:pt x="69884" y="266609"/>
                  </a:moveTo>
                  <a:lnTo>
                    <a:pt x="69884" y="310473"/>
                  </a:lnTo>
                  <a:lnTo>
                    <a:pt x="147595" y="310473"/>
                  </a:lnTo>
                  <a:lnTo>
                    <a:pt x="147595" y="266609"/>
                  </a:lnTo>
                  <a:close/>
                  <a:moveTo>
                    <a:pt x="460769" y="230010"/>
                  </a:moveTo>
                  <a:lnTo>
                    <a:pt x="460769" y="268528"/>
                  </a:lnTo>
                  <a:lnTo>
                    <a:pt x="555916" y="268528"/>
                  </a:lnTo>
                  <a:lnTo>
                    <a:pt x="555916" y="230010"/>
                  </a:lnTo>
                  <a:close/>
                  <a:moveTo>
                    <a:pt x="216243" y="193549"/>
                  </a:moveTo>
                  <a:lnTo>
                    <a:pt x="216243" y="237412"/>
                  </a:lnTo>
                  <a:lnTo>
                    <a:pt x="293953" y="237412"/>
                  </a:lnTo>
                  <a:lnTo>
                    <a:pt x="293953" y="193549"/>
                  </a:lnTo>
                  <a:close/>
                  <a:moveTo>
                    <a:pt x="69884" y="193549"/>
                  </a:moveTo>
                  <a:lnTo>
                    <a:pt x="69884" y="237412"/>
                  </a:lnTo>
                  <a:lnTo>
                    <a:pt x="147595" y="237412"/>
                  </a:lnTo>
                  <a:lnTo>
                    <a:pt x="147595" y="193549"/>
                  </a:lnTo>
                  <a:close/>
                  <a:moveTo>
                    <a:pt x="460769" y="156950"/>
                  </a:moveTo>
                  <a:lnTo>
                    <a:pt x="460769" y="195468"/>
                  </a:lnTo>
                  <a:lnTo>
                    <a:pt x="555916" y="195468"/>
                  </a:lnTo>
                  <a:lnTo>
                    <a:pt x="555916" y="156950"/>
                  </a:lnTo>
                  <a:close/>
                  <a:moveTo>
                    <a:pt x="192926" y="96251"/>
                  </a:moveTo>
                  <a:lnTo>
                    <a:pt x="361366" y="96251"/>
                  </a:lnTo>
                  <a:lnTo>
                    <a:pt x="361366" y="114880"/>
                  </a:lnTo>
                  <a:lnTo>
                    <a:pt x="192926" y="114880"/>
                  </a:lnTo>
                  <a:close/>
                  <a:moveTo>
                    <a:pt x="192926" y="49819"/>
                  </a:moveTo>
                  <a:lnTo>
                    <a:pt x="361366" y="49819"/>
                  </a:lnTo>
                  <a:lnTo>
                    <a:pt x="361366" y="68307"/>
                  </a:lnTo>
                  <a:lnTo>
                    <a:pt x="192926" y="68307"/>
                  </a:lnTo>
                  <a:close/>
                  <a:moveTo>
                    <a:pt x="166130" y="25222"/>
                  </a:moveTo>
                  <a:lnTo>
                    <a:pt x="166130" y="155716"/>
                  </a:lnTo>
                  <a:lnTo>
                    <a:pt x="338987" y="155716"/>
                  </a:lnTo>
                  <a:lnTo>
                    <a:pt x="338987" y="341040"/>
                  </a:lnTo>
                  <a:lnTo>
                    <a:pt x="338987" y="531710"/>
                  </a:lnTo>
                  <a:lnTo>
                    <a:pt x="366721" y="531710"/>
                  </a:lnTo>
                  <a:lnTo>
                    <a:pt x="366721" y="341040"/>
                  </a:lnTo>
                  <a:lnTo>
                    <a:pt x="366721" y="155305"/>
                  </a:lnTo>
                  <a:lnTo>
                    <a:pt x="388002" y="143517"/>
                  </a:lnTo>
                  <a:lnTo>
                    <a:pt x="388002" y="25222"/>
                  </a:lnTo>
                  <a:close/>
                  <a:moveTo>
                    <a:pt x="140867" y="0"/>
                  </a:moveTo>
                  <a:lnTo>
                    <a:pt x="413402" y="0"/>
                  </a:lnTo>
                  <a:lnTo>
                    <a:pt x="413402" y="129398"/>
                  </a:lnTo>
                  <a:lnTo>
                    <a:pt x="432486" y="118843"/>
                  </a:lnTo>
                  <a:lnTo>
                    <a:pt x="584199" y="118843"/>
                  </a:lnTo>
                  <a:lnTo>
                    <a:pt x="584199" y="531710"/>
                  </a:lnTo>
                  <a:lnTo>
                    <a:pt x="609050" y="531710"/>
                  </a:lnTo>
                  <a:lnTo>
                    <a:pt x="609050" y="586540"/>
                  </a:lnTo>
                  <a:lnTo>
                    <a:pt x="0" y="586540"/>
                  </a:lnTo>
                  <a:lnTo>
                    <a:pt x="0" y="531710"/>
                  </a:lnTo>
                  <a:lnTo>
                    <a:pt x="24851" y="531710"/>
                  </a:lnTo>
                  <a:lnTo>
                    <a:pt x="24851" y="155716"/>
                  </a:lnTo>
                  <a:lnTo>
                    <a:pt x="140867" y="15571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îšḷiḓe"/>
            <p:cNvSpPr txBox="1"/>
            <p:nvPr/>
          </p:nvSpPr>
          <p:spPr>
            <a:xfrm>
              <a:off x="8567207" y="1616656"/>
              <a:ext cx="1824568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1">
              <a:normAutofit lnSpcReduction="10000"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de-DE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Text here</a:t>
              </a:r>
              <a:endPara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" name="ïśliḓé"/>
            <p:cNvSpPr txBox="1"/>
            <p:nvPr/>
          </p:nvSpPr>
          <p:spPr>
            <a:xfrm>
              <a:off x="8567207" y="3137183"/>
              <a:ext cx="1824568" cy="102090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Copy paste fonts. Choose the only option to retain text.…</a:t>
              </a:r>
              <a:r>
                <a:rPr kumimoji="0" lang="de-DE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.</a:t>
              </a:r>
              <a:endParaRPr kumimoji="0" lang="de-DE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îṧḷíḓè"/>
            <p:cNvSpPr/>
            <p:nvPr/>
          </p:nvSpPr>
          <p:spPr>
            <a:xfrm>
              <a:off x="8488718" y="4244365"/>
              <a:ext cx="1974733" cy="64435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de-DE" sz="1800" b="1" i="0" u="none" strike="noStrike" kern="1200" cap="none" spc="0" normalizeH="0" baseline="0" noProof="0">
                  <a:ln>
                    <a:noFill/>
                  </a:ln>
                  <a:solidFill>
                    <a:srgbClr val="BD374A">
                      <a:lumMod val="75000"/>
                    </a:srgbClr>
                  </a:solidFill>
                  <a:effectLst/>
                  <a:uLnTx/>
                  <a:uFillTx/>
                </a:rPr>
                <a:t>...</a:t>
              </a:r>
              <a:r>
                <a:rPr kumimoji="0" lang="de-DE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BD374A">
                      <a:lumMod val="75000"/>
                    </a:srgbClr>
                  </a:solidFill>
                  <a:effectLst/>
                  <a:uLnTx/>
                  <a:uFillTx/>
                </a:rPr>
                <a:t> ￥</a:t>
              </a:r>
              <a:r>
                <a:rPr kumimoji="0" lang="de-DE" sz="1800" b="1" i="0" u="none" strike="noStrike" kern="1200" cap="none" spc="0" normalizeH="0" baseline="0" noProof="0">
                  <a:ln>
                    <a:noFill/>
                  </a:ln>
                  <a:solidFill>
                    <a:srgbClr val="BD374A">
                      <a:lumMod val="75000"/>
                    </a:srgbClr>
                  </a:solidFill>
                  <a:effectLst/>
                  <a:uLnTx/>
                  <a:uFillTx/>
                </a:rPr>
                <a:t> | 57 </a:t>
              </a:r>
              <a:r>
                <a:rPr kumimoji="0" lang="de-DE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BD374A">
                      <a:lumMod val="75000"/>
                    </a:srgbClr>
                  </a:solidFill>
                  <a:effectLst/>
                  <a:uLnTx/>
                  <a:uFillTx/>
                </a:rPr>
                <a:t>%</a:t>
              </a:r>
              <a:endPara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rgbClr val="BD374A">
                    <a:lumMod val="75000"/>
                  </a:srgbClr>
                </a:solidFill>
                <a:effectLst/>
                <a:uLnTx/>
                <a:uFillTx/>
              </a:endParaRPr>
            </a:p>
          </p:txBody>
        </p:sp>
        <p:cxnSp>
          <p:nvCxnSpPr>
            <p:cNvPr id="20" name="直接箭头连接符 19"/>
            <p:cNvCxnSpPr/>
            <p:nvPr/>
          </p:nvCxnSpPr>
          <p:spPr>
            <a:xfrm>
              <a:off x="7885673" y="1814052"/>
              <a:ext cx="0" cy="3229897"/>
            </a:xfrm>
            <a:prstGeom prst="straightConnector1">
              <a:avLst/>
            </a:prstGeom>
            <a:ln w="3175" cap="rnd">
              <a:solidFill>
                <a:schemeClr val="tx2">
                  <a:lumMod val="90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1" name="图片 20" descr="中科大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0600" y="110490"/>
            <a:ext cx="769620" cy="7696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5" name="c8ddaa27-8dc8-4376-99a7-501c1e8133c0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9925" y="1811836"/>
            <a:ext cx="11522075" cy="5046164"/>
            <a:chOff x="669925" y="1811835"/>
            <a:chExt cx="11522078" cy="5046165"/>
          </a:xfrm>
        </p:grpSpPr>
        <p:grpSp>
          <p:nvGrpSpPr>
            <p:cNvPr id="6" name="iSļiḓe"/>
            <p:cNvGrpSpPr/>
            <p:nvPr/>
          </p:nvGrpSpPr>
          <p:grpSpPr>
            <a:xfrm>
              <a:off x="669925" y="2041516"/>
              <a:ext cx="8486076" cy="601690"/>
              <a:chOff x="669925" y="2041516"/>
              <a:chExt cx="8486076" cy="601690"/>
            </a:xfrm>
          </p:grpSpPr>
          <p:sp>
            <p:nvSpPr>
              <p:cNvPr id="20" name="íśľiďe"/>
              <p:cNvSpPr/>
              <p:nvPr/>
            </p:nvSpPr>
            <p:spPr>
              <a:xfrm>
                <a:off x="966001" y="2041516"/>
                <a:ext cx="8190000" cy="60169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>
                  <a:lnSpc>
                    <a:spcPct val="120000"/>
                  </a:lnSpc>
                </a:pPr>
                <a:endParaRPr lang="en-US" altLang="zh-CN" sz="1100" dirty="0"/>
              </a:p>
            </p:txBody>
          </p:sp>
          <p:sp>
            <p:nvSpPr>
              <p:cNvPr id="21" name="iṩḷïdé"/>
              <p:cNvSpPr/>
              <p:nvPr/>
            </p:nvSpPr>
            <p:spPr>
              <a:xfrm>
                <a:off x="669925" y="2041516"/>
                <a:ext cx="601690" cy="601690"/>
              </a:xfrm>
              <a:prstGeom prst="ellipse">
                <a:avLst/>
              </a:prstGeom>
              <a:solidFill>
                <a:schemeClr val="accent1"/>
              </a:solidFill>
              <a:ln w="38100">
                <a:solidFill>
                  <a:schemeClr val="bg1"/>
                </a:solidFill>
              </a:ln>
            </p:spPr>
            <p:txBody>
              <a:bodyPr wrap="none" lIns="91425" tIns="45700" rIns="91425" bIns="45700" anchor="ctr" anchorCtr="0">
                <a:normAutofit/>
              </a:bodyPr>
              <a:lstStyle/>
              <a:p>
                <a:pPr marL="0" marR="0" lvl="0" indent="0" algn="ctr" rtl="0">
                  <a:buNone/>
                </a:pPr>
                <a:r>
                  <a:rPr lang="en-US" sz="2000" i="0" u="none" strike="noStrike" cap="none" baseline="0" dirty="0">
                    <a:solidFill>
                      <a:schemeClr val="lt1"/>
                    </a:solidFill>
                    <a:latin typeface="Impact" panose="020B0806030902050204" pitchFamily="34" charset="0"/>
                  </a:rPr>
                  <a:t>1</a:t>
                </a:r>
                <a:endParaRPr lang="en-US" sz="2000" i="0" u="none" strike="noStrike" cap="none" baseline="0" dirty="0">
                  <a:solidFill>
                    <a:schemeClr val="lt1"/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22" name="íṡ1ïde"/>
              <p:cNvSpPr txBox="1"/>
              <p:nvPr/>
            </p:nvSpPr>
            <p:spPr bwMode="auto">
              <a:xfrm>
                <a:off x="1271615" y="2109599"/>
                <a:ext cx="6219385" cy="4655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zh-CN" sz="1400" dirty="0"/>
                  <a:t>Copy paste fonts. Choose the only option to retain text.</a:t>
                </a:r>
                <a:endParaRPr lang="en-US" altLang="zh-CN" sz="1400" dirty="0"/>
              </a:p>
            </p:txBody>
          </p:sp>
        </p:grpSp>
        <p:grpSp>
          <p:nvGrpSpPr>
            <p:cNvPr id="7" name="íSlíďé"/>
            <p:cNvGrpSpPr/>
            <p:nvPr/>
          </p:nvGrpSpPr>
          <p:grpSpPr>
            <a:xfrm>
              <a:off x="1393529" y="3207875"/>
              <a:ext cx="7762472" cy="601690"/>
              <a:chOff x="669925" y="2041516"/>
              <a:chExt cx="7762472" cy="601690"/>
            </a:xfrm>
          </p:grpSpPr>
          <p:sp>
            <p:nvSpPr>
              <p:cNvPr id="17" name="íṧļíḑê"/>
              <p:cNvSpPr/>
              <p:nvPr/>
            </p:nvSpPr>
            <p:spPr>
              <a:xfrm>
                <a:off x="966001" y="2041516"/>
                <a:ext cx="7466396" cy="60169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>
                  <a:lnSpc>
                    <a:spcPct val="120000"/>
                  </a:lnSpc>
                </a:pPr>
                <a:endParaRPr lang="en-US" altLang="zh-CN" sz="1100" dirty="0"/>
              </a:p>
            </p:txBody>
          </p:sp>
          <p:sp>
            <p:nvSpPr>
              <p:cNvPr id="18" name="îṧļîḓé"/>
              <p:cNvSpPr/>
              <p:nvPr/>
            </p:nvSpPr>
            <p:spPr>
              <a:xfrm>
                <a:off x="669925" y="2041516"/>
                <a:ext cx="601690" cy="601690"/>
              </a:xfrm>
              <a:prstGeom prst="ellipse">
                <a:avLst/>
              </a:prstGeom>
              <a:solidFill>
                <a:schemeClr val="accent1"/>
              </a:solidFill>
              <a:ln w="38100">
                <a:solidFill>
                  <a:schemeClr val="bg1"/>
                </a:solidFill>
              </a:ln>
            </p:spPr>
            <p:txBody>
              <a:bodyPr wrap="none" lIns="91425" tIns="45700" rIns="91425" bIns="45700" anchor="ctr" anchorCtr="0">
                <a:normAutofit/>
              </a:bodyPr>
              <a:lstStyle/>
              <a:p>
                <a:pPr marL="0" marR="0" lvl="0" indent="0" algn="ctr" rtl="0">
                  <a:buNone/>
                </a:pPr>
                <a:r>
                  <a:rPr lang="en-US" sz="2000" i="0" u="none" strike="noStrike" cap="none" baseline="0" dirty="0">
                    <a:solidFill>
                      <a:schemeClr val="lt1"/>
                    </a:solidFill>
                    <a:latin typeface="Impact" panose="020B0806030902050204" pitchFamily="34" charset="0"/>
                  </a:rPr>
                  <a:t>2</a:t>
                </a:r>
                <a:endParaRPr lang="en-US" sz="2000" i="0" u="none" strike="noStrike" cap="none" baseline="0" dirty="0">
                  <a:solidFill>
                    <a:schemeClr val="lt1"/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9" name="iṧļïḑê"/>
              <p:cNvSpPr txBox="1"/>
              <p:nvPr/>
            </p:nvSpPr>
            <p:spPr bwMode="auto">
              <a:xfrm>
                <a:off x="1271615" y="2109599"/>
                <a:ext cx="6219385" cy="4655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zh-CN" sz="1400" dirty="0"/>
                  <a:t>Copy paste fonts. Choose the only option to retain text.</a:t>
                </a:r>
                <a:endParaRPr lang="en-US" altLang="zh-CN" sz="1400" dirty="0"/>
              </a:p>
            </p:txBody>
          </p:sp>
        </p:grpSp>
        <p:grpSp>
          <p:nvGrpSpPr>
            <p:cNvPr id="8" name="íslîde"/>
            <p:cNvGrpSpPr/>
            <p:nvPr/>
          </p:nvGrpSpPr>
          <p:grpSpPr>
            <a:xfrm>
              <a:off x="2273658" y="4374234"/>
              <a:ext cx="6882343" cy="601690"/>
              <a:chOff x="669925" y="2041516"/>
              <a:chExt cx="6882343" cy="601690"/>
            </a:xfrm>
          </p:grpSpPr>
          <p:sp>
            <p:nvSpPr>
              <p:cNvPr id="14" name="îṧļïḓe"/>
              <p:cNvSpPr/>
              <p:nvPr/>
            </p:nvSpPr>
            <p:spPr>
              <a:xfrm>
                <a:off x="966001" y="2041516"/>
                <a:ext cx="6586267" cy="60169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>
                  <a:lnSpc>
                    <a:spcPct val="120000"/>
                  </a:lnSpc>
                </a:pPr>
                <a:endParaRPr lang="en-US" altLang="zh-CN" sz="1100" dirty="0"/>
              </a:p>
            </p:txBody>
          </p:sp>
          <p:sp>
            <p:nvSpPr>
              <p:cNvPr id="15" name="ïśḷîḋè"/>
              <p:cNvSpPr/>
              <p:nvPr/>
            </p:nvSpPr>
            <p:spPr>
              <a:xfrm>
                <a:off x="669925" y="2041516"/>
                <a:ext cx="601690" cy="601690"/>
              </a:xfrm>
              <a:prstGeom prst="ellipse">
                <a:avLst/>
              </a:prstGeom>
              <a:solidFill>
                <a:schemeClr val="accent1"/>
              </a:solidFill>
              <a:ln w="38100">
                <a:solidFill>
                  <a:schemeClr val="bg1"/>
                </a:solidFill>
              </a:ln>
            </p:spPr>
            <p:txBody>
              <a:bodyPr wrap="none" lIns="91425" tIns="45700" rIns="91425" bIns="45700" anchor="ctr" anchorCtr="0">
                <a:normAutofit/>
              </a:bodyPr>
              <a:lstStyle/>
              <a:p>
                <a:pPr marL="0" marR="0" lvl="0" indent="0" algn="ctr" rtl="0">
                  <a:buNone/>
                </a:pPr>
                <a:r>
                  <a:rPr lang="en-US" sz="2000" i="0" u="none" strike="noStrike" cap="none" baseline="0" dirty="0">
                    <a:solidFill>
                      <a:schemeClr val="lt1"/>
                    </a:solidFill>
                    <a:latin typeface="Impact" panose="020B0806030902050204" pitchFamily="34" charset="0"/>
                  </a:rPr>
                  <a:t>3</a:t>
                </a:r>
                <a:endParaRPr lang="en-US" sz="2000" i="0" u="none" strike="noStrike" cap="none" baseline="0" dirty="0">
                  <a:solidFill>
                    <a:schemeClr val="lt1"/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6" name="ïṩ1iḑe"/>
              <p:cNvSpPr txBox="1"/>
              <p:nvPr/>
            </p:nvSpPr>
            <p:spPr bwMode="auto">
              <a:xfrm>
                <a:off x="1271615" y="2109599"/>
                <a:ext cx="6219385" cy="4655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zh-CN" sz="1400" dirty="0"/>
                  <a:t>Copy paste fonts. Choose the only option to retain text.</a:t>
                </a:r>
                <a:endParaRPr lang="en-US" altLang="zh-CN" sz="1400" dirty="0"/>
              </a:p>
            </p:txBody>
          </p:sp>
        </p:grpSp>
        <p:grpSp>
          <p:nvGrpSpPr>
            <p:cNvPr id="9" name="íṧļíḍê"/>
            <p:cNvGrpSpPr/>
            <p:nvPr/>
          </p:nvGrpSpPr>
          <p:grpSpPr>
            <a:xfrm>
              <a:off x="7381877" y="1811835"/>
              <a:ext cx="4810126" cy="5046165"/>
              <a:chOff x="7806768" y="2257578"/>
              <a:chExt cx="4385232" cy="4600422"/>
            </a:xfrm>
          </p:grpSpPr>
          <p:sp>
            <p:nvSpPr>
              <p:cNvPr id="10" name="isḷîḍe"/>
              <p:cNvSpPr/>
              <p:nvPr/>
            </p:nvSpPr>
            <p:spPr>
              <a:xfrm>
                <a:off x="7806768" y="2257578"/>
                <a:ext cx="3369878" cy="3369883"/>
              </a:xfrm>
              <a:prstGeom prst="ellipse">
                <a:avLst/>
              </a:prstGeom>
              <a:solidFill>
                <a:schemeClr val="tx2">
                  <a:lumMod val="40000"/>
                  <a:lumOff val="60000"/>
                  <a:alpha val="7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" name="îṩḷiḓè"/>
              <p:cNvSpPr/>
              <p:nvPr/>
            </p:nvSpPr>
            <p:spPr>
              <a:xfrm>
                <a:off x="8014056" y="2466971"/>
                <a:ext cx="2959435" cy="2959436"/>
              </a:xfrm>
              <a:prstGeom prst="ellipse">
                <a:avLst/>
              </a:prstGeom>
              <a:blipFill>
                <a:blip r:embed="rId2"/>
                <a:srcRect/>
                <a:stretch>
                  <a:fillRect l="-25047" r="-25047"/>
                </a:stretch>
              </a:blipFill>
              <a:ln w="28575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12" name="iṡḷiḋè"/>
              <p:cNvSpPr/>
              <p:nvPr/>
            </p:nvSpPr>
            <p:spPr>
              <a:xfrm>
                <a:off x="10447518" y="5136498"/>
                <a:ext cx="1744482" cy="1721502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19892" y="0"/>
                    </a:moveTo>
                    <a:lnTo>
                      <a:pt x="0" y="16747"/>
                    </a:lnTo>
                    <a:lnTo>
                      <a:pt x="86032" y="120000"/>
                    </a:lnTo>
                    <a:lnTo>
                      <a:pt x="120000" y="120000"/>
                    </a:lnTo>
                    <a:lnTo>
                      <a:pt x="19892" y="0"/>
                    </a:ln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" name="íṣ1íḍè"/>
              <p:cNvSpPr/>
              <p:nvPr/>
            </p:nvSpPr>
            <p:spPr>
              <a:xfrm>
                <a:off x="10332613" y="5025770"/>
                <a:ext cx="553637" cy="518122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91245" y="0"/>
                    </a:moveTo>
                    <a:lnTo>
                      <a:pt x="0" y="81454"/>
                    </a:lnTo>
                    <a:lnTo>
                      <a:pt x="28301" y="120000"/>
                    </a:lnTo>
                    <a:lnTo>
                      <a:pt x="28301" y="120000"/>
                    </a:lnTo>
                    <a:lnTo>
                      <a:pt x="36452" y="117575"/>
                    </a:lnTo>
                    <a:lnTo>
                      <a:pt x="44603" y="114181"/>
                    </a:lnTo>
                    <a:lnTo>
                      <a:pt x="51849" y="111030"/>
                    </a:lnTo>
                    <a:lnTo>
                      <a:pt x="58867" y="107151"/>
                    </a:lnTo>
                    <a:lnTo>
                      <a:pt x="65660" y="103030"/>
                    </a:lnTo>
                    <a:lnTo>
                      <a:pt x="72452" y="98909"/>
                    </a:lnTo>
                    <a:lnTo>
                      <a:pt x="78566" y="94303"/>
                    </a:lnTo>
                    <a:lnTo>
                      <a:pt x="84226" y="89454"/>
                    </a:lnTo>
                    <a:lnTo>
                      <a:pt x="90113" y="84121"/>
                    </a:lnTo>
                    <a:lnTo>
                      <a:pt x="95094" y="78787"/>
                    </a:lnTo>
                    <a:lnTo>
                      <a:pt x="100301" y="72484"/>
                    </a:lnTo>
                    <a:lnTo>
                      <a:pt x="104830" y="66666"/>
                    </a:lnTo>
                    <a:lnTo>
                      <a:pt x="109132" y="60121"/>
                    </a:lnTo>
                    <a:lnTo>
                      <a:pt x="112981" y="53090"/>
                    </a:lnTo>
                    <a:lnTo>
                      <a:pt x="116377" y="46060"/>
                    </a:lnTo>
                    <a:lnTo>
                      <a:pt x="120000" y="38545"/>
                    </a:lnTo>
                    <a:lnTo>
                      <a:pt x="91245" y="0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</p:grpSp>
      </p:grpSp>
      <p:pic>
        <p:nvPicPr>
          <p:cNvPr id="23" name="图片 22" descr="中科大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0600" y="110490"/>
            <a:ext cx="769620" cy="7696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5" name="6046a33e-dade-4c77-b0de-00140cc2ca7d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71354" y="1123950"/>
            <a:ext cx="10863421" cy="5019675"/>
            <a:chOff x="671354" y="1123950"/>
            <a:chExt cx="10863421" cy="5019675"/>
          </a:xfrm>
        </p:grpSpPr>
        <p:sp>
          <p:nvSpPr>
            <p:cNvPr id="6" name="ísḻidè"/>
            <p:cNvSpPr/>
            <p:nvPr/>
          </p:nvSpPr>
          <p:spPr>
            <a:xfrm>
              <a:off x="677082" y="2163167"/>
              <a:ext cx="2641966" cy="1656915"/>
            </a:xfrm>
            <a:prstGeom prst="rect">
              <a:avLst/>
            </a:prstGeom>
            <a:blipFill>
              <a:blip r:embed="rId2"/>
              <a:stretch>
                <a:fillRect t="-3175" b="-3126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îSḷíḍé"/>
            <p:cNvSpPr/>
            <p:nvPr/>
          </p:nvSpPr>
          <p:spPr>
            <a:xfrm>
              <a:off x="3405887" y="2163167"/>
              <a:ext cx="2641966" cy="1656915"/>
            </a:xfrm>
            <a:prstGeom prst="rect">
              <a:avLst/>
            </a:prstGeom>
            <a:blipFill>
              <a:blip r:embed="rId2"/>
              <a:stretch>
                <a:fillRect t="-3175" b="-3126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îšḻîḓê"/>
            <p:cNvSpPr/>
            <p:nvPr/>
          </p:nvSpPr>
          <p:spPr>
            <a:xfrm>
              <a:off x="6134694" y="2163167"/>
              <a:ext cx="2641966" cy="1656915"/>
            </a:xfrm>
            <a:prstGeom prst="rect">
              <a:avLst/>
            </a:prstGeom>
            <a:blipFill>
              <a:blip r:embed="rId2"/>
              <a:stretch>
                <a:fillRect t="-3175" b="-3126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îSľïdè"/>
            <p:cNvSpPr/>
            <p:nvPr/>
          </p:nvSpPr>
          <p:spPr>
            <a:xfrm>
              <a:off x="8892809" y="2163167"/>
              <a:ext cx="2641966" cy="1656915"/>
            </a:xfrm>
            <a:prstGeom prst="rect">
              <a:avLst/>
            </a:prstGeom>
            <a:blipFill>
              <a:blip r:embed="rId2"/>
              <a:stretch>
                <a:fillRect t="-3175" b="-3126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/>
            </a:p>
          </p:txBody>
        </p:sp>
        <p:grpSp>
          <p:nvGrpSpPr>
            <p:cNvPr id="10" name="isḻîḋê"/>
            <p:cNvGrpSpPr/>
            <p:nvPr/>
          </p:nvGrpSpPr>
          <p:grpSpPr>
            <a:xfrm>
              <a:off x="1539597" y="1705083"/>
              <a:ext cx="916936" cy="916935"/>
              <a:chOff x="1371000" y="1758363"/>
              <a:chExt cx="731886" cy="731885"/>
            </a:xfrm>
          </p:grpSpPr>
          <p:sp>
            <p:nvSpPr>
              <p:cNvPr id="35" name="ïṡḷîḍé"/>
              <p:cNvSpPr/>
              <p:nvPr/>
            </p:nvSpPr>
            <p:spPr>
              <a:xfrm>
                <a:off x="1371000" y="1758363"/>
                <a:ext cx="731886" cy="731885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36" name="ïṡļíḋé"/>
              <p:cNvSpPr/>
              <p:nvPr/>
            </p:nvSpPr>
            <p:spPr>
              <a:xfrm>
                <a:off x="1538107" y="1926993"/>
                <a:ext cx="400739" cy="400123"/>
              </a:xfrm>
              <a:custGeom>
                <a:avLst/>
                <a:gdLst>
                  <a:gd name="connsiteX0" fmla="*/ 333891 w 578320"/>
                  <a:gd name="connsiteY0" fmla="*/ 314976 h 577432"/>
                  <a:gd name="connsiteX1" fmla="*/ 398475 w 578320"/>
                  <a:gd name="connsiteY1" fmla="*/ 314976 h 577432"/>
                  <a:gd name="connsiteX2" fmla="*/ 424308 w 578320"/>
                  <a:gd name="connsiteY2" fmla="*/ 340761 h 577432"/>
                  <a:gd name="connsiteX3" fmla="*/ 424308 w 578320"/>
                  <a:gd name="connsiteY3" fmla="*/ 550726 h 577432"/>
                  <a:gd name="connsiteX4" fmla="*/ 398475 w 578320"/>
                  <a:gd name="connsiteY4" fmla="*/ 577432 h 577432"/>
                  <a:gd name="connsiteX5" fmla="*/ 333891 w 578320"/>
                  <a:gd name="connsiteY5" fmla="*/ 577432 h 577432"/>
                  <a:gd name="connsiteX6" fmla="*/ 307135 w 578320"/>
                  <a:gd name="connsiteY6" fmla="*/ 550726 h 577432"/>
                  <a:gd name="connsiteX7" fmla="*/ 307135 w 578320"/>
                  <a:gd name="connsiteY7" fmla="*/ 340761 h 577432"/>
                  <a:gd name="connsiteX8" fmla="*/ 333891 w 578320"/>
                  <a:gd name="connsiteY8" fmla="*/ 314976 h 577432"/>
                  <a:gd name="connsiteX9" fmla="*/ 179853 w 578320"/>
                  <a:gd name="connsiteY9" fmla="*/ 314976 h 577432"/>
                  <a:gd name="connsiteX10" fmla="*/ 244456 w 578320"/>
                  <a:gd name="connsiteY10" fmla="*/ 314976 h 577432"/>
                  <a:gd name="connsiteX11" fmla="*/ 270297 w 578320"/>
                  <a:gd name="connsiteY11" fmla="*/ 340761 h 577432"/>
                  <a:gd name="connsiteX12" fmla="*/ 270297 w 578320"/>
                  <a:gd name="connsiteY12" fmla="*/ 550726 h 577432"/>
                  <a:gd name="connsiteX13" fmla="*/ 244456 w 578320"/>
                  <a:gd name="connsiteY13" fmla="*/ 577432 h 577432"/>
                  <a:gd name="connsiteX14" fmla="*/ 179853 w 578320"/>
                  <a:gd name="connsiteY14" fmla="*/ 577432 h 577432"/>
                  <a:gd name="connsiteX15" fmla="*/ 154012 w 578320"/>
                  <a:gd name="connsiteY15" fmla="*/ 550726 h 577432"/>
                  <a:gd name="connsiteX16" fmla="*/ 154012 w 578320"/>
                  <a:gd name="connsiteY16" fmla="*/ 340761 h 577432"/>
                  <a:gd name="connsiteX17" fmla="*/ 179853 w 578320"/>
                  <a:gd name="connsiteY17" fmla="*/ 314976 h 577432"/>
                  <a:gd name="connsiteX18" fmla="*/ 486980 w 578320"/>
                  <a:gd name="connsiteY18" fmla="*/ 235677 h 577432"/>
                  <a:gd name="connsiteX19" fmla="*/ 551564 w 578320"/>
                  <a:gd name="connsiteY19" fmla="*/ 235677 h 577432"/>
                  <a:gd name="connsiteX20" fmla="*/ 578320 w 578320"/>
                  <a:gd name="connsiteY20" fmla="*/ 262391 h 577432"/>
                  <a:gd name="connsiteX21" fmla="*/ 578320 w 578320"/>
                  <a:gd name="connsiteY21" fmla="*/ 550718 h 577432"/>
                  <a:gd name="connsiteX22" fmla="*/ 551564 w 578320"/>
                  <a:gd name="connsiteY22" fmla="*/ 577432 h 577432"/>
                  <a:gd name="connsiteX23" fmla="*/ 486980 w 578320"/>
                  <a:gd name="connsiteY23" fmla="*/ 577432 h 577432"/>
                  <a:gd name="connsiteX24" fmla="*/ 461147 w 578320"/>
                  <a:gd name="connsiteY24" fmla="*/ 550718 h 577432"/>
                  <a:gd name="connsiteX25" fmla="*/ 461147 w 578320"/>
                  <a:gd name="connsiteY25" fmla="*/ 262391 h 577432"/>
                  <a:gd name="connsiteX26" fmla="*/ 486980 w 578320"/>
                  <a:gd name="connsiteY26" fmla="*/ 235677 h 577432"/>
                  <a:gd name="connsiteX27" fmla="*/ 25833 w 578320"/>
                  <a:gd name="connsiteY27" fmla="*/ 235677 h 577432"/>
                  <a:gd name="connsiteX28" fmla="*/ 90417 w 578320"/>
                  <a:gd name="connsiteY28" fmla="*/ 235677 h 577432"/>
                  <a:gd name="connsiteX29" fmla="*/ 117173 w 578320"/>
                  <a:gd name="connsiteY29" fmla="*/ 262391 h 577432"/>
                  <a:gd name="connsiteX30" fmla="*/ 117173 w 578320"/>
                  <a:gd name="connsiteY30" fmla="*/ 550718 h 577432"/>
                  <a:gd name="connsiteX31" fmla="*/ 90417 w 578320"/>
                  <a:gd name="connsiteY31" fmla="*/ 577432 h 577432"/>
                  <a:gd name="connsiteX32" fmla="*/ 25833 w 578320"/>
                  <a:gd name="connsiteY32" fmla="*/ 577432 h 577432"/>
                  <a:gd name="connsiteX33" fmla="*/ 0 w 578320"/>
                  <a:gd name="connsiteY33" fmla="*/ 550718 h 577432"/>
                  <a:gd name="connsiteX34" fmla="*/ 0 w 578320"/>
                  <a:gd name="connsiteY34" fmla="*/ 262391 h 577432"/>
                  <a:gd name="connsiteX35" fmla="*/ 25833 w 578320"/>
                  <a:gd name="connsiteY35" fmla="*/ 235677 h 577432"/>
                  <a:gd name="connsiteX36" fmla="*/ 297075 w 578320"/>
                  <a:gd name="connsiteY36" fmla="*/ 158450 h 577432"/>
                  <a:gd name="connsiteX37" fmla="*/ 326516 w 578320"/>
                  <a:gd name="connsiteY37" fmla="*/ 181440 h 577432"/>
                  <a:gd name="connsiteX38" fmla="*/ 297075 w 578320"/>
                  <a:gd name="connsiteY38" fmla="*/ 205349 h 577432"/>
                  <a:gd name="connsiteX39" fmla="*/ 282280 w 578320"/>
                  <a:gd name="connsiteY39" fmla="*/ 81074 h 577432"/>
                  <a:gd name="connsiteX40" fmla="*/ 282280 w 578320"/>
                  <a:gd name="connsiteY40" fmla="*/ 124274 h 577432"/>
                  <a:gd name="connsiteX41" fmla="*/ 255502 w 578320"/>
                  <a:gd name="connsiteY41" fmla="*/ 101295 h 577432"/>
                  <a:gd name="connsiteX42" fmla="*/ 282280 w 578320"/>
                  <a:gd name="connsiteY42" fmla="*/ 81074 h 577432"/>
                  <a:gd name="connsiteX43" fmla="*/ 289621 w 578320"/>
                  <a:gd name="connsiteY43" fmla="*/ 35910 h 577432"/>
                  <a:gd name="connsiteX44" fmla="*/ 282244 w 578320"/>
                  <a:gd name="connsiteY44" fmla="*/ 44197 h 577432"/>
                  <a:gd name="connsiteX45" fmla="*/ 282244 w 578320"/>
                  <a:gd name="connsiteY45" fmla="*/ 57087 h 577432"/>
                  <a:gd name="connsiteX46" fmla="*/ 225069 w 578320"/>
                  <a:gd name="connsiteY46" fmla="*/ 106808 h 577432"/>
                  <a:gd name="connsiteX47" fmla="*/ 282244 w 578320"/>
                  <a:gd name="connsiteY47" fmla="*/ 155609 h 577432"/>
                  <a:gd name="connsiteX48" fmla="*/ 282244 w 578320"/>
                  <a:gd name="connsiteY48" fmla="*/ 205330 h 577432"/>
                  <a:gd name="connsiteX49" fmla="*/ 237057 w 578320"/>
                  <a:gd name="connsiteY49" fmla="*/ 170341 h 577432"/>
                  <a:gd name="connsiteX50" fmla="*/ 222302 w 578320"/>
                  <a:gd name="connsiteY50" fmla="*/ 185994 h 577432"/>
                  <a:gd name="connsiteX51" fmla="*/ 282244 w 578320"/>
                  <a:gd name="connsiteY51" fmla="*/ 229269 h 577432"/>
                  <a:gd name="connsiteX52" fmla="*/ 282244 w 578320"/>
                  <a:gd name="connsiteY52" fmla="*/ 244002 h 577432"/>
                  <a:gd name="connsiteX53" fmla="*/ 289621 w 578320"/>
                  <a:gd name="connsiteY53" fmla="*/ 252288 h 577432"/>
                  <a:gd name="connsiteX54" fmla="*/ 296999 w 578320"/>
                  <a:gd name="connsiteY54" fmla="*/ 244002 h 577432"/>
                  <a:gd name="connsiteX55" fmla="*/ 296999 w 578320"/>
                  <a:gd name="connsiteY55" fmla="*/ 229269 h 577432"/>
                  <a:gd name="connsiteX56" fmla="*/ 356018 w 578320"/>
                  <a:gd name="connsiteY56" fmla="*/ 179548 h 577432"/>
                  <a:gd name="connsiteX57" fmla="*/ 296999 w 578320"/>
                  <a:gd name="connsiteY57" fmla="*/ 126144 h 577432"/>
                  <a:gd name="connsiteX58" fmla="*/ 296999 w 578320"/>
                  <a:gd name="connsiteY58" fmla="*/ 81027 h 577432"/>
                  <a:gd name="connsiteX59" fmla="*/ 338497 w 578320"/>
                  <a:gd name="connsiteY59" fmla="*/ 106808 h 577432"/>
                  <a:gd name="connsiteX60" fmla="*/ 353252 w 578320"/>
                  <a:gd name="connsiteY60" fmla="*/ 92076 h 577432"/>
                  <a:gd name="connsiteX61" fmla="*/ 296999 w 578320"/>
                  <a:gd name="connsiteY61" fmla="*/ 57087 h 577432"/>
                  <a:gd name="connsiteX62" fmla="*/ 296999 w 578320"/>
                  <a:gd name="connsiteY62" fmla="*/ 44197 h 577432"/>
                  <a:gd name="connsiteX63" fmla="*/ 289621 w 578320"/>
                  <a:gd name="connsiteY63" fmla="*/ 35910 h 577432"/>
                  <a:gd name="connsiteX64" fmla="*/ 288699 w 578320"/>
                  <a:gd name="connsiteY64" fmla="*/ 0 h 577432"/>
                  <a:gd name="connsiteX65" fmla="*/ 433481 w 578320"/>
                  <a:gd name="connsiteY65" fmla="*/ 144559 h 577432"/>
                  <a:gd name="connsiteX66" fmla="*/ 288699 w 578320"/>
                  <a:gd name="connsiteY66" fmla="*/ 288198 h 577432"/>
                  <a:gd name="connsiteX67" fmla="*/ 144839 w 578320"/>
                  <a:gd name="connsiteY67" fmla="*/ 144559 h 577432"/>
                  <a:gd name="connsiteX68" fmla="*/ 288699 w 578320"/>
                  <a:gd name="connsiteY68" fmla="*/ 0 h 577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</a:cxnLst>
                <a:rect l="l" t="t" r="r" b="b"/>
                <a:pathLst>
                  <a:path w="578320" h="577432">
                    <a:moveTo>
                      <a:pt x="333891" y="314976"/>
                    </a:moveTo>
                    <a:lnTo>
                      <a:pt x="398475" y="314976"/>
                    </a:lnTo>
                    <a:cubicBezTo>
                      <a:pt x="412314" y="314976"/>
                      <a:pt x="424308" y="326948"/>
                      <a:pt x="424308" y="340761"/>
                    </a:cubicBezTo>
                    <a:lnTo>
                      <a:pt x="424308" y="550726"/>
                    </a:lnTo>
                    <a:cubicBezTo>
                      <a:pt x="424308" y="565460"/>
                      <a:pt x="412314" y="577432"/>
                      <a:pt x="398475" y="577432"/>
                    </a:cubicBezTo>
                    <a:lnTo>
                      <a:pt x="333891" y="577432"/>
                    </a:lnTo>
                    <a:cubicBezTo>
                      <a:pt x="319129" y="577432"/>
                      <a:pt x="307135" y="565460"/>
                      <a:pt x="307135" y="550726"/>
                    </a:cubicBezTo>
                    <a:lnTo>
                      <a:pt x="307135" y="340761"/>
                    </a:lnTo>
                    <a:cubicBezTo>
                      <a:pt x="307135" y="326948"/>
                      <a:pt x="319129" y="314976"/>
                      <a:pt x="333891" y="314976"/>
                    </a:cubicBezTo>
                    <a:close/>
                    <a:moveTo>
                      <a:pt x="179853" y="314976"/>
                    </a:moveTo>
                    <a:lnTo>
                      <a:pt x="244456" y="314976"/>
                    </a:lnTo>
                    <a:cubicBezTo>
                      <a:pt x="259222" y="314976"/>
                      <a:pt x="270297" y="326948"/>
                      <a:pt x="270297" y="340761"/>
                    </a:cubicBezTo>
                    <a:lnTo>
                      <a:pt x="270297" y="550726"/>
                    </a:lnTo>
                    <a:cubicBezTo>
                      <a:pt x="270297" y="565460"/>
                      <a:pt x="259222" y="577432"/>
                      <a:pt x="244456" y="577432"/>
                    </a:cubicBezTo>
                    <a:lnTo>
                      <a:pt x="179853" y="577432"/>
                    </a:lnTo>
                    <a:cubicBezTo>
                      <a:pt x="165087" y="577432"/>
                      <a:pt x="154012" y="565460"/>
                      <a:pt x="154012" y="550726"/>
                    </a:cubicBezTo>
                    <a:lnTo>
                      <a:pt x="154012" y="340761"/>
                    </a:lnTo>
                    <a:cubicBezTo>
                      <a:pt x="154012" y="326948"/>
                      <a:pt x="165087" y="314976"/>
                      <a:pt x="179853" y="314976"/>
                    </a:cubicBezTo>
                    <a:close/>
                    <a:moveTo>
                      <a:pt x="486980" y="235677"/>
                    </a:moveTo>
                    <a:lnTo>
                      <a:pt x="551564" y="235677"/>
                    </a:lnTo>
                    <a:cubicBezTo>
                      <a:pt x="566326" y="235677"/>
                      <a:pt x="578320" y="247652"/>
                      <a:pt x="578320" y="262391"/>
                    </a:cubicBezTo>
                    <a:lnTo>
                      <a:pt x="578320" y="550718"/>
                    </a:lnTo>
                    <a:cubicBezTo>
                      <a:pt x="578320" y="565457"/>
                      <a:pt x="566326" y="577432"/>
                      <a:pt x="551564" y="577432"/>
                    </a:cubicBezTo>
                    <a:lnTo>
                      <a:pt x="486980" y="577432"/>
                    </a:lnTo>
                    <a:cubicBezTo>
                      <a:pt x="473141" y="577432"/>
                      <a:pt x="461147" y="565457"/>
                      <a:pt x="461147" y="550718"/>
                    </a:cubicBezTo>
                    <a:lnTo>
                      <a:pt x="461147" y="262391"/>
                    </a:lnTo>
                    <a:cubicBezTo>
                      <a:pt x="461147" y="247652"/>
                      <a:pt x="473141" y="235677"/>
                      <a:pt x="486980" y="235677"/>
                    </a:cubicBezTo>
                    <a:close/>
                    <a:moveTo>
                      <a:pt x="25833" y="235677"/>
                    </a:moveTo>
                    <a:lnTo>
                      <a:pt x="90417" y="235677"/>
                    </a:lnTo>
                    <a:cubicBezTo>
                      <a:pt x="105179" y="235677"/>
                      <a:pt x="117173" y="247652"/>
                      <a:pt x="117173" y="262391"/>
                    </a:cubicBezTo>
                    <a:lnTo>
                      <a:pt x="117173" y="550718"/>
                    </a:lnTo>
                    <a:cubicBezTo>
                      <a:pt x="117173" y="565457"/>
                      <a:pt x="105179" y="577432"/>
                      <a:pt x="90417" y="577432"/>
                    </a:cubicBezTo>
                    <a:lnTo>
                      <a:pt x="25833" y="577432"/>
                    </a:lnTo>
                    <a:cubicBezTo>
                      <a:pt x="11994" y="577432"/>
                      <a:pt x="0" y="565457"/>
                      <a:pt x="0" y="550718"/>
                    </a:cubicBezTo>
                    <a:lnTo>
                      <a:pt x="0" y="262391"/>
                    </a:lnTo>
                    <a:cubicBezTo>
                      <a:pt x="0" y="247652"/>
                      <a:pt x="11994" y="235677"/>
                      <a:pt x="25833" y="235677"/>
                    </a:cubicBezTo>
                    <a:close/>
                    <a:moveTo>
                      <a:pt x="297075" y="158450"/>
                    </a:moveTo>
                    <a:cubicBezTo>
                      <a:pt x="309956" y="161209"/>
                      <a:pt x="326516" y="165807"/>
                      <a:pt x="326516" y="181440"/>
                    </a:cubicBezTo>
                    <a:cubicBezTo>
                      <a:pt x="326516" y="197992"/>
                      <a:pt x="310876" y="204429"/>
                      <a:pt x="297075" y="205349"/>
                    </a:cubicBezTo>
                    <a:close/>
                    <a:moveTo>
                      <a:pt x="282280" y="81074"/>
                    </a:moveTo>
                    <a:lnTo>
                      <a:pt x="282280" y="124274"/>
                    </a:lnTo>
                    <a:cubicBezTo>
                      <a:pt x="264736" y="120597"/>
                      <a:pt x="255502" y="113244"/>
                      <a:pt x="255502" y="101295"/>
                    </a:cubicBezTo>
                    <a:cubicBezTo>
                      <a:pt x="255502" y="91185"/>
                      <a:pt x="265659" y="81993"/>
                      <a:pt x="282280" y="81074"/>
                    </a:cubicBezTo>
                    <a:close/>
                    <a:moveTo>
                      <a:pt x="289621" y="35910"/>
                    </a:moveTo>
                    <a:cubicBezTo>
                      <a:pt x="285010" y="35910"/>
                      <a:pt x="282244" y="40513"/>
                      <a:pt x="282244" y="44197"/>
                    </a:cubicBezTo>
                    <a:lnTo>
                      <a:pt x="282244" y="57087"/>
                    </a:lnTo>
                    <a:cubicBezTo>
                      <a:pt x="252734" y="58008"/>
                      <a:pt x="225069" y="74582"/>
                      <a:pt x="225069" y="106808"/>
                    </a:cubicBezTo>
                    <a:cubicBezTo>
                      <a:pt x="225069" y="133510"/>
                      <a:pt x="247201" y="149163"/>
                      <a:pt x="282244" y="155609"/>
                    </a:cubicBezTo>
                    <a:lnTo>
                      <a:pt x="282244" y="205330"/>
                    </a:lnTo>
                    <a:cubicBezTo>
                      <a:pt x="242590" y="203488"/>
                      <a:pt x="263800" y="170341"/>
                      <a:pt x="237057" y="170341"/>
                    </a:cubicBezTo>
                    <a:cubicBezTo>
                      <a:pt x="227835" y="170341"/>
                      <a:pt x="222302" y="175865"/>
                      <a:pt x="222302" y="185994"/>
                    </a:cubicBezTo>
                    <a:cubicBezTo>
                      <a:pt x="222302" y="204409"/>
                      <a:pt x="241668" y="228349"/>
                      <a:pt x="282244" y="229269"/>
                    </a:cubicBezTo>
                    <a:lnTo>
                      <a:pt x="282244" y="244002"/>
                    </a:lnTo>
                    <a:cubicBezTo>
                      <a:pt x="282244" y="248605"/>
                      <a:pt x="285010" y="252288"/>
                      <a:pt x="289621" y="252288"/>
                    </a:cubicBezTo>
                    <a:cubicBezTo>
                      <a:pt x="293310" y="252288"/>
                      <a:pt x="296999" y="248605"/>
                      <a:pt x="296999" y="244002"/>
                    </a:cubicBezTo>
                    <a:lnTo>
                      <a:pt x="296999" y="229269"/>
                    </a:lnTo>
                    <a:cubicBezTo>
                      <a:pt x="332041" y="227428"/>
                      <a:pt x="356018" y="210854"/>
                      <a:pt x="356018" y="179548"/>
                    </a:cubicBezTo>
                    <a:cubicBezTo>
                      <a:pt x="356018" y="142718"/>
                      <a:pt x="328353" y="133510"/>
                      <a:pt x="296999" y="126144"/>
                    </a:cubicBezTo>
                    <a:lnTo>
                      <a:pt x="296999" y="81027"/>
                    </a:lnTo>
                    <a:cubicBezTo>
                      <a:pt x="322820" y="81948"/>
                      <a:pt x="322820" y="106808"/>
                      <a:pt x="338497" y="106808"/>
                    </a:cubicBezTo>
                    <a:cubicBezTo>
                      <a:pt x="346796" y="106808"/>
                      <a:pt x="353252" y="101284"/>
                      <a:pt x="353252" y="92076"/>
                    </a:cubicBezTo>
                    <a:cubicBezTo>
                      <a:pt x="353252" y="69057"/>
                      <a:pt x="315442" y="57087"/>
                      <a:pt x="296999" y="57087"/>
                    </a:cubicBezTo>
                    <a:lnTo>
                      <a:pt x="296999" y="44197"/>
                    </a:lnTo>
                    <a:cubicBezTo>
                      <a:pt x="296999" y="40513"/>
                      <a:pt x="293310" y="35910"/>
                      <a:pt x="289621" y="35910"/>
                    </a:cubicBezTo>
                    <a:close/>
                    <a:moveTo>
                      <a:pt x="288699" y="0"/>
                    </a:moveTo>
                    <a:cubicBezTo>
                      <a:pt x="368929" y="0"/>
                      <a:pt x="433481" y="64453"/>
                      <a:pt x="433481" y="144559"/>
                    </a:cubicBezTo>
                    <a:cubicBezTo>
                      <a:pt x="433481" y="223745"/>
                      <a:pt x="368929" y="288198"/>
                      <a:pt x="288699" y="288198"/>
                    </a:cubicBezTo>
                    <a:cubicBezTo>
                      <a:pt x="209392" y="288198"/>
                      <a:pt x="144839" y="223745"/>
                      <a:pt x="144839" y="144559"/>
                    </a:cubicBezTo>
                    <a:cubicBezTo>
                      <a:pt x="144839" y="64453"/>
                      <a:pt x="209392" y="0"/>
                      <a:pt x="2886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</p:grpSp>
        <p:grpSp>
          <p:nvGrpSpPr>
            <p:cNvPr id="11" name="ïšḷíḍé"/>
            <p:cNvGrpSpPr/>
            <p:nvPr/>
          </p:nvGrpSpPr>
          <p:grpSpPr>
            <a:xfrm>
              <a:off x="4268403" y="1705083"/>
              <a:ext cx="916936" cy="916935"/>
              <a:chOff x="1371000" y="1758363"/>
              <a:chExt cx="731886" cy="731885"/>
            </a:xfrm>
          </p:grpSpPr>
          <p:sp>
            <p:nvSpPr>
              <p:cNvPr id="33" name="ïṥľiḋê"/>
              <p:cNvSpPr/>
              <p:nvPr/>
            </p:nvSpPr>
            <p:spPr>
              <a:xfrm>
                <a:off x="1371000" y="1758363"/>
                <a:ext cx="731886" cy="731885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34" name="iṧḷiďê"/>
              <p:cNvSpPr/>
              <p:nvPr/>
            </p:nvSpPr>
            <p:spPr>
              <a:xfrm>
                <a:off x="1538107" y="1926993"/>
                <a:ext cx="400739" cy="400123"/>
              </a:xfrm>
              <a:custGeom>
                <a:avLst/>
                <a:gdLst>
                  <a:gd name="connsiteX0" fmla="*/ 333891 w 578320"/>
                  <a:gd name="connsiteY0" fmla="*/ 314976 h 577432"/>
                  <a:gd name="connsiteX1" fmla="*/ 398475 w 578320"/>
                  <a:gd name="connsiteY1" fmla="*/ 314976 h 577432"/>
                  <a:gd name="connsiteX2" fmla="*/ 424308 w 578320"/>
                  <a:gd name="connsiteY2" fmla="*/ 340761 h 577432"/>
                  <a:gd name="connsiteX3" fmla="*/ 424308 w 578320"/>
                  <a:gd name="connsiteY3" fmla="*/ 550726 h 577432"/>
                  <a:gd name="connsiteX4" fmla="*/ 398475 w 578320"/>
                  <a:gd name="connsiteY4" fmla="*/ 577432 h 577432"/>
                  <a:gd name="connsiteX5" fmla="*/ 333891 w 578320"/>
                  <a:gd name="connsiteY5" fmla="*/ 577432 h 577432"/>
                  <a:gd name="connsiteX6" fmla="*/ 307135 w 578320"/>
                  <a:gd name="connsiteY6" fmla="*/ 550726 h 577432"/>
                  <a:gd name="connsiteX7" fmla="*/ 307135 w 578320"/>
                  <a:gd name="connsiteY7" fmla="*/ 340761 h 577432"/>
                  <a:gd name="connsiteX8" fmla="*/ 333891 w 578320"/>
                  <a:gd name="connsiteY8" fmla="*/ 314976 h 577432"/>
                  <a:gd name="connsiteX9" fmla="*/ 179853 w 578320"/>
                  <a:gd name="connsiteY9" fmla="*/ 314976 h 577432"/>
                  <a:gd name="connsiteX10" fmla="*/ 244456 w 578320"/>
                  <a:gd name="connsiteY10" fmla="*/ 314976 h 577432"/>
                  <a:gd name="connsiteX11" fmla="*/ 270297 w 578320"/>
                  <a:gd name="connsiteY11" fmla="*/ 340761 h 577432"/>
                  <a:gd name="connsiteX12" fmla="*/ 270297 w 578320"/>
                  <a:gd name="connsiteY12" fmla="*/ 550726 h 577432"/>
                  <a:gd name="connsiteX13" fmla="*/ 244456 w 578320"/>
                  <a:gd name="connsiteY13" fmla="*/ 577432 h 577432"/>
                  <a:gd name="connsiteX14" fmla="*/ 179853 w 578320"/>
                  <a:gd name="connsiteY14" fmla="*/ 577432 h 577432"/>
                  <a:gd name="connsiteX15" fmla="*/ 154012 w 578320"/>
                  <a:gd name="connsiteY15" fmla="*/ 550726 h 577432"/>
                  <a:gd name="connsiteX16" fmla="*/ 154012 w 578320"/>
                  <a:gd name="connsiteY16" fmla="*/ 340761 h 577432"/>
                  <a:gd name="connsiteX17" fmla="*/ 179853 w 578320"/>
                  <a:gd name="connsiteY17" fmla="*/ 314976 h 577432"/>
                  <a:gd name="connsiteX18" fmla="*/ 486980 w 578320"/>
                  <a:gd name="connsiteY18" fmla="*/ 235677 h 577432"/>
                  <a:gd name="connsiteX19" fmla="*/ 551564 w 578320"/>
                  <a:gd name="connsiteY19" fmla="*/ 235677 h 577432"/>
                  <a:gd name="connsiteX20" fmla="*/ 578320 w 578320"/>
                  <a:gd name="connsiteY20" fmla="*/ 262391 h 577432"/>
                  <a:gd name="connsiteX21" fmla="*/ 578320 w 578320"/>
                  <a:gd name="connsiteY21" fmla="*/ 550718 h 577432"/>
                  <a:gd name="connsiteX22" fmla="*/ 551564 w 578320"/>
                  <a:gd name="connsiteY22" fmla="*/ 577432 h 577432"/>
                  <a:gd name="connsiteX23" fmla="*/ 486980 w 578320"/>
                  <a:gd name="connsiteY23" fmla="*/ 577432 h 577432"/>
                  <a:gd name="connsiteX24" fmla="*/ 461147 w 578320"/>
                  <a:gd name="connsiteY24" fmla="*/ 550718 h 577432"/>
                  <a:gd name="connsiteX25" fmla="*/ 461147 w 578320"/>
                  <a:gd name="connsiteY25" fmla="*/ 262391 h 577432"/>
                  <a:gd name="connsiteX26" fmla="*/ 486980 w 578320"/>
                  <a:gd name="connsiteY26" fmla="*/ 235677 h 577432"/>
                  <a:gd name="connsiteX27" fmla="*/ 25833 w 578320"/>
                  <a:gd name="connsiteY27" fmla="*/ 235677 h 577432"/>
                  <a:gd name="connsiteX28" fmla="*/ 90417 w 578320"/>
                  <a:gd name="connsiteY28" fmla="*/ 235677 h 577432"/>
                  <a:gd name="connsiteX29" fmla="*/ 117173 w 578320"/>
                  <a:gd name="connsiteY29" fmla="*/ 262391 h 577432"/>
                  <a:gd name="connsiteX30" fmla="*/ 117173 w 578320"/>
                  <a:gd name="connsiteY30" fmla="*/ 550718 h 577432"/>
                  <a:gd name="connsiteX31" fmla="*/ 90417 w 578320"/>
                  <a:gd name="connsiteY31" fmla="*/ 577432 h 577432"/>
                  <a:gd name="connsiteX32" fmla="*/ 25833 w 578320"/>
                  <a:gd name="connsiteY32" fmla="*/ 577432 h 577432"/>
                  <a:gd name="connsiteX33" fmla="*/ 0 w 578320"/>
                  <a:gd name="connsiteY33" fmla="*/ 550718 h 577432"/>
                  <a:gd name="connsiteX34" fmla="*/ 0 w 578320"/>
                  <a:gd name="connsiteY34" fmla="*/ 262391 h 577432"/>
                  <a:gd name="connsiteX35" fmla="*/ 25833 w 578320"/>
                  <a:gd name="connsiteY35" fmla="*/ 235677 h 577432"/>
                  <a:gd name="connsiteX36" fmla="*/ 297075 w 578320"/>
                  <a:gd name="connsiteY36" fmla="*/ 158450 h 577432"/>
                  <a:gd name="connsiteX37" fmla="*/ 326516 w 578320"/>
                  <a:gd name="connsiteY37" fmla="*/ 181440 h 577432"/>
                  <a:gd name="connsiteX38" fmla="*/ 297075 w 578320"/>
                  <a:gd name="connsiteY38" fmla="*/ 205349 h 577432"/>
                  <a:gd name="connsiteX39" fmla="*/ 282280 w 578320"/>
                  <a:gd name="connsiteY39" fmla="*/ 81074 h 577432"/>
                  <a:gd name="connsiteX40" fmla="*/ 282280 w 578320"/>
                  <a:gd name="connsiteY40" fmla="*/ 124274 h 577432"/>
                  <a:gd name="connsiteX41" fmla="*/ 255502 w 578320"/>
                  <a:gd name="connsiteY41" fmla="*/ 101295 h 577432"/>
                  <a:gd name="connsiteX42" fmla="*/ 282280 w 578320"/>
                  <a:gd name="connsiteY42" fmla="*/ 81074 h 577432"/>
                  <a:gd name="connsiteX43" fmla="*/ 289621 w 578320"/>
                  <a:gd name="connsiteY43" fmla="*/ 35910 h 577432"/>
                  <a:gd name="connsiteX44" fmla="*/ 282244 w 578320"/>
                  <a:gd name="connsiteY44" fmla="*/ 44197 h 577432"/>
                  <a:gd name="connsiteX45" fmla="*/ 282244 w 578320"/>
                  <a:gd name="connsiteY45" fmla="*/ 57087 h 577432"/>
                  <a:gd name="connsiteX46" fmla="*/ 225069 w 578320"/>
                  <a:gd name="connsiteY46" fmla="*/ 106808 h 577432"/>
                  <a:gd name="connsiteX47" fmla="*/ 282244 w 578320"/>
                  <a:gd name="connsiteY47" fmla="*/ 155609 h 577432"/>
                  <a:gd name="connsiteX48" fmla="*/ 282244 w 578320"/>
                  <a:gd name="connsiteY48" fmla="*/ 205330 h 577432"/>
                  <a:gd name="connsiteX49" fmla="*/ 237057 w 578320"/>
                  <a:gd name="connsiteY49" fmla="*/ 170341 h 577432"/>
                  <a:gd name="connsiteX50" fmla="*/ 222302 w 578320"/>
                  <a:gd name="connsiteY50" fmla="*/ 185994 h 577432"/>
                  <a:gd name="connsiteX51" fmla="*/ 282244 w 578320"/>
                  <a:gd name="connsiteY51" fmla="*/ 229269 h 577432"/>
                  <a:gd name="connsiteX52" fmla="*/ 282244 w 578320"/>
                  <a:gd name="connsiteY52" fmla="*/ 244002 h 577432"/>
                  <a:gd name="connsiteX53" fmla="*/ 289621 w 578320"/>
                  <a:gd name="connsiteY53" fmla="*/ 252288 h 577432"/>
                  <a:gd name="connsiteX54" fmla="*/ 296999 w 578320"/>
                  <a:gd name="connsiteY54" fmla="*/ 244002 h 577432"/>
                  <a:gd name="connsiteX55" fmla="*/ 296999 w 578320"/>
                  <a:gd name="connsiteY55" fmla="*/ 229269 h 577432"/>
                  <a:gd name="connsiteX56" fmla="*/ 356018 w 578320"/>
                  <a:gd name="connsiteY56" fmla="*/ 179548 h 577432"/>
                  <a:gd name="connsiteX57" fmla="*/ 296999 w 578320"/>
                  <a:gd name="connsiteY57" fmla="*/ 126144 h 577432"/>
                  <a:gd name="connsiteX58" fmla="*/ 296999 w 578320"/>
                  <a:gd name="connsiteY58" fmla="*/ 81027 h 577432"/>
                  <a:gd name="connsiteX59" fmla="*/ 338497 w 578320"/>
                  <a:gd name="connsiteY59" fmla="*/ 106808 h 577432"/>
                  <a:gd name="connsiteX60" fmla="*/ 353252 w 578320"/>
                  <a:gd name="connsiteY60" fmla="*/ 92076 h 577432"/>
                  <a:gd name="connsiteX61" fmla="*/ 296999 w 578320"/>
                  <a:gd name="connsiteY61" fmla="*/ 57087 h 577432"/>
                  <a:gd name="connsiteX62" fmla="*/ 296999 w 578320"/>
                  <a:gd name="connsiteY62" fmla="*/ 44197 h 577432"/>
                  <a:gd name="connsiteX63" fmla="*/ 289621 w 578320"/>
                  <a:gd name="connsiteY63" fmla="*/ 35910 h 577432"/>
                  <a:gd name="connsiteX64" fmla="*/ 288699 w 578320"/>
                  <a:gd name="connsiteY64" fmla="*/ 0 h 577432"/>
                  <a:gd name="connsiteX65" fmla="*/ 433481 w 578320"/>
                  <a:gd name="connsiteY65" fmla="*/ 144559 h 577432"/>
                  <a:gd name="connsiteX66" fmla="*/ 288699 w 578320"/>
                  <a:gd name="connsiteY66" fmla="*/ 288198 h 577432"/>
                  <a:gd name="connsiteX67" fmla="*/ 144839 w 578320"/>
                  <a:gd name="connsiteY67" fmla="*/ 144559 h 577432"/>
                  <a:gd name="connsiteX68" fmla="*/ 288699 w 578320"/>
                  <a:gd name="connsiteY68" fmla="*/ 0 h 577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</a:cxnLst>
                <a:rect l="l" t="t" r="r" b="b"/>
                <a:pathLst>
                  <a:path w="578320" h="577432">
                    <a:moveTo>
                      <a:pt x="333891" y="314976"/>
                    </a:moveTo>
                    <a:lnTo>
                      <a:pt x="398475" y="314976"/>
                    </a:lnTo>
                    <a:cubicBezTo>
                      <a:pt x="412314" y="314976"/>
                      <a:pt x="424308" y="326948"/>
                      <a:pt x="424308" y="340761"/>
                    </a:cubicBezTo>
                    <a:lnTo>
                      <a:pt x="424308" y="550726"/>
                    </a:lnTo>
                    <a:cubicBezTo>
                      <a:pt x="424308" y="565460"/>
                      <a:pt x="412314" y="577432"/>
                      <a:pt x="398475" y="577432"/>
                    </a:cubicBezTo>
                    <a:lnTo>
                      <a:pt x="333891" y="577432"/>
                    </a:lnTo>
                    <a:cubicBezTo>
                      <a:pt x="319129" y="577432"/>
                      <a:pt x="307135" y="565460"/>
                      <a:pt x="307135" y="550726"/>
                    </a:cubicBezTo>
                    <a:lnTo>
                      <a:pt x="307135" y="340761"/>
                    </a:lnTo>
                    <a:cubicBezTo>
                      <a:pt x="307135" y="326948"/>
                      <a:pt x="319129" y="314976"/>
                      <a:pt x="333891" y="314976"/>
                    </a:cubicBezTo>
                    <a:close/>
                    <a:moveTo>
                      <a:pt x="179853" y="314976"/>
                    </a:moveTo>
                    <a:lnTo>
                      <a:pt x="244456" y="314976"/>
                    </a:lnTo>
                    <a:cubicBezTo>
                      <a:pt x="259222" y="314976"/>
                      <a:pt x="270297" y="326948"/>
                      <a:pt x="270297" y="340761"/>
                    </a:cubicBezTo>
                    <a:lnTo>
                      <a:pt x="270297" y="550726"/>
                    </a:lnTo>
                    <a:cubicBezTo>
                      <a:pt x="270297" y="565460"/>
                      <a:pt x="259222" y="577432"/>
                      <a:pt x="244456" y="577432"/>
                    </a:cubicBezTo>
                    <a:lnTo>
                      <a:pt x="179853" y="577432"/>
                    </a:lnTo>
                    <a:cubicBezTo>
                      <a:pt x="165087" y="577432"/>
                      <a:pt x="154012" y="565460"/>
                      <a:pt x="154012" y="550726"/>
                    </a:cubicBezTo>
                    <a:lnTo>
                      <a:pt x="154012" y="340761"/>
                    </a:lnTo>
                    <a:cubicBezTo>
                      <a:pt x="154012" y="326948"/>
                      <a:pt x="165087" y="314976"/>
                      <a:pt x="179853" y="314976"/>
                    </a:cubicBezTo>
                    <a:close/>
                    <a:moveTo>
                      <a:pt x="486980" y="235677"/>
                    </a:moveTo>
                    <a:lnTo>
                      <a:pt x="551564" y="235677"/>
                    </a:lnTo>
                    <a:cubicBezTo>
                      <a:pt x="566326" y="235677"/>
                      <a:pt x="578320" y="247652"/>
                      <a:pt x="578320" y="262391"/>
                    </a:cubicBezTo>
                    <a:lnTo>
                      <a:pt x="578320" y="550718"/>
                    </a:lnTo>
                    <a:cubicBezTo>
                      <a:pt x="578320" y="565457"/>
                      <a:pt x="566326" y="577432"/>
                      <a:pt x="551564" y="577432"/>
                    </a:cubicBezTo>
                    <a:lnTo>
                      <a:pt x="486980" y="577432"/>
                    </a:lnTo>
                    <a:cubicBezTo>
                      <a:pt x="473141" y="577432"/>
                      <a:pt x="461147" y="565457"/>
                      <a:pt x="461147" y="550718"/>
                    </a:cubicBezTo>
                    <a:lnTo>
                      <a:pt x="461147" y="262391"/>
                    </a:lnTo>
                    <a:cubicBezTo>
                      <a:pt x="461147" y="247652"/>
                      <a:pt x="473141" y="235677"/>
                      <a:pt x="486980" y="235677"/>
                    </a:cubicBezTo>
                    <a:close/>
                    <a:moveTo>
                      <a:pt x="25833" y="235677"/>
                    </a:moveTo>
                    <a:lnTo>
                      <a:pt x="90417" y="235677"/>
                    </a:lnTo>
                    <a:cubicBezTo>
                      <a:pt x="105179" y="235677"/>
                      <a:pt x="117173" y="247652"/>
                      <a:pt x="117173" y="262391"/>
                    </a:cubicBezTo>
                    <a:lnTo>
                      <a:pt x="117173" y="550718"/>
                    </a:lnTo>
                    <a:cubicBezTo>
                      <a:pt x="117173" y="565457"/>
                      <a:pt x="105179" y="577432"/>
                      <a:pt x="90417" y="577432"/>
                    </a:cubicBezTo>
                    <a:lnTo>
                      <a:pt x="25833" y="577432"/>
                    </a:lnTo>
                    <a:cubicBezTo>
                      <a:pt x="11994" y="577432"/>
                      <a:pt x="0" y="565457"/>
                      <a:pt x="0" y="550718"/>
                    </a:cubicBezTo>
                    <a:lnTo>
                      <a:pt x="0" y="262391"/>
                    </a:lnTo>
                    <a:cubicBezTo>
                      <a:pt x="0" y="247652"/>
                      <a:pt x="11994" y="235677"/>
                      <a:pt x="25833" y="235677"/>
                    </a:cubicBezTo>
                    <a:close/>
                    <a:moveTo>
                      <a:pt x="297075" y="158450"/>
                    </a:moveTo>
                    <a:cubicBezTo>
                      <a:pt x="309956" y="161209"/>
                      <a:pt x="326516" y="165807"/>
                      <a:pt x="326516" y="181440"/>
                    </a:cubicBezTo>
                    <a:cubicBezTo>
                      <a:pt x="326516" y="197992"/>
                      <a:pt x="310876" y="204429"/>
                      <a:pt x="297075" y="205349"/>
                    </a:cubicBezTo>
                    <a:close/>
                    <a:moveTo>
                      <a:pt x="282280" y="81074"/>
                    </a:moveTo>
                    <a:lnTo>
                      <a:pt x="282280" y="124274"/>
                    </a:lnTo>
                    <a:cubicBezTo>
                      <a:pt x="264736" y="120597"/>
                      <a:pt x="255502" y="113244"/>
                      <a:pt x="255502" y="101295"/>
                    </a:cubicBezTo>
                    <a:cubicBezTo>
                      <a:pt x="255502" y="91185"/>
                      <a:pt x="265659" y="81993"/>
                      <a:pt x="282280" y="81074"/>
                    </a:cubicBezTo>
                    <a:close/>
                    <a:moveTo>
                      <a:pt x="289621" y="35910"/>
                    </a:moveTo>
                    <a:cubicBezTo>
                      <a:pt x="285010" y="35910"/>
                      <a:pt x="282244" y="40513"/>
                      <a:pt x="282244" y="44197"/>
                    </a:cubicBezTo>
                    <a:lnTo>
                      <a:pt x="282244" y="57087"/>
                    </a:lnTo>
                    <a:cubicBezTo>
                      <a:pt x="252734" y="58008"/>
                      <a:pt x="225069" y="74582"/>
                      <a:pt x="225069" y="106808"/>
                    </a:cubicBezTo>
                    <a:cubicBezTo>
                      <a:pt x="225069" y="133510"/>
                      <a:pt x="247201" y="149163"/>
                      <a:pt x="282244" y="155609"/>
                    </a:cubicBezTo>
                    <a:lnTo>
                      <a:pt x="282244" y="205330"/>
                    </a:lnTo>
                    <a:cubicBezTo>
                      <a:pt x="242590" y="203488"/>
                      <a:pt x="263800" y="170341"/>
                      <a:pt x="237057" y="170341"/>
                    </a:cubicBezTo>
                    <a:cubicBezTo>
                      <a:pt x="227835" y="170341"/>
                      <a:pt x="222302" y="175865"/>
                      <a:pt x="222302" y="185994"/>
                    </a:cubicBezTo>
                    <a:cubicBezTo>
                      <a:pt x="222302" y="204409"/>
                      <a:pt x="241668" y="228349"/>
                      <a:pt x="282244" y="229269"/>
                    </a:cubicBezTo>
                    <a:lnTo>
                      <a:pt x="282244" y="244002"/>
                    </a:lnTo>
                    <a:cubicBezTo>
                      <a:pt x="282244" y="248605"/>
                      <a:pt x="285010" y="252288"/>
                      <a:pt x="289621" y="252288"/>
                    </a:cubicBezTo>
                    <a:cubicBezTo>
                      <a:pt x="293310" y="252288"/>
                      <a:pt x="296999" y="248605"/>
                      <a:pt x="296999" y="244002"/>
                    </a:cubicBezTo>
                    <a:lnTo>
                      <a:pt x="296999" y="229269"/>
                    </a:lnTo>
                    <a:cubicBezTo>
                      <a:pt x="332041" y="227428"/>
                      <a:pt x="356018" y="210854"/>
                      <a:pt x="356018" y="179548"/>
                    </a:cubicBezTo>
                    <a:cubicBezTo>
                      <a:pt x="356018" y="142718"/>
                      <a:pt x="328353" y="133510"/>
                      <a:pt x="296999" y="126144"/>
                    </a:cubicBezTo>
                    <a:lnTo>
                      <a:pt x="296999" y="81027"/>
                    </a:lnTo>
                    <a:cubicBezTo>
                      <a:pt x="322820" y="81948"/>
                      <a:pt x="322820" y="106808"/>
                      <a:pt x="338497" y="106808"/>
                    </a:cubicBezTo>
                    <a:cubicBezTo>
                      <a:pt x="346796" y="106808"/>
                      <a:pt x="353252" y="101284"/>
                      <a:pt x="353252" y="92076"/>
                    </a:cubicBezTo>
                    <a:cubicBezTo>
                      <a:pt x="353252" y="69057"/>
                      <a:pt x="315442" y="57087"/>
                      <a:pt x="296999" y="57087"/>
                    </a:cubicBezTo>
                    <a:lnTo>
                      <a:pt x="296999" y="44197"/>
                    </a:lnTo>
                    <a:cubicBezTo>
                      <a:pt x="296999" y="40513"/>
                      <a:pt x="293310" y="35910"/>
                      <a:pt x="289621" y="35910"/>
                    </a:cubicBezTo>
                    <a:close/>
                    <a:moveTo>
                      <a:pt x="288699" y="0"/>
                    </a:moveTo>
                    <a:cubicBezTo>
                      <a:pt x="368929" y="0"/>
                      <a:pt x="433481" y="64453"/>
                      <a:pt x="433481" y="144559"/>
                    </a:cubicBezTo>
                    <a:cubicBezTo>
                      <a:pt x="433481" y="223745"/>
                      <a:pt x="368929" y="288198"/>
                      <a:pt x="288699" y="288198"/>
                    </a:cubicBezTo>
                    <a:cubicBezTo>
                      <a:pt x="209392" y="288198"/>
                      <a:pt x="144839" y="223745"/>
                      <a:pt x="144839" y="144559"/>
                    </a:cubicBezTo>
                    <a:cubicBezTo>
                      <a:pt x="144839" y="64453"/>
                      <a:pt x="209392" y="0"/>
                      <a:pt x="2886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</p:grpSp>
        <p:grpSp>
          <p:nvGrpSpPr>
            <p:cNvPr id="12" name="i$líḓè"/>
            <p:cNvGrpSpPr/>
            <p:nvPr/>
          </p:nvGrpSpPr>
          <p:grpSpPr>
            <a:xfrm>
              <a:off x="6997209" y="1705083"/>
              <a:ext cx="916936" cy="916935"/>
              <a:chOff x="1371000" y="1758363"/>
              <a:chExt cx="731886" cy="731885"/>
            </a:xfrm>
          </p:grpSpPr>
          <p:sp>
            <p:nvSpPr>
              <p:cNvPr id="31" name="îşḻïḑe"/>
              <p:cNvSpPr/>
              <p:nvPr/>
            </p:nvSpPr>
            <p:spPr>
              <a:xfrm>
                <a:off x="1371000" y="1758363"/>
                <a:ext cx="731886" cy="731885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32" name="ïṩḻîḋê"/>
              <p:cNvSpPr/>
              <p:nvPr/>
            </p:nvSpPr>
            <p:spPr>
              <a:xfrm>
                <a:off x="1538107" y="1926993"/>
                <a:ext cx="400739" cy="400123"/>
              </a:xfrm>
              <a:custGeom>
                <a:avLst/>
                <a:gdLst>
                  <a:gd name="connsiteX0" fmla="*/ 333891 w 578320"/>
                  <a:gd name="connsiteY0" fmla="*/ 314976 h 577432"/>
                  <a:gd name="connsiteX1" fmla="*/ 398475 w 578320"/>
                  <a:gd name="connsiteY1" fmla="*/ 314976 h 577432"/>
                  <a:gd name="connsiteX2" fmla="*/ 424308 w 578320"/>
                  <a:gd name="connsiteY2" fmla="*/ 340761 h 577432"/>
                  <a:gd name="connsiteX3" fmla="*/ 424308 w 578320"/>
                  <a:gd name="connsiteY3" fmla="*/ 550726 h 577432"/>
                  <a:gd name="connsiteX4" fmla="*/ 398475 w 578320"/>
                  <a:gd name="connsiteY4" fmla="*/ 577432 h 577432"/>
                  <a:gd name="connsiteX5" fmla="*/ 333891 w 578320"/>
                  <a:gd name="connsiteY5" fmla="*/ 577432 h 577432"/>
                  <a:gd name="connsiteX6" fmla="*/ 307135 w 578320"/>
                  <a:gd name="connsiteY6" fmla="*/ 550726 h 577432"/>
                  <a:gd name="connsiteX7" fmla="*/ 307135 w 578320"/>
                  <a:gd name="connsiteY7" fmla="*/ 340761 h 577432"/>
                  <a:gd name="connsiteX8" fmla="*/ 333891 w 578320"/>
                  <a:gd name="connsiteY8" fmla="*/ 314976 h 577432"/>
                  <a:gd name="connsiteX9" fmla="*/ 179853 w 578320"/>
                  <a:gd name="connsiteY9" fmla="*/ 314976 h 577432"/>
                  <a:gd name="connsiteX10" fmla="*/ 244456 w 578320"/>
                  <a:gd name="connsiteY10" fmla="*/ 314976 h 577432"/>
                  <a:gd name="connsiteX11" fmla="*/ 270297 w 578320"/>
                  <a:gd name="connsiteY11" fmla="*/ 340761 h 577432"/>
                  <a:gd name="connsiteX12" fmla="*/ 270297 w 578320"/>
                  <a:gd name="connsiteY12" fmla="*/ 550726 h 577432"/>
                  <a:gd name="connsiteX13" fmla="*/ 244456 w 578320"/>
                  <a:gd name="connsiteY13" fmla="*/ 577432 h 577432"/>
                  <a:gd name="connsiteX14" fmla="*/ 179853 w 578320"/>
                  <a:gd name="connsiteY14" fmla="*/ 577432 h 577432"/>
                  <a:gd name="connsiteX15" fmla="*/ 154012 w 578320"/>
                  <a:gd name="connsiteY15" fmla="*/ 550726 h 577432"/>
                  <a:gd name="connsiteX16" fmla="*/ 154012 w 578320"/>
                  <a:gd name="connsiteY16" fmla="*/ 340761 h 577432"/>
                  <a:gd name="connsiteX17" fmla="*/ 179853 w 578320"/>
                  <a:gd name="connsiteY17" fmla="*/ 314976 h 577432"/>
                  <a:gd name="connsiteX18" fmla="*/ 486980 w 578320"/>
                  <a:gd name="connsiteY18" fmla="*/ 235677 h 577432"/>
                  <a:gd name="connsiteX19" fmla="*/ 551564 w 578320"/>
                  <a:gd name="connsiteY19" fmla="*/ 235677 h 577432"/>
                  <a:gd name="connsiteX20" fmla="*/ 578320 w 578320"/>
                  <a:gd name="connsiteY20" fmla="*/ 262391 h 577432"/>
                  <a:gd name="connsiteX21" fmla="*/ 578320 w 578320"/>
                  <a:gd name="connsiteY21" fmla="*/ 550718 h 577432"/>
                  <a:gd name="connsiteX22" fmla="*/ 551564 w 578320"/>
                  <a:gd name="connsiteY22" fmla="*/ 577432 h 577432"/>
                  <a:gd name="connsiteX23" fmla="*/ 486980 w 578320"/>
                  <a:gd name="connsiteY23" fmla="*/ 577432 h 577432"/>
                  <a:gd name="connsiteX24" fmla="*/ 461147 w 578320"/>
                  <a:gd name="connsiteY24" fmla="*/ 550718 h 577432"/>
                  <a:gd name="connsiteX25" fmla="*/ 461147 w 578320"/>
                  <a:gd name="connsiteY25" fmla="*/ 262391 h 577432"/>
                  <a:gd name="connsiteX26" fmla="*/ 486980 w 578320"/>
                  <a:gd name="connsiteY26" fmla="*/ 235677 h 577432"/>
                  <a:gd name="connsiteX27" fmla="*/ 25833 w 578320"/>
                  <a:gd name="connsiteY27" fmla="*/ 235677 h 577432"/>
                  <a:gd name="connsiteX28" fmla="*/ 90417 w 578320"/>
                  <a:gd name="connsiteY28" fmla="*/ 235677 h 577432"/>
                  <a:gd name="connsiteX29" fmla="*/ 117173 w 578320"/>
                  <a:gd name="connsiteY29" fmla="*/ 262391 h 577432"/>
                  <a:gd name="connsiteX30" fmla="*/ 117173 w 578320"/>
                  <a:gd name="connsiteY30" fmla="*/ 550718 h 577432"/>
                  <a:gd name="connsiteX31" fmla="*/ 90417 w 578320"/>
                  <a:gd name="connsiteY31" fmla="*/ 577432 h 577432"/>
                  <a:gd name="connsiteX32" fmla="*/ 25833 w 578320"/>
                  <a:gd name="connsiteY32" fmla="*/ 577432 h 577432"/>
                  <a:gd name="connsiteX33" fmla="*/ 0 w 578320"/>
                  <a:gd name="connsiteY33" fmla="*/ 550718 h 577432"/>
                  <a:gd name="connsiteX34" fmla="*/ 0 w 578320"/>
                  <a:gd name="connsiteY34" fmla="*/ 262391 h 577432"/>
                  <a:gd name="connsiteX35" fmla="*/ 25833 w 578320"/>
                  <a:gd name="connsiteY35" fmla="*/ 235677 h 577432"/>
                  <a:gd name="connsiteX36" fmla="*/ 297075 w 578320"/>
                  <a:gd name="connsiteY36" fmla="*/ 158450 h 577432"/>
                  <a:gd name="connsiteX37" fmla="*/ 326516 w 578320"/>
                  <a:gd name="connsiteY37" fmla="*/ 181440 h 577432"/>
                  <a:gd name="connsiteX38" fmla="*/ 297075 w 578320"/>
                  <a:gd name="connsiteY38" fmla="*/ 205349 h 577432"/>
                  <a:gd name="connsiteX39" fmla="*/ 282280 w 578320"/>
                  <a:gd name="connsiteY39" fmla="*/ 81074 h 577432"/>
                  <a:gd name="connsiteX40" fmla="*/ 282280 w 578320"/>
                  <a:gd name="connsiteY40" fmla="*/ 124274 h 577432"/>
                  <a:gd name="connsiteX41" fmla="*/ 255502 w 578320"/>
                  <a:gd name="connsiteY41" fmla="*/ 101295 h 577432"/>
                  <a:gd name="connsiteX42" fmla="*/ 282280 w 578320"/>
                  <a:gd name="connsiteY42" fmla="*/ 81074 h 577432"/>
                  <a:gd name="connsiteX43" fmla="*/ 289621 w 578320"/>
                  <a:gd name="connsiteY43" fmla="*/ 35910 h 577432"/>
                  <a:gd name="connsiteX44" fmla="*/ 282244 w 578320"/>
                  <a:gd name="connsiteY44" fmla="*/ 44197 h 577432"/>
                  <a:gd name="connsiteX45" fmla="*/ 282244 w 578320"/>
                  <a:gd name="connsiteY45" fmla="*/ 57087 h 577432"/>
                  <a:gd name="connsiteX46" fmla="*/ 225069 w 578320"/>
                  <a:gd name="connsiteY46" fmla="*/ 106808 h 577432"/>
                  <a:gd name="connsiteX47" fmla="*/ 282244 w 578320"/>
                  <a:gd name="connsiteY47" fmla="*/ 155609 h 577432"/>
                  <a:gd name="connsiteX48" fmla="*/ 282244 w 578320"/>
                  <a:gd name="connsiteY48" fmla="*/ 205330 h 577432"/>
                  <a:gd name="connsiteX49" fmla="*/ 237057 w 578320"/>
                  <a:gd name="connsiteY49" fmla="*/ 170341 h 577432"/>
                  <a:gd name="connsiteX50" fmla="*/ 222302 w 578320"/>
                  <a:gd name="connsiteY50" fmla="*/ 185994 h 577432"/>
                  <a:gd name="connsiteX51" fmla="*/ 282244 w 578320"/>
                  <a:gd name="connsiteY51" fmla="*/ 229269 h 577432"/>
                  <a:gd name="connsiteX52" fmla="*/ 282244 w 578320"/>
                  <a:gd name="connsiteY52" fmla="*/ 244002 h 577432"/>
                  <a:gd name="connsiteX53" fmla="*/ 289621 w 578320"/>
                  <a:gd name="connsiteY53" fmla="*/ 252288 h 577432"/>
                  <a:gd name="connsiteX54" fmla="*/ 296999 w 578320"/>
                  <a:gd name="connsiteY54" fmla="*/ 244002 h 577432"/>
                  <a:gd name="connsiteX55" fmla="*/ 296999 w 578320"/>
                  <a:gd name="connsiteY55" fmla="*/ 229269 h 577432"/>
                  <a:gd name="connsiteX56" fmla="*/ 356018 w 578320"/>
                  <a:gd name="connsiteY56" fmla="*/ 179548 h 577432"/>
                  <a:gd name="connsiteX57" fmla="*/ 296999 w 578320"/>
                  <a:gd name="connsiteY57" fmla="*/ 126144 h 577432"/>
                  <a:gd name="connsiteX58" fmla="*/ 296999 w 578320"/>
                  <a:gd name="connsiteY58" fmla="*/ 81027 h 577432"/>
                  <a:gd name="connsiteX59" fmla="*/ 338497 w 578320"/>
                  <a:gd name="connsiteY59" fmla="*/ 106808 h 577432"/>
                  <a:gd name="connsiteX60" fmla="*/ 353252 w 578320"/>
                  <a:gd name="connsiteY60" fmla="*/ 92076 h 577432"/>
                  <a:gd name="connsiteX61" fmla="*/ 296999 w 578320"/>
                  <a:gd name="connsiteY61" fmla="*/ 57087 h 577432"/>
                  <a:gd name="connsiteX62" fmla="*/ 296999 w 578320"/>
                  <a:gd name="connsiteY62" fmla="*/ 44197 h 577432"/>
                  <a:gd name="connsiteX63" fmla="*/ 289621 w 578320"/>
                  <a:gd name="connsiteY63" fmla="*/ 35910 h 577432"/>
                  <a:gd name="connsiteX64" fmla="*/ 288699 w 578320"/>
                  <a:gd name="connsiteY64" fmla="*/ 0 h 577432"/>
                  <a:gd name="connsiteX65" fmla="*/ 433481 w 578320"/>
                  <a:gd name="connsiteY65" fmla="*/ 144559 h 577432"/>
                  <a:gd name="connsiteX66" fmla="*/ 288699 w 578320"/>
                  <a:gd name="connsiteY66" fmla="*/ 288198 h 577432"/>
                  <a:gd name="connsiteX67" fmla="*/ 144839 w 578320"/>
                  <a:gd name="connsiteY67" fmla="*/ 144559 h 577432"/>
                  <a:gd name="connsiteX68" fmla="*/ 288699 w 578320"/>
                  <a:gd name="connsiteY68" fmla="*/ 0 h 577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</a:cxnLst>
                <a:rect l="l" t="t" r="r" b="b"/>
                <a:pathLst>
                  <a:path w="578320" h="577432">
                    <a:moveTo>
                      <a:pt x="333891" y="314976"/>
                    </a:moveTo>
                    <a:lnTo>
                      <a:pt x="398475" y="314976"/>
                    </a:lnTo>
                    <a:cubicBezTo>
                      <a:pt x="412314" y="314976"/>
                      <a:pt x="424308" y="326948"/>
                      <a:pt x="424308" y="340761"/>
                    </a:cubicBezTo>
                    <a:lnTo>
                      <a:pt x="424308" y="550726"/>
                    </a:lnTo>
                    <a:cubicBezTo>
                      <a:pt x="424308" y="565460"/>
                      <a:pt x="412314" y="577432"/>
                      <a:pt x="398475" y="577432"/>
                    </a:cubicBezTo>
                    <a:lnTo>
                      <a:pt x="333891" y="577432"/>
                    </a:lnTo>
                    <a:cubicBezTo>
                      <a:pt x="319129" y="577432"/>
                      <a:pt x="307135" y="565460"/>
                      <a:pt x="307135" y="550726"/>
                    </a:cubicBezTo>
                    <a:lnTo>
                      <a:pt x="307135" y="340761"/>
                    </a:lnTo>
                    <a:cubicBezTo>
                      <a:pt x="307135" y="326948"/>
                      <a:pt x="319129" y="314976"/>
                      <a:pt x="333891" y="314976"/>
                    </a:cubicBezTo>
                    <a:close/>
                    <a:moveTo>
                      <a:pt x="179853" y="314976"/>
                    </a:moveTo>
                    <a:lnTo>
                      <a:pt x="244456" y="314976"/>
                    </a:lnTo>
                    <a:cubicBezTo>
                      <a:pt x="259222" y="314976"/>
                      <a:pt x="270297" y="326948"/>
                      <a:pt x="270297" y="340761"/>
                    </a:cubicBezTo>
                    <a:lnTo>
                      <a:pt x="270297" y="550726"/>
                    </a:lnTo>
                    <a:cubicBezTo>
                      <a:pt x="270297" y="565460"/>
                      <a:pt x="259222" y="577432"/>
                      <a:pt x="244456" y="577432"/>
                    </a:cubicBezTo>
                    <a:lnTo>
                      <a:pt x="179853" y="577432"/>
                    </a:lnTo>
                    <a:cubicBezTo>
                      <a:pt x="165087" y="577432"/>
                      <a:pt x="154012" y="565460"/>
                      <a:pt x="154012" y="550726"/>
                    </a:cubicBezTo>
                    <a:lnTo>
                      <a:pt x="154012" y="340761"/>
                    </a:lnTo>
                    <a:cubicBezTo>
                      <a:pt x="154012" y="326948"/>
                      <a:pt x="165087" y="314976"/>
                      <a:pt x="179853" y="314976"/>
                    </a:cubicBezTo>
                    <a:close/>
                    <a:moveTo>
                      <a:pt x="486980" y="235677"/>
                    </a:moveTo>
                    <a:lnTo>
                      <a:pt x="551564" y="235677"/>
                    </a:lnTo>
                    <a:cubicBezTo>
                      <a:pt x="566326" y="235677"/>
                      <a:pt x="578320" y="247652"/>
                      <a:pt x="578320" y="262391"/>
                    </a:cubicBezTo>
                    <a:lnTo>
                      <a:pt x="578320" y="550718"/>
                    </a:lnTo>
                    <a:cubicBezTo>
                      <a:pt x="578320" y="565457"/>
                      <a:pt x="566326" y="577432"/>
                      <a:pt x="551564" y="577432"/>
                    </a:cubicBezTo>
                    <a:lnTo>
                      <a:pt x="486980" y="577432"/>
                    </a:lnTo>
                    <a:cubicBezTo>
                      <a:pt x="473141" y="577432"/>
                      <a:pt x="461147" y="565457"/>
                      <a:pt x="461147" y="550718"/>
                    </a:cubicBezTo>
                    <a:lnTo>
                      <a:pt x="461147" y="262391"/>
                    </a:lnTo>
                    <a:cubicBezTo>
                      <a:pt x="461147" y="247652"/>
                      <a:pt x="473141" y="235677"/>
                      <a:pt x="486980" y="235677"/>
                    </a:cubicBezTo>
                    <a:close/>
                    <a:moveTo>
                      <a:pt x="25833" y="235677"/>
                    </a:moveTo>
                    <a:lnTo>
                      <a:pt x="90417" y="235677"/>
                    </a:lnTo>
                    <a:cubicBezTo>
                      <a:pt x="105179" y="235677"/>
                      <a:pt x="117173" y="247652"/>
                      <a:pt x="117173" y="262391"/>
                    </a:cubicBezTo>
                    <a:lnTo>
                      <a:pt x="117173" y="550718"/>
                    </a:lnTo>
                    <a:cubicBezTo>
                      <a:pt x="117173" y="565457"/>
                      <a:pt x="105179" y="577432"/>
                      <a:pt x="90417" y="577432"/>
                    </a:cubicBezTo>
                    <a:lnTo>
                      <a:pt x="25833" y="577432"/>
                    </a:lnTo>
                    <a:cubicBezTo>
                      <a:pt x="11994" y="577432"/>
                      <a:pt x="0" y="565457"/>
                      <a:pt x="0" y="550718"/>
                    </a:cubicBezTo>
                    <a:lnTo>
                      <a:pt x="0" y="262391"/>
                    </a:lnTo>
                    <a:cubicBezTo>
                      <a:pt x="0" y="247652"/>
                      <a:pt x="11994" y="235677"/>
                      <a:pt x="25833" y="235677"/>
                    </a:cubicBezTo>
                    <a:close/>
                    <a:moveTo>
                      <a:pt x="297075" y="158450"/>
                    </a:moveTo>
                    <a:cubicBezTo>
                      <a:pt x="309956" y="161209"/>
                      <a:pt x="326516" y="165807"/>
                      <a:pt x="326516" y="181440"/>
                    </a:cubicBezTo>
                    <a:cubicBezTo>
                      <a:pt x="326516" y="197992"/>
                      <a:pt x="310876" y="204429"/>
                      <a:pt x="297075" y="205349"/>
                    </a:cubicBezTo>
                    <a:close/>
                    <a:moveTo>
                      <a:pt x="282280" y="81074"/>
                    </a:moveTo>
                    <a:lnTo>
                      <a:pt x="282280" y="124274"/>
                    </a:lnTo>
                    <a:cubicBezTo>
                      <a:pt x="264736" y="120597"/>
                      <a:pt x="255502" y="113244"/>
                      <a:pt x="255502" y="101295"/>
                    </a:cubicBezTo>
                    <a:cubicBezTo>
                      <a:pt x="255502" y="91185"/>
                      <a:pt x="265659" y="81993"/>
                      <a:pt x="282280" y="81074"/>
                    </a:cubicBezTo>
                    <a:close/>
                    <a:moveTo>
                      <a:pt x="289621" y="35910"/>
                    </a:moveTo>
                    <a:cubicBezTo>
                      <a:pt x="285010" y="35910"/>
                      <a:pt x="282244" y="40513"/>
                      <a:pt x="282244" y="44197"/>
                    </a:cubicBezTo>
                    <a:lnTo>
                      <a:pt x="282244" y="57087"/>
                    </a:lnTo>
                    <a:cubicBezTo>
                      <a:pt x="252734" y="58008"/>
                      <a:pt x="225069" y="74582"/>
                      <a:pt x="225069" y="106808"/>
                    </a:cubicBezTo>
                    <a:cubicBezTo>
                      <a:pt x="225069" y="133510"/>
                      <a:pt x="247201" y="149163"/>
                      <a:pt x="282244" y="155609"/>
                    </a:cubicBezTo>
                    <a:lnTo>
                      <a:pt x="282244" y="205330"/>
                    </a:lnTo>
                    <a:cubicBezTo>
                      <a:pt x="242590" y="203488"/>
                      <a:pt x="263800" y="170341"/>
                      <a:pt x="237057" y="170341"/>
                    </a:cubicBezTo>
                    <a:cubicBezTo>
                      <a:pt x="227835" y="170341"/>
                      <a:pt x="222302" y="175865"/>
                      <a:pt x="222302" y="185994"/>
                    </a:cubicBezTo>
                    <a:cubicBezTo>
                      <a:pt x="222302" y="204409"/>
                      <a:pt x="241668" y="228349"/>
                      <a:pt x="282244" y="229269"/>
                    </a:cubicBezTo>
                    <a:lnTo>
                      <a:pt x="282244" y="244002"/>
                    </a:lnTo>
                    <a:cubicBezTo>
                      <a:pt x="282244" y="248605"/>
                      <a:pt x="285010" y="252288"/>
                      <a:pt x="289621" y="252288"/>
                    </a:cubicBezTo>
                    <a:cubicBezTo>
                      <a:pt x="293310" y="252288"/>
                      <a:pt x="296999" y="248605"/>
                      <a:pt x="296999" y="244002"/>
                    </a:cubicBezTo>
                    <a:lnTo>
                      <a:pt x="296999" y="229269"/>
                    </a:lnTo>
                    <a:cubicBezTo>
                      <a:pt x="332041" y="227428"/>
                      <a:pt x="356018" y="210854"/>
                      <a:pt x="356018" y="179548"/>
                    </a:cubicBezTo>
                    <a:cubicBezTo>
                      <a:pt x="356018" y="142718"/>
                      <a:pt x="328353" y="133510"/>
                      <a:pt x="296999" y="126144"/>
                    </a:cubicBezTo>
                    <a:lnTo>
                      <a:pt x="296999" y="81027"/>
                    </a:lnTo>
                    <a:cubicBezTo>
                      <a:pt x="322820" y="81948"/>
                      <a:pt x="322820" y="106808"/>
                      <a:pt x="338497" y="106808"/>
                    </a:cubicBezTo>
                    <a:cubicBezTo>
                      <a:pt x="346796" y="106808"/>
                      <a:pt x="353252" y="101284"/>
                      <a:pt x="353252" y="92076"/>
                    </a:cubicBezTo>
                    <a:cubicBezTo>
                      <a:pt x="353252" y="69057"/>
                      <a:pt x="315442" y="57087"/>
                      <a:pt x="296999" y="57087"/>
                    </a:cubicBezTo>
                    <a:lnTo>
                      <a:pt x="296999" y="44197"/>
                    </a:lnTo>
                    <a:cubicBezTo>
                      <a:pt x="296999" y="40513"/>
                      <a:pt x="293310" y="35910"/>
                      <a:pt x="289621" y="35910"/>
                    </a:cubicBezTo>
                    <a:close/>
                    <a:moveTo>
                      <a:pt x="288699" y="0"/>
                    </a:moveTo>
                    <a:cubicBezTo>
                      <a:pt x="368929" y="0"/>
                      <a:pt x="433481" y="64453"/>
                      <a:pt x="433481" y="144559"/>
                    </a:cubicBezTo>
                    <a:cubicBezTo>
                      <a:pt x="433481" y="223745"/>
                      <a:pt x="368929" y="288198"/>
                      <a:pt x="288699" y="288198"/>
                    </a:cubicBezTo>
                    <a:cubicBezTo>
                      <a:pt x="209392" y="288198"/>
                      <a:pt x="144839" y="223745"/>
                      <a:pt x="144839" y="144559"/>
                    </a:cubicBezTo>
                    <a:cubicBezTo>
                      <a:pt x="144839" y="64453"/>
                      <a:pt x="209392" y="0"/>
                      <a:pt x="2886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</p:grpSp>
        <p:grpSp>
          <p:nvGrpSpPr>
            <p:cNvPr id="13" name="iṧļïḋe"/>
            <p:cNvGrpSpPr/>
            <p:nvPr/>
          </p:nvGrpSpPr>
          <p:grpSpPr>
            <a:xfrm>
              <a:off x="9726015" y="1705083"/>
              <a:ext cx="916936" cy="916935"/>
              <a:chOff x="1371000" y="1758363"/>
              <a:chExt cx="731886" cy="731885"/>
            </a:xfrm>
          </p:grpSpPr>
          <p:sp>
            <p:nvSpPr>
              <p:cNvPr id="29" name="îsḷïḓe"/>
              <p:cNvSpPr/>
              <p:nvPr/>
            </p:nvSpPr>
            <p:spPr>
              <a:xfrm>
                <a:off x="1371000" y="1758363"/>
                <a:ext cx="731886" cy="731885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dirty="0"/>
              </a:p>
            </p:txBody>
          </p:sp>
          <p:sp>
            <p:nvSpPr>
              <p:cNvPr id="30" name="isḷiďe"/>
              <p:cNvSpPr/>
              <p:nvPr/>
            </p:nvSpPr>
            <p:spPr>
              <a:xfrm>
                <a:off x="1538107" y="1926993"/>
                <a:ext cx="400739" cy="400123"/>
              </a:xfrm>
              <a:custGeom>
                <a:avLst/>
                <a:gdLst>
                  <a:gd name="connsiteX0" fmla="*/ 333891 w 578320"/>
                  <a:gd name="connsiteY0" fmla="*/ 314976 h 577432"/>
                  <a:gd name="connsiteX1" fmla="*/ 398475 w 578320"/>
                  <a:gd name="connsiteY1" fmla="*/ 314976 h 577432"/>
                  <a:gd name="connsiteX2" fmla="*/ 424308 w 578320"/>
                  <a:gd name="connsiteY2" fmla="*/ 340761 h 577432"/>
                  <a:gd name="connsiteX3" fmla="*/ 424308 w 578320"/>
                  <a:gd name="connsiteY3" fmla="*/ 550726 h 577432"/>
                  <a:gd name="connsiteX4" fmla="*/ 398475 w 578320"/>
                  <a:gd name="connsiteY4" fmla="*/ 577432 h 577432"/>
                  <a:gd name="connsiteX5" fmla="*/ 333891 w 578320"/>
                  <a:gd name="connsiteY5" fmla="*/ 577432 h 577432"/>
                  <a:gd name="connsiteX6" fmla="*/ 307135 w 578320"/>
                  <a:gd name="connsiteY6" fmla="*/ 550726 h 577432"/>
                  <a:gd name="connsiteX7" fmla="*/ 307135 w 578320"/>
                  <a:gd name="connsiteY7" fmla="*/ 340761 h 577432"/>
                  <a:gd name="connsiteX8" fmla="*/ 333891 w 578320"/>
                  <a:gd name="connsiteY8" fmla="*/ 314976 h 577432"/>
                  <a:gd name="connsiteX9" fmla="*/ 179853 w 578320"/>
                  <a:gd name="connsiteY9" fmla="*/ 314976 h 577432"/>
                  <a:gd name="connsiteX10" fmla="*/ 244456 w 578320"/>
                  <a:gd name="connsiteY10" fmla="*/ 314976 h 577432"/>
                  <a:gd name="connsiteX11" fmla="*/ 270297 w 578320"/>
                  <a:gd name="connsiteY11" fmla="*/ 340761 h 577432"/>
                  <a:gd name="connsiteX12" fmla="*/ 270297 w 578320"/>
                  <a:gd name="connsiteY12" fmla="*/ 550726 h 577432"/>
                  <a:gd name="connsiteX13" fmla="*/ 244456 w 578320"/>
                  <a:gd name="connsiteY13" fmla="*/ 577432 h 577432"/>
                  <a:gd name="connsiteX14" fmla="*/ 179853 w 578320"/>
                  <a:gd name="connsiteY14" fmla="*/ 577432 h 577432"/>
                  <a:gd name="connsiteX15" fmla="*/ 154012 w 578320"/>
                  <a:gd name="connsiteY15" fmla="*/ 550726 h 577432"/>
                  <a:gd name="connsiteX16" fmla="*/ 154012 w 578320"/>
                  <a:gd name="connsiteY16" fmla="*/ 340761 h 577432"/>
                  <a:gd name="connsiteX17" fmla="*/ 179853 w 578320"/>
                  <a:gd name="connsiteY17" fmla="*/ 314976 h 577432"/>
                  <a:gd name="connsiteX18" fmla="*/ 486980 w 578320"/>
                  <a:gd name="connsiteY18" fmla="*/ 235677 h 577432"/>
                  <a:gd name="connsiteX19" fmla="*/ 551564 w 578320"/>
                  <a:gd name="connsiteY19" fmla="*/ 235677 h 577432"/>
                  <a:gd name="connsiteX20" fmla="*/ 578320 w 578320"/>
                  <a:gd name="connsiteY20" fmla="*/ 262391 h 577432"/>
                  <a:gd name="connsiteX21" fmla="*/ 578320 w 578320"/>
                  <a:gd name="connsiteY21" fmla="*/ 550718 h 577432"/>
                  <a:gd name="connsiteX22" fmla="*/ 551564 w 578320"/>
                  <a:gd name="connsiteY22" fmla="*/ 577432 h 577432"/>
                  <a:gd name="connsiteX23" fmla="*/ 486980 w 578320"/>
                  <a:gd name="connsiteY23" fmla="*/ 577432 h 577432"/>
                  <a:gd name="connsiteX24" fmla="*/ 461147 w 578320"/>
                  <a:gd name="connsiteY24" fmla="*/ 550718 h 577432"/>
                  <a:gd name="connsiteX25" fmla="*/ 461147 w 578320"/>
                  <a:gd name="connsiteY25" fmla="*/ 262391 h 577432"/>
                  <a:gd name="connsiteX26" fmla="*/ 486980 w 578320"/>
                  <a:gd name="connsiteY26" fmla="*/ 235677 h 577432"/>
                  <a:gd name="connsiteX27" fmla="*/ 25833 w 578320"/>
                  <a:gd name="connsiteY27" fmla="*/ 235677 h 577432"/>
                  <a:gd name="connsiteX28" fmla="*/ 90417 w 578320"/>
                  <a:gd name="connsiteY28" fmla="*/ 235677 h 577432"/>
                  <a:gd name="connsiteX29" fmla="*/ 117173 w 578320"/>
                  <a:gd name="connsiteY29" fmla="*/ 262391 h 577432"/>
                  <a:gd name="connsiteX30" fmla="*/ 117173 w 578320"/>
                  <a:gd name="connsiteY30" fmla="*/ 550718 h 577432"/>
                  <a:gd name="connsiteX31" fmla="*/ 90417 w 578320"/>
                  <a:gd name="connsiteY31" fmla="*/ 577432 h 577432"/>
                  <a:gd name="connsiteX32" fmla="*/ 25833 w 578320"/>
                  <a:gd name="connsiteY32" fmla="*/ 577432 h 577432"/>
                  <a:gd name="connsiteX33" fmla="*/ 0 w 578320"/>
                  <a:gd name="connsiteY33" fmla="*/ 550718 h 577432"/>
                  <a:gd name="connsiteX34" fmla="*/ 0 w 578320"/>
                  <a:gd name="connsiteY34" fmla="*/ 262391 h 577432"/>
                  <a:gd name="connsiteX35" fmla="*/ 25833 w 578320"/>
                  <a:gd name="connsiteY35" fmla="*/ 235677 h 577432"/>
                  <a:gd name="connsiteX36" fmla="*/ 297075 w 578320"/>
                  <a:gd name="connsiteY36" fmla="*/ 158450 h 577432"/>
                  <a:gd name="connsiteX37" fmla="*/ 326516 w 578320"/>
                  <a:gd name="connsiteY37" fmla="*/ 181440 h 577432"/>
                  <a:gd name="connsiteX38" fmla="*/ 297075 w 578320"/>
                  <a:gd name="connsiteY38" fmla="*/ 205349 h 577432"/>
                  <a:gd name="connsiteX39" fmla="*/ 282280 w 578320"/>
                  <a:gd name="connsiteY39" fmla="*/ 81074 h 577432"/>
                  <a:gd name="connsiteX40" fmla="*/ 282280 w 578320"/>
                  <a:gd name="connsiteY40" fmla="*/ 124274 h 577432"/>
                  <a:gd name="connsiteX41" fmla="*/ 255502 w 578320"/>
                  <a:gd name="connsiteY41" fmla="*/ 101295 h 577432"/>
                  <a:gd name="connsiteX42" fmla="*/ 282280 w 578320"/>
                  <a:gd name="connsiteY42" fmla="*/ 81074 h 577432"/>
                  <a:gd name="connsiteX43" fmla="*/ 289621 w 578320"/>
                  <a:gd name="connsiteY43" fmla="*/ 35910 h 577432"/>
                  <a:gd name="connsiteX44" fmla="*/ 282244 w 578320"/>
                  <a:gd name="connsiteY44" fmla="*/ 44197 h 577432"/>
                  <a:gd name="connsiteX45" fmla="*/ 282244 w 578320"/>
                  <a:gd name="connsiteY45" fmla="*/ 57087 h 577432"/>
                  <a:gd name="connsiteX46" fmla="*/ 225069 w 578320"/>
                  <a:gd name="connsiteY46" fmla="*/ 106808 h 577432"/>
                  <a:gd name="connsiteX47" fmla="*/ 282244 w 578320"/>
                  <a:gd name="connsiteY47" fmla="*/ 155609 h 577432"/>
                  <a:gd name="connsiteX48" fmla="*/ 282244 w 578320"/>
                  <a:gd name="connsiteY48" fmla="*/ 205330 h 577432"/>
                  <a:gd name="connsiteX49" fmla="*/ 237057 w 578320"/>
                  <a:gd name="connsiteY49" fmla="*/ 170341 h 577432"/>
                  <a:gd name="connsiteX50" fmla="*/ 222302 w 578320"/>
                  <a:gd name="connsiteY50" fmla="*/ 185994 h 577432"/>
                  <a:gd name="connsiteX51" fmla="*/ 282244 w 578320"/>
                  <a:gd name="connsiteY51" fmla="*/ 229269 h 577432"/>
                  <a:gd name="connsiteX52" fmla="*/ 282244 w 578320"/>
                  <a:gd name="connsiteY52" fmla="*/ 244002 h 577432"/>
                  <a:gd name="connsiteX53" fmla="*/ 289621 w 578320"/>
                  <a:gd name="connsiteY53" fmla="*/ 252288 h 577432"/>
                  <a:gd name="connsiteX54" fmla="*/ 296999 w 578320"/>
                  <a:gd name="connsiteY54" fmla="*/ 244002 h 577432"/>
                  <a:gd name="connsiteX55" fmla="*/ 296999 w 578320"/>
                  <a:gd name="connsiteY55" fmla="*/ 229269 h 577432"/>
                  <a:gd name="connsiteX56" fmla="*/ 356018 w 578320"/>
                  <a:gd name="connsiteY56" fmla="*/ 179548 h 577432"/>
                  <a:gd name="connsiteX57" fmla="*/ 296999 w 578320"/>
                  <a:gd name="connsiteY57" fmla="*/ 126144 h 577432"/>
                  <a:gd name="connsiteX58" fmla="*/ 296999 w 578320"/>
                  <a:gd name="connsiteY58" fmla="*/ 81027 h 577432"/>
                  <a:gd name="connsiteX59" fmla="*/ 338497 w 578320"/>
                  <a:gd name="connsiteY59" fmla="*/ 106808 h 577432"/>
                  <a:gd name="connsiteX60" fmla="*/ 353252 w 578320"/>
                  <a:gd name="connsiteY60" fmla="*/ 92076 h 577432"/>
                  <a:gd name="connsiteX61" fmla="*/ 296999 w 578320"/>
                  <a:gd name="connsiteY61" fmla="*/ 57087 h 577432"/>
                  <a:gd name="connsiteX62" fmla="*/ 296999 w 578320"/>
                  <a:gd name="connsiteY62" fmla="*/ 44197 h 577432"/>
                  <a:gd name="connsiteX63" fmla="*/ 289621 w 578320"/>
                  <a:gd name="connsiteY63" fmla="*/ 35910 h 577432"/>
                  <a:gd name="connsiteX64" fmla="*/ 288699 w 578320"/>
                  <a:gd name="connsiteY64" fmla="*/ 0 h 577432"/>
                  <a:gd name="connsiteX65" fmla="*/ 433481 w 578320"/>
                  <a:gd name="connsiteY65" fmla="*/ 144559 h 577432"/>
                  <a:gd name="connsiteX66" fmla="*/ 288699 w 578320"/>
                  <a:gd name="connsiteY66" fmla="*/ 288198 h 577432"/>
                  <a:gd name="connsiteX67" fmla="*/ 144839 w 578320"/>
                  <a:gd name="connsiteY67" fmla="*/ 144559 h 577432"/>
                  <a:gd name="connsiteX68" fmla="*/ 288699 w 578320"/>
                  <a:gd name="connsiteY68" fmla="*/ 0 h 577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</a:cxnLst>
                <a:rect l="l" t="t" r="r" b="b"/>
                <a:pathLst>
                  <a:path w="578320" h="577432">
                    <a:moveTo>
                      <a:pt x="333891" y="314976"/>
                    </a:moveTo>
                    <a:lnTo>
                      <a:pt x="398475" y="314976"/>
                    </a:lnTo>
                    <a:cubicBezTo>
                      <a:pt x="412314" y="314976"/>
                      <a:pt x="424308" y="326948"/>
                      <a:pt x="424308" y="340761"/>
                    </a:cubicBezTo>
                    <a:lnTo>
                      <a:pt x="424308" y="550726"/>
                    </a:lnTo>
                    <a:cubicBezTo>
                      <a:pt x="424308" y="565460"/>
                      <a:pt x="412314" y="577432"/>
                      <a:pt x="398475" y="577432"/>
                    </a:cubicBezTo>
                    <a:lnTo>
                      <a:pt x="333891" y="577432"/>
                    </a:lnTo>
                    <a:cubicBezTo>
                      <a:pt x="319129" y="577432"/>
                      <a:pt x="307135" y="565460"/>
                      <a:pt x="307135" y="550726"/>
                    </a:cubicBezTo>
                    <a:lnTo>
                      <a:pt x="307135" y="340761"/>
                    </a:lnTo>
                    <a:cubicBezTo>
                      <a:pt x="307135" y="326948"/>
                      <a:pt x="319129" y="314976"/>
                      <a:pt x="333891" y="314976"/>
                    </a:cubicBezTo>
                    <a:close/>
                    <a:moveTo>
                      <a:pt x="179853" y="314976"/>
                    </a:moveTo>
                    <a:lnTo>
                      <a:pt x="244456" y="314976"/>
                    </a:lnTo>
                    <a:cubicBezTo>
                      <a:pt x="259222" y="314976"/>
                      <a:pt x="270297" y="326948"/>
                      <a:pt x="270297" y="340761"/>
                    </a:cubicBezTo>
                    <a:lnTo>
                      <a:pt x="270297" y="550726"/>
                    </a:lnTo>
                    <a:cubicBezTo>
                      <a:pt x="270297" y="565460"/>
                      <a:pt x="259222" y="577432"/>
                      <a:pt x="244456" y="577432"/>
                    </a:cubicBezTo>
                    <a:lnTo>
                      <a:pt x="179853" y="577432"/>
                    </a:lnTo>
                    <a:cubicBezTo>
                      <a:pt x="165087" y="577432"/>
                      <a:pt x="154012" y="565460"/>
                      <a:pt x="154012" y="550726"/>
                    </a:cubicBezTo>
                    <a:lnTo>
                      <a:pt x="154012" y="340761"/>
                    </a:lnTo>
                    <a:cubicBezTo>
                      <a:pt x="154012" y="326948"/>
                      <a:pt x="165087" y="314976"/>
                      <a:pt x="179853" y="314976"/>
                    </a:cubicBezTo>
                    <a:close/>
                    <a:moveTo>
                      <a:pt x="486980" y="235677"/>
                    </a:moveTo>
                    <a:lnTo>
                      <a:pt x="551564" y="235677"/>
                    </a:lnTo>
                    <a:cubicBezTo>
                      <a:pt x="566326" y="235677"/>
                      <a:pt x="578320" y="247652"/>
                      <a:pt x="578320" y="262391"/>
                    </a:cubicBezTo>
                    <a:lnTo>
                      <a:pt x="578320" y="550718"/>
                    </a:lnTo>
                    <a:cubicBezTo>
                      <a:pt x="578320" y="565457"/>
                      <a:pt x="566326" y="577432"/>
                      <a:pt x="551564" y="577432"/>
                    </a:cubicBezTo>
                    <a:lnTo>
                      <a:pt x="486980" y="577432"/>
                    </a:lnTo>
                    <a:cubicBezTo>
                      <a:pt x="473141" y="577432"/>
                      <a:pt x="461147" y="565457"/>
                      <a:pt x="461147" y="550718"/>
                    </a:cubicBezTo>
                    <a:lnTo>
                      <a:pt x="461147" y="262391"/>
                    </a:lnTo>
                    <a:cubicBezTo>
                      <a:pt x="461147" y="247652"/>
                      <a:pt x="473141" y="235677"/>
                      <a:pt x="486980" y="235677"/>
                    </a:cubicBezTo>
                    <a:close/>
                    <a:moveTo>
                      <a:pt x="25833" y="235677"/>
                    </a:moveTo>
                    <a:lnTo>
                      <a:pt x="90417" y="235677"/>
                    </a:lnTo>
                    <a:cubicBezTo>
                      <a:pt x="105179" y="235677"/>
                      <a:pt x="117173" y="247652"/>
                      <a:pt x="117173" y="262391"/>
                    </a:cubicBezTo>
                    <a:lnTo>
                      <a:pt x="117173" y="550718"/>
                    </a:lnTo>
                    <a:cubicBezTo>
                      <a:pt x="117173" y="565457"/>
                      <a:pt x="105179" y="577432"/>
                      <a:pt x="90417" y="577432"/>
                    </a:cubicBezTo>
                    <a:lnTo>
                      <a:pt x="25833" y="577432"/>
                    </a:lnTo>
                    <a:cubicBezTo>
                      <a:pt x="11994" y="577432"/>
                      <a:pt x="0" y="565457"/>
                      <a:pt x="0" y="550718"/>
                    </a:cubicBezTo>
                    <a:lnTo>
                      <a:pt x="0" y="262391"/>
                    </a:lnTo>
                    <a:cubicBezTo>
                      <a:pt x="0" y="247652"/>
                      <a:pt x="11994" y="235677"/>
                      <a:pt x="25833" y="235677"/>
                    </a:cubicBezTo>
                    <a:close/>
                    <a:moveTo>
                      <a:pt x="297075" y="158450"/>
                    </a:moveTo>
                    <a:cubicBezTo>
                      <a:pt x="309956" y="161209"/>
                      <a:pt x="326516" y="165807"/>
                      <a:pt x="326516" y="181440"/>
                    </a:cubicBezTo>
                    <a:cubicBezTo>
                      <a:pt x="326516" y="197992"/>
                      <a:pt x="310876" y="204429"/>
                      <a:pt x="297075" y="205349"/>
                    </a:cubicBezTo>
                    <a:close/>
                    <a:moveTo>
                      <a:pt x="282280" y="81074"/>
                    </a:moveTo>
                    <a:lnTo>
                      <a:pt x="282280" y="124274"/>
                    </a:lnTo>
                    <a:cubicBezTo>
                      <a:pt x="264736" y="120597"/>
                      <a:pt x="255502" y="113244"/>
                      <a:pt x="255502" y="101295"/>
                    </a:cubicBezTo>
                    <a:cubicBezTo>
                      <a:pt x="255502" y="91185"/>
                      <a:pt x="265659" y="81993"/>
                      <a:pt x="282280" y="81074"/>
                    </a:cubicBezTo>
                    <a:close/>
                    <a:moveTo>
                      <a:pt x="289621" y="35910"/>
                    </a:moveTo>
                    <a:cubicBezTo>
                      <a:pt x="285010" y="35910"/>
                      <a:pt x="282244" y="40513"/>
                      <a:pt x="282244" y="44197"/>
                    </a:cubicBezTo>
                    <a:lnTo>
                      <a:pt x="282244" y="57087"/>
                    </a:lnTo>
                    <a:cubicBezTo>
                      <a:pt x="252734" y="58008"/>
                      <a:pt x="225069" y="74582"/>
                      <a:pt x="225069" y="106808"/>
                    </a:cubicBezTo>
                    <a:cubicBezTo>
                      <a:pt x="225069" y="133510"/>
                      <a:pt x="247201" y="149163"/>
                      <a:pt x="282244" y="155609"/>
                    </a:cubicBezTo>
                    <a:lnTo>
                      <a:pt x="282244" y="205330"/>
                    </a:lnTo>
                    <a:cubicBezTo>
                      <a:pt x="242590" y="203488"/>
                      <a:pt x="263800" y="170341"/>
                      <a:pt x="237057" y="170341"/>
                    </a:cubicBezTo>
                    <a:cubicBezTo>
                      <a:pt x="227835" y="170341"/>
                      <a:pt x="222302" y="175865"/>
                      <a:pt x="222302" y="185994"/>
                    </a:cubicBezTo>
                    <a:cubicBezTo>
                      <a:pt x="222302" y="204409"/>
                      <a:pt x="241668" y="228349"/>
                      <a:pt x="282244" y="229269"/>
                    </a:cubicBezTo>
                    <a:lnTo>
                      <a:pt x="282244" y="244002"/>
                    </a:lnTo>
                    <a:cubicBezTo>
                      <a:pt x="282244" y="248605"/>
                      <a:pt x="285010" y="252288"/>
                      <a:pt x="289621" y="252288"/>
                    </a:cubicBezTo>
                    <a:cubicBezTo>
                      <a:pt x="293310" y="252288"/>
                      <a:pt x="296999" y="248605"/>
                      <a:pt x="296999" y="244002"/>
                    </a:cubicBezTo>
                    <a:lnTo>
                      <a:pt x="296999" y="229269"/>
                    </a:lnTo>
                    <a:cubicBezTo>
                      <a:pt x="332041" y="227428"/>
                      <a:pt x="356018" y="210854"/>
                      <a:pt x="356018" y="179548"/>
                    </a:cubicBezTo>
                    <a:cubicBezTo>
                      <a:pt x="356018" y="142718"/>
                      <a:pt x="328353" y="133510"/>
                      <a:pt x="296999" y="126144"/>
                    </a:cubicBezTo>
                    <a:lnTo>
                      <a:pt x="296999" y="81027"/>
                    </a:lnTo>
                    <a:cubicBezTo>
                      <a:pt x="322820" y="81948"/>
                      <a:pt x="322820" y="106808"/>
                      <a:pt x="338497" y="106808"/>
                    </a:cubicBezTo>
                    <a:cubicBezTo>
                      <a:pt x="346796" y="106808"/>
                      <a:pt x="353252" y="101284"/>
                      <a:pt x="353252" y="92076"/>
                    </a:cubicBezTo>
                    <a:cubicBezTo>
                      <a:pt x="353252" y="69057"/>
                      <a:pt x="315442" y="57087"/>
                      <a:pt x="296999" y="57087"/>
                    </a:cubicBezTo>
                    <a:lnTo>
                      <a:pt x="296999" y="44197"/>
                    </a:lnTo>
                    <a:cubicBezTo>
                      <a:pt x="296999" y="40513"/>
                      <a:pt x="293310" y="35910"/>
                      <a:pt x="289621" y="35910"/>
                    </a:cubicBezTo>
                    <a:close/>
                    <a:moveTo>
                      <a:pt x="288699" y="0"/>
                    </a:moveTo>
                    <a:cubicBezTo>
                      <a:pt x="368929" y="0"/>
                      <a:pt x="433481" y="64453"/>
                      <a:pt x="433481" y="144559"/>
                    </a:cubicBezTo>
                    <a:cubicBezTo>
                      <a:pt x="433481" y="223745"/>
                      <a:pt x="368929" y="288198"/>
                      <a:pt x="288699" y="288198"/>
                    </a:cubicBezTo>
                    <a:cubicBezTo>
                      <a:pt x="209392" y="288198"/>
                      <a:pt x="144839" y="223745"/>
                      <a:pt x="144839" y="144559"/>
                    </a:cubicBezTo>
                    <a:cubicBezTo>
                      <a:pt x="144839" y="64453"/>
                      <a:pt x="209392" y="0"/>
                      <a:pt x="2886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</p:grpSp>
        <p:sp>
          <p:nvSpPr>
            <p:cNvPr id="14" name="íṩḷîḓè"/>
            <p:cNvSpPr/>
            <p:nvPr/>
          </p:nvSpPr>
          <p:spPr>
            <a:xfrm>
              <a:off x="677082" y="3311370"/>
              <a:ext cx="2641966" cy="508713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 w="12700">
              <a:miter lim="400000"/>
            </a:ln>
          </p:spPr>
          <p:txBody>
            <a:bodyPr wrap="none" lIns="90000" tIns="46800" rIns="90000" bIns="46800" anchor="ctr">
              <a:norm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01.Text Here</a:t>
              </a:r>
              <a:endParaRPr 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5" name="îṣļïďè"/>
            <p:cNvSpPr txBox="1"/>
            <p:nvPr/>
          </p:nvSpPr>
          <p:spPr>
            <a:xfrm>
              <a:off x="671354" y="3863560"/>
              <a:ext cx="2653424" cy="1295771"/>
            </a:xfrm>
            <a:prstGeom prst="rect">
              <a:avLst/>
            </a:prstGeom>
          </p:spPr>
          <p:txBody>
            <a:bodyPr wrap="square" anchor="t" anchorCtr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</a:defRPr>
              </a:lvl5pPr>
              <a:lvl6pPr marL="2513965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</a:defRPr>
              </a:lvl6pPr>
              <a:lvl7pPr marL="2971165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</a:defRPr>
              </a:lvl7pPr>
              <a:lvl8pPr marL="3428365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</a:defRPr>
              </a:lvl8pPr>
              <a:lvl9pPr marL="3885565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indent="0" algn="ctr">
                <a:lnSpc>
                  <a:spcPct val="150000"/>
                </a:lnSpc>
                <a:spcBef>
                  <a:spcPct val="0"/>
                </a:spcBef>
                <a:buNone/>
              </a:pPr>
              <a:r>
                <a:rPr lang="en-US" altLang="zh-CN" sz="1100" dirty="0"/>
                <a:t>Supporting text here. </a:t>
              </a:r>
              <a:endParaRPr lang="en-US" altLang="zh-CN" sz="1100" dirty="0"/>
            </a:p>
            <a:p>
              <a:pPr marL="0" indent="0" algn="ctr">
                <a:lnSpc>
                  <a:spcPct val="150000"/>
                </a:lnSpc>
                <a:spcBef>
                  <a:spcPct val="0"/>
                </a:spcBef>
                <a:buNone/>
              </a:pPr>
              <a:r>
                <a:rPr lang="en-US" altLang="zh-CN" sz="1100" dirty="0"/>
                <a:t>……</a:t>
              </a:r>
              <a:endParaRPr lang="zh-CN" altLang="en-US" sz="1100" dirty="0"/>
            </a:p>
          </p:txBody>
        </p:sp>
        <p:sp>
          <p:nvSpPr>
            <p:cNvPr id="16" name="ïşḷíḑê"/>
            <p:cNvSpPr txBox="1"/>
            <p:nvPr/>
          </p:nvSpPr>
          <p:spPr>
            <a:xfrm>
              <a:off x="3400160" y="3863560"/>
              <a:ext cx="2653424" cy="1295771"/>
            </a:xfrm>
            <a:prstGeom prst="rect">
              <a:avLst/>
            </a:prstGeom>
          </p:spPr>
          <p:txBody>
            <a:bodyPr wrap="square" anchor="t" anchorCtr="0">
              <a:normAutofit/>
            </a:bodyPr>
            <a:lstStyle>
              <a:defPPr>
                <a:defRPr lang="zh-CN"/>
              </a:defPPr>
              <a:lvl1pPr indent="0" algn="ctr" defTabSz="914400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sz="1100"/>
              </a:lvl1pPr>
              <a:lvl2pPr marL="685800" indent="-228600" defTabSz="9144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/>
              </a:lvl2pPr>
              <a:lvl3pPr marL="1143000" indent="-228600" defTabSz="9144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/>
              </a:lvl3pPr>
              <a:lvl4pPr marL="1600200" indent="-228600" defTabSz="9144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/>
              </a:lvl4pPr>
              <a:lvl5pPr marL="2057400" indent="-228600" defTabSz="9144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/>
              </a:lvl5pPr>
              <a:lvl6pPr marL="2513965" indent="-228600" defTabSz="9144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165" indent="-228600" defTabSz="9144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8365" indent="-228600" defTabSz="9144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5565" indent="-228600" defTabSz="9144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r>
                <a:rPr lang="en-US" altLang="zh-CN" dirty="0"/>
                <a:t>Supporting text here. </a:t>
              </a:r>
              <a:endParaRPr lang="en-US" altLang="zh-CN" dirty="0"/>
            </a:p>
            <a:p>
              <a:r>
                <a:rPr lang="en-US" altLang="zh-CN" dirty="0"/>
                <a:t>……</a:t>
              </a:r>
              <a:endParaRPr lang="zh-CN" altLang="en-US" dirty="0"/>
            </a:p>
          </p:txBody>
        </p:sp>
        <p:sp>
          <p:nvSpPr>
            <p:cNvPr id="17" name="îSlîḑe"/>
            <p:cNvSpPr txBox="1"/>
            <p:nvPr/>
          </p:nvSpPr>
          <p:spPr>
            <a:xfrm>
              <a:off x="6136293" y="3863560"/>
              <a:ext cx="2653424" cy="1295771"/>
            </a:xfrm>
            <a:prstGeom prst="rect">
              <a:avLst/>
            </a:prstGeom>
          </p:spPr>
          <p:txBody>
            <a:bodyPr wrap="square" anchor="t" anchorCtr="0">
              <a:normAutofit/>
            </a:bodyPr>
            <a:lstStyle>
              <a:defPPr>
                <a:defRPr lang="zh-CN"/>
              </a:defPPr>
              <a:lvl1pPr indent="0" algn="ctr" defTabSz="914400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sz="1100"/>
              </a:lvl1pPr>
              <a:lvl2pPr marL="685800" indent="-228600" defTabSz="9144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/>
              </a:lvl2pPr>
              <a:lvl3pPr marL="1143000" indent="-228600" defTabSz="9144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/>
              </a:lvl3pPr>
              <a:lvl4pPr marL="1600200" indent="-228600" defTabSz="9144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/>
              </a:lvl4pPr>
              <a:lvl5pPr marL="2057400" indent="-228600" defTabSz="9144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/>
              </a:lvl5pPr>
              <a:lvl6pPr marL="2513965" indent="-228600" defTabSz="9144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165" indent="-228600" defTabSz="9144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8365" indent="-228600" defTabSz="9144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5565" indent="-228600" defTabSz="9144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r>
                <a:rPr lang="en-US" altLang="zh-CN" dirty="0"/>
                <a:t>Supporting text here. </a:t>
              </a:r>
              <a:endParaRPr lang="en-US" altLang="zh-CN" dirty="0"/>
            </a:p>
            <a:p>
              <a:r>
                <a:rPr lang="en-US" altLang="zh-CN" dirty="0"/>
                <a:t>……</a:t>
              </a:r>
              <a:endParaRPr lang="zh-CN" altLang="en-US" dirty="0"/>
            </a:p>
          </p:txBody>
        </p:sp>
        <p:sp>
          <p:nvSpPr>
            <p:cNvPr id="18" name="iS1îdé"/>
            <p:cNvSpPr txBox="1"/>
            <p:nvPr/>
          </p:nvSpPr>
          <p:spPr>
            <a:xfrm>
              <a:off x="8879754" y="3863560"/>
              <a:ext cx="2653424" cy="1295771"/>
            </a:xfrm>
            <a:prstGeom prst="rect">
              <a:avLst/>
            </a:prstGeom>
          </p:spPr>
          <p:txBody>
            <a:bodyPr wrap="square" anchor="t" anchorCtr="0">
              <a:normAutofit/>
            </a:bodyPr>
            <a:lstStyle>
              <a:defPPr>
                <a:defRPr lang="zh-CN"/>
              </a:defPPr>
              <a:lvl1pPr indent="0" algn="ctr" defTabSz="914400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sz="1100"/>
              </a:lvl1pPr>
              <a:lvl2pPr marL="685800" indent="-228600" defTabSz="9144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/>
              </a:lvl2pPr>
              <a:lvl3pPr marL="1143000" indent="-228600" defTabSz="9144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/>
              </a:lvl3pPr>
              <a:lvl4pPr marL="1600200" indent="-228600" defTabSz="9144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/>
              </a:lvl4pPr>
              <a:lvl5pPr marL="2057400" indent="-228600" defTabSz="9144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/>
              </a:lvl5pPr>
              <a:lvl6pPr marL="2513965" indent="-228600" defTabSz="9144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165" indent="-228600" defTabSz="9144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8365" indent="-228600" defTabSz="9144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5565" indent="-228600" defTabSz="9144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r>
                <a:rPr lang="en-US" altLang="zh-CN" dirty="0"/>
                <a:t>Supporting text here. </a:t>
              </a:r>
              <a:endParaRPr lang="en-US" altLang="zh-CN" dirty="0"/>
            </a:p>
            <a:p>
              <a:r>
                <a:rPr lang="en-US" altLang="zh-CN" dirty="0"/>
                <a:t>……</a:t>
              </a:r>
              <a:endParaRPr lang="zh-CN" altLang="en-US" dirty="0"/>
            </a:p>
          </p:txBody>
        </p:sp>
        <p:sp>
          <p:nvSpPr>
            <p:cNvPr id="19" name="iṣ1îḍe"/>
            <p:cNvSpPr/>
            <p:nvPr/>
          </p:nvSpPr>
          <p:spPr>
            <a:xfrm>
              <a:off x="3405887" y="3311370"/>
              <a:ext cx="2639313" cy="508713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 w="12700">
              <a:miter lim="400000"/>
            </a:ln>
          </p:spPr>
          <p:txBody>
            <a:bodyPr wrap="none" lIns="90000" tIns="46800" rIns="90000" bIns="46800" anchor="ctr">
              <a:norm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</a:rPr>
                <a:t>02.Text Here</a:t>
              </a:r>
              <a:endParaRPr lang="en-US" altLang="zh-CN" b="1" dirty="0">
                <a:solidFill>
                  <a:schemeClr val="bg1"/>
                </a:solidFill>
              </a:endParaRPr>
            </a:p>
          </p:txBody>
        </p:sp>
        <p:sp>
          <p:nvSpPr>
            <p:cNvPr id="20" name="ísļîdé"/>
            <p:cNvSpPr/>
            <p:nvPr/>
          </p:nvSpPr>
          <p:spPr>
            <a:xfrm>
              <a:off x="6134692" y="3311370"/>
              <a:ext cx="2641967" cy="508713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 w="12700">
              <a:miter lim="400000"/>
            </a:ln>
          </p:spPr>
          <p:txBody>
            <a:bodyPr wrap="none" lIns="90000" tIns="46800" rIns="90000" bIns="46800" anchor="ctr">
              <a:norm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</a:rPr>
                <a:t>03.Text Here</a:t>
              </a:r>
              <a:endParaRPr lang="en-US" altLang="zh-CN" b="1" dirty="0">
                <a:solidFill>
                  <a:schemeClr val="bg1"/>
                </a:solidFill>
              </a:endParaRPr>
            </a:p>
          </p:txBody>
        </p:sp>
        <p:sp>
          <p:nvSpPr>
            <p:cNvPr id="21" name="íṣliḋé"/>
            <p:cNvSpPr/>
            <p:nvPr/>
          </p:nvSpPr>
          <p:spPr>
            <a:xfrm>
              <a:off x="8892808" y="3311370"/>
              <a:ext cx="2641967" cy="508713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 w="12700">
              <a:miter lim="400000"/>
            </a:ln>
          </p:spPr>
          <p:txBody>
            <a:bodyPr wrap="none" lIns="90000" tIns="46800" rIns="90000" bIns="46800" anchor="ctr">
              <a:norm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</a:rPr>
                <a:t>04.Text Here</a:t>
              </a:r>
              <a:endParaRPr lang="en-US" altLang="zh-CN" b="1" dirty="0">
                <a:solidFill>
                  <a:schemeClr val="bg1"/>
                </a:solidFill>
              </a:endParaRPr>
            </a:p>
          </p:txBody>
        </p:sp>
        <p:sp>
          <p:nvSpPr>
            <p:cNvPr id="22" name="íṥļïḍê"/>
            <p:cNvSpPr/>
            <p:nvPr/>
          </p:nvSpPr>
          <p:spPr>
            <a:xfrm>
              <a:off x="677082" y="4927851"/>
              <a:ext cx="2641966" cy="508713"/>
            </a:xfrm>
            <a:prstGeom prst="rect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miter lim="400000"/>
            </a:ln>
          </p:spPr>
          <p:txBody>
            <a:bodyPr wrap="none" lIns="90000" tIns="46800" rIns="90000" bIns="46800" anchor="ctr">
              <a:normAutofit/>
            </a:bodyPr>
            <a:lstStyle/>
            <a:p>
              <a:pPr algn="ctr"/>
              <a:r>
                <a:rPr lang="en-US" b="1" dirty="0"/>
                <a:t>Text</a:t>
              </a:r>
              <a:endParaRPr lang="en-US" b="1" dirty="0"/>
            </a:p>
          </p:txBody>
        </p:sp>
        <p:sp>
          <p:nvSpPr>
            <p:cNvPr id="23" name="ïšḻîḑê"/>
            <p:cNvSpPr/>
            <p:nvPr/>
          </p:nvSpPr>
          <p:spPr>
            <a:xfrm>
              <a:off x="3405887" y="4927851"/>
              <a:ext cx="2639313" cy="508713"/>
            </a:xfrm>
            <a:prstGeom prst="rect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miter lim="400000"/>
            </a:ln>
          </p:spPr>
          <p:txBody>
            <a:bodyPr wrap="none" lIns="90000" tIns="46800" rIns="90000" bIns="46800" anchor="ctr">
              <a:normAutofit/>
            </a:bodyPr>
            <a:lstStyle/>
            <a:p>
              <a:pPr algn="ctr"/>
              <a:r>
                <a:rPr lang="en-US" altLang="zh-CN" b="1" dirty="0"/>
                <a:t>Text</a:t>
              </a:r>
              <a:endParaRPr lang="en-US" altLang="zh-CN" b="1" dirty="0"/>
            </a:p>
          </p:txBody>
        </p:sp>
        <p:sp>
          <p:nvSpPr>
            <p:cNvPr id="24" name="íşľïḓè"/>
            <p:cNvSpPr/>
            <p:nvPr/>
          </p:nvSpPr>
          <p:spPr>
            <a:xfrm>
              <a:off x="6134692" y="4927851"/>
              <a:ext cx="2641967" cy="508713"/>
            </a:xfrm>
            <a:prstGeom prst="rect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miter lim="400000"/>
            </a:ln>
          </p:spPr>
          <p:txBody>
            <a:bodyPr wrap="none" lIns="90000" tIns="46800" rIns="90000" bIns="46800" anchor="ctr">
              <a:normAutofit/>
            </a:bodyPr>
            <a:lstStyle/>
            <a:p>
              <a:pPr algn="ctr"/>
              <a:r>
                <a:rPr lang="en-US" altLang="zh-CN" b="1" dirty="0"/>
                <a:t>Text</a:t>
              </a:r>
              <a:endParaRPr lang="en-US" altLang="zh-CN" b="1" dirty="0"/>
            </a:p>
          </p:txBody>
        </p:sp>
        <p:sp>
          <p:nvSpPr>
            <p:cNvPr id="25" name="íSļîḋè"/>
            <p:cNvSpPr/>
            <p:nvPr/>
          </p:nvSpPr>
          <p:spPr>
            <a:xfrm>
              <a:off x="8892808" y="4927851"/>
              <a:ext cx="2641967" cy="508713"/>
            </a:xfrm>
            <a:prstGeom prst="rect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miter lim="400000"/>
            </a:ln>
          </p:spPr>
          <p:txBody>
            <a:bodyPr wrap="none" lIns="90000" tIns="46800" rIns="90000" bIns="46800" anchor="ctr">
              <a:normAutofit/>
            </a:bodyPr>
            <a:lstStyle/>
            <a:p>
              <a:pPr algn="ctr"/>
              <a:r>
                <a:rPr lang="en-US" altLang="zh-CN" b="1" dirty="0"/>
                <a:t>Text</a:t>
              </a:r>
              <a:endParaRPr lang="en-US" altLang="zh-CN" b="1" dirty="0"/>
            </a:p>
          </p:txBody>
        </p:sp>
        <p:cxnSp>
          <p:nvCxnSpPr>
            <p:cNvPr id="26" name="直接连接符 25"/>
            <p:cNvCxnSpPr/>
            <p:nvPr/>
          </p:nvCxnSpPr>
          <p:spPr>
            <a:xfrm>
              <a:off x="3352535" y="1123950"/>
              <a:ext cx="0" cy="5019675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6086210" y="1123950"/>
              <a:ext cx="0" cy="5019675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>
              <a:off x="8819885" y="1123950"/>
              <a:ext cx="0" cy="5019675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7" name="图片 36" descr="中科大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0600" y="110490"/>
            <a:ext cx="769620" cy="7696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5" name="1eaa21c4-6215-4ee7-a1a1-6e58671863db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73100" y="1340074"/>
            <a:ext cx="10845800" cy="4596952"/>
            <a:chOff x="673100" y="1340074"/>
            <a:chExt cx="10845800" cy="4596952"/>
          </a:xfrm>
        </p:grpSpPr>
        <p:grpSp>
          <p:nvGrpSpPr>
            <p:cNvPr id="6" name="ïŝľidé"/>
            <p:cNvGrpSpPr/>
            <p:nvPr/>
          </p:nvGrpSpPr>
          <p:grpSpPr>
            <a:xfrm>
              <a:off x="4400533" y="1771651"/>
              <a:ext cx="3390931" cy="3702582"/>
              <a:chOff x="4242675" y="1593157"/>
              <a:chExt cx="3717870" cy="4059569"/>
            </a:xfrm>
          </p:grpSpPr>
          <p:grpSp>
            <p:nvGrpSpPr>
              <p:cNvPr id="19" name="îŝlíḑè"/>
              <p:cNvGrpSpPr/>
              <p:nvPr/>
            </p:nvGrpSpPr>
            <p:grpSpPr>
              <a:xfrm>
                <a:off x="4522656" y="1824575"/>
                <a:ext cx="3146501" cy="3627950"/>
                <a:chOff x="4522656" y="1824575"/>
                <a:chExt cx="3146501" cy="3627950"/>
              </a:xfrm>
            </p:grpSpPr>
            <p:sp>
              <p:nvSpPr>
                <p:cNvPr id="41" name="iṧľíḑe"/>
                <p:cNvSpPr/>
                <p:nvPr/>
              </p:nvSpPr>
              <p:spPr>
                <a:xfrm>
                  <a:off x="4524959" y="1824575"/>
                  <a:ext cx="3141897" cy="362795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0800" y="0"/>
                      </a:moveTo>
                      <a:lnTo>
                        <a:pt x="21600" y="5400"/>
                      </a:lnTo>
                      <a:lnTo>
                        <a:pt x="21600" y="16200"/>
                      </a:lnTo>
                      <a:lnTo>
                        <a:pt x="10800" y="21600"/>
                      </a:lnTo>
                      <a:lnTo>
                        <a:pt x="0" y="16200"/>
                      </a:lnTo>
                      <a:lnTo>
                        <a:pt x="0" y="5400"/>
                      </a:lnTo>
                      <a:close/>
                    </a:path>
                  </a:pathLst>
                </a:custGeom>
                <a:noFill/>
                <a:ln w="127000">
                  <a:solidFill>
                    <a:schemeClr val="tx2">
                      <a:lumMod val="20000"/>
                      <a:lumOff val="80000"/>
                    </a:schemeClr>
                  </a:solidFill>
                  <a:miter lim="400000"/>
                </a:ln>
              </p:spPr>
              <p:txBody>
                <a:bodyPr lIns="50800" tIns="50800" rIns="50800" bIns="50800" anchor="ctr"/>
                <a:lstStyle/>
                <a:p>
                  <a:pPr lvl="0" defTabSz="825500">
                    <a:defRPr sz="3200"/>
                  </a:pPr>
                </a:p>
              </p:txBody>
            </p:sp>
            <p:sp>
              <p:nvSpPr>
                <p:cNvPr id="42" name="iṣlïḓè"/>
                <p:cNvSpPr/>
                <p:nvPr/>
              </p:nvSpPr>
              <p:spPr>
                <a:xfrm flipV="1">
                  <a:off x="4522656" y="2736377"/>
                  <a:ext cx="3146501" cy="1804346"/>
                </a:xfrm>
                <a:prstGeom prst="line">
                  <a:avLst/>
                </a:prstGeom>
                <a:ln w="127000">
                  <a:solidFill>
                    <a:schemeClr val="tx2">
                      <a:lumMod val="20000"/>
                      <a:lumOff val="80000"/>
                    </a:schemeClr>
                  </a:solidFill>
                  <a:miter lim="400000"/>
                </a:ln>
              </p:spPr>
              <p:txBody>
                <a:bodyPr lIns="50800" tIns="50800" rIns="50800" bIns="50800" anchor="ctr"/>
                <a:lstStyle/>
                <a:p>
                  <a:pPr lvl="0" defTabSz="825500">
                    <a:defRPr sz="3200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43" name="íṥḻîdê"/>
                <p:cNvSpPr/>
                <p:nvPr/>
              </p:nvSpPr>
              <p:spPr>
                <a:xfrm>
                  <a:off x="4599178" y="2771541"/>
                  <a:ext cx="2993458" cy="1734017"/>
                </a:xfrm>
                <a:prstGeom prst="line">
                  <a:avLst/>
                </a:prstGeom>
                <a:ln w="127000">
                  <a:solidFill>
                    <a:schemeClr val="tx2">
                      <a:lumMod val="20000"/>
                      <a:lumOff val="80000"/>
                    </a:schemeClr>
                  </a:solidFill>
                  <a:miter lim="400000"/>
                </a:ln>
              </p:spPr>
              <p:txBody>
                <a:bodyPr lIns="50800" tIns="50800" rIns="50800" bIns="50800" anchor="ctr"/>
                <a:lstStyle/>
                <a:p>
                  <a:pPr lvl="0" defTabSz="825500">
                    <a:defRPr sz="3200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44" name="îsľíḍe"/>
                <p:cNvSpPr/>
                <p:nvPr/>
              </p:nvSpPr>
              <p:spPr>
                <a:xfrm flipH="1">
                  <a:off x="6089530" y="1913721"/>
                  <a:ext cx="1" cy="3449657"/>
                </a:xfrm>
                <a:prstGeom prst="line">
                  <a:avLst/>
                </a:prstGeom>
                <a:ln w="127000">
                  <a:solidFill>
                    <a:schemeClr val="tx2">
                      <a:lumMod val="20000"/>
                      <a:lumOff val="80000"/>
                    </a:schemeClr>
                  </a:solidFill>
                  <a:miter lim="400000"/>
                </a:ln>
              </p:spPr>
              <p:txBody>
                <a:bodyPr lIns="50800" tIns="50800" rIns="50800" bIns="50800" anchor="ctr"/>
                <a:lstStyle/>
                <a:p>
                  <a:pPr lvl="0" defTabSz="825500">
                    <a:defRPr sz="3200">
                      <a:solidFill>
                        <a:srgbClr val="000000"/>
                      </a:solidFill>
                    </a:defRPr>
                  </a:pPr>
                </a:p>
              </p:txBody>
            </p:sp>
          </p:grpSp>
          <p:grpSp>
            <p:nvGrpSpPr>
              <p:cNvPr id="20" name="ïṩḷîḑe"/>
              <p:cNvGrpSpPr/>
              <p:nvPr/>
            </p:nvGrpSpPr>
            <p:grpSpPr>
              <a:xfrm>
                <a:off x="5709322" y="3251847"/>
                <a:ext cx="773168" cy="773406"/>
                <a:chOff x="5709322" y="3251847"/>
                <a:chExt cx="773168" cy="773406"/>
              </a:xfrm>
            </p:grpSpPr>
            <p:sp>
              <p:nvSpPr>
                <p:cNvPr id="39" name="íṥļiḋè"/>
                <p:cNvSpPr/>
                <p:nvPr/>
              </p:nvSpPr>
              <p:spPr>
                <a:xfrm>
                  <a:off x="5709322" y="3251847"/>
                  <a:ext cx="773168" cy="773406"/>
                </a:xfrm>
                <a:prstGeom prst="ellipse">
                  <a:avLst/>
                </a:prstGeom>
                <a:solidFill>
                  <a:schemeClr val="accent1"/>
                </a:solidFill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anchor="ctr">
                  <a:normAutofit/>
                </a:bodyPr>
                <a:lstStyle/>
                <a:p>
                  <a:pPr algn="ctr" eaLnBrk="1" fontAlgn="auto" hangingPunct="1">
                    <a:defRPr/>
                  </a:pPr>
                  <a:endParaRPr lang="en-IN" sz="2000" noProof="1">
                    <a:solidFill>
                      <a:schemeClr val="bg1">
                        <a:lumMod val="95000"/>
                      </a:schemeClr>
                    </a:solidFill>
                  </a:endParaRPr>
                </a:p>
              </p:txBody>
            </p:sp>
            <p:sp>
              <p:nvSpPr>
                <p:cNvPr id="40" name="ïşḻîḍe"/>
                <p:cNvSpPr/>
                <p:nvPr/>
              </p:nvSpPr>
              <p:spPr bwMode="auto">
                <a:xfrm>
                  <a:off x="5895787" y="3445828"/>
                  <a:ext cx="400238" cy="385444"/>
                </a:xfrm>
                <a:custGeom>
                  <a:avLst/>
                  <a:gdLst>
                    <a:gd name="connsiteX0" fmla="*/ 216243 w 609050"/>
                    <a:gd name="connsiteY0" fmla="*/ 412730 h 586540"/>
                    <a:gd name="connsiteX1" fmla="*/ 216243 w 609050"/>
                    <a:gd name="connsiteY1" fmla="*/ 456594 h 586540"/>
                    <a:gd name="connsiteX2" fmla="*/ 293953 w 609050"/>
                    <a:gd name="connsiteY2" fmla="*/ 456594 h 586540"/>
                    <a:gd name="connsiteX3" fmla="*/ 293953 w 609050"/>
                    <a:gd name="connsiteY3" fmla="*/ 412730 h 586540"/>
                    <a:gd name="connsiteX4" fmla="*/ 69884 w 609050"/>
                    <a:gd name="connsiteY4" fmla="*/ 412730 h 586540"/>
                    <a:gd name="connsiteX5" fmla="*/ 69884 w 609050"/>
                    <a:gd name="connsiteY5" fmla="*/ 456594 h 586540"/>
                    <a:gd name="connsiteX6" fmla="*/ 147595 w 609050"/>
                    <a:gd name="connsiteY6" fmla="*/ 456594 h 586540"/>
                    <a:gd name="connsiteX7" fmla="*/ 147595 w 609050"/>
                    <a:gd name="connsiteY7" fmla="*/ 412730 h 586540"/>
                    <a:gd name="connsiteX8" fmla="*/ 460769 w 609050"/>
                    <a:gd name="connsiteY8" fmla="*/ 376268 h 586540"/>
                    <a:gd name="connsiteX9" fmla="*/ 460769 w 609050"/>
                    <a:gd name="connsiteY9" fmla="*/ 414786 h 586540"/>
                    <a:gd name="connsiteX10" fmla="*/ 555916 w 609050"/>
                    <a:gd name="connsiteY10" fmla="*/ 414786 h 586540"/>
                    <a:gd name="connsiteX11" fmla="*/ 555916 w 609050"/>
                    <a:gd name="connsiteY11" fmla="*/ 376268 h 586540"/>
                    <a:gd name="connsiteX12" fmla="*/ 216243 w 609050"/>
                    <a:gd name="connsiteY12" fmla="*/ 339670 h 586540"/>
                    <a:gd name="connsiteX13" fmla="*/ 216243 w 609050"/>
                    <a:gd name="connsiteY13" fmla="*/ 383533 h 586540"/>
                    <a:gd name="connsiteX14" fmla="*/ 293953 w 609050"/>
                    <a:gd name="connsiteY14" fmla="*/ 383533 h 586540"/>
                    <a:gd name="connsiteX15" fmla="*/ 293953 w 609050"/>
                    <a:gd name="connsiteY15" fmla="*/ 339670 h 586540"/>
                    <a:gd name="connsiteX16" fmla="*/ 69884 w 609050"/>
                    <a:gd name="connsiteY16" fmla="*/ 339670 h 586540"/>
                    <a:gd name="connsiteX17" fmla="*/ 69884 w 609050"/>
                    <a:gd name="connsiteY17" fmla="*/ 383533 h 586540"/>
                    <a:gd name="connsiteX18" fmla="*/ 147595 w 609050"/>
                    <a:gd name="connsiteY18" fmla="*/ 383533 h 586540"/>
                    <a:gd name="connsiteX19" fmla="*/ 147595 w 609050"/>
                    <a:gd name="connsiteY19" fmla="*/ 339670 h 586540"/>
                    <a:gd name="connsiteX20" fmla="*/ 460769 w 609050"/>
                    <a:gd name="connsiteY20" fmla="*/ 303071 h 586540"/>
                    <a:gd name="connsiteX21" fmla="*/ 460769 w 609050"/>
                    <a:gd name="connsiteY21" fmla="*/ 341726 h 586540"/>
                    <a:gd name="connsiteX22" fmla="*/ 555916 w 609050"/>
                    <a:gd name="connsiteY22" fmla="*/ 341726 h 586540"/>
                    <a:gd name="connsiteX23" fmla="*/ 555916 w 609050"/>
                    <a:gd name="connsiteY23" fmla="*/ 303071 h 586540"/>
                    <a:gd name="connsiteX24" fmla="*/ 216243 w 609050"/>
                    <a:gd name="connsiteY24" fmla="*/ 266609 h 586540"/>
                    <a:gd name="connsiteX25" fmla="*/ 216243 w 609050"/>
                    <a:gd name="connsiteY25" fmla="*/ 310473 h 586540"/>
                    <a:gd name="connsiteX26" fmla="*/ 293953 w 609050"/>
                    <a:gd name="connsiteY26" fmla="*/ 310473 h 586540"/>
                    <a:gd name="connsiteX27" fmla="*/ 293953 w 609050"/>
                    <a:gd name="connsiteY27" fmla="*/ 266609 h 586540"/>
                    <a:gd name="connsiteX28" fmla="*/ 69884 w 609050"/>
                    <a:gd name="connsiteY28" fmla="*/ 266609 h 586540"/>
                    <a:gd name="connsiteX29" fmla="*/ 69884 w 609050"/>
                    <a:gd name="connsiteY29" fmla="*/ 310473 h 586540"/>
                    <a:gd name="connsiteX30" fmla="*/ 147595 w 609050"/>
                    <a:gd name="connsiteY30" fmla="*/ 310473 h 586540"/>
                    <a:gd name="connsiteX31" fmla="*/ 147595 w 609050"/>
                    <a:gd name="connsiteY31" fmla="*/ 266609 h 586540"/>
                    <a:gd name="connsiteX32" fmla="*/ 460769 w 609050"/>
                    <a:gd name="connsiteY32" fmla="*/ 230010 h 586540"/>
                    <a:gd name="connsiteX33" fmla="*/ 460769 w 609050"/>
                    <a:gd name="connsiteY33" fmla="*/ 268528 h 586540"/>
                    <a:gd name="connsiteX34" fmla="*/ 555916 w 609050"/>
                    <a:gd name="connsiteY34" fmla="*/ 268528 h 586540"/>
                    <a:gd name="connsiteX35" fmla="*/ 555916 w 609050"/>
                    <a:gd name="connsiteY35" fmla="*/ 230010 h 586540"/>
                    <a:gd name="connsiteX36" fmla="*/ 216243 w 609050"/>
                    <a:gd name="connsiteY36" fmla="*/ 193549 h 586540"/>
                    <a:gd name="connsiteX37" fmla="*/ 216243 w 609050"/>
                    <a:gd name="connsiteY37" fmla="*/ 237412 h 586540"/>
                    <a:gd name="connsiteX38" fmla="*/ 293953 w 609050"/>
                    <a:gd name="connsiteY38" fmla="*/ 237412 h 586540"/>
                    <a:gd name="connsiteX39" fmla="*/ 293953 w 609050"/>
                    <a:gd name="connsiteY39" fmla="*/ 193549 h 586540"/>
                    <a:gd name="connsiteX40" fmla="*/ 69884 w 609050"/>
                    <a:gd name="connsiteY40" fmla="*/ 193549 h 586540"/>
                    <a:gd name="connsiteX41" fmla="*/ 69884 w 609050"/>
                    <a:gd name="connsiteY41" fmla="*/ 237412 h 586540"/>
                    <a:gd name="connsiteX42" fmla="*/ 147595 w 609050"/>
                    <a:gd name="connsiteY42" fmla="*/ 237412 h 586540"/>
                    <a:gd name="connsiteX43" fmla="*/ 147595 w 609050"/>
                    <a:gd name="connsiteY43" fmla="*/ 193549 h 586540"/>
                    <a:gd name="connsiteX44" fmla="*/ 460769 w 609050"/>
                    <a:gd name="connsiteY44" fmla="*/ 156950 h 586540"/>
                    <a:gd name="connsiteX45" fmla="*/ 460769 w 609050"/>
                    <a:gd name="connsiteY45" fmla="*/ 195468 h 586540"/>
                    <a:gd name="connsiteX46" fmla="*/ 555916 w 609050"/>
                    <a:gd name="connsiteY46" fmla="*/ 195468 h 586540"/>
                    <a:gd name="connsiteX47" fmla="*/ 555916 w 609050"/>
                    <a:gd name="connsiteY47" fmla="*/ 156950 h 586540"/>
                    <a:gd name="connsiteX48" fmla="*/ 192926 w 609050"/>
                    <a:gd name="connsiteY48" fmla="*/ 96251 h 586540"/>
                    <a:gd name="connsiteX49" fmla="*/ 361366 w 609050"/>
                    <a:gd name="connsiteY49" fmla="*/ 96251 h 586540"/>
                    <a:gd name="connsiteX50" fmla="*/ 361366 w 609050"/>
                    <a:gd name="connsiteY50" fmla="*/ 114880 h 586540"/>
                    <a:gd name="connsiteX51" fmla="*/ 192926 w 609050"/>
                    <a:gd name="connsiteY51" fmla="*/ 114880 h 586540"/>
                    <a:gd name="connsiteX52" fmla="*/ 192926 w 609050"/>
                    <a:gd name="connsiteY52" fmla="*/ 49819 h 586540"/>
                    <a:gd name="connsiteX53" fmla="*/ 361366 w 609050"/>
                    <a:gd name="connsiteY53" fmla="*/ 49819 h 586540"/>
                    <a:gd name="connsiteX54" fmla="*/ 361366 w 609050"/>
                    <a:gd name="connsiteY54" fmla="*/ 68307 h 586540"/>
                    <a:gd name="connsiteX55" fmla="*/ 192926 w 609050"/>
                    <a:gd name="connsiteY55" fmla="*/ 68307 h 586540"/>
                    <a:gd name="connsiteX56" fmla="*/ 166130 w 609050"/>
                    <a:gd name="connsiteY56" fmla="*/ 25222 h 586540"/>
                    <a:gd name="connsiteX57" fmla="*/ 166130 w 609050"/>
                    <a:gd name="connsiteY57" fmla="*/ 155716 h 586540"/>
                    <a:gd name="connsiteX58" fmla="*/ 338987 w 609050"/>
                    <a:gd name="connsiteY58" fmla="*/ 155716 h 586540"/>
                    <a:gd name="connsiteX59" fmla="*/ 338987 w 609050"/>
                    <a:gd name="connsiteY59" fmla="*/ 341040 h 586540"/>
                    <a:gd name="connsiteX60" fmla="*/ 338987 w 609050"/>
                    <a:gd name="connsiteY60" fmla="*/ 531710 h 586540"/>
                    <a:gd name="connsiteX61" fmla="*/ 366721 w 609050"/>
                    <a:gd name="connsiteY61" fmla="*/ 531710 h 586540"/>
                    <a:gd name="connsiteX62" fmla="*/ 366721 w 609050"/>
                    <a:gd name="connsiteY62" fmla="*/ 341040 h 586540"/>
                    <a:gd name="connsiteX63" fmla="*/ 366721 w 609050"/>
                    <a:gd name="connsiteY63" fmla="*/ 155305 h 586540"/>
                    <a:gd name="connsiteX64" fmla="*/ 388002 w 609050"/>
                    <a:gd name="connsiteY64" fmla="*/ 143517 h 586540"/>
                    <a:gd name="connsiteX65" fmla="*/ 388002 w 609050"/>
                    <a:gd name="connsiteY65" fmla="*/ 25222 h 586540"/>
                    <a:gd name="connsiteX66" fmla="*/ 140867 w 609050"/>
                    <a:gd name="connsiteY66" fmla="*/ 0 h 586540"/>
                    <a:gd name="connsiteX67" fmla="*/ 413402 w 609050"/>
                    <a:gd name="connsiteY67" fmla="*/ 0 h 586540"/>
                    <a:gd name="connsiteX68" fmla="*/ 413402 w 609050"/>
                    <a:gd name="connsiteY68" fmla="*/ 129398 h 586540"/>
                    <a:gd name="connsiteX69" fmla="*/ 432486 w 609050"/>
                    <a:gd name="connsiteY69" fmla="*/ 118843 h 586540"/>
                    <a:gd name="connsiteX70" fmla="*/ 584199 w 609050"/>
                    <a:gd name="connsiteY70" fmla="*/ 118843 h 586540"/>
                    <a:gd name="connsiteX71" fmla="*/ 584199 w 609050"/>
                    <a:gd name="connsiteY71" fmla="*/ 531710 h 586540"/>
                    <a:gd name="connsiteX72" fmla="*/ 609050 w 609050"/>
                    <a:gd name="connsiteY72" fmla="*/ 531710 h 586540"/>
                    <a:gd name="connsiteX73" fmla="*/ 609050 w 609050"/>
                    <a:gd name="connsiteY73" fmla="*/ 586540 h 586540"/>
                    <a:gd name="connsiteX74" fmla="*/ 0 w 609050"/>
                    <a:gd name="connsiteY74" fmla="*/ 586540 h 586540"/>
                    <a:gd name="connsiteX75" fmla="*/ 0 w 609050"/>
                    <a:gd name="connsiteY75" fmla="*/ 531710 h 586540"/>
                    <a:gd name="connsiteX76" fmla="*/ 24851 w 609050"/>
                    <a:gd name="connsiteY76" fmla="*/ 531710 h 586540"/>
                    <a:gd name="connsiteX77" fmla="*/ 24851 w 609050"/>
                    <a:gd name="connsiteY77" fmla="*/ 155716 h 586540"/>
                    <a:gd name="connsiteX78" fmla="*/ 140867 w 609050"/>
                    <a:gd name="connsiteY78" fmla="*/ 155716 h 5865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</a:cxnLst>
                  <a:rect l="l" t="t" r="r" b="b"/>
                  <a:pathLst>
                    <a:path w="609050" h="586540">
                      <a:moveTo>
                        <a:pt x="216243" y="412730"/>
                      </a:moveTo>
                      <a:lnTo>
                        <a:pt x="216243" y="456594"/>
                      </a:lnTo>
                      <a:lnTo>
                        <a:pt x="293953" y="456594"/>
                      </a:lnTo>
                      <a:lnTo>
                        <a:pt x="293953" y="412730"/>
                      </a:lnTo>
                      <a:close/>
                      <a:moveTo>
                        <a:pt x="69884" y="412730"/>
                      </a:moveTo>
                      <a:lnTo>
                        <a:pt x="69884" y="456594"/>
                      </a:lnTo>
                      <a:lnTo>
                        <a:pt x="147595" y="456594"/>
                      </a:lnTo>
                      <a:lnTo>
                        <a:pt x="147595" y="412730"/>
                      </a:lnTo>
                      <a:close/>
                      <a:moveTo>
                        <a:pt x="460769" y="376268"/>
                      </a:moveTo>
                      <a:lnTo>
                        <a:pt x="460769" y="414786"/>
                      </a:lnTo>
                      <a:lnTo>
                        <a:pt x="555916" y="414786"/>
                      </a:lnTo>
                      <a:lnTo>
                        <a:pt x="555916" y="376268"/>
                      </a:lnTo>
                      <a:close/>
                      <a:moveTo>
                        <a:pt x="216243" y="339670"/>
                      </a:moveTo>
                      <a:lnTo>
                        <a:pt x="216243" y="383533"/>
                      </a:lnTo>
                      <a:lnTo>
                        <a:pt x="293953" y="383533"/>
                      </a:lnTo>
                      <a:lnTo>
                        <a:pt x="293953" y="339670"/>
                      </a:lnTo>
                      <a:close/>
                      <a:moveTo>
                        <a:pt x="69884" y="339670"/>
                      </a:moveTo>
                      <a:lnTo>
                        <a:pt x="69884" y="383533"/>
                      </a:lnTo>
                      <a:lnTo>
                        <a:pt x="147595" y="383533"/>
                      </a:lnTo>
                      <a:lnTo>
                        <a:pt x="147595" y="339670"/>
                      </a:lnTo>
                      <a:close/>
                      <a:moveTo>
                        <a:pt x="460769" y="303071"/>
                      </a:moveTo>
                      <a:lnTo>
                        <a:pt x="460769" y="341726"/>
                      </a:lnTo>
                      <a:lnTo>
                        <a:pt x="555916" y="341726"/>
                      </a:lnTo>
                      <a:lnTo>
                        <a:pt x="555916" y="303071"/>
                      </a:lnTo>
                      <a:close/>
                      <a:moveTo>
                        <a:pt x="216243" y="266609"/>
                      </a:moveTo>
                      <a:lnTo>
                        <a:pt x="216243" y="310473"/>
                      </a:lnTo>
                      <a:lnTo>
                        <a:pt x="293953" y="310473"/>
                      </a:lnTo>
                      <a:lnTo>
                        <a:pt x="293953" y="266609"/>
                      </a:lnTo>
                      <a:close/>
                      <a:moveTo>
                        <a:pt x="69884" y="266609"/>
                      </a:moveTo>
                      <a:lnTo>
                        <a:pt x="69884" y="310473"/>
                      </a:lnTo>
                      <a:lnTo>
                        <a:pt x="147595" y="310473"/>
                      </a:lnTo>
                      <a:lnTo>
                        <a:pt x="147595" y="266609"/>
                      </a:lnTo>
                      <a:close/>
                      <a:moveTo>
                        <a:pt x="460769" y="230010"/>
                      </a:moveTo>
                      <a:lnTo>
                        <a:pt x="460769" y="268528"/>
                      </a:lnTo>
                      <a:lnTo>
                        <a:pt x="555916" y="268528"/>
                      </a:lnTo>
                      <a:lnTo>
                        <a:pt x="555916" y="230010"/>
                      </a:lnTo>
                      <a:close/>
                      <a:moveTo>
                        <a:pt x="216243" y="193549"/>
                      </a:moveTo>
                      <a:lnTo>
                        <a:pt x="216243" y="237412"/>
                      </a:lnTo>
                      <a:lnTo>
                        <a:pt x="293953" y="237412"/>
                      </a:lnTo>
                      <a:lnTo>
                        <a:pt x="293953" y="193549"/>
                      </a:lnTo>
                      <a:close/>
                      <a:moveTo>
                        <a:pt x="69884" y="193549"/>
                      </a:moveTo>
                      <a:lnTo>
                        <a:pt x="69884" y="237412"/>
                      </a:lnTo>
                      <a:lnTo>
                        <a:pt x="147595" y="237412"/>
                      </a:lnTo>
                      <a:lnTo>
                        <a:pt x="147595" y="193549"/>
                      </a:lnTo>
                      <a:close/>
                      <a:moveTo>
                        <a:pt x="460769" y="156950"/>
                      </a:moveTo>
                      <a:lnTo>
                        <a:pt x="460769" y="195468"/>
                      </a:lnTo>
                      <a:lnTo>
                        <a:pt x="555916" y="195468"/>
                      </a:lnTo>
                      <a:lnTo>
                        <a:pt x="555916" y="156950"/>
                      </a:lnTo>
                      <a:close/>
                      <a:moveTo>
                        <a:pt x="192926" y="96251"/>
                      </a:moveTo>
                      <a:lnTo>
                        <a:pt x="361366" y="96251"/>
                      </a:lnTo>
                      <a:lnTo>
                        <a:pt x="361366" y="114880"/>
                      </a:lnTo>
                      <a:lnTo>
                        <a:pt x="192926" y="114880"/>
                      </a:lnTo>
                      <a:close/>
                      <a:moveTo>
                        <a:pt x="192926" y="49819"/>
                      </a:moveTo>
                      <a:lnTo>
                        <a:pt x="361366" y="49819"/>
                      </a:lnTo>
                      <a:lnTo>
                        <a:pt x="361366" y="68307"/>
                      </a:lnTo>
                      <a:lnTo>
                        <a:pt x="192926" y="68307"/>
                      </a:lnTo>
                      <a:close/>
                      <a:moveTo>
                        <a:pt x="166130" y="25222"/>
                      </a:moveTo>
                      <a:lnTo>
                        <a:pt x="166130" y="155716"/>
                      </a:lnTo>
                      <a:lnTo>
                        <a:pt x="338987" y="155716"/>
                      </a:lnTo>
                      <a:lnTo>
                        <a:pt x="338987" y="341040"/>
                      </a:lnTo>
                      <a:lnTo>
                        <a:pt x="338987" y="531710"/>
                      </a:lnTo>
                      <a:lnTo>
                        <a:pt x="366721" y="531710"/>
                      </a:lnTo>
                      <a:lnTo>
                        <a:pt x="366721" y="341040"/>
                      </a:lnTo>
                      <a:lnTo>
                        <a:pt x="366721" y="155305"/>
                      </a:lnTo>
                      <a:lnTo>
                        <a:pt x="388002" y="143517"/>
                      </a:lnTo>
                      <a:lnTo>
                        <a:pt x="388002" y="25222"/>
                      </a:lnTo>
                      <a:close/>
                      <a:moveTo>
                        <a:pt x="140867" y="0"/>
                      </a:moveTo>
                      <a:lnTo>
                        <a:pt x="413402" y="0"/>
                      </a:lnTo>
                      <a:lnTo>
                        <a:pt x="413402" y="129398"/>
                      </a:lnTo>
                      <a:lnTo>
                        <a:pt x="432486" y="118843"/>
                      </a:lnTo>
                      <a:lnTo>
                        <a:pt x="584199" y="118843"/>
                      </a:lnTo>
                      <a:lnTo>
                        <a:pt x="584199" y="531710"/>
                      </a:lnTo>
                      <a:lnTo>
                        <a:pt x="609050" y="531710"/>
                      </a:lnTo>
                      <a:lnTo>
                        <a:pt x="609050" y="586540"/>
                      </a:lnTo>
                      <a:lnTo>
                        <a:pt x="0" y="586540"/>
                      </a:lnTo>
                      <a:lnTo>
                        <a:pt x="0" y="531710"/>
                      </a:lnTo>
                      <a:lnTo>
                        <a:pt x="24851" y="531710"/>
                      </a:lnTo>
                      <a:lnTo>
                        <a:pt x="24851" y="155716"/>
                      </a:lnTo>
                      <a:lnTo>
                        <a:pt x="140867" y="15571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  <a:prstDash val="solid"/>
                  <a:round/>
                </a:ln>
              </p:spPr>
              <p:txBody>
                <a:bodyPr wrap="square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eaLnBrk="1" fontAlgn="auto" hangingPunct="1">
                    <a:defRPr/>
                  </a:pPr>
                  <a:endParaRPr lang="en-IN" sz="2400" noProof="1"/>
                </a:p>
              </p:txBody>
            </p:sp>
          </p:grpSp>
          <p:grpSp>
            <p:nvGrpSpPr>
              <p:cNvPr id="21" name="ïṡḷïḓê"/>
              <p:cNvGrpSpPr/>
              <p:nvPr/>
            </p:nvGrpSpPr>
            <p:grpSpPr>
              <a:xfrm>
                <a:off x="4242675" y="2495550"/>
                <a:ext cx="551812" cy="551982"/>
                <a:chOff x="5709322" y="3251847"/>
                <a:chExt cx="773168" cy="773406"/>
              </a:xfrm>
            </p:grpSpPr>
            <p:sp>
              <p:nvSpPr>
                <p:cNvPr id="37" name="ïṥ1ïďé"/>
                <p:cNvSpPr/>
                <p:nvPr/>
              </p:nvSpPr>
              <p:spPr>
                <a:xfrm>
                  <a:off x="5709322" y="3251847"/>
                  <a:ext cx="773168" cy="773406"/>
                </a:xfrm>
                <a:prstGeom prst="ellipse">
                  <a:avLst/>
                </a:prstGeom>
                <a:solidFill>
                  <a:schemeClr val="bg2"/>
                </a:solidFill>
                <a:ln w="38100">
                  <a:solidFill>
                    <a:schemeClr val="tx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anchor="ctr">
                  <a:normAutofit/>
                </a:bodyPr>
                <a:lstStyle/>
                <a:p>
                  <a:pPr algn="ctr" eaLnBrk="1" fontAlgn="auto" hangingPunct="1">
                    <a:defRPr/>
                  </a:pPr>
                  <a:endParaRPr lang="en-IN" sz="2000" noProof="1">
                    <a:solidFill>
                      <a:schemeClr val="bg1">
                        <a:lumMod val="95000"/>
                      </a:schemeClr>
                    </a:solidFill>
                  </a:endParaRPr>
                </a:p>
              </p:txBody>
            </p:sp>
            <p:sp>
              <p:nvSpPr>
                <p:cNvPr id="38" name="îṣḻidè"/>
                <p:cNvSpPr/>
                <p:nvPr/>
              </p:nvSpPr>
              <p:spPr bwMode="auto">
                <a:xfrm>
                  <a:off x="5914293" y="3463649"/>
                  <a:ext cx="363230" cy="349801"/>
                </a:xfrm>
                <a:custGeom>
                  <a:avLst/>
                  <a:gdLst>
                    <a:gd name="connsiteX0" fmla="*/ 216243 w 609050"/>
                    <a:gd name="connsiteY0" fmla="*/ 412730 h 586540"/>
                    <a:gd name="connsiteX1" fmla="*/ 216243 w 609050"/>
                    <a:gd name="connsiteY1" fmla="*/ 456594 h 586540"/>
                    <a:gd name="connsiteX2" fmla="*/ 293953 w 609050"/>
                    <a:gd name="connsiteY2" fmla="*/ 456594 h 586540"/>
                    <a:gd name="connsiteX3" fmla="*/ 293953 w 609050"/>
                    <a:gd name="connsiteY3" fmla="*/ 412730 h 586540"/>
                    <a:gd name="connsiteX4" fmla="*/ 69884 w 609050"/>
                    <a:gd name="connsiteY4" fmla="*/ 412730 h 586540"/>
                    <a:gd name="connsiteX5" fmla="*/ 69884 w 609050"/>
                    <a:gd name="connsiteY5" fmla="*/ 456594 h 586540"/>
                    <a:gd name="connsiteX6" fmla="*/ 147595 w 609050"/>
                    <a:gd name="connsiteY6" fmla="*/ 456594 h 586540"/>
                    <a:gd name="connsiteX7" fmla="*/ 147595 w 609050"/>
                    <a:gd name="connsiteY7" fmla="*/ 412730 h 586540"/>
                    <a:gd name="connsiteX8" fmla="*/ 460769 w 609050"/>
                    <a:gd name="connsiteY8" fmla="*/ 376268 h 586540"/>
                    <a:gd name="connsiteX9" fmla="*/ 460769 w 609050"/>
                    <a:gd name="connsiteY9" fmla="*/ 414786 h 586540"/>
                    <a:gd name="connsiteX10" fmla="*/ 555916 w 609050"/>
                    <a:gd name="connsiteY10" fmla="*/ 414786 h 586540"/>
                    <a:gd name="connsiteX11" fmla="*/ 555916 w 609050"/>
                    <a:gd name="connsiteY11" fmla="*/ 376268 h 586540"/>
                    <a:gd name="connsiteX12" fmla="*/ 216243 w 609050"/>
                    <a:gd name="connsiteY12" fmla="*/ 339670 h 586540"/>
                    <a:gd name="connsiteX13" fmla="*/ 216243 w 609050"/>
                    <a:gd name="connsiteY13" fmla="*/ 383533 h 586540"/>
                    <a:gd name="connsiteX14" fmla="*/ 293953 w 609050"/>
                    <a:gd name="connsiteY14" fmla="*/ 383533 h 586540"/>
                    <a:gd name="connsiteX15" fmla="*/ 293953 w 609050"/>
                    <a:gd name="connsiteY15" fmla="*/ 339670 h 586540"/>
                    <a:gd name="connsiteX16" fmla="*/ 69884 w 609050"/>
                    <a:gd name="connsiteY16" fmla="*/ 339670 h 586540"/>
                    <a:gd name="connsiteX17" fmla="*/ 69884 w 609050"/>
                    <a:gd name="connsiteY17" fmla="*/ 383533 h 586540"/>
                    <a:gd name="connsiteX18" fmla="*/ 147595 w 609050"/>
                    <a:gd name="connsiteY18" fmla="*/ 383533 h 586540"/>
                    <a:gd name="connsiteX19" fmla="*/ 147595 w 609050"/>
                    <a:gd name="connsiteY19" fmla="*/ 339670 h 586540"/>
                    <a:gd name="connsiteX20" fmla="*/ 460769 w 609050"/>
                    <a:gd name="connsiteY20" fmla="*/ 303071 h 586540"/>
                    <a:gd name="connsiteX21" fmla="*/ 460769 w 609050"/>
                    <a:gd name="connsiteY21" fmla="*/ 341726 h 586540"/>
                    <a:gd name="connsiteX22" fmla="*/ 555916 w 609050"/>
                    <a:gd name="connsiteY22" fmla="*/ 341726 h 586540"/>
                    <a:gd name="connsiteX23" fmla="*/ 555916 w 609050"/>
                    <a:gd name="connsiteY23" fmla="*/ 303071 h 586540"/>
                    <a:gd name="connsiteX24" fmla="*/ 216243 w 609050"/>
                    <a:gd name="connsiteY24" fmla="*/ 266609 h 586540"/>
                    <a:gd name="connsiteX25" fmla="*/ 216243 w 609050"/>
                    <a:gd name="connsiteY25" fmla="*/ 310473 h 586540"/>
                    <a:gd name="connsiteX26" fmla="*/ 293953 w 609050"/>
                    <a:gd name="connsiteY26" fmla="*/ 310473 h 586540"/>
                    <a:gd name="connsiteX27" fmla="*/ 293953 w 609050"/>
                    <a:gd name="connsiteY27" fmla="*/ 266609 h 586540"/>
                    <a:gd name="connsiteX28" fmla="*/ 69884 w 609050"/>
                    <a:gd name="connsiteY28" fmla="*/ 266609 h 586540"/>
                    <a:gd name="connsiteX29" fmla="*/ 69884 w 609050"/>
                    <a:gd name="connsiteY29" fmla="*/ 310473 h 586540"/>
                    <a:gd name="connsiteX30" fmla="*/ 147595 w 609050"/>
                    <a:gd name="connsiteY30" fmla="*/ 310473 h 586540"/>
                    <a:gd name="connsiteX31" fmla="*/ 147595 w 609050"/>
                    <a:gd name="connsiteY31" fmla="*/ 266609 h 586540"/>
                    <a:gd name="connsiteX32" fmla="*/ 460769 w 609050"/>
                    <a:gd name="connsiteY32" fmla="*/ 230010 h 586540"/>
                    <a:gd name="connsiteX33" fmla="*/ 460769 w 609050"/>
                    <a:gd name="connsiteY33" fmla="*/ 268528 h 586540"/>
                    <a:gd name="connsiteX34" fmla="*/ 555916 w 609050"/>
                    <a:gd name="connsiteY34" fmla="*/ 268528 h 586540"/>
                    <a:gd name="connsiteX35" fmla="*/ 555916 w 609050"/>
                    <a:gd name="connsiteY35" fmla="*/ 230010 h 586540"/>
                    <a:gd name="connsiteX36" fmla="*/ 216243 w 609050"/>
                    <a:gd name="connsiteY36" fmla="*/ 193549 h 586540"/>
                    <a:gd name="connsiteX37" fmla="*/ 216243 w 609050"/>
                    <a:gd name="connsiteY37" fmla="*/ 237412 h 586540"/>
                    <a:gd name="connsiteX38" fmla="*/ 293953 w 609050"/>
                    <a:gd name="connsiteY38" fmla="*/ 237412 h 586540"/>
                    <a:gd name="connsiteX39" fmla="*/ 293953 w 609050"/>
                    <a:gd name="connsiteY39" fmla="*/ 193549 h 586540"/>
                    <a:gd name="connsiteX40" fmla="*/ 69884 w 609050"/>
                    <a:gd name="connsiteY40" fmla="*/ 193549 h 586540"/>
                    <a:gd name="connsiteX41" fmla="*/ 69884 w 609050"/>
                    <a:gd name="connsiteY41" fmla="*/ 237412 h 586540"/>
                    <a:gd name="connsiteX42" fmla="*/ 147595 w 609050"/>
                    <a:gd name="connsiteY42" fmla="*/ 237412 h 586540"/>
                    <a:gd name="connsiteX43" fmla="*/ 147595 w 609050"/>
                    <a:gd name="connsiteY43" fmla="*/ 193549 h 586540"/>
                    <a:gd name="connsiteX44" fmla="*/ 460769 w 609050"/>
                    <a:gd name="connsiteY44" fmla="*/ 156950 h 586540"/>
                    <a:gd name="connsiteX45" fmla="*/ 460769 w 609050"/>
                    <a:gd name="connsiteY45" fmla="*/ 195468 h 586540"/>
                    <a:gd name="connsiteX46" fmla="*/ 555916 w 609050"/>
                    <a:gd name="connsiteY46" fmla="*/ 195468 h 586540"/>
                    <a:gd name="connsiteX47" fmla="*/ 555916 w 609050"/>
                    <a:gd name="connsiteY47" fmla="*/ 156950 h 586540"/>
                    <a:gd name="connsiteX48" fmla="*/ 192926 w 609050"/>
                    <a:gd name="connsiteY48" fmla="*/ 96251 h 586540"/>
                    <a:gd name="connsiteX49" fmla="*/ 361366 w 609050"/>
                    <a:gd name="connsiteY49" fmla="*/ 96251 h 586540"/>
                    <a:gd name="connsiteX50" fmla="*/ 361366 w 609050"/>
                    <a:gd name="connsiteY50" fmla="*/ 114880 h 586540"/>
                    <a:gd name="connsiteX51" fmla="*/ 192926 w 609050"/>
                    <a:gd name="connsiteY51" fmla="*/ 114880 h 586540"/>
                    <a:gd name="connsiteX52" fmla="*/ 192926 w 609050"/>
                    <a:gd name="connsiteY52" fmla="*/ 49819 h 586540"/>
                    <a:gd name="connsiteX53" fmla="*/ 361366 w 609050"/>
                    <a:gd name="connsiteY53" fmla="*/ 49819 h 586540"/>
                    <a:gd name="connsiteX54" fmla="*/ 361366 w 609050"/>
                    <a:gd name="connsiteY54" fmla="*/ 68307 h 586540"/>
                    <a:gd name="connsiteX55" fmla="*/ 192926 w 609050"/>
                    <a:gd name="connsiteY55" fmla="*/ 68307 h 586540"/>
                    <a:gd name="connsiteX56" fmla="*/ 166130 w 609050"/>
                    <a:gd name="connsiteY56" fmla="*/ 25222 h 586540"/>
                    <a:gd name="connsiteX57" fmla="*/ 166130 w 609050"/>
                    <a:gd name="connsiteY57" fmla="*/ 155716 h 586540"/>
                    <a:gd name="connsiteX58" fmla="*/ 338987 w 609050"/>
                    <a:gd name="connsiteY58" fmla="*/ 155716 h 586540"/>
                    <a:gd name="connsiteX59" fmla="*/ 338987 w 609050"/>
                    <a:gd name="connsiteY59" fmla="*/ 341040 h 586540"/>
                    <a:gd name="connsiteX60" fmla="*/ 338987 w 609050"/>
                    <a:gd name="connsiteY60" fmla="*/ 531710 h 586540"/>
                    <a:gd name="connsiteX61" fmla="*/ 366721 w 609050"/>
                    <a:gd name="connsiteY61" fmla="*/ 531710 h 586540"/>
                    <a:gd name="connsiteX62" fmla="*/ 366721 w 609050"/>
                    <a:gd name="connsiteY62" fmla="*/ 341040 h 586540"/>
                    <a:gd name="connsiteX63" fmla="*/ 366721 w 609050"/>
                    <a:gd name="connsiteY63" fmla="*/ 155305 h 586540"/>
                    <a:gd name="connsiteX64" fmla="*/ 388002 w 609050"/>
                    <a:gd name="connsiteY64" fmla="*/ 143517 h 586540"/>
                    <a:gd name="connsiteX65" fmla="*/ 388002 w 609050"/>
                    <a:gd name="connsiteY65" fmla="*/ 25222 h 586540"/>
                    <a:gd name="connsiteX66" fmla="*/ 140867 w 609050"/>
                    <a:gd name="connsiteY66" fmla="*/ 0 h 586540"/>
                    <a:gd name="connsiteX67" fmla="*/ 413402 w 609050"/>
                    <a:gd name="connsiteY67" fmla="*/ 0 h 586540"/>
                    <a:gd name="connsiteX68" fmla="*/ 413402 w 609050"/>
                    <a:gd name="connsiteY68" fmla="*/ 129398 h 586540"/>
                    <a:gd name="connsiteX69" fmla="*/ 432486 w 609050"/>
                    <a:gd name="connsiteY69" fmla="*/ 118843 h 586540"/>
                    <a:gd name="connsiteX70" fmla="*/ 584199 w 609050"/>
                    <a:gd name="connsiteY70" fmla="*/ 118843 h 586540"/>
                    <a:gd name="connsiteX71" fmla="*/ 584199 w 609050"/>
                    <a:gd name="connsiteY71" fmla="*/ 531710 h 586540"/>
                    <a:gd name="connsiteX72" fmla="*/ 609050 w 609050"/>
                    <a:gd name="connsiteY72" fmla="*/ 531710 h 586540"/>
                    <a:gd name="connsiteX73" fmla="*/ 609050 w 609050"/>
                    <a:gd name="connsiteY73" fmla="*/ 586540 h 586540"/>
                    <a:gd name="connsiteX74" fmla="*/ 0 w 609050"/>
                    <a:gd name="connsiteY74" fmla="*/ 586540 h 586540"/>
                    <a:gd name="connsiteX75" fmla="*/ 0 w 609050"/>
                    <a:gd name="connsiteY75" fmla="*/ 531710 h 586540"/>
                    <a:gd name="connsiteX76" fmla="*/ 24851 w 609050"/>
                    <a:gd name="connsiteY76" fmla="*/ 531710 h 586540"/>
                    <a:gd name="connsiteX77" fmla="*/ 24851 w 609050"/>
                    <a:gd name="connsiteY77" fmla="*/ 155716 h 586540"/>
                    <a:gd name="connsiteX78" fmla="*/ 140867 w 609050"/>
                    <a:gd name="connsiteY78" fmla="*/ 155716 h 5865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</a:cxnLst>
                  <a:rect l="l" t="t" r="r" b="b"/>
                  <a:pathLst>
                    <a:path w="609050" h="586540">
                      <a:moveTo>
                        <a:pt x="216243" y="412730"/>
                      </a:moveTo>
                      <a:lnTo>
                        <a:pt x="216243" y="456594"/>
                      </a:lnTo>
                      <a:lnTo>
                        <a:pt x="293953" y="456594"/>
                      </a:lnTo>
                      <a:lnTo>
                        <a:pt x="293953" y="412730"/>
                      </a:lnTo>
                      <a:close/>
                      <a:moveTo>
                        <a:pt x="69884" y="412730"/>
                      </a:moveTo>
                      <a:lnTo>
                        <a:pt x="69884" y="456594"/>
                      </a:lnTo>
                      <a:lnTo>
                        <a:pt x="147595" y="456594"/>
                      </a:lnTo>
                      <a:lnTo>
                        <a:pt x="147595" y="412730"/>
                      </a:lnTo>
                      <a:close/>
                      <a:moveTo>
                        <a:pt x="460769" y="376268"/>
                      </a:moveTo>
                      <a:lnTo>
                        <a:pt x="460769" y="414786"/>
                      </a:lnTo>
                      <a:lnTo>
                        <a:pt x="555916" y="414786"/>
                      </a:lnTo>
                      <a:lnTo>
                        <a:pt x="555916" y="376268"/>
                      </a:lnTo>
                      <a:close/>
                      <a:moveTo>
                        <a:pt x="216243" y="339670"/>
                      </a:moveTo>
                      <a:lnTo>
                        <a:pt x="216243" y="383533"/>
                      </a:lnTo>
                      <a:lnTo>
                        <a:pt x="293953" y="383533"/>
                      </a:lnTo>
                      <a:lnTo>
                        <a:pt x="293953" y="339670"/>
                      </a:lnTo>
                      <a:close/>
                      <a:moveTo>
                        <a:pt x="69884" y="339670"/>
                      </a:moveTo>
                      <a:lnTo>
                        <a:pt x="69884" y="383533"/>
                      </a:lnTo>
                      <a:lnTo>
                        <a:pt x="147595" y="383533"/>
                      </a:lnTo>
                      <a:lnTo>
                        <a:pt x="147595" y="339670"/>
                      </a:lnTo>
                      <a:close/>
                      <a:moveTo>
                        <a:pt x="460769" y="303071"/>
                      </a:moveTo>
                      <a:lnTo>
                        <a:pt x="460769" y="341726"/>
                      </a:lnTo>
                      <a:lnTo>
                        <a:pt x="555916" y="341726"/>
                      </a:lnTo>
                      <a:lnTo>
                        <a:pt x="555916" y="303071"/>
                      </a:lnTo>
                      <a:close/>
                      <a:moveTo>
                        <a:pt x="216243" y="266609"/>
                      </a:moveTo>
                      <a:lnTo>
                        <a:pt x="216243" y="310473"/>
                      </a:lnTo>
                      <a:lnTo>
                        <a:pt x="293953" y="310473"/>
                      </a:lnTo>
                      <a:lnTo>
                        <a:pt x="293953" y="266609"/>
                      </a:lnTo>
                      <a:close/>
                      <a:moveTo>
                        <a:pt x="69884" y="266609"/>
                      </a:moveTo>
                      <a:lnTo>
                        <a:pt x="69884" y="310473"/>
                      </a:lnTo>
                      <a:lnTo>
                        <a:pt x="147595" y="310473"/>
                      </a:lnTo>
                      <a:lnTo>
                        <a:pt x="147595" y="266609"/>
                      </a:lnTo>
                      <a:close/>
                      <a:moveTo>
                        <a:pt x="460769" y="230010"/>
                      </a:moveTo>
                      <a:lnTo>
                        <a:pt x="460769" y="268528"/>
                      </a:lnTo>
                      <a:lnTo>
                        <a:pt x="555916" y="268528"/>
                      </a:lnTo>
                      <a:lnTo>
                        <a:pt x="555916" y="230010"/>
                      </a:lnTo>
                      <a:close/>
                      <a:moveTo>
                        <a:pt x="216243" y="193549"/>
                      </a:moveTo>
                      <a:lnTo>
                        <a:pt x="216243" y="237412"/>
                      </a:lnTo>
                      <a:lnTo>
                        <a:pt x="293953" y="237412"/>
                      </a:lnTo>
                      <a:lnTo>
                        <a:pt x="293953" y="193549"/>
                      </a:lnTo>
                      <a:close/>
                      <a:moveTo>
                        <a:pt x="69884" y="193549"/>
                      </a:moveTo>
                      <a:lnTo>
                        <a:pt x="69884" y="237412"/>
                      </a:lnTo>
                      <a:lnTo>
                        <a:pt x="147595" y="237412"/>
                      </a:lnTo>
                      <a:lnTo>
                        <a:pt x="147595" y="193549"/>
                      </a:lnTo>
                      <a:close/>
                      <a:moveTo>
                        <a:pt x="460769" y="156950"/>
                      </a:moveTo>
                      <a:lnTo>
                        <a:pt x="460769" y="195468"/>
                      </a:lnTo>
                      <a:lnTo>
                        <a:pt x="555916" y="195468"/>
                      </a:lnTo>
                      <a:lnTo>
                        <a:pt x="555916" y="156950"/>
                      </a:lnTo>
                      <a:close/>
                      <a:moveTo>
                        <a:pt x="192926" y="96251"/>
                      </a:moveTo>
                      <a:lnTo>
                        <a:pt x="361366" y="96251"/>
                      </a:lnTo>
                      <a:lnTo>
                        <a:pt x="361366" y="114880"/>
                      </a:lnTo>
                      <a:lnTo>
                        <a:pt x="192926" y="114880"/>
                      </a:lnTo>
                      <a:close/>
                      <a:moveTo>
                        <a:pt x="192926" y="49819"/>
                      </a:moveTo>
                      <a:lnTo>
                        <a:pt x="361366" y="49819"/>
                      </a:lnTo>
                      <a:lnTo>
                        <a:pt x="361366" y="68307"/>
                      </a:lnTo>
                      <a:lnTo>
                        <a:pt x="192926" y="68307"/>
                      </a:lnTo>
                      <a:close/>
                      <a:moveTo>
                        <a:pt x="166130" y="25222"/>
                      </a:moveTo>
                      <a:lnTo>
                        <a:pt x="166130" y="155716"/>
                      </a:lnTo>
                      <a:lnTo>
                        <a:pt x="338987" y="155716"/>
                      </a:lnTo>
                      <a:lnTo>
                        <a:pt x="338987" y="341040"/>
                      </a:lnTo>
                      <a:lnTo>
                        <a:pt x="338987" y="531710"/>
                      </a:lnTo>
                      <a:lnTo>
                        <a:pt x="366721" y="531710"/>
                      </a:lnTo>
                      <a:lnTo>
                        <a:pt x="366721" y="341040"/>
                      </a:lnTo>
                      <a:lnTo>
                        <a:pt x="366721" y="155305"/>
                      </a:lnTo>
                      <a:lnTo>
                        <a:pt x="388002" y="143517"/>
                      </a:lnTo>
                      <a:lnTo>
                        <a:pt x="388002" y="25222"/>
                      </a:lnTo>
                      <a:close/>
                      <a:moveTo>
                        <a:pt x="140867" y="0"/>
                      </a:moveTo>
                      <a:lnTo>
                        <a:pt x="413402" y="0"/>
                      </a:lnTo>
                      <a:lnTo>
                        <a:pt x="413402" y="129398"/>
                      </a:lnTo>
                      <a:lnTo>
                        <a:pt x="432486" y="118843"/>
                      </a:lnTo>
                      <a:lnTo>
                        <a:pt x="584199" y="118843"/>
                      </a:lnTo>
                      <a:lnTo>
                        <a:pt x="584199" y="531710"/>
                      </a:lnTo>
                      <a:lnTo>
                        <a:pt x="609050" y="531710"/>
                      </a:lnTo>
                      <a:lnTo>
                        <a:pt x="609050" y="586540"/>
                      </a:lnTo>
                      <a:lnTo>
                        <a:pt x="0" y="586540"/>
                      </a:lnTo>
                      <a:lnTo>
                        <a:pt x="0" y="531710"/>
                      </a:lnTo>
                      <a:lnTo>
                        <a:pt x="24851" y="531710"/>
                      </a:lnTo>
                      <a:lnTo>
                        <a:pt x="24851" y="155716"/>
                      </a:lnTo>
                      <a:lnTo>
                        <a:pt x="140867" y="15571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  <a:prstDash val="solid"/>
                  <a:round/>
                </a:ln>
              </p:spPr>
              <p:txBody>
                <a:bodyPr wrap="square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eaLnBrk="1" fontAlgn="auto" hangingPunct="1">
                    <a:defRPr/>
                  </a:pPr>
                  <a:endParaRPr lang="en-IN" sz="2400" noProof="1"/>
                </a:p>
              </p:txBody>
            </p:sp>
          </p:grpSp>
          <p:grpSp>
            <p:nvGrpSpPr>
              <p:cNvPr id="22" name="iṣ1idê"/>
              <p:cNvGrpSpPr/>
              <p:nvPr/>
            </p:nvGrpSpPr>
            <p:grpSpPr>
              <a:xfrm>
                <a:off x="4242675" y="4282315"/>
                <a:ext cx="551812" cy="551982"/>
                <a:chOff x="5709322" y="3251847"/>
                <a:chExt cx="773168" cy="773406"/>
              </a:xfrm>
            </p:grpSpPr>
            <p:sp>
              <p:nvSpPr>
                <p:cNvPr id="35" name="iṩļíďe"/>
                <p:cNvSpPr/>
                <p:nvPr/>
              </p:nvSpPr>
              <p:spPr>
                <a:xfrm>
                  <a:off x="5709322" y="3251847"/>
                  <a:ext cx="773168" cy="773406"/>
                </a:xfrm>
                <a:prstGeom prst="ellipse">
                  <a:avLst/>
                </a:prstGeom>
                <a:solidFill>
                  <a:schemeClr val="bg2"/>
                </a:solidFill>
                <a:ln w="38100">
                  <a:solidFill>
                    <a:schemeClr val="tx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anchor="ctr">
                  <a:normAutofit/>
                </a:bodyPr>
                <a:lstStyle/>
                <a:p>
                  <a:pPr algn="ctr" eaLnBrk="1" fontAlgn="auto" hangingPunct="1">
                    <a:defRPr/>
                  </a:pPr>
                  <a:endParaRPr lang="en-IN" sz="2000" noProof="1">
                    <a:solidFill>
                      <a:schemeClr val="bg1">
                        <a:lumMod val="95000"/>
                      </a:schemeClr>
                    </a:solidFill>
                  </a:endParaRPr>
                </a:p>
              </p:txBody>
            </p:sp>
            <p:sp>
              <p:nvSpPr>
                <p:cNvPr id="36" name="îšľíde"/>
                <p:cNvSpPr/>
                <p:nvPr/>
              </p:nvSpPr>
              <p:spPr bwMode="auto">
                <a:xfrm>
                  <a:off x="5914293" y="3463649"/>
                  <a:ext cx="363230" cy="349801"/>
                </a:xfrm>
                <a:custGeom>
                  <a:avLst/>
                  <a:gdLst>
                    <a:gd name="connsiteX0" fmla="*/ 216243 w 609050"/>
                    <a:gd name="connsiteY0" fmla="*/ 412730 h 586540"/>
                    <a:gd name="connsiteX1" fmla="*/ 216243 w 609050"/>
                    <a:gd name="connsiteY1" fmla="*/ 456594 h 586540"/>
                    <a:gd name="connsiteX2" fmla="*/ 293953 w 609050"/>
                    <a:gd name="connsiteY2" fmla="*/ 456594 h 586540"/>
                    <a:gd name="connsiteX3" fmla="*/ 293953 w 609050"/>
                    <a:gd name="connsiteY3" fmla="*/ 412730 h 586540"/>
                    <a:gd name="connsiteX4" fmla="*/ 69884 w 609050"/>
                    <a:gd name="connsiteY4" fmla="*/ 412730 h 586540"/>
                    <a:gd name="connsiteX5" fmla="*/ 69884 w 609050"/>
                    <a:gd name="connsiteY5" fmla="*/ 456594 h 586540"/>
                    <a:gd name="connsiteX6" fmla="*/ 147595 w 609050"/>
                    <a:gd name="connsiteY6" fmla="*/ 456594 h 586540"/>
                    <a:gd name="connsiteX7" fmla="*/ 147595 w 609050"/>
                    <a:gd name="connsiteY7" fmla="*/ 412730 h 586540"/>
                    <a:gd name="connsiteX8" fmla="*/ 460769 w 609050"/>
                    <a:gd name="connsiteY8" fmla="*/ 376268 h 586540"/>
                    <a:gd name="connsiteX9" fmla="*/ 460769 w 609050"/>
                    <a:gd name="connsiteY9" fmla="*/ 414786 h 586540"/>
                    <a:gd name="connsiteX10" fmla="*/ 555916 w 609050"/>
                    <a:gd name="connsiteY10" fmla="*/ 414786 h 586540"/>
                    <a:gd name="connsiteX11" fmla="*/ 555916 w 609050"/>
                    <a:gd name="connsiteY11" fmla="*/ 376268 h 586540"/>
                    <a:gd name="connsiteX12" fmla="*/ 216243 w 609050"/>
                    <a:gd name="connsiteY12" fmla="*/ 339670 h 586540"/>
                    <a:gd name="connsiteX13" fmla="*/ 216243 w 609050"/>
                    <a:gd name="connsiteY13" fmla="*/ 383533 h 586540"/>
                    <a:gd name="connsiteX14" fmla="*/ 293953 w 609050"/>
                    <a:gd name="connsiteY14" fmla="*/ 383533 h 586540"/>
                    <a:gd name="connsiteX15" fmla="*/ 293953 w 609050"/>
                    <a:gd name="connsiteY15" fmla="*/ 339670 h 586540"/>
                    <a:gd name="connsiteX16" fmla="*/ 69884 w 609050"/>
                    <a:gd name="connsiteY16" fmla="*/ 339670 h 586540"/>
                    <a:gd name="connsiteX17" fmla="*/ 69884 w 609050"/>
                    <a:gd name="connsiteY17" fmla="*/ 383533 h 586540"/>
                    <a:gd name="connsiteX18" fmla="*/ 147595 w 609050"/>
                    <a:gd name="connsiteY18" fmla="*/ 383533 h 586540"/>
                    <a:gd name="connsiteX19" fmla="*/ 147595 w 609050"/>
                    <a:gd name="connsiteY19" fmla="*/ 339670 h 586540"/>
                    <a:gd name="connsiteX20" fmla="*/ 460769 w 609050"/>
                    <a:gd name="connsiteY20" fmla="*/ 303071 h 586540"/>
                    <a:gd name="connsiteX21" fmla="*/ 460769 w 609050"/>
                    <a:gd name="connsiteY21" fmla="*/ 341726 h 586540"/>
                    <a:gd name="connsiteX22" fmla="*/ 555916 w 609050"/>
                    <a:gd name="connsiteY22" fmla="*/ 341726 h 586540"/>
                    <a:gd name="connsiteX23" fmla="*/ 555916 w 609050"/>
                    <a:gd name="connsiteY23" fmla="*/ 303071 h 586540"/>
                    <a:gd name="connsiteX24" fmla="*/ 216243 w 609050"/>
                    <a:gd name="connsiteY24" fmla="*/ 266609 h 586540"/>
                    <a:gd name="connsiteX25" fmla="*/ 216243 w 609050"/>
                    <a:gd name="connsiteY25" fmla="*/ 310473 h 586540"/>
                    <a:gd name="connsiteX26" fmla="*/ 293953 w 609050"/>
                    <a:gd name="connsiteY26" fmla="*/ 310473 h 586540"/>
                    <a:gd name="connsiteX27" fmla="*/ 293953 w 609050"/>
                    <a:gd name="connsiteY27" fmla="*/ 266609 h 586540"/>
                    <a:gd name="connsiteX28" fmla="*/ 69884 w 609050"/>
                    <a:gd name="connsiteY28" fmla="*/ 266609 h 586540"/>
                    <a:gd name="connsiteX29" fmla="*/ 69884 w 609050"/>
                    <a:gd name="connsiteY29" fmla="*/ 310473 h 586540"/>
                    <a:gd name="connsiteX30" fmla="*/ 147595 w 609050"/>
                    <a:gd name="connsiteY30" fmla="*/ 310473 h 586540"/>
                    <a:gd name="connsiteX31" fmla="*/ 147595 w 609050"/>
                    <a:gd name="connsiteY31" fmla="*/ 266609 h 586540"/>
                    <a:gd name="connsiteX32" fmla="*/ 460769 w 609050"/>
                    <a:gd name="connsiteY32" fmla="*/ 230010 h 586540"/>
                    <a:gd name="connsiteX33" fmla="*/ 460769 w 609050"/>
                    <a:gd name="connsiteY33" fmla="*/ 268528 h 586540"/>
                    <a:gd name="connsiteX34" fmla="*/ 555916 w 609050"/>
                    <a:gd name="connsiteY34" fmla="*/ 268528 h 586540"/>
                    <a:gd name="connsiteX35" fmla="*/ 555916 w 609050"/>
                    <a:gd name="connsiteY35" fmla="*/ 230010 h 586540"/>
                    <a:gd name="connsiteX36" fmla="*/ 216243 w 609050"/>
                    <a:gd name="connsiteY36" fmla="*/ 193549 h 586540"/>
                    <a:gd name="connsiteX37" fmla="*/ 216243 w 609050"/>
                    <a:gd name="connsiteY37" fmla="*/ 237412 h 586540"/>
                    <a:gd name="connsiteX38" fmla="*/ 293953 w 609050"/>
                    <a:gd name="connsiteY38" fmla="*/ 237412 h 586540"/>
                    <a:gd name="connsiteX39" fmla="*/ 293953 w 609050"/>
                    <a:gd name="connsiteY39" fmla="*/ 193549 h 586540"/>
                    <a:gd name="connsiteX40" fmla="*/ 69884 w 609050"/>
                    <a:gd name="connsiteY40" fmla="*/ 193549 h 586540"/>
                    <a:gd name="connsiteX41" fmla="*/ 69884 w 609050"/>
                    <a:gd name="connsiteY41" fmla="*/ 237412 h 586540"/>
                    <a:gd name="connsiteX42" fmla="*/ 147595 w 609050"/>
                    <a:gd name="connsiteY42" fmla="*/ 237412 h 586540"/>
                    <a:gd name="connsiteX43" fmla="*/ 147595 w 609050"/>
                    <a:gd name="connsiteY43" fmla="*/ 193549 h 586540"/>
                    <a:gd name="connsiteX44" fmla="*/ 460769 w 609050"/>
                    <a:gd name="connsiteY44" fmla="*/ 156950 h 586540"/>
                    <a:gd name="connsiteX45" fmla="*/ 460769 w 609050"/>
                    <a:gd name="connsiteY45" fmla="*/ 195468 h 586540"/>
                    <a:gd name="connsiteX46" fmla="*/ 555916 w 609050"/>
                    <a:gd name="connsiteY46" fmla="*/ 195468 h 586540"/>
                    <a:gd name="connsiteX47" fmla="*/ 555916 w 609050"/>
                    <a:gd name="connsiteY47" fmla="*/ 156950 h 586540"/>
                    <a:gd name="connsiteX48" fmla="*/ 192926 w 609050"/>
                    <a:gd name="connsiteY48" fmla="*/ 96251 h 586540"/>
                    <a:gd name="connsiteX49" fmla="*/ 361366 w 609050"/>
                    <a:gd name="connsiteY49" fmla="*/ 96251 h 586540"/>
                    <a:gd name="connsiteX50" fmla="*/ 361366 w 609050"/>
                    <a:gd name="connsiteY50" fmla="*/ 114880 h 586540"/>
                    <a:gd name="connsiteX51" fmla="*/ 192926 w 609050"/>
                    <a:gd name="connsiteY51" fmla="*/ 114880 h 586540"/>
                    <a:gd name="connsiteX52" fmla="*/ 192926 w 609050"/>
                    <a:gd name="connsiteY52" fmla="*/ 49819 h 586540"/>
                    <a:gd name="connsiteX53" fmla="*/ 361366 w 609050"/>
                    <a:gd name="connsiteY53" fmla="*/ 49819 h 586540"/>
                    <a:gd name="connsiteX54" fmla="*/ 361366 w 609050"/>
                    <a:gd name="connsiteY54" fmla="*/ 68307 h 586540"/>
                    <a:gd name="connsiteX55" fmla="*/ 192926 w 609050"/>
                    <a:gd name="connsiteY55" fmla="*/ 68307 h 586540"/>
                    <a:gd name="connsiteX56" fmla="*/ 166130 w 609050"/>
                    <a:gd name="connsiteY56" fmla="*/ 25222 h 586540"/>
                    <a:gd name="connsiteX57" fmla="*/ 166130 w 609050"/>
                    <a:gd name="connsiteY57" fmla="*/ 155716 h 586540"/>
                    <a:gd name="connsiteX58" fmla="*/ 338987 w 609050"/>
                    <a:gd name="connsiteY58" fmla="*/ 155716 h 586540"/>
                    <a:gd name="connsiteX59" fmla="*/ 338987 w 609050"/>
                    <a:gd name="connsiteY59" fmla="*/ 341040 h 586540"/>
                    <a:gd name="connsiteX60" fmla="*/ 338987 w 609050"/>
                    <a:gd name="connsiteY60" fmla="*/ 531710 h 586540"/>
                    <a:gd name="connsiteX61" fmla="*/ 366721 w 609050"/>
                    <a:gd name="connsiteY61" fmla="*/ 531710 h 586540"/>
                    <a:gd name="connsiteX62" fmla="*/ 366721 w 609050"/>
                    <a:gd name="connsiteY62" fmla="*/ 341040 h 586540"/>
                    <a:gd name="connsiteX63" fmla="*/ 366721 w 609050"/>
                    <a:gd name="connsiteY63" fmla="*/ 155305 h 586540"/>
                    <a:gd name="connsiteX64" fmla="*/ 388002 w 609050"/>
                    <a:gd name="connsiteY64" fmla="*/ 143517 h 586540"/>
                    <a:gd name="connsiteX65" fmla="*/ 388002 w 609050"/>
                    <a:gd name="connsiteY65" fmla="*/ 25222 h 586540"/>
                    <a:gd name="connsiteX66" fmla="*/ 140867 w 609050"/>
                    <a:gd name="connsiteY66" fmla="*/ 0 h 586540"/>
                    <a:gd name="connsiteX67" fmla="*/ 413402 w 609050"/>
                    <a:gd name="connsiteY67" fmla="*/ 0 h 586540"/>
                    <a:gd name="connsiteX68" fmla="*/ 413402 w 609050"/>
                    <a:gd name="connsiteY68" fmla="*/ 129398 h 586540"/>
                    <a:gd name="connsiteX69" fmla="*/ 432486 w 609050"/>
                    <a:gd name="connsiteY69" fmla="*/ 118843 h 586540"/>
                    <a:gd name="connsiteX70" fmla="*/ 584199 w 609050"/>
                    <a:gd name="connsiteY70" fmla="*/ 118843 h 586540"/>
                    <a:gd name="connsiteX71" fmla="*/ 584199 w 609050"/>
                    <a:gd name="connsiteY71" fmla="*/ 531710 h 586540"/>
                    <a:gd name="connsiteX72" fmla="*/ 609050 w 609050"/>
                    <a:gd name="connsiteY72" fmla="*/ 531710 h 586540"/>
                    <a:gd name="connsiteX73" fmla="*/ 609050 w 609050"/>
                    <a:gd name="connsiteY73" fmla="*/ 586540 h 586540"/>
                    <a:gd name="connsiteX74" fmla="*/ 0 w 609050"/>
                    <a:gd name="connsiteY74" fmla="*/ 586540 h 586540"/>
                    <a:gd name="connsiteX75" fmla="*/ 0 w 609050"/>
                    <a:gd name="connsiteY75" fmla="*/ 531710 h 586540"/>
                    <a:gd name="connsiteX76" fmla="*/ 24851 w 609050"/>
                    <a:gd name="connsiteY76" fmla="*/ 531710 h 586540"/>
                    <a:gd name="connsiteX77" fmla="*/ 24851 w 609050"/>
                    <a:gd name="connsiteY77" fmla="*/ 155716 h 586540"/>
                    <a:gd name="connsiteX78" fmla="*/ 140867 w 609050"/>
                    <a:gd name="connsiteY78" fmla="*/ 155716 h 5865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</a:cxnLst>
                  <a:rect l="l" t="t" r="r" b="b"/>
                  <a:pathLst>
                    <a:path w="609050" h="586540">
                      <a:moveTo>
                        <a:pt x="216243" y="412730"/>
                      </a:moveTo>
                      <a:lnTo>
                        <a:pt x="216243" y="456594"/>
                      </a:lnTo>
                      <a:lnTo>
                        <a:pt x="293953" y="456594"/>
                      </a:lnTo>
                      <a:lnTo>
                        <a:pt x="293953" y="412730"/>
                      </a:lnTo>
                      <a:close/>
                      <a:moveTo>
                        <a:pt x="69884" y="412730"/>
                      </a:moveTo>
                      <a:lnTo>
                        <a:pt x="69884" y="456594"/>
                      </a:lnTo>
                      <a:lnTo>
                        <a:pt x="147595" y="456594"/>
                      </a:lnTo>
                      <a:lnTo>
                        <a:pt x="147595" y="412730"/>
                      </a:lnTo>
                      <a:close/>
                      <a:moveTo>
                        <a:pt x="460769" y="376268"/>
                      </a:moveTo>
                      <a:lnTo>
                        <a:pt x="460769" y="414786"/>
                      </a:lnTo>
                      <a:lnTo>
                        <a:pt x="555916" y="414786"/>
                      </a:lnTo>
                      <a:lnTo>
                        <a:pt x="555916" y="376268"/>
                      </a:lnTo>
                      <a:close/>
                      <a:moveTo>
                        <a:pt x="216243" y="339670"/>
                      </a:moveTo>
                      <a:lnTo>
                        <a:pt x="216243" y="383533"/>
                      </a:lnTo>
                      <a:lnTo>
                        <a:pt x="293953" y="383533"/>
                      </a:lnTo>
                      <a:lnTo>
                        <a:pt x="293953" y="339670"/>
                      </a:lnTo>
                      <a:close/>
                      <a:moveTo>
                        <a:pt x="69884" y="339670"/>
                      </a:moveTo>
                      <a:lnTo>
                        <a:pt x="69884" y="383533"/>
                      </a:lnTo>
                      <a:lnTo>
                        <a:pt x="147595" y="383533"/>
                      </a:lnTo>
                      <a:lnTo>
                        <a:pt x="147595" y="339670"/>
                      </a:lnTo>
                      <a:close/>
                      <a:moveTo>
                        <a:pt x="460769" y="303071"/>
                      </a:moveTo>
                      <a:lnTo>
                        <a:pt x="460769" y="341726"/>
                      </a:lnTo>
                      <a:lnTo>
                        <a:pt x="555916" y="341726"/>
                      </a:lnTo>
                      <a:lnTo>
                        <a:pt x="555916" y="303071"/>
                      </a:lnTo>
                      <a:close/>
                      <a:moveTo>
                        <a:pt x="216243" y="266609"/>
                      </a:moveTo>
                      <a:lnTo>
                        <a:pt x="216243" y="310473"/>
                      </a:lnTo>
                      <a:lnTo>
                        <a:pt x="293953" y="310473"/>
                      </a:lnTo>
                      <a:lnTo>
                        <a:pt x="293953" y="266609"/>
                      </a:lnTo>
                      <a:close/>
                      <a:moveTo>
                        <a:pt x="69884" y="266609"/>
                      </a:moveTo>
                      <a:lnTo>
                        <a:pt x="69884" y="310473"/>
                      </a:lnTo>
                      <a:lnTo>
                        <a:pt x="147595" y="310473"/>
                      </a:lnTo>
                      <a:lnTo>
                        <a:pt x="147595" y="266609"/>
                      </a:lnTo>
                      <a:close/>
                      <a:moveTo>
                        <a:pt x="460769" y="230010"/>
                      </a:moveTo>
                      <a:lnTo>
                        <a:pt x="460769" y="268528"/>
                      </a:lnTo>
                      <a:lnTo>
                        <a:pt x="555916" y="268528"/>
                      </a:lnTo>
                      <a:lnTo>
                        <a:pt x="555916" y="230010"/>
                      </a:lnTo>
                      <a:close/>
                      <a:moveTo>
                        <a:pt x="216243" y="193549"/>
                      </a:moveTo>
                      <a:lnTo>
                        <a:pt x="216243" y="237412"/>
                      </a:lnTo>
                      <a:lnTo>
                        <a:pt x="293953" y="237412"/>
                      </a:lnTo>
                      <a:lnTo>
                        <a:pt x="293953" y="193549"/>
                      </a:lnTo>
                      <a:close/>
                      <a:moveTo>
                        <a:pt x="69884" y="193549"/>
                      </a:moveTo>
                      <a:lnTo>
                        <a:pt x="69884" y="237412"/>
                      </a:lnTo>
                      <a:lnTo>
                        <a:pt x="147595" y="237412"/>
                      </a:lnTo>
                      <a:lnTo>
                        <a:pt x="147595" y="193549"/>
                      </a:lnTo>
                      <a:close/>
                      <a:moveTo>
                        <a:pt x="460769" y="156950"/>
                      </a:moveTo>
                      <a:lnTo>
                        <a:pt x="460769" y="195468"/>
                      </a:lnTo>
                      <a:lnTo>
                        <a:pt x="555916" y="195468"/>
                      </a:lnTo>
                      <a:lnTo>
                        <a:pt x="555916" y="156950"/>
                      </a:lnTo>
                      <a:close/>
                      <a:moveTo>
                        <a:pt x="192926" y="96251"/>
                      </a:moveTo>
                      <a:lnTo>
                        <a:pt x="361366" y="96251"/>
                      </a:lnTo>
                      <a:lnTo>
                        <a:pt x="361366" y="114880"/>
                      </a:lnTo>
                      <a:lnTo>
                        <a:pt x="192926" y="114880"/>
                      </a:lnTo>
                      <a:close/>
                      <a:moveTo>
                        <a:pt x="192926" y="49819"/>
                      </a:moveTo>
                      <a:lnTo>
                        <a:pt x="361366" y="49819"/>
                      </a:lnTo>
                      <a:lnTo>
                        <a:pt x="361366" y="68307"/>
                      </a:lnTo>
                      <a:lnTo>
                        <a:pt x="192926" y="68307"/>
                      </a:lnTo>
                      <a:close/>
                      <a:moveTo>
                        <a:pt x="166130" y="25222"/>
                      </a:moveTo>
                      <a:lnTo>
                        <a:pt x="166130" y="155716"/>
                      </a:lnTo>
                      <a:lnTo>
                        <a:pt x="338987" y="155716"/>
                      </a:lnTo>
                      <a:lnTo>
                        <a:pt x="338987" y="341040"/>
                      </a:lnTo>
                      <a:lnTo>
                        <a:pt x="338987" y="531710"/>
                      </a:lnTo>
                      <a:lnTo>
                        <a:pt x="366721" y="531710"/>
                      </a:lnTo>
                      <a:lnTo>
                        <a:pt x="366721" y="341040"/>
                      </a:lnTo>
                      <a:lnTo>
                        <a:pt x="366721" y="155305"/>
                      </a:lnTo>
                      <a:lnTo>
                        <a:pt x="388002" y="143517"/>
                      </a:lnTo>
                      <a:lnTo>
                        <a:pt x="388002" y="25222"/>
                      </a:lnTo>
                      <a:close/>
                      <a:moveTo>
                        <a:pt x="140867" y="0"/>
                      </a:moveTo>
                      <a:lnTo>
                        <a:pt x="413402" y="0"/>
                      </a:lnTo>
                      <a:lnTo>
                        <a:pt x="413402" y="129398"/>
                      </a:lnTo>
                      <a:lnTo>
                        <a:pt x="432486" y="118843"/>
                      </a:lnTo>
                      <a:lnTo>
                        <a:pt x="584199" y="118843"/>
                      </a:lnTo>
                      <a:lnTo>
                        <a:pt x="584199" y="531710"/>
                      </a:lnTo>
                      <a:lnTo>
                        <a:pt x="609050" y="531710"/>
                      </a:lnTo>
                      <a:lnTo>
                        <a:pt x="609050" y="586540"/>
                      </a:lnTo>
                      <a:lnTo>
                        <a:pt x="0" y="586540"/>
                      </a:lnTo>
                      <a:lnTo>
                        <a:pt x="0" y="531710"/>
                      </a:lnTo>
                      <a:lnTo>
                        <a:pt x="24851" y="531710"/>
                      </a:lnTo>
                      <a:lnTo>
                        <a:pt x="24851" y="155716"/>
                      </a:lnTo>
                      <a:lnTo>
                        <a:pt x="140867" y="15571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  <a:prstDash val="solid"/>
                  <a:round/>
                </a:ln>
              </p:spPr>
              <p:txBody>
                <a:bodyPr wrap="square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eaLnBrk="1" fontAlgn="auto" hangingPunct="1">
                    <a:defRPr/>
                  </a:pPr>
                  <a:endParaRPr lang="en-IN" sz="2400" noProof="1"/>
                </a:p>
              </p:txBody>
            </p:sp>
          </p:grpSp>
          <p:grpSp>
            <p:nvGrpSpPr>
              <p:cNvPr id="23" name="íşľiḓe"/>
              <p:cNvGrpSpPr/>
              <p:nvPr/>
            </p:nvGrpSpPr>
            <p:grpSpPr>
              <a:xfrm>
                <a:off x="7408733" y="2495550"/>
                <a:ext cx="551812" cy="551982"/>
                <a:chOff x="5709322" y="3251847"/>
                <a:chExt cx="773168" cy="773406"/>
              </a:xfrm>
            </p:grpSpPr>
            <p:sp>
              <p:nvSpPr>
                <p:cNvPr id="33" name="îšľïďé"/>
                <p:cNvSpPr/>
                <p:nvPr/>
              </p:nvSpPr>
              <p:spPr>
                <a:xfrm>
                  <a:off x="5709322" y="3251847"/>
                  <a:ext cx="773168" cy="773406"/>
                </a:xfrm>
                <a:prstGeom prst="ellipse">
                  <a:avLst/>
                </a:prstGeom>
                <a:solidFill>
                  <a:schemeClr val="bg2"/>
                </a:solidFill>
                <a:ln w="38100">
                  <a:solidFill>
                    <a:schemeClr val="tx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anchor="ctr">
                  <a:normAutofit/>
                </a:bodyPr>
                <a:lstStyle/>
                <a:p>
                  <a:pPr algn="ctr" eaLnBrk="1" fontAlgn="auto" hangingPunct="1">
                    <a:defRPr/>
                  </a:pPr>
                  <a:endParaRPr lang="en-IN" sz="2000" noProof="1">
                    <a:solidFill>
                      <a:schemeClr val="bg1">
                        <a:lumMod val="95000"/>
                      </a:schemeClr>
                    </a:solidFill>
                  </a:endParaRPr>
                </a:p>
              </p:txBody>
            </p:sp>
            <p:sp>
              <p:nvSpPr>
                <p:cNvPr id="34" name="îṧ1îḓé"/>
                <p:cNvSpPr/>
                <p:nvPr/>
              </p:nvSpPr>
              <p:spPr bwMode="auto">
                <a:xfrm>
                  <a:off x="5914293" y="3463649"/>
                  <a:ext cx="363230" cy="349801"/>
                </a:xfrm>
                <a:custGeom>
                  <a:avLst/>
                  <a:gdLst>
                    <a:gd name="connsiteX0" fmla="*/ 216243 w 609050"/>
                    <a:gd name="connsiteY0" fmla="*/ 412730 h 586540"/>
                    <a:gd name="connsiteX1" fmla="*/ 216243 w 609050"/>
                    <a:gd name="connsiteY1" fmla="*/ 456594 h 586540"/>
                    <a:gd name="connsiteX2" fmla="*/ 293953 w 609050"/>
                    <a:gd name="connsiteY2" fmla="*/ 456594 h 586540"/>
                    <a:gd name="connsiteX3" fmla="*/ 293953 w 609050"/>
                    <a:gd name="connsiteY3" fmla="*/ 412730 h 586540"/>
                    <a:gd name="connsiteX4" fmla="*/ 69884 w 609050"/>
                    <a:gd name="connsiteY4" fmla="*/ 412730 h 586540"/>
                    <a:gd name="connsiteX5" fmla="*/ 69884 w 609050"/>
                    <a:gd name="connsiteY5" fmla="*/ 456594 h 586540"/>
                    <a:gd name="connsiteX6" fmla="*/ 147595 w 609050"/>
                    <a:gd name="connsiteY6" fmla="*/ 456594 h 586540"/>
                    <a:gd name="connsiteX7" fmla="*/ 147595 w 609050"/>
                    <a:gd name="connsiteY7" fmla="*/ 412730 h 586540"/>
                    <a:gd name="connsiteX8" fmla="*/ 460769 w 609050"/>
                    <a:gd name="connsiteY8" fmla="*/ 376268 h 586540"/>
                    <a:gd name="connsiteX9" fmla="*/ 460769 w 609050"/>
                    <a:gd name="connsiteY9" fmla="*/ 414786 h 586540"/>
                    <a:gd name="connsiteX10" fmla="*/ 555916 w 609050"/>
                    <a:gd name="connsiteY10" fmla="*/ 414786 h 586540"/>
                    <a:gd name="connsiteX11" fmla="*/ 555916 w 609050"/>
                    <a:gd name="connsiteY11" fmla="*/ 376268 h 586540"/>
                    <a:gd name="connsiteX12" fmla="*/ 216243 w 609050"/>
                    <a:gd name="connsiteY12" fmla="*/ 339670 h 586540"/>
                    <a:gd name="connsiteX13" fmla="*/ 216243 w 609050"/>
                    <a:gd name="connsiteY13" fmla="*/ 383533 h 586540"/>
                    <a:gd name="connsiteX14" fmla="*/ 293953 w 609050"/>
                    <a:gd name="connsiteY14" fmla="*/ 383533 h 586540"/>
                    <a:gd name="connsiteX15" fmla="*/ 293953 w 609050"/>
                    <a:gd name="connsiteY15" fmla="*/ 339670 h 586540"/>
                    <a:gd name="connsiteX16" fmla="*/ 69884 w 609050"/>
                    <a:gd name="connsiteY16" fmla="*/ 339670 h 586540"/>
                    <a:gd name="connsiteX17" fmla="*/ 69884 w 609050"/>
                    <a:gd name="connsiteY17" fmla="*/ 383533 h 586540"/>
                    <a:gd name="connsiteX18" fmla="*/ 147595 w 609050"/>
                    <a:gd name="connsiteY18" fmla="*/ 383533 h 586540"/>
                    <a:gd name="connsiteX19" fmla="*/ 147595 w 609050"/>
                    <a:gd name="connsiteY19" fmla="*/ 339670 h 586540"/>
                    <a:gd name="connsiteX20" fmla="*/ 460769 w 609050"/>
                    <a:gd name="connsiteY20" fmla="*/ 303071 h 586540"/>
                    <a:gd name="connsiteX21" fmla="*/ 460769 w 609050"/>
                    <a:gd name="connsiteY21" fmla="*/ 341726 h 586540"/>
                    <a:gd name="connsiteX22" fmla="*/ 555916 w 609050"/>
                    <a:gd name="connsiteY22" fmla="*/ 341726 h 586540"/>
                    <a:gd name="connsiteX23" fmla="*/ 555916 w 609050"/>
                    <a:gd name="connsiteY23" fmla="*/ 303071 h 586540"/>
                    <a:gd name="connsiteX24" fmla="*/ 216243 w 609050"/>
                    <a:gd name="connsiteY24" fmla="*/ 266609 h 586540"/>
                    <a:gd name="connsiteX25" fmla="*/ 216243 w 609050"/>
                    <a:gd name="connsiteY25" fmla="*/ 310473 h 586540"/>
                    <a:gd name="connsiteX26" fmla="*/ 293953 w 609050"/>
                    <a:gd name="connsiteY26" fmla="*/ 310473 h 586540"/>
                    <a:gd name="connsiteX27" fmla="*/ 293953 w 609050"/>
                    <a:gd name="connsiteY27" fmla="*/ 266609 h 586540"/>
                    <a:gd name="connsiteX28" fmla="*/ 69884 w 609050"/>
                    <a:gd name="connsiteY28" fmla="*/ 266609 h 586540"/>
                    <a:gd name="connsiteX29" fmla="*/ 69884 w 609050"/>
                    <a:gd name="connsiteY29" fmla="*/ 310473 h 586540"/>
                    <a:gd name="connsiteX30" fmla="*/ 147595 w 609050"/>
                    <a:gd name="connsiteY30" fmla="*/ 310473 h 586540"/>
                    <a:gd name="connsiteX31" fmla="*/ 147595 w 609050"/>
                    <a:gd name="connsiteY31" fmla="*/ 266609 h 586540"/>
                    <a:gd name="connsiteX32" fmla="*/ 460769 w 609050"/>
                    <a:gd name="connsiteY32" fmla="*/ 230010 h 586540"/>
                    <a:gd name="connsiteX33" fmla="*/ 460769 w 609050"/>
                    <a:gd name="connsiteY33" fmla="*/ 268528 h 586540"/>
                    <a:gd name="connsiteX34" fmla="*/ 555916 w 609050"/>
                    <a:gd name="connsiteY34" fmla="*/ 268528 h 586540"/>
                    <a:gd name="connsiteX35" fmla="*/ 555916 w 609050"/>
                    <a:gd name="connsiteY35" fmla="*/ 230010 h 586540"/>
                    <a:gd name="connsiteX36" fmla="*/ 216243 w 609050"/>
                    <a:gd name="connsiteY36" fmla="*/ 193549 h 586540"/>
                    <a:gd name="connsiteX37" fmla="*/ 216243 w 609050"/>
                    <a:gd name="connsiteY37" fmla="*/ 237412 h 586540"/>
                    <a:gd name="connsiteX38" fmla="*/ 293953 w 609050"/>
                    <a:gd name="connsiteY38" fmla="*/ 237412 h 586540"/>
                    <a:gd name="connsiteX39" fmla="*/ 293953 w 609050"/>
                    <a:gd name="connsiteY39" fmla="*/ 193549 h 586540"/>
                    <a:gd name="connsiteX40" fmla="*/ 69884 w 609050"/>
                    <a:gd name="connsiteY40" fmla="*/ 193549 h 586540"/>
                    <a:gd name="connsiteX41" fmla="*/ 69884 w 609050"/>
                    <a:gd name="connsiteY41" fmla="*/ 237412 h 586540"/>
                    <a:gd name="connsiteX42" fmla="*/ 147595 w 609050"/>
                    <a:gd name="connsiteY42" fmla="*/ 237412 h 586540"/>
                    <a:gd name="connsiteX43" fmla="*/ 147595 w 609050"/>
                    <a:gd name="connsiteY43" fmla="*/ 193549 h 586540"/>
                    <a:gd name="connsiteX44" fmla="*/ 460769 w 609050"/>
                    <a:gd name="connsiteY44" fmla="*/ 156950 h 586540"/>
                    <a:gd name="connsiteX45" fmla="*/ 460769 w 609050"/>
                    <a:gd name="connsiteY45" fmla="*/ 195468 h 586540"/>
                    <a:gd name="connsiteX46" fmla="*/ 555916 w 609050"/>
                    <a:gd name="connsiteY46" fmla="*/ 195468 h 586540"/>
                    <a:gd name="connsiteX47" fmla="*/ 555916 w 609050"/>
                    <a:gd name="connsiteY47" fmla="*/ 156950 h 586540"/>
                    <a:gd name="connsiteX48" fmla="*/ 192926 w 609050"/>
                    <a:gd name="connsiteY48" fmla="*/ 96251 h 586540"/>
                    <a:gd name="connsiteX49" fmla="*/ 361366 w 609050"/>
                    <a:gd name="connsiteY49" fmla="*/ 96251 h 586540"/>
                    <a:gd name="connsiteX50" fmla="*/ 361366 w 609050"/>
                    <a:gd name="connsiteY50" fmla="*/ 114880 h 586540"/>
                    <a:gd name="connsiteX51" fmla="*/ 192926 w 609050"/>
                    <a:gd name="connsiteY51" fmla="*/ 114880 h 586540"/>
                    <a:gd name="connsiteX52" fmla="*/ 192926 w 609050"/>
                    <a:gd name="connsiteY52" fmla="*/ 49819 h 586540"/>
                    <a:gd name="connsiteX53" fmla="*/ 361366 w 609050"/>
                    <a:gd name="connsiteY53" fmla="*/ 49819 h 586540"/>
                    <a:gd name="connsiteX54" fmla="*/ 361366 w 609050"/>
                    <a:gd name="connsiteY54" fmla="*/ 68307 h 586540"/>
                    <a:gd name="connsiteX55" fmla="*/ 192926 w 609050"/>
                    <a:gd name="connsiteY55" fmla="*/ 68307 h 586540"/>
                    <a:gd name="connsiteX56" fmla="*/ 166130 w 609050"/>
                    <a:gd name="connsiteY56" fmla="*/ 25222 h 586540"/>
                    <a:gd name="connsiteX57" fmla="*/ 166130 w 609050"/>
                    <a:gd name="connsiteY57" fmla="*/ 155716 h 586540"/>
                    <a:gd name="connsiteX58" fmla="*/ 338987 w 609050"/>
                    <a:gd name="connsiteY58" fmla="*/ 155716 h 586540"/>
                    <a:gd name="connsiteX59" fmla="*/ 338987 w 609050"/>
                    <a:gd name="connsiteY59" fmla="*/ 341040 h 586540"/>
                    <a:gd name="connsiteX60" fmla="*/ 338987 w 609050"/>
                    <a:gd name="connsiteY60" fmla="*/ 531710 h 586540"/>
                    <a:gd name="connsiteX61" fmla="*/ 366721 w 609050"/>
                    <a:gd name="connsiteY61" fmla="*/ 531710 h 586540"/>
                    <a:gd name="connsiteX62" fmla="*/ 366721 w 609050"/>
                    <a:gd name="connsiteY62" fmla="*/ 341040 h 586540"/>
                    <a:gd name="connsiteX63" fmla="*/ 366721 w 609050"/>
                    <a:gd name="connsiteY63" fmla="*/ 155305 h 586540"/>
                    <a:gd name="connsiteX64" fmla="*/ 388002 w 609050"/>
                    <a:gd name="connsiteY64" fmla="*/ 143517 h 586540"/>
                    <a:gd name="connsiteX65" fmla="*/ 388002 w 609050"/>
                    <a:gd name="connsiteY65" fmla="*/ 25222 h 586540"/>
                    <a:gd name="connsiteX66" fmla="*/ 140867 w 609050"/>
                    <a:gd name="connsiteY66" fmla="*/ 0 h 586540"/>
                    <a:gd name="connsiteX67" fmla="*/ 413402 w 609050"/>
                    <a:gd name="connsiteY67" fmla="*/ 0 h 586540"/>
                    <a:gd name="connsiteX68" fmla="*/ 413402 w 609050"/>
                    <a:gd name="connsiteY68" fmla="*/ 129398 h 586540"/>
                    <a:gd name="connsiteX69" fmla="*/ 432486 w 609050"/>
                    <a:gd name="connsiteY69" fmla="*/ 118843 h 586540"/>
                    <a:gd name="connsiteX70" fmla="*/ 584199 w 609050"/>
                    <a:gd name="connsiteY70" fmla="*/ 118843 h 586540"/>
                    <a:gd name="connsiteX71" fmla="*/ 584199 w 609050"/>
                    <a:gd name="connsiteY71" fmla="*/ 531710 h 586540"/>
                    <a:gd name="connsiteX72" fmla="*/ 609050 w 609050"/>
                    <a:gd name="connsiteY72" fmla="*/ 531710 h 586540"/>
                    <a:gd name="connsiteX73" fmla="*/ 609050 w 609050"/>
                    <a:gd name="connsiteY73" fmla="*/ 586540 h 586540"/>
                    <a:gd name="connsiteX74" fmla="*/ 0 w 609050"/>
                    <a:gd name="connsiteY74" fmla="*/ 586540 h 586540"/>
                    <a:gd name="connsiteX75" fmla="*/ 0 w 609050"/>
                    <a:gd name="connsiteY75" fmla="*/ 531710 h 586540"/>
                    <a:gd name="connsiteX76" fmla="*/ 24851 w 609050"/>
                    <a:gd name="connsiteY76" fmla="*/ 531710 h 586540"/>
                    <a:gd name="connsiteX77" fmla="*/ 24851 w 609050"/>
                    <a:gd name="connsiteY77" fmla="*/ 155716 h 586540"/>
                    <a:gd name="connsiteX78" fmla="*/ 140867 w 609050"/>
                    <a:gd name="connsiteY78" fmla="*/ 155716 h 5865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</a:cxnLst>
                  <a:rect l="l" t="t" r="r" b="b"/>
                  <a:pathLst>
                    <a:path w="609050" h="586540">
                      <a:moveTo>
                        <a:pt x="216243" y="412730"/>
                      </a:moveTo>
                      <a:lnTo>
                        <a:pt x="216243" y="456594"/>
                      </a:lnTo>
                      <a:lnTo>
                        <a:pt x="293953" y="456594"/>
                      </a:lnTo>
                      <a:lnTo>
                        <a:pt x="293953" y="412730"/>
                      </a:lnTo>
                      <a:close/>
                      <a:moveTo>
                        <a:pt x="69884" y="412730"/>
                      </a:moveTo>
                      <a:lnTo>
                        <a:pt x="69884" y="456594"/>
                      </a:lnTo>
                      <a:lnTo>
                        <a:pt x="147595" y="456594"/>
                      </a:lnTo>
                      <a:lnTo>
                        <a:pt x="147595" y="412730"/>
                      </a:lnTo>
                      <a:close/>
                      <a:moveTo>
                        <a:pt x="460769" y="376268"/>
                      </a:moveTo>
                      <a:lnTo>
                        <a:pt x="460769" y="414786"/>
                      </a:lnTo>
                      <a:lnTo>
                        <a:pt x="555916" y="414786"/>
                      </a:lnTo>
                      <a:lnTo>
                        <a:pt x="555916" y="376268"/>
                      </a:lnTo>
                      <a:close/>
                      <a:moveTo>
                        <a:pt x="216243" y="339670"/>
                      </a:moveTo>
                      <a:lnTo>
                        <a:pt x="216243" y="383533"/>
                      </a:lnTo>
                      <a:lnTo>
                        <a:pt x="293953" y="383533"/>
                      </a:lnTo>
                      <a:lnTo>
                        <a:pt x="293953" y="339670"/>
                      </a:lnTo>
                      <a:close/>
                      <a:moveTo>
                        <a:pt x="69884" y="339670"/>
                      </a:moveTo>
                      <a:lnTo>
                        <a:pt x="69884" y="383533"/>
                      </a:lnTo>
                      <a:lnTo>
                        <a:pt x="147595" y="383533"/>
                      </a:lnTo>
                      <a:lnTo>
                        <a:pt x="147595" y="339670"/>
                      </a:lnTo>
                      <a:close/>
                      <a:moveTo>
                        <a:pt x="460769" y="303071"/>
                      </a:moveTo>
                      <a:lnTo>
                        <a:pt x="460769" y="341726"/>
                      </a:lnTo>
                      <a:lnTo>
                        <a:pt x="555916" y="341726"/>
                      </a:lnTo>
                      <a:lnTo>
                        <a:pt x="555916" y="303071"/>
                      </a:lnTo>
                      <a:close/>
                      <a:moveTo>
                        <a:pt x="216243" y="266609"/>
                      </a:moveTo>
                      <a:lnTo>
                        <a:pt x="216243" y="310473"/>
                      </a:lnTo>
                      <a:lnTo>
                        <a:pt x="293953" y="310473"/>
                      </a:lnTo>
                      <a:lnTo>
                        <a:pt x="293953" y="266609"/>
                      </a:lnTo>
                      <a:close/>
                      <a:moveTo>
                        <a:pt x="69884" y="266609"/>
                      </a:moveTo>
                      <a:lnTo>
                        <a:pt x="69884" y="310473"/>
                      </a:lnTo>
                      <a:lnTo>
                        <a:pt x="147595" y="310473"/>
                      </a:lnTo>
                      <a:lnTo>
                        <a:pt x="147595" y="266609"/>
                      </a:lnTo>
                      <a:close/>
                      <a:moveTo>
                        <a:pt x="460769" y="230010"/>
                      </a:moveTo>
                      <a:lnTo>
                        <a:pt x="460769" y="268528"/>
                      </a:lnTo>
                      <a:lnTo>
                        <a:pt x="555916" y="268528"/>
                      </a:lnTo>
                      <a:lnTo>
                        <a:pt x="555916" y="230010"/>
                      </a:lnTo>
                      <a:close/>
                      <a:moveTo>
                        <a:pt x="216243" y="193549"/>
                      </a:moveTo>
                      <a:lnTo>
                        <a:pt x="216243" y="237412"/>
                      </a:lnTo>
                      <a:lnTo>
                        <a:pt x="293953" y="237412"/>
                      </a:lnTo>
                      <a:lnTo>
                        <a:pt x="293953" y="193549"/>
                      </a:lnTo>
                      <a:close/>
                      <a:moveTo>
                        <a:pt x="69884" y="193549"/>
                      </a:moveTo>
                      <a:lnTo>
                        <a:pt x="69884" y="237412"/>
                      </a:lnTo>
                      <a:lnTo>
                        <a:pt x="147595" y="237412"/>
                      </a:lnTo>
                      <a:lnTo>
                        <a:pt x="147595" y="193549"/>
                      </a:lnTo>
                      <a:close/>
                      <a:moveTo>
                        <a:pt x="460769" y="156950"/>
                      </a:moveTo>
                      <a:lnTo>
                        <a:pt x="460769" y="195468"/>
                      </a:lnTo>
                      <a:lnTo>
                        <a:pt x="555916" y="195468"/>
                      </a:lnTo>
                      <a:lnTo>
                        <a:pt x="555916" y="156950"/>
                      </a:lnTo>
                      <a:close/>
                      <a:moveTo>
                        <a:pt x="192926" y="96251"/>
                      </a:moveTo>
                      <a:lnTo>
                        <a:pt x="361366" y="96251"/>
                      </a:lnTo>
                      <a:lnTo>
                        <a:pt x="361366" y="114880"/>
                      </a:lnTo>
                      <a:lnTo>
                        <a:pt x="192926" y="114880"/>
                      </a:lnTo>
                      <a:close/>
                      <a:moveTo>
                        <a:pt x="192926" y="49819"/>
                      </a:moveTo>
                      <a:lnTo>
                        <a:pt x="361366" y="49819"/>
                      </a:lnTo>
                      <a:lnTo>
                        <a:pt x="361366" y="68307"/>
                      </a:lnTo>
                      <a:lnTo>
                        <a:pt x="192926" y="68307"/>
                      </a:lnTo>
                      <a:close/>
                      <a:moveTo>
                        <a:pt x="166130" y="25222"/>
                      </a:moveTo>
                      <a:lnTo>
                        <a:pt x="166130" y="155716"/>
                      </a:lnTo>
                      <a:lnTo>
                        <a:pt x="338987" y="155716"/>
                      </a:lnTo>
                      <a:lnTo>
                        <a:pt x="338987" y="341040"/>
                      </a:lnTo>
                      <a:lnTo>
                        <a:pt x="338987" y="531710"/>
                      </a:lnTo>
                      <a:lnTo>
                        <a:pt x="366721" y="531710"/>
                      </a:lnTo>
                      <a:lnTo>
                        <a:pt x="366721" y="341040"/>
                      </a:lnTo>
                      <a:lnTo>
                        <a:pt x="366721" y="155305"/>
                      </a:lnTo>
                      <a:lnTo>
                        <a:pt x="388002" y="143517"/>
                      </a:lnTo>
                      <a:lnTo>
                        <a:pt x="388002" y="25222"/>
                      </a:lnTo>
                      <a:close/>
                      <a:moveTo>
                        <a:pt x="140867" y="0"/>
                      </a:moveTo>
                      <a:lnTo>
                        <a:pt x="413402" y="0"/>
                      </a:lnTo>
                      <a:lnTo>
                        <a:pt x="413402" y="129398"/>
                      </a:lnTo>
                      <a:lnTo>
                        <a:pt x="432486" y="118843"/>
                      </a:lnTo>
                      <a:lnTo>
                        <a:pt x="584199" y="118843"/>
                      </a:lnTo>
                      <a:lnTo>
                        <a:pt x="584199" y="531710"/>
                      </a:lnTo>
                      <a:lnTo>
                        <a:pt x="609050" y="531710"/>
                      </a:lnTo>
                      <a:lnTo>
                        <a:pt x="609050" y="586540"/>
                      </a:lnTo>
                      <a:lnTo>
                        <a:pt x="0" y="586540"/>
                      </a:lnTo>
                      <a:lnTo>
                        <a:pt x="0" y="531710"/>
                      </a:lnTo>
                      <a:lnTo>
                        <a:pt x="24851" y="531710"/>
                      </a:lnTo>
                      <a:lnTo>
                        <a:pt x="24851" y="155716"/>
                      </a:lnTo>
                      <a:lnTo>
                        <a:pt x="140867" y="15571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  <a:prstDash val="solid"/>
                  <a:round/>
                </a:ln>
              </p:spPr>
              <p:txBody>
                <a:bodyPr wrap="square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eaLnBrk="1" fontAlgn="auto" hangingPunct="1">
                    <a:defRPr/>
                  </a:pPr>
                  <a:endParaRPr lang="en-IN" sz="2400" noProof="1"/>
                </a:p>
              </p:txBody>
            </p:sp>
          </p:grpSp>
          <p:grpSp>
            <p:nvGrpSpPr>
              <p:cNvPr id="24" name="iśḷîḍê"/>
              <p:cNvGrpSpPr/>
              <p:nvPr/>
            </p:nvGrpSpPr>
            <p:grpSpPr>
              <a:xfrm>
                <a:off x="7408733" y="4282315"/>
                <a:ext cx="551812" cy="551982"/>
                <a:chOff x="5709322" y="3251847"/>
                <a:chExt cx="773168" cy="773406"/>
              </a:xfrm>
            </p:grpSpPr>
            <p:sp>
              <p:nvSpPr>
                <p:cNvPr id="31" name="ïšlîḓê"/>
                <p:cNvSpPr/>
                <p:nvPr/>
              </p:nvSpPr>
              <p:spPr>
                <a:xfrm>
                  <a:off x="5709322" y="3251847"/>
                  <a:ext cx="773168" cy="773406"/>
                </a:xfrm>
                <a:prstGeom prst="ellipse">
                  <a:avLst/>
                </a:prstGeom>
                <a:solidFill>
                  <a:schemeClr val="bg2"/>
                </a:solidFill>
                <a:ln w="38100">
                  <a:solidFill>
                    <a:schemeClr val="tx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anchor="ctr">
                  <a:normAutofit/>
                </a:bodyPr>
                <a:lstStyle/>
                <a:p>
                  <a:pPr algn="ctr" eaLnBrk="1" fontAlgn="auto" hangingPunct="1">
                    <a:defRPr/>
                  </a:pPr>
                  <a:endParaRPr lang="en-IN" sz="2000" noProof="1">
                    <a:solidFill>
                      <a:schemeClr val="bg1">
                        <a:lumMod val="95000"/>
                      </a:schemeClr>
                    </a:solidFill>
                  </a:endParaRPr>
                </a:p>
              </p:txBody>
            </p:sp>
            <p:sp>
              <p:nvSpPr>
                <p:cNvPr id="32" name="isľiďê"/>
                <p:cNvSpPr/>
                <p:nvPr/>
              </p:nvSpPr>
              <p:spPr bwMode="auto">
                <a:xfrm>
                  <a:off x="5914293" y="3463649"/>
                  <a:ext cx="363230" cy="349801"/>
                </a:xfrm>
                <a:custGeom>
                  <a:avLst/>
                  <a:gdLst>
                    <a:gd name="connsiteX0" fmla="*/ 216243 w 609050"/>
                    <a:gd name="connsiteY0" fmla="*/ 412730 h 586540"/>
                    <a:gd name="connsiteX1" fmla="*/ 216243 w 609050"/>
                    <a:gd name="connsiteY1" fmla="*/ 456594 h 586540"/>
                    <a:gd name="connsiteX2" fmla="*/ 293953 w 609050"/>
                    <a:gd name="connsiteY2" fmla="*/ 456594 h 586540"/>
                    <a:gd name="connsiteX3" fmla="*/ 293953 w 609050"/>
                    <a:gd name="connsiteY3" fmla="*/ 412730 h 586540"/>
                    <a:gd name="connsiteX4" fmla="*/ 69884 w 609050"/>
                    <a:gd name="connsiteY4" fmla="*/ 412730 h 586540"/>
                    <a:gd name="connsiteX5" fmla="*/ 69884 w 609050"/>
                    <a:gd name="connsiteY5" fmla="*/ 456594 h 586540"/>
                    <a:gd name="connsiteX6" fmla="*/ 147595 w 609050"/>
                    <a:gd name="connsiteY6" fmla="*/ 456594 h 586540"/>
                    <a:gd name="connsiteX7" fmla="*/ 147595 w 609050"/>
                    <a:gd name="connsiteY7" fmla="*/ 412730 h 586540"/>
                    <a:gd name="connsiteX8" fmla="*/ 460769 w 609050"/>
                    <a:gd name="connsiteY8" fmla="*/ 376268 h 586540"/>
                    <a:gd name="connsiteX9" fmla="*/ 460769 w 609050"/>
                    <a:gd name="connsiteY9" fmla="*/ 414786 h 586540"/>
                    <a:gd name="connsiteX10" fmla="*/ 555916 w 609050"/>
                    <a:gd name="connsiteY10" fmla="*/ 414786 h 586540"/>
                    <a:gd name="connsiteX11" fmla="*/ 555916 w 609050"/>
                    <a:gd name="connsiteY11" fmla="*/ 376268 h 586540"/>
                    <a:gd name="connsiteX12" fmla="*/ 216243 w 609050"/>
                    <a:gd name="connsiteY12" fmla="*/ 339670 h 586540"/>
                    <a:gd name="connsiteX13" fmla="*/ 216243 w 609050"/>
                    <a:gd name="connsiteY13" fmla="*/ 383533 h 586540"/>
                    <a:gd name="connsiteX14" fmla="*/ 293953 w 609050"/>
                    <a:gd name="connsiteY14" fmla="*/ 383533 h 586540"/>
                    <a:gd name="connsiteX15" fmla="*/ 293953 w 609050"/>
                    <a:gd name="connsiteY15" fmla="*/ 339670 h 586540"/>
                    <a:gd name="connsiteX16" fmla="*/ 69884 w 609050"/>
                    <a:gd name="connsiteY16" fmla="*/ 339670 h 586540"/>
                    <a:gd name="connsiteX17" fmla="*/ 69884 w 609050"/>
                    <a:gd name="connsiteY17" fmla="*/ 383533 h 586540"/>
                    <a:gd name="connsiteX18" fmla="*/ 147595 w 609050"/>
                    <a:gd name="connsiteY18" fmla="*/ 383533 h 586540"/>
                    <a:gd name="connsiteX19" fmla="*/ 147595 w 609050"/>
                    <a:gd name="connsiteY19" fmla="*/ 339670 h 586540"/>
                    <a:gd name="connsiteX20" fmla="*/ 460769 w 609050"/>
                    <a:gd name="connsiteY20" fmla="*/ 303071 h 586540"/>
                    <a:gd name="connsiteX21" fmla="*/ 460769 w 609050"/>
                    <a:gd name="connsiteY21" fmla="*/ 341726 h 586540"/>
                    <a:gd name="connsiteX22" fmla="*/ 555916 w 609050"/>
                    <a:gd name="connsiteY22" fmla="*/ 341726 h 586540"/>
                    <a:gd name="connsiteX23" fmla="*/ 555916 w 609050"/>
                    <a:gd name="connsiteY23" fmla="*/ 303071 h 586540"/>
                    <a:gd name="connsiteX24" fmla="*/ 216243 w 609050"/>
                    <a:gd name="connsiteY24" fmla="*/ 266609 h 586540"/>
                    <a:gd name="connsiteX25" fmla="*/ 216243 w 609050"/>
                    <a:gd name="connsiteY25" fmla="*/ 310473 h 586540"/>
                    <a:gd name="connsiteX26" fmla="*/ 293953 w 609050"/>
                    <a:gd name="connsiteY26" fmla="*/ 310473 h 586540"/>
                    <a:gd name="connsiteX27" fmla="*/ 293953 w 609050"/>
                    <a:gd name="connsiteY27" fmla="*/ 266609 h 586540"/>
                    <a:gd name="connsiteX28" fmla="*/ 69884 w 609050"/>
                    <a:gd name="connsiteY28" fmla="*/ 266609 h 586540"/>
                    <a:gd name="connsiteX29" fmla="*/ 69884 w 609050"/>
                    <a:gd name="connsiteY29" fmla="*/ 310473 h 586540"/>
                    <a:gd name="connsiteX30" fmla="*/ 147595 w 609050"/>
                    <a:gd name="connsiteY30" fmla="*/ 310473 h 586540"/>
                    <a:gd name="connsiteX31" fmla="*/ 147595 w 609050"/>
                    <a:gd name="connsiteY31" fmla="*/ 266609 h 586540"/>
                    <a:gd name="connsiteX32" fmla="*/ 460769 w 609050"/>
                    <a:gd name="connsiteY32" fmla="*/ 230010 h 586540"/>
                    <a:gd name="connsiteX33" fmla="*/ 460769 w 609050"/>
                    <a:gd name="connsiteY33" fmla="*/ 268528 h 586540"/>
                    <a:gd name="connsiteX34" fmla="*/ 555916 w 609050"/>
                    <a:gd name="connsiteY34" fmla="*/ 268528 h 586540"/>
                    <a:gd name="connsiteX35" fmla="*/ 555916 w 609050"/>
                    <a:gd name="connsiteY35" fmla="*/ 230010 h 586540"/>
                    <a:gd name="connsiteX36" fmla="*/ 216243 w 609050"/>
                    <a:gd name="connsiteY36" fmla="*/ 193549 h 586540"/>
                    <a:gd name="connsiteX37" fmla="*/ 216243 w 609050"/>
                    <a:gd name="connsiteY37" fmla="*/ 237412 h 586540"/>
                    <a:gd name="connsiteX38" fmla="*/ 293953 w 609050"/>
                    <a:gd name="connsiteY38" fmla="*/ 237412 h 586540"/>
                    <a:gd name="connsiteX39" fmla="*/ 293953 w 609050"/>
                    <a:gd name="connsiteY39" fmla="*/ 193549 h 586540"/>
                    <a:gd name="connsiteX40" fmla="*/ 69884 w 609050"/>
                    <a:gd name="connsiteY40" fmla="*/ 193549 h 586540"/>
                    <a:gd name="connsiteX41" fmla="*/ 69884 w 609050"/>
                    <a:gd name="connsiteY41" fmla="*/ 237412 h 586540"/>
                    <a:gd name="connsiteX42" fmla="*/ 147595 w 609050"/>
                    <a:gd name="connsiteY42" fmla="*/ 237412 h 586540"/>
                    <a:gd name="connsiteX43" fmla="*/ 147595 w 609050"/>
                    <a:gd name="connsiteY43" fmla="*/ 193549 h 586540"/>
                    <a:gd name="connsiteX44" fmla="*/ 460769 w 609050"/>
                    <a:gd name="connsiteY44" fmla="*/ 156950 h 586540"/>
                    <a:gd name="connsiteX45" fmla="*/ 460769 w 609050"/>
                    <a:gd name="connsiteY45" fmla="*/ 195468 h 586540"/>
                    <a:gd name="connsiteX46" fmla="*/ 555916 w 609050"/>
                    <a:gd name="connsiteY46" fmla="*/ 195468 h 586540"/>
                    <a:gd name="connsiteX47" fmla="*/ 555916 w 609050"/>
                    <a:gd name="connsiteY47" fmla="*/ 156950 h 586540"/>
                    <a:gd name="connsiteX48" fmla="*/ 192926 w 609050"/>
                    <a:gd name="connsiteY48" fmla="*/ 96251 h 586540"/>
                    <a:gd name="connsiteX49" fmla="*/ 361366 w 609050"/>
                    <a:gd name="connsiteY49" fmla="*/ 96251 h 586540"/>
                    <a:gd name="connsiteX50" fmla="*/ 361366 w 609050"/>
                    <a:gd name="connsiteY50" fmla="*/ 114880 h 586540"/>
                    <a:gd name="connsiteX51" fmla="*/ 192926 w 609050"/>
                    <a:gd name="connsiteY51" fmla="*/ 114880 h 586540"/>
                    <a:gd name="connsiteX52" fmla="*/ 192926 w 609050"/>
                    <a:gd name="connsiteY52" fmla="*/ 49819 h 586540"/>
                    <a:gd name="connsiteX53" fmla="*/ 361366 w 609050"/>
                    <a:gd name="connsiteY53" fmla="*/ 49819 h 586540"/>
                    <a:gd name="connsiteX54" fmla="*/ 361366 w 609050"/>
                    <a:gd name="connsiteY54" fmla="*/ 68307 h 586540"/>
                    <a:gd name="connsiteX55" fmla="*/ 192926 w 609050"/>
                    <a:gd name="connsiteY55" fmla="*/ 68307 h 586540"/>
                    <a:gd name="connsiteX56" fmla="*/ 166130 w 609050"/>
                    <a:gd name="connsiteY56" fmla="*/ 25222 h 586540"/>
                    <a:gd name="connsiteX57" fmla="*/ 166130 w 609050"/>
                    <a:gd name="connsiteY57" fmla="*/ 155716 h 586540"/>
                    <a:gd name="connsiteX58" fmla="*/ 338987 w 609050"/>
                    <a:gd name="connsiteY58" fmla="*/ 155716 h 586540"/>
                    <a:gd name="connsiteX59" fmla="*/ 338987 w 609050"/>
                    <a:gd name="connsiteY59" fmla="*/ 341040 h 586540"/>
                    <a:gd name="connsiteX60" fmla="*/ 338987 w 609050"/>
                    <a:gd name="connsiteY60" fmla="*/ 531710 h 586540"/>
                    <a:gd name="connsiteX61" fmla="*/ 366721 w 609050"/>
                    <a:gd name="connsiteY61" fmla="*/ 531710 h 586540"/>
                    <a:gd name="connsiteX62" fmla="*/ 366721 w 609050"/>
                    <a:gd name="connsiteY62" fmla="*/ 341040 h 586540"/>
                    <a:gd name="connsiteX63" fmla="*/ 366721 w 609050"/>
                    <a:gd name="connsiteY63" fmla="*/ 155305 h 586540"/>
                    <a:gd name="connsiteX64" fmla="*/ 388002 w 609050"/>
                    <a:gd name="connsiteY64" fmla="*/ 143517 h 586540"/>
                    <a:gd name="connsiteX65" fmla="*/ 388002 w 609050"/>
                    <a:gd name="connsiteY65" fmla="*/ 25222 h 586540"/>
                    <a:gd name="connsiteX66" fmla="*/ 140867 w 609050"/>
                    <a:gd name="connsiteY66" fmla="*/ 0 h 586540"/>
                    <a:gd name="connsiteX67" fmla="*/ 413402 w 609050"/>
                    <a:gd name="connsiteY67" fmla="*/ 0 h 586540"/>
                    <a:gd name="connsiteX68" fmla="*/ 413402 w 609050"/>
                    <a:gd name="connsiteY68" fmla="*/ 129398 h 586540"/>
                    <a:gd name="connsiteX69" fmla="*/ 432486 w 609050"/>
                    <a:gd name="connsiteY69" fmla="*/ 118843 h 586540"/>
                    <a:gd name="connsiteX70" fmla="*/ 584199 w 609050"/>
                    <a:gd name="connsiteY70" fmla="*/ 118843 h 586540"/>
                    <a:gd name="connsiteX71" fmla="*/ 584199 w 609050"/>
                    <a:gd name="connsiteY71" fmla="*/ 531710 h 586540"/>
                    <a:gd name="connsiteX72" fmla="*/ 609050 w 609050"/>
                    <a:gd name="connsiteY72" fmla="*/ 531710 h 586540"/>
                    <a:gd name="connsiteX73" fmla="*/ 609050 w 609050"/>
                    <a:gd name="connsiteY73" fmla="*/ 586540 h 586540"/>
                    <a:gd name="connsiteX74" fmla="*/ 0 w 609050"/>
                    <a:gd name="connsiteY74" fmla="*/ 586540 h 586540"/>
                    <a:gd name="connsiteX75" fmla="*/ 0 w 609050"/>
                    <a:gd name="connsiteY75" fmla="*/ 531710 h 586540"/>
                    <a:gd name="connsiteX76" fmla="*/ 24851 w 609050"/>
                    <a:gd name="connsiteY76" fmla="*/ 531710 h 586540"/>
                    <a:gd name="connsiteX77" fmla="*/ 24851 w 609050"/>
                    <a:gd name="connsiteY77" fmla="*/ 155716 h 586540"/>
                    <a:gd name="connsiteX78" fmla="*/ 140867 w 609050"/>
                    <a:gd name="connsiteY78" fmla="*/ 155716 h 5865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</a:cxnLst>
                  <a:rect l="l" t="t" r="r" b="b"/>
                  <a:pathLst>
                    <a:path w="609050" h="586540">
                      <a:moveTo>
                        <a:pt x="216243" y="412730"/>
                      </a:moveTo>
                      <a:lnTo>
                        <a:pt x="216243" y="456594"/>
                      </a:lnTo>
                      <a:lnTo>
                        <a:pt x="293953" y="456594"/>
                      </a:lnTo>
                      <a:lnTo>
                        <a:pt x="293953" y="412730"/>
                      </a:lnTo>
                      <a:close/>
                      <a:moveTo>
                        <a:pt x="69884" y="412730"/>
                      </a:moveTo>
                      <a:lnTo>
                        <a:pt x="69884" y="456594"/>
                      </a:lnTo>
                      <a:lnTo>
                        <a:pt x="147595" y="456594"/>
                      </a:lnTo>
                      <a:lnTo>
                        <a:pt x="147595" y="412730"/>
                      </a:lnTo>
                      <a:close/>
                      <a:moveTo>
                        <a:pt x="460769" y="376268"/>
                      </a:moveTo>
                      <a:lnTo>
                        <a:pt x="460769" y="414786"/>
                      </a:lnTo>
                      <a:lnTo>
                        <a:pt x="555916" y="414786"/>
                      </a:lnTo>
                      <a:lnTo>
                        <a:pt x="555916" y="376268"/>
                      </a:lnTo>
                      <a:close/>
                      <a:moveTo>
                        <a:pt x="216243" y="339670"/>
                      </a:moveTo>
                      <a:lnTo>
                        <a:pt x="216243" y="383533"/>
                      </a:lnTo>
                      <a:lnTo>
                        <a:pt x="293953" y="383533"/>
                      </a:lnTo>
                      <a:lnTo>
                        <a:pt x="293953" y="339670"/>
                      </a:lnTo>
                      <a:close/>
                      <a:moveTo>
                        <a:pt x="69884" y="339670"/>
                      </a:moveTo>
                      <a:lnTo>
                        <a:pt x="69884" y="383533"/>
                      </a:lnTo>
                      <a:lnTo>
                        <a:pt x="147595" y="383533"/>
                      </a:lnTo>
                      <a:lnTo>
                        <a:pt x="147595" y="339670"/>
                      </a:lnTo>
                      <a:close/>
                      <a:moveTo>
                        <a:pt x="460769" y="303071"/>
                      </a:moveTo>
                      <a:lnTo>
                        <a:pt x="460769" y="341726"/>
                      </a:lnTo>
                      <a:lnTo>
                        <a:pt x="555916" y="341726"/>
                      </a:lnTo>
                      <a:lnTo>
                        <a:pt x="555916" y="303071"/>
                      </a:lnTo>
                      <a:close/>
                      <a:moveTo>
                        <a:pt x="216243" y="266609"/>
                      </a:moveTo>
                      <a:lnTo>
                        <a:pt x="216243" y="310473"/>
                      </a:lnTo>
                      <a:lnTo>
                        <a:pt x="293953" y="310473"/>
                      </a:lnTo>
                      <a:lnTo>
                        <a:pt x="293953" y="266609"/>
                      </a:lnTo>
                      <a:close/>
                      <a:moveTo>
                        <a:pt x="69884" y="266609"/>
                      </a:moveTo>
                      <a:lnTo>
                        <a:pt x="69884" y="310473"/>
                      </a:lnTo>
                      <a:lnTo>
                        <a:pt x="147595" y="310473"/>
                      </a:lnTo>
                      <a:lnTo>
                        <a:pt x="147595" y="266609"/>
                      </a:lnTo>
                      <a:close/>
                      <a:moveTo>
                        <a:pt x="460769" y="230010"/>
                      </a:moveTo>
                      <a:lnTo>
                        <a:pt x="460769" y="268528"/>
                      </a:lnTo>
                      <a:lnTo>
                        <a:pt x="555916" y="268528"/>
                      </a:lnTo>
                      <a:lnTo>
                        <a:pt x="555916" y="230010"/>
                      </a:lnTo>
                      <a:close/>
                      <a:moveTo>
                        <a:pt x="216243" y="193549"/>
                      </a:moveTo>
                      <a:lnTo>
                        <a:pt x="216243" y="237412"/>
                      </a:lnTo>
                      <a:lnTo>
                        <a:pt x="293953" y="237412"/>
                      </a:lnTo>
                      <a:lnTo>
                        <a:pt x="293953" y="193549"/>
                      </a:lnTo>
                      <a:close/>
                      <a:moveTo>
                        <a:pt x="69884" y="193549"/>
                      </a:moveTo>
                      <a:lnTo>
                        <a:pt x="69884" y="237412"/>
                      </a:lnTo>
                      <a:lnTo>
                        <a:pt x="147595" y="237412"/>
                      </a:lnTo>
                      <a:lnTo>
                        <a:pt x="147595" y="193549"/>
                      </a:lnTo>
                      <a:close/>
                      <a:moveTo>
                        <a:pt x="460769" y="156950"/>
                      </a:moveTo>
                      <a:lnTo>
                        <a:pt x="460769" y="195468"/>
                      </a:lnTo>
                      <a:lnTo>
                        <a:pt x="555916" y="195468"/>
                      </a:lnTo>
                      <a:lnTo>
                        <a:pt x="555916" y="156950"/>
                      </a:lnTo>
                      <a:close/>
                      <a:moveTo>
                        <a:pt x="192926" y="96251"/>
                      </a:moveTo>
                      <a:lnTo>
                        <a:pt x="361366" y="96251"/>
                      </a:lnTo>
                      <a:lnTo>
                        <a:pt x="361366" y="114880"/>
                      </a:lnTo>
                      <a:lnTo>
                        <a:pt x="192926" y="114880"/>
                      </a:lnTo>
                      <a:close/>
                      <a:moveTo>
                        <a:pt x="192926" y="49819"/>
                      </a:moveTo>
                      <a:lnTo>
                        <a:pt x="361366" y="49819"/>
                      </a:lnTo>
                      <a:lnTo>
                        <a:pt x="361366" y="68307"/>
                      </a:lnTo>
                      <a:lnTo>
                        <a:pt x="192926" y="68307"/>
                      </a:lnTo>
                      <a:close/>
                      <a:moveTo>
                        <a:pt x="166130" y="25222"/>
                      </a:moveTo>
                      <a:lnTo>
                        <a:pt x="166130" y="155716"/>
                      </a:lnTo>
                      <a:lnTo>
                        <a:pt x="338987" y="155716"/>
                      </a:lnTo>
                      <a:lnTo>
                        <a:pt x="338987" y="341040"/>
                      </a:lnTo>
                      <a:lnTo>
                        <a:pt x="338987" y="531710"/>
                      </a:lnTo>
                      <a:lnTo>
                        <a:pt x="366721" y="531710"/>
                      </a:lnTo>
                      <a:lnTo>
                        <a:pt x="366721" y="341040"/>
                      </a:lnTo>
                      <a:lnTo>
                        <a:pt x="366721" y="155305"/>
                      </a:lnTo>
                      <a:lnTo>
                        <a:pt x="388002" y="143517"/>
                      </a:lnTo>
                      <a:lnTo>
                        <a:pt x="388002" y="25222"/>
                      </a:lnTo>
                      <a:close/>
                      <a:moveTo>
                        <a:pt x="140867" y="0"/>
                      </a:moveTo>
                      <a:lnTo>
                        <a:pt x="413402" y="0"/>
                      </a:lnTo>
                      <a:lnTo>
                        <a:pt x="413402" y="129398"/>
                      </a:lnTo>
                      <a:lnTo>
                        <a:pt x="432486" y="118843"/>
                      </a:lnTo>
                      <a:lnTo>
                        <a:pt x="584199" y="118843"/>
                      </a:lnTo>
                      <a:lnTo>
                        <a:pt x="584199" y="531710"/>
                      </a:lnTo>
                      <a:lnTo>
                        <a:pt x="609050" y="531710"/>
                      </a:lnTo>
                      <a:lnTo>
                        <a:pt x="609050" y="586540"/>
                      </a:lnTo>
                      <a:lnTo>
                        <a:pt x="0" y="586540"/>
                      </a:lnTo>
                      <a:lnTo>
                        <a:pt x="0" y="531710"/>
                      </a:lnTo>
                      <a:lnTo>
                        <a:pt x="24851" y="531710"/>
                      </a:lnTo>
                      <a:lnTo>
                        <a:pt x="24851" y="155716"/>
                      </a:lnTo>
                      <a:lnTo>
                        <a:pt x="140867" y="15571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  <a:prstDash val="solid"/>
                  <a:round/>
                </a:ln>
              </p:spPr>
              <p:txBody>
                <a:bodyPr wrap="square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eaLnBrk="1" fontAlgn="auto" hangingPunct="1">
                    <a:defRPr/>
                  </a:pPr>
                  <a:endParaRPr lang="en-IN" sz="2400" noProof="1"/>
                </a:p>
              </p:txBody>
            </p:sp>
          </p:grpSp>
          <p:grpSp>
            <p:nvGrpSpPr>
              <p:cNvPr id="25" name="iśḻiḑe"/>
              <p:cNvGrpSpPr/>
              <p:nvPr/>
            </p:nvGrpSpPr>
            <p:grpSpPr>
              <a:xfrm>
                <a:off x="5820000" y="1593157"/>
                <a:ext cx="551812" cy="551982"/>
                <a:chOff x="5709322" y="3251847"/>
                <a:chExt cx="773168" cy="773406"/>
              </a:xfrm>
            </p:grpSpPr>
            <p:sp>
              <p:nvSpPr>
                <p:cNvPr id="29" name="ïṥ1ïdè"/>
                <p:cNvSpPr/>
                <p:nvPr/>
              </p:nvSpPr>
              <p:spPr>
                <a:xfrm>
                  <a:off x="5709322" y="3251847"/>
                  <a:ext cx="773168" cy="773406"/>
                </a:xfrm>
                <a:prstGeom prst="ellipse">
                  <a:avLst/>
                </a:prstGeom>
                <a:solidFill>
                  <a:schemeClr val="bg2"/>
                </a:solidFill>
                <a:ln w="38100">
                  <a:solidFill>
                    <a:schemeClr val="tx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anchor="ctr">
                  <a:normAutofit/>
                </a:bodyPr>
                <a:lstStyle/>
                <a:p>
                  <a:pPr algn="ctr" eaLnBrk="1" fontAlgn="auto" hangingPunct="1">
                    <a:defRPr/>
                  </a:pPr>
                  <a:endParaRPr lang="en-IN" sz="2000" noProof="1">
                    <a:solidFill>
                      <a:schemeClr val="bg1">
                        <a:lumMod val="95000"/>
                      </a:schemeClr>
                    </a:solidFill>
                  </a:endParaRPr>
                </a:p>
              </p:txBody>
            </p:sp>
            <p:sp>
              <p:nvSpPr>
                <p:cNvPr id="30" name="ïṥľide"/>
                <p:cNvSpPr/>
                <p:nvPr/>
              </p:nvSpPr>
              <p:spPr bwMode="auto">
                <a:xfrm>
                  <a:off x="5914293" y="3463649"/>
                  <a:ext cx="363230" cy="349801"/>
                </a:xfrm>
                <a:custGeom>
                  <a:avLst/>
                  <a:gdLst>
                    <a:gd name="connsiteX0" fmla="*/ 216243 w 609050"/>
                    <a:gd name="connsiteY0" fmla="*/ 412730 h 586540"/>
                    <a:gd name="connsiteX1" fmla="*/ 216243 w 609050"/>
                    <a:gd name="connsiteY1" fmla="*/ 456594 h 586540"/>
                    <a:gd name="connsiteX2" fmla="*/ 293953 w 609050"/>
                    <a:gd name="connsiteY2" fmla="*/ 456594 h 586540"/>
                    <a:gd name="connsiteX3" fmla="*/ 293953 w 609050"/>
                    <a:gd name="connsiteY3" fmla="*/ 412730 h 586540"/>
                    <a:gd name="connsiteX4" fmla="*/ 69884 w 609050"/>
                    <a:gd name="connsiteY4" fmla="*/ 412730 h 586540"/>
                    <a:gd name="connsiteX5" fmla="*/ 69884 w 609050"/>
                    <a:gd name="connsiteY5" fmla="*/ 456594 h 586540"/>
                    <a:gd name="connsiteX6" fmla="*/ 147595 w 609050"/>
                    <a:gd name="connsiteY6" fmla="*/ 456594 h 586540"/>
                    <a:gd name="connsiteX7" fmla="*/ 147595 w 609050"/>
                    <a:gd name="connsiteY7" fmla="*/ 412730 h 586540"/>
                    <a:gd name="connsiteX8" fmla="*/ 460769 w 609050"/>
                    <a:gd name="connsiteY8" fmla="*/ 376268 h 586540"/>
                    <a:gd name="connsiteX9" fmla="*/ 460769 w 609050"/>
                    <a:gd name="connsiteY9" fmla="*/ 414786 h 586540"/>
                    <a:gd name="connsiteX10" fmla="*/ 555916 w 609050"/>
                    <a:gd name="connsiteY10" fmla="*/ 414786 h 586540"/>
                    <a:gd name="connsiteX11" fmla="*/ 555916 w 609050"/>
                    <a:gd name="connsiteY11" fmla="*/ 376268 h 586540"/>
                    <a:gd name="connsiteX12" fmla="*/ 216243 w 609050"/>
                    <a:gd name="connsiteY12" fmla="*/ 339670 h 586540"/>
                    <a:gd name="connsiteX13" fmla="*/ 216243 w 609050"/>
                    <a:gd name="connsiteY13" fmla="*/ 383533 h 586540"/>
                    <a:gd name="connsiteX14" fmla="*/ 293953 w 609050"/>
                    <a:gd name="connsiteY14" fmla="*/ 383533 h 586540"/>
                    <a:gd name="connsiteX15" fmla="*/ 293953 w 609050"/>
                    <a:gd name="connsiteY15" fmla="*/ 339670 h 586540"/>
                    <a:gd name="connsiteX16" fmla="*/ 69884 w 609050"/>
                    <a:gd name="connsiteY16" fmla="*/ 339670 h 586540"/>
                    <a:gd name="connsiteX17" fmla="*/ 69884 w 609050"/>
                    <a:gd name="connsiteY17" fmla="*/ 383533 h 586540"/>
                    <a:gd name="connsiteX18" fmla="*/ 147595 w 609050"/>
                    <a:gd name="connsiteY18" fmla="*/ 383533 h 586540"/>
                    <a:gd name="connsiteX19" fmla="*/ 147595 w 609050"/>
                    <a:gd name="connsiteY19" fmla="*/ 339670 h 586540"/>
                    <a:gd name="connsiteX20" fmla="*/ 460769 w 609050"/>
                    <a:gd name="connsiteY20" fmla="*/ 303071 h 586540"/>
                    <a:gd name="connsiteX21" fmla="*/ 460769 w 609050"/>
                    <a:gd name="connsiteY21" fmla="*/ 341726 h 586540"/>
                    <a:gd name="connsiteX22" fmla="*/ 555916 w 609050"/>
                    <a:gd name="connsiteY22" fmla="*/ 341726 h 586540"/>
                    <a:gd name="connsiteX23" fmla="*/ 555916 w 609050"/>
                    <a:gd name="connsiteY23" fmla="*/ 303071 h 586540"/>
                    <a:gd name="connsiteX24" fmla="*/ 216243 w 609050"/>
                    <a:gd name="connsiteY24" fmla="*/ 266609 h 586540"/>
                    <a:gd name="connsiteX25" fmla="*/ 216243 w 609050"/>
                    <a:gd name="connsiteY25" fmla="*/ 310473 h 586540"/>
                    <a:gd name="connsiteX26" fmla="*/ 293953 w 609050"/>
                    <a:gd name="connsiteY26" fmla="*/ 310473 h 586540"/>
                    <a:gd name="connsiteX27" fmla="*/ 293953 w 609050"/>
                    <a:gd name="connsiteY27" fmla="*/ 266609 h 586540"/>
                    <a:gd name="connsiteX28" fmla="*/ 69884 w 609050"/>
                    <a:gd name="connsiteY28" fmla="*/ 266609 h 586540"/>
                    <a:gd name="connsiteX29" fmla="*/ 69884 w 609050"/>
                    <a:gd name="connsiteY29" fmla="*/ 310473 h 586540"/>
                    <a:gd name="connsiteX30" fmla="*/ 147595 w 609050"/>
                    <a:gd name="connsiteY30" fmla="*/ 310473 h 586540"/>
                    <a:gd name="connsiteX31" fmla="*/ 147595 w 609050"/>
                    <a:gd name="connsiteY31" fmla="*/ 266609 h 586540"/>
                    <a:gd name="connsiteX32" fmla="*/ 460769 w 609050"/>
                    <a:gd name="connsiteY32" fmla="*/ 230010 h 586540"/>
                    <a:gd name="connsiteX33" fmla="*/ 460769 w 609050"/>
                    <a:gd name="connsiteY33" fmla="*/ 268528 h 586540"/>
                    <a:gd name="connsiteX34" fmla="*/ 555916 w 609050"/>
                    <a:gd name="connsiteY34" fmla="*/ 268528 h 586540"/>
                    <a:gd name="connsiteX35" fmla="*/ 555916 w 609050"/>
                    <a:gd name="connsiteY35" fmla="*/ 230010 h 586540"/>
                    <a:gd name="connsiteX36" fmla="*/ 216243 w 609050"/>
                    <a:gd name="connsiteY36" fmla="*/ 193549 h 586540"/>
                    <a:gd name="connsiteX37" fmla="*/ 216243 w 609050"/>
                    <a:gd name="connsiteY37" fmla="*/ 237412 h 586540"/>
                    <a:gd name="connsiteX38" fmla="*/ 293953 w 609050"/>
                    <a:gd name="connsiteY38" fmla="*/ 237412 h 586540"/>
                    <a:gd name="connsiteX39" fmla="*/ 293953 w 609050"/>
                    <a:gd name="connsiteY39" fmla="*/ 193549 h 586540"/>
                    <a:gd name="connsiteX40" fmla="*/ 69884 w 609050"/>
                    <a:gd name="connsiteY40" fmla="*/ 193549 h 586540"/>
                    <a:gd name="connsiteX41" fmla="*/ 69884 w 609050"/>
                    <a:gd name="connsiteY41" fmla="*/ 237412 h 586540"/>
                    <a:gd name="connsiteX42" fmla="*/ 147595 w 609050"/>
                    <a:gd name="connsiteY42" fmla="*/ 237412 h 586540"/>
                    <a:gd name="connsiteX43" fmla="*/ 147595 w 609050"/>
                    <a:gd name="connsiteY43" fmla="*/ 193549 h 586540"/>
                    <a:gd name="connsiteX44" fmla="*/ 460769 w 609050"/>
                    <a:gd name="connsiteY44" fmla="*/ 156950 h 586540"/>
                    <a:gd name="connsiteX45" fmla="*/ 460769 w 609050"/>
                    <a:gd name="connsiteY45" fmla="*/ 195468 h 586540"/>
                    <a:gd name="connsiteX46" fmla="*/ 555916 w 609050"/>
                    <a:gd name="connsiteY46" fmla="*/ 195468 h 586540"/>
                    <a:gd name="connsiteX47" fmla="*/ 555916 w 609050"/>
                    <a:gd name="connsiteY47" fmla="*/ 156950 h 586540"/>
                    <a:gd name="connsiteX48" fmla="*/ 192926 w 609050"/>
                    <a:gd name="connsiteY48" fmla="*/ 96251 h 586540"/>
                    <a:gd name="connsiteX49" fmla="*/ 361366 w 609050"/>
                    <a:gd name="connsiteY49" fmla="*/ 96251 h 586540"/>
                    <a:gd name="connsiteX50" fmla="*/ 361366 w 609050"/>
                    <a:gd name="connsiteY50" fmla="*/ 114880 h 586540"/>
                    <a:gd name="connsiteX51" fmla="*/ 192926 w 609050"/>
                    <a:gd name="connsiteY51" fmla="*/ 114880 h 586540"/>
                    <a:gd name="connsiteX52" fmla="*/ 192926 w 609050"/>
                    <a:gd name="connsiteY52" fmla="*/ 49819 h 586540"/>
                    <a:gd name="connsiteX53" fmla="*/ 361366 w 609050"/>
                    <a:gd name="connsiteY53" fmla="*/ 49819 h 586540"/>
                    <a:gd name="connsiteX54" fmla="*/ 361366 w 609050"/>
                    <a:gd name="connsiteY54" fmla="*/ 68307 h 586540"/>
                    <a:gd name="connsiteX55" fmla="*/ 192926 w 609050"/>
                    <a:gd name="connsiteY55" fmla="*/ 68307 h 586540"/>
                    <a:gd name="connsiteX56" fmla="*/ 166130 w 609050"/>
                    <a:gd name="connsiteY56" fmla="*/ 25222 h 586540"/>
                    <a:gd name="connsiteX57" fmla="*/ 166130 w 609050"/>
                    <a:gd name="connsiteY57" fmla="*/ 155716 h 586540"/>
                    <a:gd name="connsiteX58" fmla="*/ 338987 w 609050"/>
                    <a:gd name="connsiteY58" fmla="*/ 155716 h 586540"/>
                    <a:gd name="connsiteX59" fmla="*/ 338987 w 609050"/>
                    <a:gd name="connsiteY59" fmla="*/ 341040 h 586540"/>
                    <a:gd name="connsiteX60" fmla="*/ 338987 w 609050"/>
                    <a:gd name="connsiteY60" fmla="*/ 531710 h 586540"/>
                    <a:gd name="connsiteX61" fmla="*/ 366721 w 609050"/>
                    <a:gd name="connsiteY61" fmla="*/ 531710 h 586540"/>
                    <a:gd name="connsiteX62" fmla="*/ 366721 w 609050"/>
                    <a:gd name="connsiteY62" fmla="*/ 341040 h 586540"/>
                    <a:gd name="connsiteX63" fmla="*/ 366721 w 609050"/>
                    <a:gd name="connsiteY63" fmla="*/ 155305 h 586540"/>
                    <a:gd name="connsiteX64" fmla="*/ 388002 w 609050"/>
                    <a:gd name="connsiteY64" fmla="*/ 143517 h 586540"/>
                    <a:gd name="connsiteX65" fmla="*/ 388002 w 609050"/>
                    <a:gd name="connsiteY65" fmla="*/ 25222 h 586540"/>
                    <a:gd name="connsiteX66" fmla="*/ 140867 w 609050"/>
                    <a:gd name="connsiteY66" fmla="*/ 0 h 586540"/>
                    <a:gd name="connsiteX67" fmla="*/ 413402 w 609050"/>
                    <a:gd name="connsiteY67" fmla="*/ 0 h 586540"/>
                    <a:gd name="connsiteX68" fmla="*/ 413402 w 609050"/>
                    <a:gd name="connsiteY68" fmla="*/ 129398 h 586540"/>
                    <a:gd name="connsiteX69" fmla="*/ 432486 w 609050"/>
                    <a:gd name="connsiteY69" fmla="*/ 118843 h 586540"/>
                    <a:gd name="connsiteX70" fmla="*/ 584199 w 609050"/>
                    <a:gd name="connsiteY70" fmla="*/ 118843 h 586540"/>
                    <a:gd name="connsiteX71" fmla="*/ 584199 w 609050"/>
                    <a:gd name="connsiteY71" fmla="*/ 531710 h 586540"/>
                    <a:gd name="connsiteX72" fmla="*/ 609050 w 609050"/>
                    <a:gd name="connsiteY72" fmla="*/ 531710 h 586540"/>
                    <a:gd name="connsiteX73" fmla="*/ 609050 w 609050"/>
                    <a:gd name="connsiteY73" fmla="*/ 586540 h 586540"/>
                    <a:gd name="connsiteX74" fmla="*/ 0 w 609050"/>
                    <a:gd name="connsiteY74" fmla="*/ 586540 h 586540"/>
                    <a:gd name="connsiteX75" fmla="*/ 0 w 609050"/>
                    <a:gd name="connsiteY75" fmla="*/ 531710 h 586540"/>
                    <a:gd name="connsiteX76" fmla="*/ 24851 w 609050"/>
                    <a:gd name="connsiteY76" fmla="*/ 531710 h 586540"/>
                    <a:gd name="connsiteX77" fmla="*/ 24851 w 609050"/>
                    <a:gd name="connsiteY77" fmla="*/ 155716 h 586540"/>
                    <a:gd name="connsiteX78" fmla="*/ 140867 w 609050"/>
                    <a:gd name="connsiteY78" fmla="*/ 155716 h 5865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</a:cxnLst>
                  <a:rect l="l" t="t" r="r" b="b"/>
                  <a:pathLst>
                    <a:path w="609050" h="586540">
                      <a:moveTo>
                        <a:pt x="216243" y="412730"/>
                      </a:moveTo>
                      <a:lnTo>
                        <a:pt x="216243" y="456594"/>
                      </a:lnTo>
                      <a:lnTo>
                        <a:pt x="293953" y="456594"/>
                      </a:lnTo>
                      <a:lnTo>
                        <a:pt x="293953" y="412730"/>
                      </a:lnTo>
                      <a:close/>
                      <a:moveTo>
                        <a:pt x="69884" y="412730"/>
                      </a:moveTo>
                      <a:lnTo>
                        <a:pt x="69884" y="456594"/>
                      </a:lnTo>
                      <a:lnTo>
                        <a:pt x="147595" y="456594"/>
                      </a:lnTo>
                      <a:lnTo>
                        <a:pt x="147595" y="412730"/>
                      </a:lnTo>
                      <a:close/>
                      <a:moveTo>
                        <a:pt x="460769" y="376268"/>
                      </a:moveTo>
                      <a:lnTo>
                        <a:pt x="460769" y="414786"/>
                      </a:lnTo>
                      <a:lnTo>
                        <a:pt x="555916" y="414786"/>
                      </a:lnTo>
                      <a:lnTo>
                        <a:pt x="555916" y="376268"/>
                      </a:lnTo>
                      <a:close/>
                      <a:moveTo>
                        <a:pt x="216243" y="339670"/>
                      </a:moveTo>
                      <a:lnTo>
                        <a:pt x="216243" y="383533"/>
                      </a:lnTo>
                      <a:lnTo>
                        <a:pt x="293953" y="383533"/>
                      </a:lnTo>
                      <a:lnTo>
                        <a:pt x="293953" y="339670"/>
                      </a:lnTo>
                      <a:close/>
                      <a:moveTo>
                        <a:pt x="69884" y="339670"/>
                      </a:moveTo>
                      <a:lnTo>
                        <a:pt x="69884" y="383533"/>
                      </a:lnTo>
                      <a:lnTo>
                        <a:pt x="147595" y="383533"/>
                      </a:lnTo>
                      <a:lnTo>
                        <a:pt x="147595" y="339670"/>
                      </a:lnTo>
                      <a:close/>
                      <a:moveTo>
                        <a:pt x="460769" y="303071"/>
                      </a:moveTo>
                      <a:lnTo>
                        <a:pt x="460769" y="341726"/>
                      </a:lnTo>
                      <a:lnTo>
                        <a:pt x="555916" y="341726"/>
                      </a:lnTo>
                      <a:lnTo>
                        <a:pt x="555916" y="303071"/>
                      </a:lnTo>
                      <a:close/>
                      <a:moveTo>
                        <a:pt x="216243" y="266609"/>
                      </a:moveTo>
                      <a:lnTo>
                        <a:pt x="216243" y="310473"/>
                      </a:lnTo>
                      <a:lnTo>
                        <a:pt x="293953" y="310473"/>
                      </a:lnTo>
                      <a:lnTo>
                        <a:pt x="293953" y="266609"/>
                      </a:lnTo>
                      <a:close/>
                      <a:moveTo>
                        <a:pt x="69884" y="266609"/>
                      </a:moveTo>
                      <a:lnTo>
                        <a:pt x="69884" y="310473"/>
                      </a:lnTo>
                      <a:lnTo>
                        <a:pt x="147595" y="310473"/>
                      </a:lnTo>
                      <a:lnTo>
                        <a:pt x="147595" y="266609"/>
                      </a:lnTo>
                      <a:close/>
                      <a:moveTo>
                        <a:pt x="460769" y="230010"/>
                      </a:moveTo>
                      <a:lnTo>
                        <a:pt x="460769" y="268528"/>
                      </a:lnTo>
                      <a:lnTo>
                        <a:pt x="555916" y="268528"/>
                      </a:lnTo>
                      <a:lnTo>
                        <a:pt x="555916" y="230010"/>
                      </a:lnTo>
                      <a:close/>
                      <a:moveTo>
                        <a:pt x="216243" y="193549"/>
                      </a:moveTo>
                      <a:lnTo>
                        <a:pt x="216243" y="237412"/>
                      </a:lnTo>
                      <a:lnTo>
                        <a:pt x="293953" y="237412"/>
                      </a:lnTo>
                      <a:lnTo>
                        <a:pt x="293953" y="193549"/>
                      </a:lnTo>
                      <a:close/>
                      <a:moveTo>
                        <a:pt x="69884" y="193549"/>
                      </a:moveTo>
                      <a:lnTo>
                        <a:pt x="69884" y="237412"/>
                      </a:lnTo>
                      <a:lnTo>
                        <a:pt x="147595" y="237412"/>
                      </a:lnTo>
                      <a:lnTo>
                        <a:pt x="147595" y="193549"/>
                      </a:lnTo>
                      <a:close/>
                      <a:moveTo>
                        <a:pt x="460769" y="156950"/>
                      </a:moveTo>
                      <a:lnTo>
                        <a:pt x="460769" y="195468"/>
                      </a:lnTo>
                      <a:lnTo>
                        <a:pt x="555916" y="195468"/>
                      </a:lnTo>
                      <a:lnTo>
                        <a:pt x="555916" y="156950"/>
                      </a:lnTo>
                      <a:close/>
                      <a:moveTo>
                        <a:pt x="192926" y="96251"/>
                      </a:moveTo>
                      <a:lnTo>
                        <a:pt x="361366" y="96251"/>
                      </a:lnTo>
                      <a:lnTo>
                        <a:pt x="361366" y="114880"/>
                      </a:lnTo>
                      <a:lnTo>
                        <a:pt x="192926" y="114880"/>
                      </a:lnTo>
                      <a:close/>
                      <a:moveTo>
                        <a:pt x="192926" y="49819"/>
                      </a:moveTo>
                      <a:lnTo>
                        <a:pt x="361366" y="49819"/>
                      </a:lnTo>
                      <a:lnTo>
                        <a:pt x="361366" y="68307"/>
                      </a:lnTo>
                      <a:lnTo>
                        <a:pt x="192926" y="68307"/>
                      </a:lnTo>
                      <a:close/>
                      <a:moveTo>
                        <a:pt x="166130" y="25222"/>
                      </a:moveTo>
                      <a:lnTo>
                        <a:pt x="166130" y="155716"/>
                      </a:lnTo>
                      <a:lnTo>
                        <a:pt x="338987" y="155716"/>
                      </a:lnTo>
                      <a:lnTo>
                        <a:pt x="338987" y="341040"/>
                      </a:lnTo>
                      <a:lnTo>
                        <a:pt x="338987" y="531710"/>
                      </a:lnTo>
                      <a:lnTo>
                        <a:pt x="366721" y="531710"/>
                      </a:lnTo>
                      <a:lnTo>
                        <a:pt x="366721" y="341040"/>
                      </a:lnTo>
                      <a:lnTo>
                        <a:pt x="366721" y="155305"/>
                      </a:lnTo>
                      <a:lnTo>
                        <a:pt x="388002" y="143517"/>
                      </a:lnTo>
                      <a:lnTo>
                        <a:pt x="388002" y="25222"/>
                      </a:lnTo>
                      <a:close/>
                      <a:moveTo>
                        <a:pt x="140867" y="0"/>
                      </a:moveTo>
                      <a:lnTo>
                        <a:pt x="413402" y="0"/>
                      </a:lnTo>
                      <a:lnTo>
                        <a:pt x="413402" y="129398"/>
                      </a:lnTo>
                      <a:lnTo>
                        <a:pt x="432486" y="118843"/>
                      </a:lnTo>
                      <a:lnTo>
                        <a:pt x="584199" y="118843"/>
                      </a:lnTo>
                      <a:lnTo>
                        <a:pt x="584199" y="531710"/>
                      </a:lnTo>
                      <a:lnTo>
                        <a:pt x="609050" y="531710"/>
                      </a:lnTo>
                      <a:lnTo>
                        <a:pt x="609050" y="586540"/>
                      </a:lnTo>
                      <a:lnTo>
                        <a:pt x="0" y="586540"/>
                      </a:lnTo>
                      <a:lnTo>
                        <a:pt x="0" y="531710"/>
                      </a:lnTo>
                      <a:lnTo>
                        <a:pt x="24851" y="531710"/>
                      </a:lnTo>
                      <a:lnTo>
                        <a:pt x="24851" y="155716"/>
                      </a:lnTo>
                      <a:lnTo>
                        <a:pt x="140867" y="15571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  <a:prstDash val="solid"/>
                  <a:round/>
                </a:ln>
              </p:spPr>
              <p:txBody>
                <a:bodyPr wrap="square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eaLnBrk="1" fontAlgn="auto" hangingPunct="1">
                    <a:defRPr/>
                  </a:pPr>
                  <a:endParaRPr lang="en-IN" sz="2400" noProof="1"/>
                </a:p>
              </p:txBody>
            </p:sp>
          </p:grpSp>
          <p:grpSp>
            <p:nvGrpSpPr>
              <p:cNvPr id="26" name="îṧ1îḓê"/>
              <p:cNvGrpSpPr/>
              <p:nvPr/>
            </p:nvGrpSpPr>
            <p:grpSpPr>
              <a:xfrm>
                <a:off x="5820000" y="5100744"/>
                <a:ext cx="551812" cy="551982"/>
                <a:chOff x="5709322" y="3251847"/>
                <a:chExt cx="773168" cy="773406"/>
              </a:xfrm>
            </p:grpSpPr>
            <p:sp>
              <p:nvSpPr>
                <p:cNvPr id="27" name="íŝḷíḓè"/>
                <p:cNvSpPr/>
                <p:nvPr/>
              </p:nvSpPr>
              <p:spPr>
                <a:xfrm>
                  <a:off x="5709322" y="3251847"/>
                  <a:ext cx="773168" cy="773406"/>
                </a:xfrm>
                <a:prstGeom prst="ellipse">
                  <a:avLst/>
                </a:prstGeom>
                <a:solidFill>
                  <a:schemeClr val="bg2"/>
                </a:solidFill>
                <a:ln w="38100">
                  <a:solidFill>
                    <a:schemeClr val="tx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anchor="ctr">
                  <a:normAutofit/>
                </a:bodyPr>
                <a:lstStyle/>
                <a:p>
                  <a:pPr algn="ctr" eaLnBrk="1" fontAlgn="auto" hangingPunct="1">
                    <a:defRPr/>
                  </a:pPr>
                  <a:endParaRPr lang="en-IN" sz="2000" noProof="1">
                    <a:solidFill>
                      <a:schemeClr val="bg1">
                        <a:lumMod val="95000"/>
                      </a:schemeClr>
                    </a:solidFill>
                  </a:endParaRPr>
                </a:p>
              </p:txBody>
            </p:sp>
            <p:sp>
              <p:nvSpPr>
                <p:cNvPr id="28" name="iṥḷiḍe"/>
                <p:cNvSpPr/>
                <p:nvPr/>
              </p:nvSpPr>
              <p:spPr bwMode="auto">
                <a:xfrm>
                  <a:off x="5914293" y="3463649"/>
                  <a:ext cx="363230" cy="349801"/>
                </a:xfrm>
                <a:custGeom>
                  <a:avLst/>
                  <a:gdLst>
                    <a:gd name="connsiteX0" fmla="*/ 216243 w 609050"/>
                    <a:gd name="connsiteY0" fmla="*/ 412730 h 586540"/>
                    <a:gd name="connsiteX1" fmla="*/ 216243 w 609050"/>
                    <a:gd name="connsiteY1" fmla="*/ 456594 h 586540"/>
                    <a:gd name="connsiteX2" fmla="*/ 293953 w 609050"/>
                    <a:gd name="connsiteY2" fmla="*/ 456594 h 586540"/>
                    <a:gd name="connsiteX3" fmla="*/ 293953 w 609050"/>
                    <a:gd name="connsiteY3" fmla="*/ 412730 h 586540"/>
                    <a:gd name="connsiteX4" fmla="*/ 69884 w 609050"/>
                    <a:gd name="connsiteY4" fmla="*/ 412730 h 586540"/>
                    <a:gd name="connsiteX5" fmla="*/ 69884 w 609050"/>
                    <a:gd name="connsiteY5" fmla="*/ 456594 h 586540"/>
                    <a:gd name="connsiteX6" fmla="*/ 147595 w 609050"/>
                    <a:gd name="connsiteY6" fmla="*/ 456594 h 586540"/>
                    <a:gd name="connsiteX7" fmla="*/ 147595 w 609050"/>
                    <a:gd name="connsiteY7" fmla="*/ 412730 h 586540"/>
                    <a:gd name="connsiteX8" fmla="*/ 460769 w 609050"/>
                    <a:gd name="connsiteY8" fmla="*/ 376268 h 586540"/>
                    <a:gd name="connsiteX9" fmla="*/ 460769 w 609050"/>
                    <a:gd name="connsiteY9" fmla="*/ 414786 h 586540"/>
                    <a:gd name="connsiteX10" fmla="*/ 555916 w 609050"/>
                    <a:gd name="connsiteY10" fmla="*/ 414786 h 586540"/>
                    <a:gd name="connsiteX11" fmla="*/ 555916 w 609050"/>
                    <a:gd name="connsiteY11" fmla="*/ 376268 h 586540"/>
                    <a:gd name="connsiteX12" fmla="*/ 216243 w 609050"/>
                    <a:gd name="connsiteY12" fmla="*/ 339670 h 586540"/>
                    <a:gd name="connsiteX13" fmla="*/ 216243 w 609050"/>
                    <a:gd name="connsiteY13" fmla="*/ 383533 h 586540"/>
                    <a:gd name="connsiteX14" fmla="*/ 293953 w 609050"/>
                    <a:gd name="connsiteY14" fmla="*/ 383533 h 586540"/>
                    <a:gd name="connsiteX15" fmla="*/ 293953 w 609050"/>
                    <a:gd name="connsiteY15" fmla="*/ 339670 h 586540"/>
                    <a:gd name="connsiteX16" fmla="*/ 69884 w 609050"/>
                    <a:gd name="connsiteY16" fmla="*/ 339670 h 586540"/>
                    <a:gd name="connsiteX17" fmla="*/ 69884 w 609050"/>
                    <a:gd name="connsiteY17" fmla="*/ 383533 h 586540"/>
                    <a:gd name="connsiteX18" fmla="*/ 147595 w 609050"/>
                    <a:gd name="connsiteY18" fmla="*/ 383533 h 586540"/>
                    <a:gd name="connsiteX19" fmla="*/ 147595 w 609050"/>
                    <a:gd name="connsiteY19" fmla="*/ 339670 h 586540"/>
                    <a:gd name="connsiteX20" fmla="*/ 460769 w 609050"/>
                    <a:gd name="connsiteY20" fmla="*/ 303071 h 586540"/>
                    <a:gd name="connsiteX21" fmla="*/ 460769 w 609050"/>
                    <a:gd name="connsiteY21" fmla="*/ 341726 h 586540"/>
                    <a:gd name="connsiteX22" fmla="*/ 555916 w 609050"/>
                    <a:gd name="connsiteY22" fmla="*/ 341726 h 586540"/>
                    <a:gd name="connsiteX23" fmla="*/ 555916 w 609050"/>
                    <a:gd name="connsiteY23" fmla="*/ 303071 h 586540"/>
                    <a:gd name="connsiteX24" fmla="*/ 216243 w 609050"/>
                    <a:gd name="connsiteY24" fmla="*/ 266609 h 586540"/>
                    <a:gd name="connsiteX25" fmla="*/ 216243 w 609050"/>
                    <a:gd name="connsiteY25" fmla="*/ 310473 h 586540"/>
                    <a:gd name="connsiteX26" fmla="*/ 293953 w 609050"/>
                    <a:gd name="connsiteY26" fmla="*/ 310473 h 586540"/>
                    <a:gd name="connsiteX27" fmla="*/ 293953 w 609050"/>
                    <a:gd name="connsiteY27" fmla="*/ 266609 h 586540"/>
                    <a:gd name="connsiteX28" fmla="*/ 69884 w 609050"/>
                    <a:gd name="connsiteY28" fmla="*/ 266609 h 586540"/>
                    <a:gd name="connsiteX29" fmla="*/ 69884 w 609050"/>
                    <a:gd name="connsiteY29" fmla="*/ 310473 h 586540"/>
                    <a:gd name="connsiteX30" fmla="*/ 147595 w 609050"/>
                    <a:gd name="connsiteY30" fmla="*/ 310473 h 586540"/>
                    <a:gd name="connsiteX31" fmla="*/ 147595 w 609050"/>
                    <a:gd name="connsiteY31" fmla="*/ 266609 h 586540"/>
                    <a:gd name="connsiteX32" fmla="*/ 460769 w 609050"/>
                    <a:gd name="connsiteY32" fmla="*/ 230010 h 586540"/>
                    <a:gd name="connsiteX33" fmla="*/ 460769 w 609050"/>
                    <a:gd name="connsiteY33" fmla="*/ 268528 h 586540"/>
                    <a:gd name="connsiteX34" fmla="*/ 555916 w 609050"/>
                    <a:gd name="connsiteY34" fmla="*/ 268528 h 586540"/>
                    <a:gd name="connsiteX35" fmla="*/ 555916 w 609050"/>
                    <a:gd name="connsiteY35" fmla="*/ 230010 h 586540"/>
                    <a:gd name="connsiteX36" fmla="*/ 216243 w 609050"/>
                    <a:gd name="connsiteY36" fmla="*/ 193549 h 586540"/>
                    <a:gd name="connsiteX37" fmla="*/ 216243 w 609050"/>
                    <a:gd name="connsiteY37" fmla="*/ 237412 h 586540"/>
                    <a:gd name="connsiteX38" fmla="*/ 293953 w 609050"/>
                    <a:gd name="connsiteY38" fmla="*/ 237412 h 586540"/>
                    <a:gd name="connsiteX39" fmla="*/ 293953 w 609050"/>
                    <a:gd name="connsiteY39" fmla="*/ 193549 h 586540"/>
                    <a:gd name="connsiteX40" fmla="*/ 69884 w 609050"/>
                    <a:gd name="connsiteY40" fmla="*/ 193549 h 586540"/>
                    <a:gd name="connsiteX41" fmla="*/ 69884 w 609050"/>
                    <a:gd name="connsiteY41" fmla="*/ 237412 h 586540"/>
                    <a:gd name="connsiteX42" fmla="*/ 147595 w 609050"/>
                    <a:gd name="connsiteY42" fmla="*/ 237412 h 586540"/>
                    <a:gd name="connsiteX43" fmla="*/ 147595 w 609050"/>
                    <a:gd name="connsiteY43" fmla="*/ 193549 h 586540"/>
                    <a:gd name="connsiteX44" fmla="*/ 460769 w 609050"/>
                    <a:gd name="connsiteY44" fmla="*/ 156950 h 586540"/>
                    <a:gd name="connsiteX45" fmla="*/ 460769 w 609050"/>
                    <a:gd name="connsiteY45" fmla="*/ 195468 h 586540"/>
                    <a:gd name="connsiteX46" fmla="*/ 555916 w 609050"/>
                    <a:gd name="connsiteY46" fmla="*/ 195468 h 586540"/>
                    <a:gd name="connsiteX47" fmla="*/ 555916 w 609050"/>
                    <a:gd name="connsiteY47" fmla="*/ 156950 h 586540"/>
                    <a:gd name="connsiteX48" fmla="*/ 192926 w 609050"/>
                    <a:gd name="connsiteY48" fmla="*/ 96251 h 586540"/>
                    <a:gd name="connsiteX49" fmla="*/ 361366 w 609050"/>
                    <a:gd name="connsiteY49" fmla="*/ 96251 h 586540"/>
                    <a:gd name="connsiteX50" fmla="*/ 361366 w 609050"/>
                    <a:gd name="connsiteY50" fmla="*/ 114880 h 586540"/>
                    <a:gd name="connsiteX51" fmla="*/ 192926 w 609050"/>
                    <a:gd name="connsiteY51" fmla="*/ 114880 h 586540"/>
                    <a:gd name="connsiteX52" fmla="*/ 192926 w 609050"/>
                    <a:gd name="connsiteY52" fmla="*/ 49819 h 586540"/>
                    <a:gd name="connsiteX53" fmla="*/ 361366 w 609050"/>
                    <a:gd name="connsiteY53" fmla="*/ 49819 h 586540"/>
                    <a:gd name="connsiteX54" fmla="*/ 361366 w 609050"/>
                    <a:gd name="connsiteY54" fmla="*/ 68307 h 586540"/>
                    <a:gd name="connsiteX55" fmla="*/ 192926 w 609050"/>
                    <a:gd name="connsiteY55" fmla="*/ 68307 h 586540"/>
                    <a:gd name="connsiteX56" fmla="*/ 166130 w 609050"/>
                    <a:gd name="connsiteY56" fmla="*/ 25222 h 586540"/>
                    <a:gd name="connsiteX57" fmla="*/ 166130 w 609050"/>
                    <a:gd name="connsiteY57" fmla="*/ 155716 h 586540"/>
                    <a:gd name="connsiteX58" fmla="*/ 338987 w 609050"/>
                    <a:gd name="connsiteY58" fmla="*/ 155716 h 586540"/>
                    <a:gd name="connsiteX59" fmla="*/ 338987 w 609050"/>
                    <a:gd name="connsiteY59" fmla="*/ 341040 h 586540"/>
                    <a:gd name="connsiteX60" fmla="*/ 338987 w 609050"/>
                    <a:gd name="connsiteY60" fmla="*/ 531710 h 586540"/>
                    <a:gd name="connsiteX61" fmla="*/ 366721 w 609050"/>
                    <a:gd name="connsiteY61" fmla="*/ 531710 h 586540"/>
                    <a:gd name="connsiteX62" fmla="*/ 366721 w 609050"/>
                    <a:gd name="connsiteY62" fmla="*/ 341040 h 586540"/>
                    <a:gd name="connsiteX63" fmla="*/ 366721 w 609050"/>
                    <a:gd name="connsiteY63" fmla="*/ 155305 h 586540"/>
                    <a:gd name="connsiteX64" fmla="*/ 388002 w 609050"/>
                    <a:gd name="connsiteY64" fmla="*/ 143517 h 586540"/>
                    <a:gd name="connsiteX65" fmla="*/ 388002 w 609050"/>
                    <a:gd name="connsiteY65" fmla="*/ 25222 h 586540"/>
                    <a:gd name="connsiteX66" fmla="*/ 140867 w 609050"/>
                    <a:gd name="connsiteY66" fmla="*/ 0 h 586540"/>
                    <a:gd name="connsiteX67" fmla="*/ 413402 w 609050"/>
                    <a:gd name="connsiteY67" fmla="*/ 0 h 586540"/>
                    <a:gd name="connsiteX68" fmla="*/ 413402 w 609050"/>
                    <a:gd name="connsiteY68" fmla="*/ 129398 h 586540"/>
                    <a:gd name="connsiteX69" fmla="*/ 432486 w 609050"/>
                    <a:gd name="connsiteY69" fmla="*/ 118843 h 586540"/>
                    <a:gd name="connsiteX70" fmla="*/ 584199 w 609050"/>
                    <a:gd name="connsiteY70" fmla="*/ 118843 h 586540"/>
                    <a:gd name="connsiteX71" fmla="*/ 584199 w 609050"/>
                    <a:gd name="connsiteY71" fmla="*/ 531710 h 586540"/>
                    <a:gd name="connsiteX72" fmla="*/ 609050 w 609050"/>
                    <a:gd name="connsiteY72" fmla="*/ 531710 h 586540"/>
                    <a:gd name="connsiteX73" fmla="*/ 609050 w 609050"/>
                    <a:gd name="connsiteY73" fmla="*/ 586540 h 586540"/>
                    <a:gd name="connsiteX74" fmla="*/ 0 w 609050"/>
                    <a:gd name="connsiteY74" fmla="*/ 586540 h 586540"/>
                    <a:gd name="connsiteX75" fmla="*/ 0 w 609050"/>
                    <a:gd name="connsiteY75" fmla="*/ 531710 h 586540"/>
                    <a:gd name="connsiteX76" fmla="*/ 24851 w 609050"/>
                    <a:gd name="connsiteY76" fmla="*/ 531710 h 586540"/>
                    <a:gd name="connsiteX77" fmla="*/ 24851 w 609050"/>
                    <a:gd name="connsiteY77" fmla="*/ 155716 h 586540"/>
                    <a:gd name="connsiteX78" fmla="*/ 140867 w 609050"/>
                    <a:gd name="connsiteY78" fmla="*/ 155716 h 5865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</a:cxnLst>
                  <a:rect l="l" t="t" r="r" b="b"/>
                  <a:pathLst>
                    <a:path w="609050" h="586540">
                      <a:moveTo>
                        <a:pt x="216243" y="412730"/>
                      </a:moveTo>
                      <a:lnTo>
                        <a:pt x="216243" y="456594"/>
                      </a:lnTo>
                      <a:lnTo>
                        <a:pt x="293953" y="456594"/>
                      </a:lnTo>
                      <a:lnTo>
                        <a:pt x="293953" y="412730"/>
                      </a:lnTo>
                      <a:close/>
                      <a:moveTo>
                        <a:pt x="69884" y="412730"/>
                      </a:moveTo>
                      <a:lnTo>
                        <a:pt x="69884" y="456594"/>
                      </a:lnTo>
                      <a:lnTo>
                        <a:pt x="147595" y="456594"/>
                      </a:lnTo>
                      <a:lnTo>
                        <a:pt x="147595" y="412730"/>
                      </a:lnTo>
                      <a:close/>
                      <a:moveTo>
                        <a:pt x="460769" y="376268"/>
                      </a:moveTo>
                      <a:lnTo>
                        <a:pt x="460769" y="414786"/>
                      </a:lnTo>
                      <a:lnTo>
                        <a:pt x="555916" y="414786"/>
                      </a:lnTo>
                      <a:lnTo>
                        <a:pt x="555916" y="376268"/>
                      </a:lnTo>
                      <a:close/>
                      <a:moveTo>
                        <a:pt x="216243" y="339670"/>
                      </a:moveTo>
                      <a:lnTo>
                        <a:pt x="216243" y="383533"/>
                      </a:lnTo>
                      <a:lnTo>
                        <a:pt x="293953" y="383533"/>
                      </a:lnTo>
                      <a:lnTo>
                        <a:pt x="293953" y="339670"/>
                      </a:lnTo>
                      <a:close/>
                      <a:moveTo>
                        <a:pt x="69884" y="339670"/>
                      </a:moveTo>
                      <a:lnTo>
                        <a:pt x="69884" y="383533"/>
                      </a:lnTo>
                      <a:lnTo>
                        <a:pt x="147595" y="383533"/>
                      </a:lnTo>
                      <a:lnTo>
                        <a:pt x="147595" y="339670"/>
                      </a:lnTo>
                      <a:close/>
                      <a:moveTo>
                        <a:pt x="460769" y="303071"/>
                      </a:moveTo>
                      <a:lnTo>
                        <a:pt x="460769" y="341726"/>
                      </a:lnTo>
                      <a:lnTo>
                        <a:pt x="555916" y="341726"/>
                      </a:lnTo>
                      <a:lnTo>
                        <a:pt x="555916" y="303071"/>
                      </a:lnTo>
                      <a:close/>
                      <a:moveTo>
                        <a:pt x="216243" y="266609"/>
                      </a:moveTo>
                      <a:lnTo>
                        <a:pt x="216243" y="310473"/>
                      </a:lnTo>
                      <a:lnTo>
                        <a:pt x="293953" y="310473"/>
                      </a:lnTo>
                      <a:lnTo>
                        <a:pt x="293953" y="266609"/>
                      </a:lnTo>
                      <a:close/>
                      <a:moveTo>
                        <a:pt x="69884" y="266609"/>
                      </a:moveTo>
                      <a:lnTo>
                        <a:pt x="69884" y="310473"/>
                      </a:lnTo>
                      <a:lnTo>
                        <a:pt x="147595" y="310473"/>
                      </a:lnTo>
                      <a:lnTo>
                        <a:pt x="147595" y="266609"/>
                      </a:lnTo>
                      <a:close/>
                      <a:moveTo>
                        <a:pt x="460769" y="230010"/>
                      </a:moveTo>
                      <a:lnTo>
                        <a:pt x="460769" y="268528"/>
                      </a:lnTo>
                      <a:lnTo>
                        <a:pt x="555916" y="268528"/>
                      </a:lnTo>
                      <a:lnTo>
                        <a:pt x="555916" y="230010"/>
                      </a:lnTo>
                      <a:close/>
                      <a:moveTo>
                        <a:pt x="216243" y="193549"/>
                      </a:moveTo>
                      <a:lnTo>
                        <a:pt x="216243" y="237412"/>
                      </a:lnTo>
                      <a:lnTo>
                        <a:pt x="293953" y="237412"/>
                      </a:lnTo>
                      <a:lnTo>
                        <a:pt x="293953" y="193549"/>
                      </a:lnTo>
                      <a:close/>
                      <a:moveTo>
                        <a:pt x="69884" y="193549"/>
                      </a:moveTo>
                      <a:lnTo>
                        <a:pt x="69884" y="237412"/>
                      </a:lnTo>
                      <a:lnTo>
                        <a:pt x="147595" y="237412"/>
                      </a:lnTo>
                      <a:lnTo>
                        <a:pt x="147595" y="193549"/>
                      </a:lnTo>
                      <a:close/>
                      <a:moveTo>
                        <a:pt x="460769" y="156950"/>
                      </a:moveTo>
                      <a:lnTo>
                        <a:pt x="460769" y="195468"/>
                      </a:lnTo>
                      <a:lnTo>
                        <a:pt x="555916" y="195468"/>
                      </a:lnTo>
                      <a:lnTo>
                        <a:pt x="555916" y="156950"/>
                      </a:lnTo>
                      <a:close/>
                      <a:moveTo>
                        <a:pt x="192926" y="96251"/>
                      </a:moveTo>
                      <a:lnTo>
                        <a:pt x="361366" y="96251"/>
                      </a:lnTo>
                      <a:lnTo>
                        <a:pt x="361366" y="114880"/>
                      </a:lnTo>
                      <a:lnTo>
                        <a:pt x="192926" y="114880"/>
                      </a:lnTo>
                      <a:close/>
                      <a:moveTo>
                        <a:pt x="192926" y="49819"/>
                      </a:moveTo>
                      <a:lnTo>
                        <a:pt x="361366" y="49819"/>
                      </a:lnTo>
                      <a:lnTo>
                        <a:pt x="361366" y="68307"/>
                      </a:lnTo>
                      <a:lnTo>
                        <a:pt x="192926" y="68307"/>
                      </a:lnTo>
                      <a:close/>
                      <a:moveTo>
                        <a:pt x="166130" y="25222"/>
                      </a:moveTo>
                      <a:lnTo>
                        <a:pt x="166130" y="155716"/>
                      </a:lnTo>
                      <a:lnTo>
                        <a:pt x="338987" y="155716"/>
                      </a:lnTo>
                      <a:lnTo>
                        <a:pt x="338987" y="341040"/>
                      </a:lnTo>
                      <a:lnTo>
                        <a:pt x="338987" y="531710"/>
                      </a:lnTo>
                      <a:lnTo>
                        <a:pt x="366721" y="531710"/>
                      </a:lnTo>
                      <a:lnTo>
                        <a:pt x="366721" y="341040"/>
                      </a:lnTo>
                      <a:lnTo>
                        <a:pt x="366721" y="155305"/>
                      </a:lnTo>
                      <a:lnTo>
                        <a:pt x="388002" y="143517"/>
                      </a:lnTo>
                      <a:lnTo>
                        <a:pt x="388002" y="25222"/>
                      </a:lnTo>
                      <a:close/>
                      <a:moveTo>
                        <a:pt x="140867" y="0"/>
                      </a:moveTo>
                      <a:lnTo>
                        <a:pt x="413402" y="0"/>
                      </a:lnTo>
                      <a:lnTo>
                        <a:pt x="413402" y="129398"/>
                      </a:lnTo>
                      <a:lnTo>
                        <a:pt x="432486" y="118843"/>
                      </a:lnTo>
                      <a:lnTo>
                        <a:pt x="584199" y="118843"/>
                      </a:lnTo>
                      <a:lnTo>
                        <a:pt x="584199" y="531710"/>
                      </a:lnTo>
                      <a:lnTo>
                        <a:pt x="609050" y="531710"/>
                      </a:lnTo>
                      <a:lnTo>
                        <a:pt x="609050" y="586540"/>
                      </a:lnTo>
                      <a:lnTo>
                        <a:pt x="0" y="586540"/>
                      </a:lnTo>
                      <a:lnTo>
                        <a:pt x="0" y="531710"/>
                      </a:lnTo>
                      <a:lnTo>
                        <a:pt x="24851" y="531710"/>
                      </a:lnTo>
                      <a:lnTo>
                        <a:pt x="24851" y="155716"/>
                      </a:lnTo>
                      <a:lnTo>
                        <a:pt x="140867" y="15571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  <a:prstDash val="solid"/>
                  <a:round/>
                </a:ln>
              </p:spPr>
              <p:txBody>
                <a:bodyPr wrap="square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eaLnBrk="1" fontAlgn="auto" hangingPunct="1">
                    <a:defRPr/>
                  </a:pPr>
                  <a:endParaRPr lang="en-IN" sz="2400" noProof="1"/>
                </a:p>
              </p:txBody>
            </p:sp>
          </p:grpSp>
        </p:grpSp>
        <p:sp>
          <p:nvSpPr>
            <p:cNvPr id="7" name="ïṧ1îḋe"/>
            <p:cNvSpPr/>
            <p:nvPr/>
          </p:nvSpPr>
          <p:spPr bwMode="auto">
            <a:xfrm>
              <a:off x="673100" y="1831026"/>
              <a:ext cx="3778766" cy="798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  <a:p>
              <a:pPr marL="171450" indent="-171450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sp>
          <p:nvSpPr>
            <p:cNvPr id="8" name="îṩḻîdè"/>
            <p:cNvSpPr txBox="1"/>
            <p:nvPr/>
          </p:nvSpPr>
          <p:spPr bwMode="auto">
            <a:xfrm>
              <a:off x="673100" y="1340074"/>
              <a:ext cx="3778766" cy="4909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9" name="îŝḷîďe"/>
            <p:cNvSpPr/>
            <p:nvPr/>
          </p:nvSpPr>
          <p:spPr bwMode="auto">
            <a:xfrm>
              <a:off x="673100" y="3484626"/>
              <a:ext cx="3778766" cy="798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  <a:p>
              <a:pPr marL="171450" indent="-171450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sp>
          <p:nvSpPr>
            <p:cNvPr id="10" name="išḷiḍe"/>
            <p:cNvSpPr txBox="1"/>
            <p:nvPr/>
          </p:nvSpPr>
          <p:spPr bwMode="auto">
            <a:xfrm>
              <a:off x="673100" y="2993674"/>
              <a:ext cx="3778766" cy="4909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11" name="iṧľiďè"/>
            <p:cNvSpPr/>
            <p:nvPr/>
          </p:nvSpPr>
          <p:spPr bwMode="auto">
            <a:xfrm>
              <a:off x="673100" y="5138226"/>
              <a:ext cx="3778766" cy="798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  <a:p>
              <a:pPr marL="171450" indent="-171450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sp>
          <p:nvSpPr>
            <p:cNvPr id="12" name="iŝ1ïďe"/>
            <p:cNvSpPr txBox="1"/>
            <p:nvPr/>
          </p:nvSpPr>
          <p:spPr bwMode="auto">
            <a:xfrm>
              <a:off x="673100" y="4647274"/>
              <a:ext cx="3778766" cy="4909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13" name="íślíḍé"/>
            <p:cNvSpPr/>
            <p:nvPr/>
          </p:nvSpPr>
          <p:spPr bwMode="auto">
            <a:xfrm>
              <a:off x="7740134" y="1831026"/>
              <a:ext cx="3778766" cy="798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 algn="r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  <a:p>
              <a:pPr marL="171450" indent="-171450" algn="r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sp>
          <p:nvSpPr>
            <p:cNvPr id="14" name="iŝļíḑe"/>
            <p:cNvSpPr txBox="1"/>
            <p:nvPr/>
          </p:nvSpPr>
          <p:spPr bwMode="auto">
            <a:xfrm>
              <a:off x="7740134" y="1340074"/>
              <a:ext cx="3778766" cy="4909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15" name="íṣļîďé"/>
            <p:cNvSpPr/>
            <p:nvPr/>
          </p:nvSpPr>
          <p:spPr bwMode="auto">
            <a:xfrm>
              <a:off x="7740134" y="3484626"/>
              <a:ext cx="3778766" cy="798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 algn="r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  <a:p>
              <a:pPr marL="171450" indent="-171450" algn="r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sp>
          <p:nvSpPr>
            <p:cNvPr id="16" name="íŝľïḍè"/>
            <p:cNvSpPr txBox="1"/>
            <p:nvPr/>
          </p:nvSpPr>
          <p:spPr bwMode="auto">
            <a:xfrm>
              <a:off x="7740134" y="2993674"/>
              <a:ext cx="3778766" cy="4909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17" name="îṩļíḑè"/>
            <p:cNvSpPr/>
            <p:nvPr/>
          </p:nvSpPr>
          <p:spPr bwMode="auto">
            <a:xfrm>
              <a:off x="7740134" y="5138226"/>
              <a:ext cx="3778766" cy="798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 algn="r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  <a:p>
              <a:pPr marL="171450" indent="-171450" algn="r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sp>
          <p:nvSpPr>
            <p:cNvPr id="18" name="íṣḷîḋé"/>
            <p:cNvSpPr txBox="1"/>
            <p:nvPr/>
          </p:nvSpPr>
          <p:spPr bwMode="auto">
            <a:xfrm>
              <a:off x="7740134" y="4647274"/>
              <a:ext cx="3778766" cy="4909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</p:grpSp>
      <p:pic>
        <p:nvPicPr>
          <p:cNvPr id="45" name="图片 44" descr="中科大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0600" y="110490"/>
            <a:ext cx="769620" cy="7696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4"/>
          <p:cNvSpPr>
            <a:spLocks noGrp="1"/>
          </p:cNvSpPr>
          <p:nvPr>
            <p:ph type="title"/>
          </p:nvPr>
        </p:nvSpPr>
        <p:spPr>
          <a:xfrm>
            <a:off x="4258653" y="2112478"/>
            <a:ext cx="5419185" cy="895350"/>
          </a:xfrm>
        </p:spPr>
        <p:txBody>
          <a:bodyPr/>
          <a:lstStyle/>
          <a:p>
            <a:r>
              <a:rPr lang="en-US" altLang="zh-CN" dirty="0"/>
              <a:t>Section Header Here</a:t>
            </a:r>
            <a:endParaRPr lang="zh-CN" altLang="en-US" dirty="0"/>
          </a:p>
        </p:txBody>
      </p:sp>
      <p:sp>
        <p:nvSpPr>
          <p:cNvPr id="8" name="文本占位符 5"/>
          <p:cNvSpPr>
            <a:spLocks noGrp="1"/>
          </p:cNvSpPr>
          <p:nvPr>
            <p:ph type="body" idx="1"/>
          </p:nvPr>
        </p:nvSpPr>
        <p:spPr>
          <a:xfrm>
            <a:off x="4259769" y="3007828"/>
            <a:ext cx="5419185" cy="1015623"/>
          </a:xfrm>
        </p:spPr>
        <p:txBody>
          <a:bodyPr/>
          <a:lstStyle/>
          <a:p>
            <a:pPr lvl="0">
              <a:lnSpc>
                <a:spcPct val="100000"/>
              </a:lnSpc>
            </a:pPr>
            <a:r>
              <a:rPr lang="en-US" altLang="zh-CN" dirty="0"/>
              <a:t>Supporting text here.</a:t>
            </a:r>
            <a:endParaRPr lang="en-US" altLang="zh-CN" dirty="0"/>
          </a:p>
          <a:p>
            <a:pPr lvl="0">
              <a:lnSpc>
                <a:spcPct val="100000"/>
              </a:lnSpc>
            </a:pPr>
            <a:r>
              <a:rPr lang="en-US" altLang="zh-CN" dirty="0"/>
              <a:t>When you copy &amp; paste, choose "keep text only" option.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389710" y="2654170"/>
            <a:ext cx="102351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</a:t>
            </a:r>
            <a:r>
              <a:rPr lang="en-US" altLang="zh-CN" spc="100" dirty="0" smtClean="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06</a:t>
            </a:r>
            <a:endParaRPr lang="zh-CN" altLang="en-US" spc="100" dirty="0">
              <a:solidFill>
                <a:schemeClr val="accent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图片 1" descr="中科大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0600" y="110490"/>
            <a:ext cx="769620" cy="7696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5" name="5b77cc64-61eb-411a-af83-0ba27bb97deb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813289" y="1123951"/>
            <a:ext cx="8565422" cy="5041460"/>
            <a:chOff x="1813289" y="1123951"/>
            <a:chExt cx="8565422" cy="5041460"/>
          </a:xfrm>
        </p:grpSpPr>
        <p:sp>
          <p:nvSpPr>
            <p:cNvPr id="6" name="iṥlïḓe"/>
            <p:cNvSpPr/>
            <p:nvPr/>
          </p:nvSpPr>
          <p:spPr bwMode="auto">
            <a:xfrm>
              <a:off x="5675396" y="3630576"/>
              <a:ext cx="982593" cy="573542"/>
            </a:xfrm>
            <a:custGeom>
              <a:avLst/>
              <a:gdLst>
                <a:gd name="T0" fmla="*/ 325 w 715"/>
                <a:gd name="T1" fmla="*/ 0 h 430"/>
                <a:gd name="T2" fmla="*/ 650 w 715"/>
                <a:gd name="T3" fmla="*/ 255 h 430"/>
                <a:gd name="T4" fmla="*/ 650 w 715"/>
                <a:gd name="T5" fmla="*/ 300 h 430"/>
                <a:gd name="T6" fmla="*/ 715 w 715"/>
                <a:gd name="T7" fmla="*/ 300 h 430"/>
                <a:gd name="T8" fmla="*/ 515 w 715"/>
                <a:gd name="T9" fmla="*/ 430 h 430"/>
                <a:gd name="T10" fmla="*/ 310 w 715"/>
                <a:gd name="T11" fmla="*/ 300 h 430"/>
                <a:gd name="T12" fmla="*/ 375 w 715"/>
                <a:gd name="T13" fmla="*/ 300 h 430"/>
                <a:gd name="T14" fmla="*/ 180 w 715"/>
                <a:gd name="T15" fmla="*/ 135 h 430"/>
                <a:gd name="T16" fmla="*/ 0 w 715"/>
                <a:gd name="T17" fmla="*/ 240 h 430"/>
                <a:gd name="T18" fmla="*/ 325 w 715"/>
                <a:gd name="T19" fmla="*/ 0 h 4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715"/>
                <a:gd name="T31" fmla="*/ 0 h 430"/>
                <a:gd name="T32" fmla="*/ 715 w 715"/>
                <a:gd name="T33" fmla="*/ 430 h 43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715" h="430">
                  <a:moveTo>
                    <a:pt x="325" y="0"/>
                  </a:moveTo>
                  <a:cubicBezTo>
                    <a:pt x="500" y="0"/>
                    <a:pt x="650" y="115"/>
                    <a:pt x="650" y="255"/>
                  </a:cubicBezTo>
                  <a:cubicBezTo>
                    <a:pt x="650" y="270"/>
                    <a:pt x="650" y="285"/>
                    <a:pt x="650" y="300"/>
                  </a:cubicBezTo>
                  <a:lnTo>
                    <a:pt x="715" y="300"/>
                  </a:lnTo>
                  <a:lnTo>
                    <a:pt x="515" y="430"/>
                  </a:lnTo>
                  <a:lnTo>
                    <a:pt x="310" y="300"/>
                  </a:lnTo>
                  <a:lnTo>
                    <a:pt x="375" y="300"/>
                  </a:lnTo>
                  <a:cubicBezTo>
                    <a:pt x="365" y="210"/>
                    <a:pt x="280" y="135"/>
                    <a:pt x="180" y="135"/>
                  </a:cubicBezTo>
                  <a:cubicBezTo>
                    <a:pt x="100" y="135"/>
                    <a:pt x="35" y="180"/>
                    <a:pt x="0" y="240"/>
                  </a:cubicBezTo>
                  <a:cubicBezTo>
                    <a:pt x="10" y="105"/>
                    <a:pt x="150" y="0"/>
                    <a:pt x="325" y="0"/>
                  </a:cubicBezTo>
                </a:path>
              </a:pathLst>
            </a:custGeom>
            <a:solidFill>
              <a:schemeClr val="accent1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sp3d extrusionH="742950" prstMaterial="plastic">
              <a:contourClr>
                <a:schemeClr val="tx2"/>
              </a:contourClr>
            </a:sp3d>
          </p:spPr>
          <p:txBody>
            <a:bodyPr wrap="none" lIns="90000" tIns="46800" rIns="90000" bIns="46800">
              <a:normAutofit/>
            </a:bodyPr>
            <a:lstStyle/>
            <a:p>
              <a:pPr algn="ctr">
                <a:spcBef>
                  <a:spcPct val="50000"/>
                </a:spcBef>
                <a:buClr>
                  <a:schemeClr val="bg1"/>
                </a:buClr>
              </a:pPr>
              <a:endParaRPr lang="en-US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ís1íḑe"/>
            <p:cNvSpPr/>
            <p:nvPr/>
          </p:nvSpPr>
          <p:spPr bwMode="auto">
            <a:xfrm>
              <a:off x="5598922" y="4052444"/>
              <a:ext cx="982593" cy="573542"/>
            </a:xfrm>
            <a:custGeom>
              <a:avLst/>
              <a:gdLst>
                <a:gd name="T0" fmla="*/ 390 w 715"/>
                <a:gd name="T1" fmla="*/ 430 h 430"/>
                <a:gd name="T2" fmla="*/ 65 w 715"/>
                <a:gd name="T3" fmla="*/ 175 h 430"/>
                <a:gd name="T4" fmla="*/ 65 w 715"/>
                <a:gd name="T5" fmla="*/ 130 h 430"/>
                <a:gd name="T6" fmla="*/ 0 w 715"/>
                <a:gd name="T7" fmla="*/ 130 h 430"/>
                <a:gd name="T8" fmla="*/ 200 w 715"/>
                <a:gd name="T9" fmla="*/ 0 h 430"/>
                <a:gd name="T10" fmla="*/ 405 w 715"/>
                <a:gd name="T11" fmla="*/ 130 h 430"/>
                <a:gd name="T12" fmla="*/ 340 w 715"/>
                <a:gd name="T13" fmla="*/ 130 h 430"/>
                <a:gd name="T14" fmla="*/ 535 w 715"/>
                <a:gd name="T15" fmla="*/ 295 h 430"/>
                <a:gd name="T16" fmla="*/ 715 w 715"/>
                <a:gd name="T17" fmla="*/ 190 h 430"/>
                <a:gd name="T18" fmla="*/ 390 w 715"/>
                <a:gd name="T19" fmla="*/ 430 h 4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715"/>
                <a:gd name="T31" fmla="*/ 0 h 430"/>
                <a:gd name="T32" fmla="*/ 715 w 715"/>
                <a:gd name="T33" fmla="*/ 430 h 43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715" h="430">
                  <a:moveTo>
                    <a:pt x="390" y="430"/>
                  </a:moveTo>
                  <a:cubicBezTo>
                    <a:pt x="215" y="430"/>
                    <a:pt x="65" y="315"/>
                    <a:pt x="65" y="175"/>
                  </a:cubicBezTo>
                  <a:cubicBezTo>
                    <a:pt x="65" y="160"/>
                    <a:pt x="65" y="145"/>
                    <a:pt x="65" y="130"/>
                  </a:cubicBezTo>
                  <a:lnTo>
                    <a:pt x="0" y="130"/>
                  </a:lnTo>
                  <a:lnTo>
                    <a:pt x="200" y="0"/>
                  </a:lnTo>
                  <a:lnTo>
                    <a:pt x="405" y="130"/>
                  </a:lnTo>
                  <a:lnTo>
                    <a:pt x="340" y="130"/>
                  </a:lnTo>
                  <a:cubicBezTo>
                    <a:pt x="350" y="220"/>
                    <a:pt x="455" y="295"/>
                    <a:pt x="535" y="295"/>
                  </a:cubicBezTo>
                  <a:cubicBezTo>
                    <a:pt x="615" y="295"/>
                    <a:pt x="680" y="250"/>
                    <a:pt x="715" y="190"/>
                  </a:cubicBezTo>
                  <a:cubicBezTo>
                    <a:pt x="705" y="325"/>
                    <a:pt x="565" y="430"/>
                    <a:pt x="390" y="430"/>
                  </a:cubicBezTo>
                </a:path>
              </a:pathLst>
            </a:custGeom>
            <a:solidFill>
              <a:schemeClr val="accent6"/>
            </a:solidFill>
            <a:ln w="12700" cap="flat" cmpd="sng">
              <a:solidFill>
                <a:schemeClr val="lt1"/>
              </a:solidFill>
              <a:prstDash val="solid"/>
              <a:round/>
            </a:ln>
          </p:spPr>
          <p:txBody>
            <a:bodyPr wrap="none" lIns="90000" tIns="46800" rIns="90000" bIns="46800">
              <a:normAutofit/>
            </a:bodyPr>
            <a:lstStyle/>
            <a:p>
              <a:endParaRPr lang="en-US" dirty="0"/>
            </a:p>
          </p:txBody>
        </p:sp>
        <p:sp>
          <p:nvSpPr>
            <p:cNvPr id="8" name="iṩľídé"/>
            <p:cNvSpPr/>
            <p:nvPr/>
          </p:nvSpPr>
          <p:spPr bwMode="auto">
            <a:xfrm>
              <a:off x="2510804" y="2612380"/>
              <a:ext cx="2922911" cy="2846136"/>
            </a:xfrm>
            <a:prstGeom prst="rect">
              <a:avLst/>
            </a:prstGeom>
            <a:solidFill>
              <a:schemeClr val="accent1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balanced" dir="t"/>
            </a:scene3d>
            <a:sp3d extrusionH="742950" prstMaterial="plastic">
              <a:contourClr>
                <a:schemeClr val="tx2"/>
              </a:contourClr>
            </a:sp3d>
          </p:spPr>
          <p:txBody>
            <a:bodyPr wrap="none" lIns="90000" tIns="46800" rIns="90000" bIns="46800">
              <a:normAutofit/>
            </a:bodyPr>
            <a:lstStyle/>
            <a:p>
              <a:pPr marL="342900" indent="-342900">
                <a:spcBef>
                  <a:spcPct val="50000"/>
                </a:spcBef>
                <a:buClr>
                  <a:schemeClr val="bg1"/>
                </a:buClr>
                <a:buFont typeface="Wingdings" panose="05000000000000000000" pitchFamily="2" charset="2"/>
                <a:buChar char="v"/>
                <a:defRPr/>
              </a:pPr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9" name="íṩľiḋé"/>
            <p:cNvSpPr/>
            <p:nvPr/>
          </p:nvSpPr>
          <p:spPr bwMode="auto">
            <a:xfrm>
              <a:off x="6837764" y="2604385"/>
              <a:ext cx="2922911" cy="2846136"/>
            </a:xfrm>
            <a:prstGeom prst="rect">
              <a:avLst/>
            </a:prstGeom>
            <a:solidFill>
              <a:schemeClr val="accent1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balanced" dir="t"/>
            </a:scene3d>
            <a:sp3d extrusionH="742950" prstMaterial="plastic">
              <a:contourClr>
                <a:schemeClr val="tx2"/>
              </a:contourClr>
            </a:sp3d>
          </p:spPr>
          <p:txBody>
            <a:bodyPr wrap="none" lIns="90000" tIns="46800" rIns="90000" bIns="46800">
              <a:normAutofit/>
            </a:bodyPr>
            <a:lstStyle/>
            <a:p>
              <a:pPr marL="342900" indent="-342900">
                <a:spcBef>
                  <a:spcPct val="50000"/>
                </a:spcBef>
                <a:buClr>
                  <a:schemeClr val="bg1"/>
                </a:buClr>
                <a:buFont typeface="Wingdings" panose="05000000000000000000" pitchFamily="2" charset="2"/>
                <a:buChar char="v"/>
              </a:pPr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10" name="íṧľîdê"/>
            <p:cNvSpPr/>
            <p:nvPr/>
          </p:nvSpPr>
          <p:spPr bwMode="auto">
            <a:xfrm>
              <a:off x="1813289" y="5501259"/>
              <a:ext cx="8565421" cy="66415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balanced" dir="t"/>
            </a:scene3d>
            <a:sp3d extrusionH="850900"/>
          </p:spPr>
          <p:txBody>
            <a:bodyPr wrap="none" lIns="90000" tIns="46800" rIns="90000" bIns="46800" anchor="ctr">
              <a:normAutofit/>
            </a:bodyPr>
            <a:lstStyle/>
            <a:p>
              <a:pPr algn="ctr">
                <a:spcBef>
                  <a:spcPct val="5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sz="1600" b="1"/>
                <a:t>Text here</a:t>
              </a:r>
              <a:endParaRPr lang="en-US" altLang="zh-CN" sz="1600" b="1" dirty="0"/>
            </a:p>
          </p:txBody>
        </p:sp>
        <p:sp>
          <p:nvSpPr>
            <p:cNvPr id="11" name="iś1îḑé"/>
            <p:cNvSpPr/>
            <p:nvPr/>
          </p:nvSpPr>
          <p:spPr bwMode="auto">
            <a:xfrm>
              <a:off x="1813290" y="1123951"/>
              <a:ext cx="8565421" cy="1431061"/>
            </a:xfrm>
            <a:prstGeom prst="triangle">
              <a:avLst/>
            </a:prstGeom>
            <a:solidFill>
              <a:schemeClr val="tx2">
                <a:lumMod val="20000"/>
                <a:lumOff val="80000"/>
              </a:schemeClr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balanced" dir="t"/>
            </a:scene3d>
            <a:sp3d extrusionH="850900"/>
          </p:spPr>
          <p:txBody>
            <a:bodyPr wrap="none" lIns="90000" tIns="46800" rIns="90000" bIns="46800" anchor="ctr">
              <a:normAutofit/>
            </a:bodyPr>
            <a:lstStyle/>
            <a:p>
              <a:pPr algn="ctr">
                <a:spcBef>
                  <a:spcPct val="5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  <a:defRPr/>
              </a:pPr>
              <a:r>
                <a:rPr lang="en-US" sz="1600" b="1" dirty="0"/>
                <a:t>Text here</a:t>
              </a:r>
              <a:endParaRPr lang="en-US" sz="1600" b="1" dirty="0"/>
            </a:p>
          </p:txBody>
        </p:sp>
        <p:grpSp>
          <p:nvGrpSpPr>
            <p:cNvPr id="12" name="ïṧ1iḋè"/>
            <p:cNvGrpSpPr/>
            <p:nvPr/>
          </p:nvGrpSpPr>
          <p:grpSpPr>
            <a:xfrm>
              <a:off x="2517817" y="3034599"/>
              <a:ext cx="2908885" cy="1765493"/>
              <a:chOff x="719137" y="2442364"/>
              <a:chExt cx="5376847" cy="1662244"/>
            </a:xfrm>
          </p:grpSpPr>
          <p:sp>
            <p:nvSpPr>
              <p:cNvPr id="16" name="îṥḻïḋe"/>
              <p:cNvSpPr/>
              <p:nvPr/>
            </p:nvSpPr>
            <p:spPr bwMode="auto">
              <a:xfrm>
                <a:off x="719137" y="2884168"/>
                <a:ext cx="5376845" cy="12204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>
                    <a:solidFill>
                      <a:schemeClr val="bg1"/>
                    </a:solidFill>
                  </a:rPr>
                  <a:t>Supporting text here. </a:t>
                </a:r>
                <a:endParaRPr lang="en-US" altLang="zh-CN" sz="1100" dirty="0">
                  <a:solidFill>
                    <a:schemeClr val="bg1"/>
                  </a:solidFill>
                </a:endParaRPr>
              </a:p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>
                    <a:solidFill>
                      <a:schemeClr val="bg1"/>
                    </a:solidFill>
                  </a:rPr>
                  <a:t>When you copy &amp; paste, choose "keep text only" option.</a:t>
                </a:r>
                <a:endParaRPr lang="en-US" altLang="zh-CN" sz="1100" dirty="0">
                  <a:solidFill>
                    <a:schemeClr val="bg1"/>
                  </a:solidFill>
                </a:endParaRPr>
              </a:p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>
                    <a:solidFill>
                      <a:schemeClr val="bg1"/>
                    </a:solidFill>
                  </a:rPr>
                  <a:t>……</a:t>
                </a:r>
                <a:endParaRPr lang="zh-CN" altLang="en-US" sz="11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íšļïḓe"/>
              <p:cNvSpPr txBox="1"/>
              <p:nvPr/>
            </p:nvSpPr>
            <p:spPr bwMode="auto">
              <a:xfrm>
                <a:off x="719137" y="2442364"/>
                <a:ext cx="5376847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>
                    <a:solidFill>
                      <a:schemeClr val="bg1"/>
                    </a:solidFill>
                  </a:rPr>
                  <a:t>Text here</a:t>
                </a:r>
                <a:endParaRPr lang="en-US" altLang="zh-CN" sz="20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3" name="iṥḷïďé"/>
            <p:cNvGrpSpPr/>
            <p:nvPr/>
          </p:nvGrpSpPr>
          <p:grpSpPr>
            <a:xfrm>
              <a:off x="6844777" y="3034599"/>
              <a:ext cx="2908885" cy="1765493"/>
              <a:chOff x="719137" y="2442364"/>
              <a:chExt cx="5376847" cy="1662244"/>
            </a:xfrm>
          </p:grpSpPr>
          <p:sp>
            <p:nvSpPr>
              <p:cNvPr id="14" name="ïs1ïďé"/>
              <p:cNvSpPr/>
              <p:nvPr/>
            </p:nvSpPr>
            <p:spPr bwMode="auto">
              <a:xfrm>
                <a:off x="719137" y="2884168"/>
                <a:ext cx="5376845" cy="12204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>
                    <a:solidFill>
                      <a:schemeClr val="bg1"/>
                    </a:solidFill>
                  </a:rPr>
                  <a:t>Supporting text here. </a:t>
                </a:r>
                <a:endParaRPr lang="en-US" altLang="zh-CN" sz="1100" dirty="0">
                  <a:solidFill>
                    <a:schemeClr val="bg1"/>
                  </a:solidFill>
                </a:endParaRPr>
              </a:p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>
                    <a:solidFill>
                      <a:schemeClr val="bg1"/>
                    </a:solidFill>
                  </a:rPr>
                  <a:t>When you copy &amp; paste, choose "keep text only" option.</a:t>
                </a:r>
                <a:endParaRPr lang="en-US" altLang="zh-CN" sz="1100" dirty="0">
                  <a:solidFill>
                    <a:schemeClr val="bg1"/>
                  </a:solidFill>
                </a:endParaRPr>
              </a:p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>
                    <a:solidFill>
                      <a:schemeClr val="bg1"/>
                    </a:solidFill>
                  </a:rPr>
                  <a:t>……</a:t>
                </a:r>
                <a:endParaRPr lang="zh-CN" altLang="en-US" sz="11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îslîḑê"/>
              <p:cNvSpPr txBox="1"/>
              <p:nvPr/>
            </p:nvSpPr>
            <p:spPr bwMode="auto">
              <a:xfrm>
                <a:off x="719137" y="2442364"/>
                <a:ext cx="5376847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>
                    <a:solidFill>
                      <a:schemeClr val="bg1"/>
                    </a:solidFill>
                  </a:rPr>
                  <a:t>Text here</a:t>
                </a:r>
                <a:endParaRPr lang="en-US" altLang="zh-CN" sz="2000" b="1" dirty="0">
                  <a:solidFill>
                    <a:schemeClr val="bg1"/>
                  </a:solidFill>
                </a:endParaRPr>
              </a:p>
            </p:txBody>
          </p:sp>
        </p:grpSp>
      </p:grpSp>
      <p:pic>
        <p:nvPicPr>
          <p:cNvPr id="18" name="图片 17" descr="中科大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0600" y="110490"/>
            <a:ext cx="769620" cy="7696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5" name="20023115-c619-442b-bd09-60334595910a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87281" y="1122077"/>
            <a:ext cx="10831619" cy="5034349"/>
            <a:chOff x="687281" y="1125252"/>
            <a:chExt cx="10831619" cy="5034349"/>
          </a:xfrm>
        </p:grpSpPr>
        <p:grpSp>
          <p:nvGrpSpPr>
            <p:cNvPr id="6" name="işľídê"/>
            <p:cNvGrpSpPr/>
            <p:nvPr/>
          </p:nvGrpSpPr>
          <p:grpSpPr>
            <a:xfrm>
              <a:off x="4025188" y="1125252"/>
              <a:ext cx="4141625" cy="5034349"/>
              <a:chOff x="4164175" y="1130937"/>
              <a:chExt cx="3873514" cy="4708447"/>
            </a:xfrm>
          </p:grpSpPr>
          <p:sp>
            <p:nvSpPr>
              <p:cNvPr id="31" name="ïSḻîďè"/>
              <p:cNvSpPr/>
              <p:nvPr/>
            </p:nvSpPr>
            <p:spPr>
              <a:xfrm>
                <a:off x="4164175" y="1545435"/>
                <a:ext cx="3873514" cy="387351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ru-RU"/>
              </a:p>
            </p:txBody>
          </p:sp>
          <p:sp>
            <p:nvSpPr>
              <p:cNvPr id="32" name="îṩļidé"/>
              <p:cNvSpPr/>
              <p:nvPr/>
            </p:nvSpPr>
            <p:spPr>
              <a:xfrm>
                <a:off x="4892268" y="2273528"/>
                <a:ext cx="2417328" cy="241732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ru-RU"/>
              </a:p>
            </p:txBody>
          </p:sp>
          <p:grpSp>
            <p:nvGrpSpPr>
              <p:cNvPr id="33" name="îṡḷîḓè"/>
              <p:cNvGrpSpPr/>
              <p:nvPr/>
            </p:nvGrpSpPr>
            <p:grpSpPr>
              <a:xfrm>
                <a:off x="4253479" y="1130937"/>
                <a:ext cx="3689552" cy="4708447"/>
                <a:chOff x="7443" y="11257"/>
                <a:chExt cx="6995549" cy="8927422"/>
              </a:xfrm>
              <a:solidFill>
                <a:schemeClr val="accent3"/>
              </a:solidFill>
            </p:grpSpPr>
            <p:sp>
              <p:nvSpPr>
                <p:cNvPr id="34" name="ïṧḷîḍè"/>
                <p:cNvSpPr/>
                <p:nvPr/>
              </p:nvSpPr>
              <p:spPr>
                <a:xfrm>
                  <a:off x="1053779" y="1373606"/>
                  <a:ext cx="5480940" cy="756507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6450" y="494"/>
                      </a:moveTo>
                      <a:lnTo>
                        <a:pt x="6726" y="251"/>
                      </a:lnTo>
                      <a:cubicBezTo>
                        <a:pt x="7563" y="629"/>
                        <a:pt x="8309" y="1103"/>
                        <a:pt x="8936" y="1654"/>
                      </a:cubicBezTo>
                      <a:cubicBezTo>
                        <a:pt x="9660" y="2292"/>
                        <a:pt x="10213" y="3022"/>
                        <a:pt x="10565" y="3808"/>
                      </a:cubicBezTo>
                      <a:cubicBezTo>
                        <a:pt x="11542" y="3367"/>
                        <a:pt x="12321" y="2731"/>
                        <a:pt x="12808" y="1976"/>
                      </a:cubicBezTo>
                      <a:cubicBezTo>
                        <a:pt x="13199" y="1370"/>
                        <a:pt x="13389" y="706"/>
                        <a:pt x="13363" y="38"/>
                      </a:cubicBezTo>
                      <a:lnTo>
                        <a:pt x="13628" y="0"/>
                      </a:lnTo>
                      <a:cubicBezTo>
                        <a:pt x="13883" y="666"/>
                        <a:pt x="13846" y="1373"/>
                        <a:pt x="13525" y="2024"/>
                      </a:cubicBezTo>
                      <a:cubicBezTo>
                        <a:pt x="13220" y="2641"/>
                        <a:pt x="12678" y="3170"/>
                        <a:pt x="12168" y="3702"/>
                      </a:cubicBezTo>
                      <a:cubicBezTo>
                        <a:pt x="11896" y="3986"/>
                        <a:pt x="11629" y="4275"/>
                        <a:pt x="11369" y="4567"/>
                      </a:cubicBezTo>
                      <a:cubicBezTo>
                        <a:pt x="11050" y="4996"/>
                        <a:pt x="10809" y="5452"/>
                        <a:pt x="10651" y="5926"/>
                      </a:cubicBezTo>
                      <a:cubicBezTo>
                        <a:pt x="10495" y="6393"/>
                        <a:pt x="10421" y="6873"/>
                        <a:pt x="10431" y="7354"/>
                      </a:cubicBezTo>
                      <a:cubicBezTo>
                        <a:pt x="11077" y="6991"/>
                        <a:pt x="11837" y="6747"/>
                        <a:pt x="12642" y="6643"/>
                      </a:cubicBezTo>
                      <a:cubicBezTo>
                        <a:pt x="13062" y="6589"/>
                        <a:pt x="13488" y="6575"/>
                        <a:pt x="13910" y="6534"/>
                      </a:cubicBezTo>
                      <a:cubicBezTo>
                        <a:pt x="14323" y="6494"/>
                        <a:pt x="14730" y="6430"/>
                        <a:pt x="15128" y="6343"/>
                      </a:cubicBezTo>
                      <a:cubicBezTo>
                        <a:pt x="16060" y="6063"/>
                        <a:pt x="16878" y="5615"/>
                        <a:pt x="17505" y="5042"/>
                      </a:cubicBezTo>
                      <a:cubicBezTo>
                        <a:pt x="18240" y="4371"/>
                        <a:pt x="18682" y="3556"/>
                        <a:pt x="18775" y="2701"/>
                      </a:cubicBezTo>
                      <a:lnTo>
                        <a:pt x="19210" y="2702"/>
                      </a:lnTo>
                      <a:cubicBezTo>
                        <a:pt x="19202" y="3832"/>
                        <a:pt x="18691" y="4930"/>
                        <a:pt x="17753" y="5832"/>
                      </a:cubicBezTo>
                      <a:cubicBezTo>
                        <a:pt x="16824" y="6726"/>
                        <a:pt x="15525" y="7380"/>
                        <a:pt x="14047" y="7701"/>
                      </a:cubicBezTo>
                      <a:cubicBezTo>
                        <a:pt x="13605" y="7805"/>
                        <a:pt x="13168" y="7920"/>
                        <a:pt x="12738" y="8048"/>
                      </a:cubicBezTo>
                      <a:cubicBezTo>
                        <a:pt x="11718" y="8350"/>
                        <a:pt x="10696" y="8759"/>
                        <a:pt x="10303" y="9500"/>
                      </a:cubicBezTo>
                      <a:cubicBezTo>
                        <a:pt x="10126" y="9834"/>
                        <a:pt x="10111" y="10193"/>
                        <a:pt x="10127" y="10543"/>
                      </a:cubicBezTo>
                      <a:cubicBezTo>
                        <a:pt x="10144" y="10940"/>
                        <a:pt x="10202" y="11339"/>
                        <a:pt x="10303" y="11738"/>
                      </a:cubicBezTo>
                      <a:lnTo>
                        <a:pt x="11065" y="14309"/>
                      </a:lnTo>
                      <a:cubicBezTo>
                        <a:pt x="11188" y="14680"/>
                        <a:pt x="11490" y="15007"/>
                        <a:pt x="11918" y="15230"/>
                      </a:cubicBezTo>
                      <a:cubicBezTo>
                        <a:pt x="12408" y="15486"/>
                        <a:pt x="13022" y="15585"/>
                        <a:pt x="13616" y="15505"/>
                      </a:cubicBezTo>
                      <a:lnTo>
                        <a:pt x="15115" y="15209"/>
                      </a:lnTo>
                      <a:cubicBezTo>
                        <a:pt x="15449" y="15130"/>
                        <a:pt x="15806" y="15119"/>
                        <a:pt x="16148" y="15176"/>
                      </a:cubicBezTo>
                      <a:cubicBezTo>
                        <a:pt x="16806" y="15287"/>
                        <a:pt x="17357" y="15643"/>
                        <a:pt x="18035" y="15675"/>
                      </a:cubicBezTo>
                      <a:cubicBezTo>
                        <a:pt x="18637" y="15704"/>
                        <a:pt x="19182" y="15474"/>
                        <a:pt x="19741" y="15316"/>
                      </a:cubicBezTo>
                      <a:cubicBezTo>
                        <a:pt x="19959" y="15254"/>
                        <a:pt x="20183" y="15203"/>
                        <a:pt x="20415" y="15183"/>
                      </a:cubicBezTo>
                      <a:cubicBezTo>
                        <a:pt x="20826" y="15148"/>
                        <a:pt x="21242" y="15210"/>
                        <a:pt x="21600" y="15360"/>
                      </a:cubicBezTo>
                      <a:cubicBezTo>
                        <a:pt x="21205" y="15233"/>
                        <a:pt x="20756" y="15227"/>
                        <a:pt x="20355" y="15343"/>
                      </a:cubicBezTo>
                      <a:cubicBezTo>
                        <a:pt x="19980" y="15451"/>
                        <a:pt x="19680" y="15657"/>
                        <a:pt x="19325" y="15792"/>
                      </a:cubicBezTo>
                      <a:cubicBezTo>
                        <a:pt x="19021" y="15908"/>
                        <a:pt x="18682" y="15970"/>
                        <a:pt x="18338" y="15972"/>
                      </a:cubicBezTo>
                      <a:cubicBezTo>
                        <a:pt x="18543" y="16146"/>
                        <a:pt x="18805" y="16280"/>
                        <a:pt x="19100" y="16363"/>
                      </a:cubicBezTo>
                      <a:cubicBezTo>
                        <a:pt x="19446" y="16460"/>
                        <a:pt x="19825" y="16481"/>
                        <a:pt x="20188" y="16425"/>
                      </a:cubicBezTo>
                      <a:cubicBezTo>
                        <a:pt x="19814" y="16543"/>
                        <a:pt x="19399" y="16575"/>
                        <a:pt x="18999" y="16516"/>
                      </a:cubicBezTo>
                      <a:cubicBezTo>
                        <a:pt x="18348" y="16419"/>
                        <a:pt x="17824" y="16098"/>
                        <a:pt x="17260" y="15847"/>
                      </a:cubicBezTo>
                      <a:cubicBezTo>
                        <a:pt x="16850" y="15664"/>
                        <a:pt x="16401" y="15515"/>
                        <a:pt x="15919" y="15509"/>
                      </a:cubicBezTo>
                      <a:cubicBezTo>
                        <a:pt x="15679" y="15505"/>
                        <a:pt x="15440" y="15539"/>
                        <a:pt x="15219" y="15606"/>
                      </a:cubicBezTo>
                      <a:cubicBezTo>
                        <a:pt x="15483" y="15667"/>
                        <a:pt x="15730" y="15763"/>
                        <a:pt x="15945" y="15890"/>
                      </a:cubicBezTo>
                      <a:cubicBezTo>
                        <a:pt x="16512" y="16225"/>
                        <a:pt x="16854" y="16764"/>
                        <a:pt x="17556" y="16935"/>
                      </a:cubicBezTo>
                      <a:cubicBezTo>
                        <a:pt x="18092" y="17065"/>
                        <a:pt x="18675" y="16928"/>
                        <a:pt x="19226" y="17009"/>
                      </a:cubicBezTo>
                      <a:cubicBezTo>
                        <a:pt x="19590" y="17063"/>
                        <a:pt x="19916" y="17207"/>
                        <a:pt x="20147" y="17417"/>
                      </a:cubicBezTo>
                      <a:cubicBezTo>
                        <a:pt x="19795" y="17217"/>
                        <a:pt x="19358" y="17114"/>
                        <a:pt x="18911" y="17123"/>
                      </a:cubicBezTo>
                      <a:cubicBezTo>
                        <a:pt x="18667" y="17129"/>
                        <a:pt x="18427" y="17169"/>
                        <a:pt x="18184" y="17188"/>
                      </a:cubicBezTo>
                      <a:cubicBezTo>
                        <a:pt x="17901" y="17211"/>
                        <a:pt x="17614" y="17205"/>
                        <a:pt x="17333" y="17171"/>
                      </a:cubicBezTo>
                      <a:cubicBezTo>
                        <a:pt x="17400" y="17375"/>
                        <a:pt x="17557" y="17557"/>
                        <a:pt x="17780" y="17690"/>
                      </a:cubicBezTo>
                      <a:cubicBezTo>
                        <a:pt x="18439" y="18082"/>
                        <a:pt x="19412" y="17941"/>
                        <a:pt x="20144" y="18244"/>
                      </a:cubicBezTo>
                      <a:cubicBezTo>
                        <a:pt x="20540" y="18408"/>
                        <a:pt x="20823" y="18684"/>
                        <a:pt x="20924" y="19006"/>
                      </a:cubicBezTo>
                      <a:cubicBezTo>
                        <a:pt x="20654" y="18787"/>
                        <a:pt x="20326" y="18608"/>
                        <a:pt x="19959" y="18482"/>
                      </a:cubicBezTo>
                      <a:cubicBezTo>
                        <a:pt x="19664" y="18380"/>
                        <a:pt x="19348" y="18313"/>
                        <a:pt x="19023" y="18293"/>
                      </a:cubicBezTo>
                      <a:cubicBezTo>
                        <a:pt x="18714" y="18275"/>
                        <a:pt x="18403" y="18298"/>
                        <a:pt x="18114" y="18214"/>
                      </a:cubicBezTo>
                      <a:cubicBezTo>
                        <a:pt x="17939" y="18164"/>
                        <a:pt x="17789" y="18078"/>
                        <a:pt x="17682" y="17966"/>
                      </a:cubicBezTo>
                      <a:cubicBezTo>
                        <a:pt x="17559" y="18120"/>
                        <a:pt x="17552" y="18308"/>
                        <a:pt x="17662" y="18467"/>
                      </a:cubicBezTo>
                      <a:cubicBezTo>
                        <a:pt x="17899" y="18811"/>
                        <a:pt x="18521" y="18858"/>
                        <a:pt x="18891" y="19121"/>
                      </a:cubicBezTo>
                      <a:cubicBezTo>
                        <a:pt x="19065" y="19244"/>
                        <a:pt x="19173" y="19408"/>
                        <a:pt x="19196" y="19583"/>
                      </a:cubicBezTo>
                      <a:cubicBezTo>
                        <a:pt x="19062" y="19446"/>
                        <a:pt x="18887" y="19331"/>
                        <a:pt x="18685" y="19249"/>
                      </a:cubicBezTo>
                      <a:cubicBezTo>
                        <a:pt x="18266" y="19078"/>
                        <a:pt x="17723" y="19035"/>
                        <a:pt x="17461" y="18736"/>
                      </a:cubicBezTo>
                      <a:cubicBezTo>
                        <a:pt x="17310" y="18563"/>
                        <a:pt x="17302" y="18353"/>
                        <a:pt x="17267" y="18154"/>
                      </a:cubicBezTo>
                      <a:cubicBezTo>
                        <a:pt x="17194" y="17738"/>
                        <a:pt x="16989" y="17336"/>
                        <a:pt x="16675" y="16981"/>
                      </a:cubicBezTo>
                      <a:cubicBezTo>
                        <a:pt x="16384" y="16652"/>
                        <a:pt x="15998" y="16365"/>
                        <a:pt x="15501" y="16212"/>
                      </a:cubicBezTo>
                      <a:cubicBezTo>
                        <a:pt x="15126" y="16097"/>
                        <a:pt x="14719" y="16069"/>
                        <a:pt x="14319" y="16059"/>
                      </a:cubicBezTo>
                      <a:cubicBezTo>
                        <a:pt x="13974" y="16050"/>
                        <a:pt x="13625" y="16055"/>
                        <a:pt x="13275" y="16073"/>
                      </a:cubicBezTo>
                      <a:cubicBezTo>
                        <a:pt x="13443" y="16318"/>
                        <a:pt x="13748" y="16499"/>
                        <a:pt x="14112" y="16571"/>
                      </a:cubicBezTo>
                      <a:cubicBezTo>
                        <a:pt x="14795" y="16705"/>
                        <a:pt x="15704" y="16501"/>
                        <a:pt x="16024" y="16987"/>
                      </a:cubicBezTo>
                      <a:cubicBezTo>
                        <a:pt x="16198" y="17251"/>
                        <a:pt x="15992" y="17558"/>
                        <a:pt x="16086" y="17840"/>
                      </a:cubicBezTo>
                      <a:cubicBezTo>
                        <a:pt x="16120" y="17943"/>
                        <a:pt x="16193" y="18037"/>
                        <a:pt x="16298" y="18112"/>
                      </a:cubicBezTo>
                      <a:cubicBezTo>
                        <a:pt x="16149" y="18097"/>
                        <a:pt x="16017" y="18035"/>
                        <a:pt x="15938" y="17942"/>
                      </a:cubicBezTo>
                      <a:cubicBezTo>
                        <a:pt x="15724" y="17687"/>
                        <a:pt x="15990" y="17335"/>
                        <a:pt x="15742" y="17091"/>
                      </a:cubicBezTo>
                      <a:cubicBezTo>
                        <a:pt x="15593" y="16946"/>
                        <a:pt x="15336" y="16910"/>
                        <a:pt x="15099" y="16898"/>
                      </a:cubicBezTo>
                      <a:cubicBezTo>
                        <a:pt x="14852" y="16886"/>
                        <a:pt x="14599" y="16894"/>
                        <a:pt x="14342" y="16925"/>
                      </a:cubicBezTo>
                      <a:cubicBezTo>
                        <a:pt x="14387" y="17069"/>
                        <a:pt x="14486" y="17202"/>
                        <a:pt x="14629" y="17308"/>
                      </a:cubicBezTo>
                      <a:cubicBezTo>
                        <a:pt x="14886" y="17498"/>
                        <a:pt x="15265" y="17586"/>
                        <a:pt x="15492" y="17801"/>
                      </a:cubicBezTo>
                      <a:cubicBezTo>
                        <a:pt x="15666" y="17966"/>
                        <a:pt x="15722" y="18181"/>
                        <a:pt x="15643" y="18381"/>
                      </a:cubicBezTo>
                      <a:cubicBezTo>
                        <a:pt x="15625" y="18251"/>
                        <a:pt x="15563" y="18126"/>
                        <a:pt x="15464" y="18017"/>
                      </a:cubicBezTo>
                      <a:cubicBezTo>
                        <a:pt x="15065" y="17582"/>
                        <a:pt x="14221" y="17515"/>
                        <a:pt x="13766" y="17115"/>
                      </a:cubicBezTo>
                      <a:cubicBezTo>
                        <a:pt x="13536" y="16911"/>
                        <a:pt x="13434" y="16642"/>
                        <a:pt x="13168" y="16461"/>
                      </a:cubicBezTo>
                      <a:cubicBezTo>
                        <a:pt x="12661" y="16118"/>
                        <a:pt x="11880" y="16248"/>
                        <a:pt x="11237" y="16088"/>
                      </a:cubicBezTo>
                      <a:cubicBezTo>
                        <a:pt x="10991" y="16026"/>
                        <a:pt x="10770" y="15923"/>
                        <a:pt x="10592" y="15785"/>
                      </a:cubicBezTo>
                      <a:cubicBezTo>
                        <a:pt x="10631" y="16089"/>
                        <a:pt x="10805" y="16375"/>
                        <a:pt x="11088" y="16600"/>
                      </a:cubicBezTo>
                      <a:cubicBezTo>
                        <a:pt x="11762" y="17138"/>
                        <a:pt x="12901" y="17233"/>
                        <a:pt x="13550" y="17788"/>
                      </a:cubicBezTo>
                      <a:cubicBezTo>
                        <a:pt x="14062" y="18228"/>
                        <a:pt x="14154" y="18873"/>
                        <a:pt x="14763" y="19249"/>
                      </a:cubicBezTo>
                      <a:cubicBezTo>
                        <a:pt x="15106" y="19461"/>
                        <a:pt x="15562" y="19550"/>
                        <a:pt x="16005" y="19493"/>
                      </a:cubicBezTo>
                      <a:cubicBezTo>
                        <a:pt x="16310" y="19499"/>
                        <a:pt x="16594" y="19605"/>
                        <a:pt x="16778" y="19781"/>
                      </a:cubicBezTo>
                      <a:cubicBezTo>
                        <a:pt x="17024" y="20016"/>
                        <a:pt x="17055" y="20336"/>
                        <a:pt x="16855" y="20594"/>
                      </a:cubicBezTo>
                      <a:cubicBezTo>
                        <a:pt x="16954" y="20326"/>
                        <a:pt x="16811" y="20042"/>
                        <a:pt x="16497" y="19884"/>
                      </a:cubicBezTo>
                      <a:cubicBezTo>
                        <a:pt x="16080" y="19673"/>
                        <a:pt x="15527" y="19760"/>
                        <a:pt x="15044" y="19659"/>
                      </a:cubicBezTo>
                      <a:cubicBezTo>
                        <a:pt x="14635" y="19574"/>
                        <a:pt x="14300" y="19359"/>
                        <a:pt x="14132" y="19075"/>
                      </a:cubicBezTo>
                      <a:cubicBezTo>
                        <a:pt x="14071" y="19278"/>
                        <a:pt x="14103" y="19490"/>
                        <a:pt x="14224" y="19678"/>
                      </a:cubicBezTo>
                      <a:cubicBezTo>
                        <a:pt x="14362" y="19891"/>
                        <a:pt x="14603" y="20057"/>
                        <a:pt x="14775" y="20257"/>
                      </a:cubicBezTo>
                      <a:cubicBezTo>
                        <a:pt x="15124" y="20661"/>
                        <a:pt x="15171" y="21165"/>
                        <a:pt x="14900" y="21600"/>
                      </a:cubicBezTo>
                      <a:cubicBezTo>
                        <a:pt x="15017" y="21373"/>
                        <a:pt x="15017" y="21123"/>
                        <a:pt x="14900" y="20895"/>
                      </a:cubicBezTo>
                      <a:cubicBezTo>
                        <a:pt x="14666" y="20437"/>
                        <a:pt x="14006" y="20155"/>
                        <a:pt x="13810" y="19685"/>
                      </a:cubicBezTo>
                      <a:cubicBezTo>
                        <a:pt x="13681" y="19375"/>
                        <a:pt x="13785" y="19043"/>
                        <a:pt x="13719" y="18724"/>
                      </a:cubicBezTo>
                      <a:cubicBezTo>
                        <a:pt x="13603" y="18159"/>
                        <a:pt x="13004" y="17709"/>
                        <a:pt x="12229" y="17605"/>
                      </a:cubicBezTo>
                      <a:cubicBezTo>
                        <a:pt x="12046" y="17873"/>
                        <a:pt x="12021" y="18183"/>
                        <a:pt x="12159" y="18464"/>
                      </a:cubicBezTo>
                      <a:cubicBezTo>
                        <a:pt x="12345" y="18845"/>
                        <a:pt x="12794" y="19112"/>
                        <a:pt x="13104" y="19445"/>
                      </a:cubicBezTo>
                      <a:cubicBezTo>
                        <a:pt x="13215" y="19563"/>
                        <a:pt x="13308" y="19695"/>
                        <a:pt x="13302" y="19838"/>
                      </a:cubicBezTo>
                      <a:cubicBezTo>
                        <a:pt x="13293" y="20041"/>
                        <a:pt x="13089" y="20197"/>
                        <a:pt x="12957" y="20370"/>
                      </a:cubicBezTo>
                      <a:cubicBezTo>
                        <a:pt x="12822" y="20548"/>
                        <a:pt x="12759" y="20750"/>
                        <a:pt x="12778" y="20954"/>
                      </a:cubicBezTo>
                      <a:cubicBezTo>
                        <a:pt x="12602" y="20765"/>
                        <a:pt x="12559" y="20527"/>
                        <a:pt x="12660" y="20311"/>
                      </a:cubicBezTo>
                      <a:cubicBezTo>
                        <a:pt x="12731" y="20159"/>
                        <a:pt x="12875" y="20023"/>
                        <a:pt x="12886" y="19862"/>
                      </a:cubicBezTo>
                      <a:cubicBezTo>
                        <a:pt x="12899" y="19647"/>
                        <a:pt x="12704" y="19476"/>
                        <a:pt x="12507" y="19333"/>
                      </a:cubicBezTo>
                      <a:cubicBezTo>
                        <a:pt x="12364" y="19230"/>
                        <a:pt x="12210" y="19132"/>
                        <a:pt x="12044" y="19040"/>
                      </a:cubicBezTo>
                      <a:cubicBezTo>
                        <a:pt x="11863" y="19211"/>
                        <a:pt x="11733" y="19408"/>
                        <a:pt x="11662" y="19617"/>
                      </a:cubicBezTo>
                      <a:cubicBezTo>
                        <a:pt x="11596" y="19809"/>
                        <a:pt x="11582" y="20008"/>
                        <a:pt x="11619" y="20204"/>
                      </a:cubicBezTo>
                      <a:cubicBezTo>
                        <a:pt x="11465" y="20058"/>
                        <a:pt x="11391" y="19877"/>
                        <a:pt x="11408" y="19694"/>
                      </a:cubicBezTo>
                      <a:cubicBezTo>
                        <a:pt x="11440" y="19361"/>
                        <a:pt x="11768" y="19087"/>
                        <a:pt x="11849" y="18760"/>
                      </a:cubicBezTo>
                      <a:cubicBezTo>
                        <a:pt x="11928" y="18440"/>
                        <a:pt x="11777" y="18131"/>
                        <a:pt x="11602" y="17847"/>
                      </a:cubicBezTo>
                      <a:cubicBezTo>
                        <a:pt x="11444" y="17591"/>
                        <a:pt x="11258" y="17339"/>
                        <a:pt x="11042" y="17094"/>
                      </a:cubicBezTo>
                      <a:cubicBezTo>
                        <a:pt x="11056" y="17311"/>
                        <a:pt x="10989" y="17527"/>
                        <a:pt x="10850" y="17719"/>
                      </a:cubicBezTo>
                      <a:cubicBezTo>
                        <a:pt x="10625" y="18027"/>
                        <a:pt x="10217" y="18277"/>
                        <a:pt x="10189" y="18629"/>
                      </a:cubicBezTo>
                      <a:cubicBezTo>
                        <a:pt x="10176" y="18791"/>
                        <a:pt x="10251" y="18950"/>
                        <a:pt x="10399" y="19073"/>
                      </a:cubicBezTo>
                      <a:cubicBezTo>
                        <a:pt x="10135" y="19021"/>
                        <a:pt x="9934" y="18865"/>
                        <a:pt x="9881" y="18671"/>
                      </a:cubicBezTo>
                      <a:cubicBezTo>
                        <a:pt x="9755" y="18213"/>
                        <a:pt x="10424" y="17892"/>
                        <a:pt x="10555" y="17454"/>
                      </a:cubicBezTo>
                      <a:cubicBezTo>
                        <a:pt x="10710" y="16935"/>
                        <a:pt x="10137" y="16506"/>
                        <a:pt x="9749" y="16057"/>
                      </a:cubicBezTo>
                      <a:cubicBezTo>
                        <a:pt x="9570" y="15850"/>
                        <a:pt x="9430" y="15627"/>
                        <a:pt x="9334" y="15392"/>
                      </a:cubicBezTo>
                      <a:cubicBezTo>
                        <a:pt x="9569" y="15972"/>
                        <a:pt x="9484" y="16594"/>
                        <a:pt x="9098" y="17130"/>
                      </a:cubicBezTo>
                      <a:cubicBezTo>
                        <a:pt x="8793" y="17553"/>
                        <a:pt x="8313" y="17970"/>
                        <a:pt x="8530" y="18422"/>
                      </a:cubicBezTo>
                      <a:cubicBezTo>
                        <a:pt x="8763" y="18908"/>
                        <a:pt x="9666" y="19025"/>
                        <a:pt x="9924" y="19501"/>
                      </a:cubicBezTo>
                      <a:cubicBezTo>
                        <a:pt x="10028" y="19694"/>
                        <a:pt x="9999" y="19912"/>
                        <a:pt x="9846" y="20088"/>
                      </a:cubicBezTo>
                      <a:cubicBezTo>
                        <a:pt x="9842" y="19909"/>
                        <a:pt x="9771" y="19734"/>
                        <a:pt x="9641" y="19581"/>
                      </a:cubicBezTo>
                      <a:cubicBezTo>
                        <a:pt x="9420" y="19322"/>
                        <a:pt x="9052" y="19148"/>
                        <a:pt x="8636" y="19107"/>
                      </a:cubicBezTo>
                      <a:cubicBezTo>
                        <a:pt x="8075" y="19335"/>
                        <a:pt x="7889" y="19857"/>
                        <a:pt x="8228" y="20253"/>
                      </a:cubicBezTo>
                      <a:cubicBezTo>
                        <a:pt x="8446" y="20508"/>
                        <a:pt x="8879" y="20686"/>
                        <a:pt x="8870" y="20993"/>
                      </a:cubicBezTo>
                      <a:cubicBezTo>
                        <a:pt x="8867" y="21079"/>
                        <a:pt x="8825" y="21162"/>
                        <a:pt x="8749" y="21228"/>
                      </a:cubicBezTo>
                      <a:cubicBezTo>
                        <a:pt x="8754" y="21121"/>
                        <a:pt x="8714" y="21016"/>
                        <a:pt x="8632" y="20926"/>
                      </a:cubicBezTo>
                      <a:cubicBezTo>
                        <a:pt x="8442" y="20717"/>
                        <a:pt x="8073" y="20635"/>
                        <a:pt x="7872" y="20432"/>
                      </a:cubicBezTo>
                      <a:cubicBezTo>
                        <a:pt x="7468" y="20023"/>
                        <a:pt x="7919" y="19511"/>
                        <a:pt x="7921" y="19025"/>
                      </a:cubicBezTo>
                      <a:cubicBezTo>
                        <a:pt x="7921" y="18908"/>
                        <a:pt x="7894" y="18792"/>
                        <a:pt x="7881" y="18676"/>
                      </a:cubicBezTo>
                      <a:cubicBezTo>
                        <a:pt x="7853" y="18410"/>
                        <a:pt x="7902" y="18142"/>
                        <a:pt x="8026" y="17891"/>
                      </a:cubicBezTo>
                      <a:cubicBezTo>
                        <a:pt x="7427" y="17988"/>
                        <a:pt x="6892" y="18229"/>
                        <a:pt x="6507" y="18575"/>
                      </a:cubicBezTo>
                      <a:cubicBezTo>
                        <a:pt x="6224" y="18829"/>
                        <a:pt x="6034" y="19131"/>
                        <a:pt x="5955" y="19453"/>
                      </a:cubicBezTo>
                      <a:cubicBezTo>
                        <a:pt x="5814" y="19072"/>
                        <a:pt x="5926" y="18665"/>
                        <a:pt x="6256" y="18352"/>
                      </a:cubicBezTo>
                      <a:cubicBezTo>
                        <a:pt x="6706" y="17925"/>
                        <a:pt x="7471" y="17756"/>
                        <a:pt x="7986" y="17373"/>
                      </a:cubicBezTo>
                      <a:cubicBezTo>
                        <a:pt x="8658" y="16871"/>
                        <a:pt x="8807" y="16113"/>
                        <a:pt x="8355" y="15496"/>
                      </a:cubicBezTo>
                      <a:cubicBezTo>
                        <a:pt x="8229" y="15801"/>
                        <a:pt x="8019" y="16082"/>
                        <a:pt x="7742" y="16322"/>
                      </a:cubicBezTo>
                      <a:cubicBezTo>
                        <a:pt x="7409" y="16611"/>
                        <a:pt x="6985" y="16837"/>
                        <a:pt x="6548" y="17052"/>
                      </a:cubicBezTo>
                      <a:cubicBezTo>
                        <a:pt x="5924" y="17360"/>
                        <a:pt x="5259" y="17655"/>
                        <a:pt x="4877" y="18129"/>
                      </a:cubicBezTo>
                      <a:cubicBezTo>
                        <a:pt x="4436" y="18675"/>
                        <a:pt x="4436" y="19394"/>
                        <a:pt x="3776" y="19822"/>
                      </a:cubicBezTo>
                      <a:cubicBezTo>
                        <a:pt x="3523" y="19986"/>
                        <a:pt x="3199" y="20082"/>
                        <a:pt x="2860" y="20093"/>
                      </a:cubicBezTo>
                      <a:cubicBezTo>
                        <a:pt x="3149" y="20027"/>
                        <a:pt x="3395" y="19887"/>
                        <a:pt x="3554" y="19700"/>
                      </a:cubicBezTo>
                      <a:cubicBezTo>
                        <a:pt x="3761" y="19454"/>
                        <a:pt x="3794" y="19161"/>
                        <a:pt x="3871" y="18884"/>
                      </a:cubicBezTo>
                      <a:cubicBezTo>
                        <a:pt x="3942" y="18631"/>
                        <a:pt x="4053" y="18383"/>
                        <a:pt x="4201" y="18146"/>
                      </a:cubicBezTo>
                      <a:cubicBezTo>
                        <a:pt x="3966" y="18281"/>
                        <a:pt x="3675" y="18354"/>
                        <a:pt x="3375" y="18354"/>
                      </a:cubicBezTo>
                      <a:cubicBezTo>
                        <a:pt x="3005" y="18355"/>
                        <a:pt x="2652" y="18243"/>
                        <a:pt x="2283" y="18239"/>
                      </a:cubicBezTo>
                      <a:cubicBezTo>
                        <a:pt x="1896" y="18235"/>
                        <a:pt x="1523" y="18346"/>
                        <a:pt x="1253" y="18547"/>
                      </a:cubicBezTo>
                      <a:cubicBezTo>
                        <a:pt x="1409" y="18374"/>
                        <a:pt x="1621" y="18233"/>
                        <a:pt x="1871" y="18133"/>
                      </a:cubicBezTo>
                      <a:cubicBezTo>
                        <a:pt x="2247" y="17984"/>
                        <a:pt x="2684" y="17940"/>
                        <a:pt x="3102" y="18008"/>
                      </a:cubicBezTo>
                      <a:cubicBezTo>
                        <a:pt x="3332" y="18023"/>
                        <a:pt x="3563" y="18005"/>
                        <a:pt x="3783" y="17955"/>
                      </a:cubicBezTo>
                      <a:cubicBezTo>
                        <a:pt x="4131" y="17877"/>
                        <a:pt x="4431" y="17725"/>
                        <a:pt x="4731" y="17584"/>
                      </a:cubicBezTo>
                      <a:cubicBezTo>
                        <a:pt x="5221" y="17355"/>
                        <a:pt x="5738" y="17138"/>
                        <a:pt x="6078" y="16793"/>
                      </a:cubicBezTo>
                      <a:cubicBezTo>
                        <a:pt x="6168" y="16702"/>
                        <a:pt x="6243" y="16604"/>
                        <a:pt x="6302" y="16501"/>
                      </a:cubicBezTo>
                      <a:cubicBezTo>
                        <a:pt x="5880" y="16686"/>
                        <a:pt x="5417" y="16818"/>
                        <a:pt x="4934" y="16890"/>
                      </a:cubicBezTo>
                      <a:cubicBezTo>
                        <a:pt x="4454" y="16962"/>
                        <a:pt x="3961" y="16974"/>
                        <a:pt x="3476" y="16926"/>
                      </a:cubicBezTo>
                      <a:cubicBezTo>
                        <a:pt x="3081" y="16895"/>
                        <a:pt x="2685" y="16969"/>
                        <a:pt x="2360" y="17134"/>
                      </a:cubicBezTo>
                      <a:cubicBezTo>
                        <a:pt x="1828" y="17404"/>
                        <a:pt x="1519" y="17900"/>
                        <a:pt x="876" y="18010"/>
                      </a:cubicBezTo>
                      <a:cubicBezTo>
                        <a:pt x="568" y="18062"/>
                        <a:pt x="244" y="18008"/>
                        <a:pt x="0" y="17862"/>
                      </a:cubicBezTo>
                      <a:cubicBezTo>
                        <a:pt x="314" y="17920"/>
                        <a:pt x="646" y="17891"/>
                        <a:pt x="932" y="17780"/>
                      </a:cubicBezTo>
                      <a:cubicBezTo>
                        <a:pt x="1530" y="17547"/>
                        <a:pt x="1785" y="17019"/>
                        <a:pt x="2371" y="16772"/>
                      </a:cubicBezTo>
                      <a:cubicBezTo>
                        <a:pt x="2616" y="16669"/>
                        <a:pt x="2901" y="16625"/>
                        <a:pt x="3183" y="16647"/>
                      </a:cubicBezTo>
                      <a:cubicBezTo>
                        <a:pt x="2891" y="16465"/>
                        <a:pt x="2525" y="16357"/>
                        <a:pt x="2141" y="16337"/>
                      </a:cubicBezTo>
                      <a:cubicBezTo>
                        <a:pt x="1606" y="16309"/>
                        <a:pt x="1080" y="16453"/>
                        <a:pt x="705" y="16731"/>
                      </a:cubicBezTo>
                      <a:cubicBezTo>
                        <a:pt x="938" y="16409"/>
                        <a:pt x="1373" y="16188"/>
                        <a:pt x="1871" y="16140"/>
                      </a:cubicBezTo>
                      <a:cubicBezTo>
                        <a:pt x="2831" y="16047"/>
                        <a:pt x="3667" y="16602"/>
                        <a:pt x="4626" y="16600"/>
                      </a:cubicBezTo>
                      <a:cubicBezTo>
                        <a:pt x="5182" y="16600"/>
                        <a:pt x="5707" y="16412"/>
                        <a:pt x="6045" y="16092"/>
                      </a:cubicBezTo>
                      <a:cubicBezTo>
                        <a:pt x="5834" y="16050"/>
                        <a:pt x="5630" y="15991"/>
                        <a:pt x="5436" y="15916"/>
                      </a:cubicBezTo>
                      <a:cubicBezTo>
                        <a:pt x="4976" y="15740"/>
                        <a:pt x="4576" y="15480"/>
                        <a:pt x="4077" y="15369"/>
                      </a:cubicBezTo>
                      <a:cubicBezTo>
                        <a:pt x="3734" y="15292"/>
                        <a:pt x="3367" y="15292"/>
                        <a:pt x="3024" y="15368"/>
                      </a:cubicBezTo>
                      <a:cubicBezTo>
                        <a:pt x="3362" y="15196"/>
                        <a:pt x="3777" y="15125"/>
                        <a:pt x="4186" y="15167"/>
                      </a:cubicBezTo>
                      <a:cubicBezTo>
                        <a:pt x="5227" y="15275"/>
                        <a:pt x="6214" y="16089"/>
                        <a:pt x="7136" y="15608"/>
                      </a:cubicBezTo>
                      <a:cubicBezTo>
                        <a:pt x="7340" y="15501"/>
                        <a:pt x="7474" y="15337"/>
                        <a:pt x="7504" y="15155"/>
                      </a:cubicBezTo>
                      <a:lnTo>
                        <a:pt x="7332" y="11913"/>
                      </a:lnTo>
                      <a:cubicBezTo>
                        <a:pt x="7341" y="11767"/>
                        <a:pt x="7290" y="11622"/>
                        <a:pt x="7185" y="11498"/>
                      </a:cubicBezTo>
                      <a:cubicBezTo>
                        <a:pt x="7044" y="11328"/>
                        <a:pt x="6818" y="11210"/>
                        <a:pt x="6599" y="11093"/>
                      </a:cubicBezTo>
                      <a:cubicBezTo>
                        <a:pt x="6317" y="10943"/>
                        <a:pt x="6040" y="10789"/>
                        <a:pt x="5765" y="10633"/>
                      </a:cubicBezTo>
                      <a:lnTo>
                        <a:pt x="6003" y="10318"/>
                      </a:lnTo>
                      <a:cubicBezTo>
                        <a:pt x="6140" y="10419"/>
                        <a:pt x="6291" y="10510"/>
                        <a:pt x="6454" y="10590"/>
                      </a:cubicBezTo>
                      <a:cubicBezTo>
                        <a:pt x="6696" y="10709"/>
                        <a:pt x="6961" y="10800"/>
                        <a:pt x="7240" y="10862"/>
                      </a:cubicBezTo>
                      <a:cubicBezTo>
                        <a:pt x="7379" y="10528"/>
                        <a:pt x="7389" y="10172"/>
                        <a:pt x="7271" y="9833"/>
                      </a:cubicBezTo>
                      <a:cubicBezTo>
                        <a:pt x="7140" y="9455"/>
                        <a:pt x="6863" y="9120"/>
                        <a:pt x="6521" y="8831"/>
                      </a:cubicBezTo>
                      <a:cubicBezTo>
                        <a:pt x="5585" y="8038"/>
                        <a:pt x="4185" y="7598"/>
                        <a:pt x="3179" y="6842"/>
                      </a:cubicBezTo>
                      <a:cubicBezTo>
                        <a:pt x="2535" y="6358"/>
                        <a:pt x="2075" y="5762"/>
                        <a:pt x="1844" y="5111"/>
                      </a:cubicBezTo>
                      <a:lnTo>
                        <a:pt x="2226" y="4891"/>
                      </a:lnTo>
                      <a:cubicBezTo>
                        <a:pt x="2760" y="5647"/>
                        <a:pt x="3549" y="6293"/>
                        <a:pt x="4519" y="6770"/>
                      </a:cubicBezTo>
                      <a:cubicBezTo>
                        <a:pt x="5572" y="7287"/>
                        <a:pt x="6800" y="7586"/>
                        <a:pt x="8071" y="7635"/>
                      </a:cubicBezTo>
                      <a:lnTo>
                        <a:pt x="9086" y="5527"/>
                      </a:lnTo>
                      <a:cubicBezTo>
                        <a:pt x="9273" y="5052"/>
                        <a:pt x="9321" y="4554"/>
                        <a:pt x="9228" y="4065"/>
                      </a:cubicBezTo>
                      <a:cubicBezTo>
                        <a:pt x="9128" y="3540"/>
                        <a:pt x="8868" y="3041"/>
                        <a:pt x="8541" y="2567"/>
                      </a:cubicBezTo>
                      <a:cubicBezTo>
                        <a:pt x="8008" y="1797"/>
                        <a:pt x="7302" y="1096"/>
                        <a:pt x="6450" y="494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lvl="0">
                    <a:defRPr sz="2400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35" name="î$ḻïḑé"/>
                <p:cNvSpPr/>
                <p:nvPr/>
              </p:nvSpPr>
              <p:spPr>
                <a:xfrm>
                  <a:off x="4459587" y="369864"/>
                  <a:ext cx="258611" cy="92658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8017" h="21600" extrusionOk="0">
                      <a:moveTo>
                        <a:pt x="0" y="0"/>
                      </a:moveTo>
                      <a:lnTo>
                        <a:pt x="0" y="21600"/>
                      </a:lnTo>
                      <a:cubicBezTo>
                        <a:pt x="6112" y="20945"/>
                        <a:pt x="11256" y="19533"/>
                        <a:pt x="14389" y="17648"/>
                      </a:cubicBezTo>
                      <a:cubicBezTo>
                        <a:pt x="21600" y="13312"/>
                        <a:pt x="17163" y="8075"/>
                        <a:pt x="8935" y="3831"/>
                      </a:cubicBezTo>
                      <a:cubicBezTo>
                        <a:pt x="6294" y="2469"/>
                        <a:pt x="3304" y="1187"/>
                        <a:pt x="0" y="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lvl="0">
                    <a:defRPr sz="2400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36" name="iş1iḑè"/>
                <p:cNvSpPr/>
                <p:nvPr/>
              </p:nvSpPr>
              <p:spPr>
                <a:xfrm>
                  <a:off x="4166546" y="368762"/>
                  <a:ext cx="267861" cy="93000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503" h="21600" extrusionOk="0">
                      <a:moveTo>
                        <a:pt x="20210" y="21600"/>
                      </a:moveTo>
                      <a:lnTo>
                        <a:pt x="20210" y="20290"/>
                      </a:lnTo>
                      <a:cubicBezTo>
                        <a:pt x="15668" y="19795"/>
                        <a:pt x="11747" y="18883"/>
                        <a:pt x="8993" y="17681"/>
                      </a:cubicBezTo>
                      <a:cubicBezTo>
                        <a:pt x="6470" y="16579"/>
                        <a:pt x="5041" y="15280"/>
                        <a:pt x="4873" y="13940"/>
                      </a:cubicBezTo>
                      <a:lnTo>
                        <a:pt x="20196" y="17744"/>
                      </a:lnTo>
                      <a:lnTo>
                        <a:pt x="20196" y="16366"/>
                      </a:lnTo>
                      <a:lnTo>
                        <a:pt x="4106" y="12380"/>
                      </a:lnTo>
                      <a:cubicBezTo>
                        <a:pt x="4019" y="11816"/>
                        <a:pt x="4140" y="11251"/>
                        <a:pt x="4468" y="10696"/>
                      </a:cubicBezTo>
                      <a:cubicBezTo>
                        <a:pt x="4826" y="10089"/>
                        <a:pt x="5428" y="9498"/>
                        <a:pt x="6260" y="8935"/>
                      </a:cubicBezTo>
                      <a:lnTo>
                        <a:pt x="20503" y="12401"/>
                      </a:lnTo>
                      <a:lnTo>
                        <a:pt x="20412" y="10607"/>
                      </a:lnTo>
                      <a:lnTo>
                        <a:pt x="7363" y="7779"/>
                      </a:lnTo>
                      <a:cubicBezTo>
                        <a:pt x="7759" y="7351"/>
                        <a:pt x="8236" y="6931"/>
                        <a:pt x="8793" y="6521"/>
                      </a:cubicBezTo>
                      <a:cubicBezTo>
                        <a:pt x="9378" y="6089"/>
                        <a:pt x="10049" y="5669"/>
                        <a:pt x="10802" y="5263"/>
                      </a:cubicBezTo>
                      <a:lnTo>
                        <a:pt x="20358" y="7297"/>
                      </a:lnTo>
                      <a:lnTo>
                        <a:pt x="20303" y="5689"/>
                      </a:lnTo>
                      <a:cubicBezTo>
                        <a:pt x="19109" y="5467"/>
                        <a:pt x="17914" y="5245"/>
                        <a:pt x="16720" y="5022"/>
                      </a:cubicBezTo>
                      <a:cubicBezTo>
                        <a:pt x="15525" y="4800"/>
                        <a:pt x="14331" y="4577"/>
                        <a:pt x="13137" y="4355"/>
                      </a:cubicBezTo>
                      <a:cubicBezTo>
                        <a:pt x="14378" y="3869"/>
                        <a:pt x="15716" y="3407"/>
                        <a:pt x="17145" y="2972"/>
                      </a:cubicBezTo>
                      <a:cubicBezTo>
                        <a:pt x="18149" y="2666"/>
                        <a:pt x="19197" y="2373"/>
                        <a:pt x="20285" y="2095"/>
                      </a:cubicBezTo>
                      <a:lnTo>
                        <a:pt x="20140" y="0"/>
                      </a:lnTo>
                      <a:cubicBezTo>
                        <a:pt x="17001" y="1014"/>
                        <a:pt x="14094" y="2092"/>
                        <a:pt x="11439" y="3227"/>
                      </a:cubicBezTo>
                      <a:cubicBezTo>
                        <a:pt x="6778" y="5218"/>
                        <a:pt x="3002" y="7412"/>
                        <a:pt x="1194" y="9657"/>
                      </a:cubicBezTo>
                      <a:cubicBezTo>
                        <a:pt x="-1097" y="12503"/>
                        <a:pt x="-244" y="15462"/>
                        <a:pt x="5083" y="18008"/>
                      </a:cubicBezTo>
                      <a:cubicBezTo>
                        <a:pt x="8617" y="19697"/>
                        <a:pt x="13958" y="20965"/>
                        <a:pt x="20210" y="216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lvl="0">
                    <a:defRPr sz="2400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37" name="ïṧlîḋé"/>
                <p:cNvSpPr/>
                <p:nvPr/>
              </p:nvSpPr>
              <p:spPr>
                <a:xfrm rot="3558016">
                  <a:off x="5030431" y="969515"/>
                  <a:ext cx="258611" cy="92658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8017" h="21600" extrusionOk="0">
                      <a:moveTo>
                        <a:pt x="0" y="0"/>
                      </a:moveTo>
                      <a:lnTo>
                        <a:pt x="0" y="21600"/>
                      </a:lnTo>
                      <a:cubicBezTo>
                        <a:pt x="6112" y="20945"/>
                        <a:pt x="11256" y="19533"/>
                        <a:pt x="14389" y="17648"/>
                      </a:cubicBezTo>
                      <a:cubicBezTo>
                        <a:pt x="21600" y="13312"/>
                        <a:pt x="17163" y="8075"/>
                        <a:pt x="8935" y="3831"/>
                      </a:cubicBezTo>
                      <a:cubicBezTo>
                        <a:pt x="6294" y="2469"/>
                        <a:pt x="3304" y="1187"/>
                        <a:pt x="0" y="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lvl="0">
                    <a:defRPr sz="2400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38" name="íṥľídê"/>
                <p:cNvSpPr/>
                <p:nvPr/>
              </p:nvSpPr>
              <p:spPr>
                <a:xfrm rot="3558016">
                  <a:off x="4878036" y="720120"/>
                  <a:ext cx="267861" cy="93000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503" h="21600" extrusionOk="0">
                      <a:moveTo>
                        <a:pt x="20210" y="21600"/>
                      </a:moveTo>
                      <a:lnTo>
                        <a:pt x="20210" y="20290"/>
                      </a:lnTo>
                      <a:cubicBezTo>
                        <a:pt x="15668" y="19795"/>
                        <a:pt x="11747" y="18883"/>
                        <a:pt x="8993" y="17681"/>
                      </a:cubicBezTo>
                      <a:cubicBezTo>
                        <a:pt x="6470" y="16579"/>
                        <a:pt x="5041" y="15280"/>
                        <a:pt x="4873" y="13940"/>
                      </a:cubicBezTo>
                      <a:lnTo>
                        <a:pt x="20196" y="17744"/>
                      </a:lnTo>
                      <a:lnTo>
                        <a:pt x="20196" y="16366"/>
                      </a:lnTo>
                      <a:lnTo>
                        <a:pt x="4106" y="12380"/>
                      </a:lnTo>
                      <a:cubicBezTo>
                        <a:pt x="4019" y="11816"/>
                        <a:pt x="4140" y="11251"/>
                        <a:pt x="4468" y="10696"/>
                      </a:cubicBezTo>
                      <a:cubicBezTo>
                        <a:pt x="4826" y="10089"/>
                        <a:pt x="5428" y="9498"/>
                        <a:pt x="6260" y="8935"/>
                      </a:cubicBezTo>
                      <a:lnTo>
                        <a:pt x="20503" y="12401"/>
                      </a:lnTo>
                      <a:lnTo>
                        <a:pt x="20412" y="10607"/>
                      </a:lnTo>
                      <a:lnTo>
                        <a:pt x="7363" y="7779"/>
                      </a:lnTo>
                      <a:cubicBezTo>
                        <a:pt x="7759" y="7351"/>
                        <a:pt x="8236" y="6931"/>
                        <a:pt x="8793" y="6521"/>
                      </a:cubicBezTo>
                      <a:cubicBezTo>
                        <a:pt x="9378" y="6089"/>
                        <a:pt x="10049" y="5669"/>
                        <a:pt x="10802" y="5263"/>
                      </a:cubicBezTo>
                      <a:lnTo>
                        <a:pt x="20358" y="7297"/>
                      </a:lnTo>
                      <a:lnTo>
                        <a:pt x="20303" y="5689"/>
                      </a:lnTo>
                      <a:cubicBezTo>
                        <a:pt x="19109" y="5467"/>
                        <a:pt x="17914" y="5245"/>
                        <a:pt x="16720" y="5022"/>
                      </a:cubicBezTo>
                      <a:cubicBezTo>
                        <a:pt x="15525" y="4800"/>
                        <a:pt x="14331" y="4577"/>
                        <a:pt x="13137" y="4355"/>
                      </a:cubicBezTo>
                      <a:cubicBezTo>
                        <a:pt x="14378" y="3869"/>
                        <a:pt x="15716" y="3407"/>
                        <a:pt x="17145" y="2972"/>
                      </a:cubicBezTo>
                      <a:cubicBezTo>
                        <a:pt x="18149" y="2666"/>
                        <a:pt x="19197" y="2373"/>
                        <a:pt x="20285" y="2095"/>
                      </a:cubicBezTo>
                      <a:lnTo>
                        <a:pt x="20140" y="0"/>
                      </a:lnTo>
                      <a:cubicBezTo>
                        <a:pt x="17001" y="1014"/>
                        <a:pt x="14094" y="2092"/>
                        <a:pt x="11439" y="3227"/>
                      </a:cubicBezTo>
                      <a:cubicBezTo>
                        <a:pt x="6778" y="5218"/>
                        <a:pt x="3002" y="7412"/>
                        <a:pt x="1194" y="9657"/>
                      </a:cubicBezTo>
                      <a:cubicBezTo>
                        <a:pt x="-1097" y="12503"/>
                        <a:pt x="-244" y="15462"/>
                        <a:pt x="5083" y="18008"/>
                      </a:cubicBezTo>
                      <a:cubicBezTo>
                        <a:pt x="8617" y="19697"/>
                        <a:pt x="13958" y="20965"/>
                        <a:pt x="20210" y="216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lvl="0">
                    <a:defRPr sz="2400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39" name="iSlidê"/>
                <p:cNvSpPr/>
                <p:nvPr/>
              </p:nvSpPr>
              <p:spPr>
                <a:xfrm rot="2043825">
                  <a:off x="3759276" y="1268186"/>
                  <a:ext cx="258611" cy="92658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8017" h="21600" extrusionOk="0">
                      <a:moveTo>
                        <a:pt x="0" y="0"/>
                      </a:moveTo>
                      <a:lnTo>
                        <a:pt x="0" y="21600"/>
                      </a:lnTo>
                      <a:cubicBezTo>
                        <a:pt x="6112" y="20945"/>
                        <a:pt x="11256" y="19533"/>
                        <a:pt x="14389" y="17648"/>
                      </a:cubicBezTo>
                      <a:cubicBezTo>
                        <a:pt x="21600" y="13312"/>
                        <a:pt x="17163" y="8075"/>
                        <a:pt x="8935" y="3831"/>
                      </a:cubicBezTo>
                      <a:cubicBezTo>
                        <a:pt x="6294" y="2469"/>
                        <a:pt x="3304" y="1187"/>
                        <a:pt x="0" y="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lvl="0">
                    <a:defRPr sz="2400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40" name="íSľîďè"/>
                <p:cNvSpPr/>
                <p:nvPr/>
              </p:nvSpPr>
              <p:spPr>
                <a:xfrm rot="2043825">
                  <a:off x="3515383" y="1105434"/>
                  <a:ext cx="267861" cy="93000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503" h="21600" extrusionOk="0">
                      <a:moveTo>
                        <a:pt x="20210" y="21600"/>
                      </a:moveTo>
                      <a:lnTo>
                        <a:pt x="20210" y="20290"/>
                      </a:lnTo>
                      <a:cubicBezTo>
                        <a:pt x="15668" y="19795"/>
                        <a:pt x="11747" y="18883"/>
                        <a:pt x="8993" y="17681"/>
                      </a:cubicBezTo>
                      <a:cubicBezTo>
                        <a:pt x="6470" y="16579"/>
                        <a:pt x="5041" y="15280"/>
                        <a:pt x="4873" y="13940"/>
                      </a:cubicBezTo>
                      <a:lnTo>
                        <a:pt x="20196" y="17744"/>
                      </a:lnTo>
                      <a:lnTo>
                        <a:pt x="20196" y="16366"/>
                      </a:lnTo>
                      <a:lnTo>
                        <a:pt x="4106" y="12380"/>
                      </a:lnTo>
                      <a:cubicBezTo>
                        <a:pt x="4019" y="11816"/>
                        <a:pt x="4140" y="11251"/>
                        <a:pt x="4468" y="10696"/>
                      </a:cubicBezTo>
                      <a:cubicBezTo>
                        <a:pt x="4826" y="10089"/>
                        <a:pt x="5428" y="9498"/>
                        <a:pt x="6260" y="8935"/>
                      </a:cubicBezTo>
                      <a:lnTo>
                        <a:pt x="20503" y="12401"/>
                      </a:lnTo>
                      <a:lnTo>
                        <a:pt x="20412" y="10607"/>
                      </a:lnTo>
                      <a:lnTo>
                        <a:pt x="7363" y="7779"/>
                      </a:lnTo>
                      <a:cubicBezTo>
                        <a:pt x="7759" y="7351"/>
                        <a:pt x="8236" y="6931"/>
                        <a:pt x="8793" y="6521"/>
                      </a:cubicBezTo>
                      <a:cubicBezTo>
                        <a:pt x="9378" y="6089"/>
                        <a:pt x="10049" y="5669"/>
                        <a:pt x="10802" y="5263"/>
                      </a:cubicBezTo>
                      <a:lnTo>
                        <a:pt x="20358" y="7297"/>
                      </a:lnTo>
                      <a:lnTo>
                        <a:pt x="20303" y="5689"/>
                      </a:lnTo>
                      <a:cubicBezTo>
                        <a:pt x="19109" y="5467"/>
                        <a:pt x="17914" y="5245"/>
                        <a:pt x="16720" y="5022"/>
                      </a:cubicBezTo>
                      <a:cubicBezTo>
                        <a:pt x="15525" y="4800"/>
                        <a:pt x="14331" y="4577"/>
                        <a:pt x="13137" y="4355"/>
                      </a:cubicBezTo>
                      <a:cubicBezTo>
                        <a:pt x="14378" y="3869"/>
                        <a:pt x="15716" y="3407"/>
                        <a:pt x="17145" y="2972"/>
                      </a:cubicBezTo>
                      <a:cubicBezTo>
                        <a:pt x="18149" y="2666"/>
                        <a:pt x="19197" y="2373"/>
                        <a:pt x="20285" y="2095"/>
                      </a:cubicBezTo>
                      <a:lnTo>
                        <a:pt x="20140" y="0"/>
                      </a:lnTo>
                      <a:cubicBezTo>
                        <a:pt x="17001" y="1014"/>
                        <a:pt x="14094" y="2092"/>
                        <a:pt x="11439" y="3227"/>
                      </a:cubicBezTo>
                      <a:cubicBezTo>
                        <a:pt x="6778" y="5218"/>
                        <a:pt x="3002" y="7412"/>
                        <a:pt x="1194" y="9657"/>
                      </a:cubicBezTo>
                      <a:cubicBezTo>
                        <a:pt x="-1097" y="12503"/>
                        <a:pt x="-244" y="15462"/>
                        <a:pt x="5083" y="18008"/>
                      </a:cubicBezTo>
                      <a:cubicBezTo>
                        <a:pt x="8617" y="19697"/>
                        <a:pt x="13958" y="20965"/>
                        <a:pt x="20210" y="216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lvl="0">
                    <a:defRPr sz="2400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41" name="ïšľíḍê"/>
                <p:cNvSpPr/>
                <p:nvPr/>
              </p:nvSpPr>
              <p:spPr>
                <a:xfrm rot="251292">
                  <a:off x="3816375" y="168367"/>
                  <a:ext cx="258611" cy="92658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8017" h="21600" extrusionOk="0">
                      <a:moveTo>
                        <a:pt x="0" y="0"/>
                      </a:moveTo>
                      <a:lnTo>
                        <a:pt x="0" y="21600"/>
                      </a:lnTo>
                      <a:cubicBezTo>
                        <a:pt x="6112" y="20945"/>
                        <a:pt x="11256" y="19533"/>
                        <a:pt x="14389" y="17648"/>
                      </a:cubicBezTo>
                      <a:cubicBezTo>
                        <a:pt x="21600" y="13312"/>
                        <a:pt x="17163" y="8075"/>
                        <a:pt x="8935" y="3831"/>
                      </a:cubicBezTo>
                      <a:cubicBezTo>
                        <a:pt x="6294" y="2469"/>
                        <a:pt x="3304" y="1187"/>
                        <a:pt x="0" y="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lvl="0">
                    <a:defRPr sz="2400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42" name="íṥḻíḋè"/>
                <p:cNvSpPr/>
                <p:nvPr/>
              </p:nvSpPr>
              <p:spPr>
                <a:xfrm rot="251292">
                  <a:off x="3524061" y="146200"/>
                  <a:ext cx="267861" cy="93000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503" h="21600" extrusionOk="0">
                      <a:moveTo>
                        <a:pt x="20210" y="21600"/>
                      </a:moveTo>
                      <a:lnTo>
                        <a:pt x="20210" y="20290"/>
                      </a:lnTo>
                      <a:cubicBezTo>
                        <a:pt x="15668" y="19795"/>
                        <a:pt x="11747" y="18883"/>
                        <a:pt x="8993" y="17681"/>
                      </a:cubicBezTo>
                      <a:cubicBezTo>
                        <a:pt x="6470" y="16579"/>
                        <a:pt x="5041" y="15280"/>
                        <a:pt x="4873" y="13940"/>
                      </a:cubicBezTo>
                      <a:lnTo>
                        <a:pt x="20196" y="17744"/>
                      </a:lnTo>
                      <a:lnTo>
                        <a:pt x="20196" y="16366"/>
                      </a:lnTo>
                      <a:lnTo>
                        <a:pt x="4106" y="12380"/>
                      </a:lnTo>
                      <a:cubicBezTo>
                        <a:pt x="4019" y="11816"/>
                        <a:pt x="4140" y="11251"/>
                        <a:pt x="4468" y="10696"/>
                      </a:cubicBezTo>
                      <a:cubicBezTo>
                        <a:pt x="4826" y="10089"/>
                        <a:pt x="5428" y="9498"/>
                        <a:pt x="6260" y="8935"/>
                      </a:cubicBezTo>
                      <a:lnTo>
                        <a:pt x="20503" y="12401"/>
                      </a:lnTo>
                      <a:lnTo>
                        <a:pt x="20412" y="10607"/>
                      </a:lnTo>
                      <a:lnTo>
                        <a:pt x="7363" y="7779"/>
                      </a:lnTo>
                      <a:cubicBezTo>
                        <a:pt x="7759" y="7351"/>
                        <a:pt x="8236" y="6931"/>
                        <a:pt x="8793" y="6521"/>
                      </a:cubicBezTo>
                      <a:cubicBezTo>
                        <a:pt x="9378" y="6089"/>
                        <a:pt x="10049" y="5669"/>
                        <a:pt x="10802" y="5263"/>
                      </a:cubicBezTo>
                      <a:lnTo>
                        <a:pt x="20358" y="7297"/>
                      </a:lnTo>
                      <a:lnTo>
                        <a:pt x="20303" y="5689"/>
                      </a:lnTo>
                      <a:cubicBezTo>
                        <a:pt x="19109" y="5467"/>
                        <a:pt x="17914" y="5245"/>
                        <a:pt x="16720" y="5022"/>
                      </a:cubicBezTo>
                      <a:cubicBezTo>
                        <a:pt x="15525" y="4800"/>
                        <a:pt x="14331" y="4577"/>
                        <a:pt x="13137" y="4355"/>
                      </a:cubicBezTo>
                      <a:cubicBezTo>
                        <a:pt x="14378" y="3869"/>
                        <a:pt x="15716" y="3407"/>
                        <a:pt x="17145" y="2972"/>
                      </a:cubicBezTo>
                      <a:cubicBezTo>
                        <a:pt x="18149" y="2666"/>
                        <a:pt x="19197" y="2373"/>
                        <a:pt x="20285" y="2095"/>
                      </a:cubicBezTo>
                      <a:lnTo>
                        <a:pt x="20140" y="0"/>
                      </a:lnTo>
                      <a:cubicBezTo>
                        <a:pt x="17001" y="1014"/>
                        <a:pt x="14094" y="2092"/>
                        <a:pt x="11439" y="3227"/>
                      </a:cubicBezTo>
                      <a:cubicBezTo>
                        <a:pt x="6778" y="5218"/>
                        <a:pt x="3002" y="7412"/>
                        <a:pt x="1194" y="9657"/>
                      </a:cubicBezTo>
                      <a:cubicBezTo>
                        <a:pt x="-1097" y="12503"/>
                        <a:pt x="-244" y="15462"/>
                        <a:pt x="5083" y="18008"/>
                      </a:cubicBezTo>
                      <a:cubicBezTo>
                        <a:pt x="8617" y="19697"/>
                        <a:pt x="13958" y="20965"/>
                        <a:pt x="20210" y="216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lvl="0">
                    <a:defRPr sz="2400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43" name="íṩļiḋê"/>
                <p:cNvSpPr/>
                <p:nvPr/>
              </p:nvSpPr>
              <p:spPr>
                <a:xfrm rot="1038314">
                  <a:off x="3211761" y="680085"/>
                  <a:ext cx="258611" cy="92658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8017" h="21600" extrusionOk="0">
                      <a:moveTo>
                        <a:pt x="0" y="0"/>
                      </a:moveTo>
                      <a:lnTo>
                        <a:pt x="0" y="21600"/>
                      </a:lnTo>
                      <a:cubicBezTo>
                        <a:pt x="6112" y="20945"/>
                        <a:pt x="11256" y="19533"/>
                        <a:pt x="14389" y="17648"/>
                      </a:cubicBezTo>
                      <a:cubicBezTo>
                        <a:pt x="21600" y="13312"/>
                        <a:pt x="17163" y="8075"/>
                        <a:pt x="8935" y="3831"/>
                      </a:cubicBezTo>
                      <a:cubicBezTo>
                        <a:pt x="6294" y="2469"/>
                        <a:pt x="3304" y="1187"/>
                        <a:pt x="0" y="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lvl="0">
                    <a:defRPr sz="2400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44" name="ïśliḓé"/>
                <p:cNvSpPr/>
                <p:nvPr/>
              </p:nvSpPr>
              <p:spPr>
                <a:xfrm rot="1038314">
                  <a:off x="2931595" y="593163"/>
                  <a:ext cx="267861" cy="93000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503" h="21600" extrusionOk="0">
                      <a:moveTo>
                        <a:pt x="20210" y="21600"/>
                      </a:moveTo>
                      <a:lnTo>
                        <a:pt x="20210" y="20290"/>
                      </a:lnTo>
                      <a:cubicBezTo>
                        <a:pt x="15668" y="19795"/>
                        <a:pt x="11747" y="18883"/>
                        <a:pt x="8993" y="17681"/>
                      </a:cubicBezTo>
                      <a:cubicBezTo>
                        <a:pt x="6470" y="16579"/>
                        <a:pt x="5041" y="15280"/>
                        <a:pt x="4873" y="13940"/>
                      </a:cubicBezTo>
                      <a:lnTo>
                        <a:pt x="20196" y="17744"/>
                      </a:lnTo>
                      <a:lnTo>
                        <a:pt x="20196" y="16366"/>
                      </a:lnTo>
                      <a:lnTo>
                        <a:pt x="4106" y="12380"/>
                      </a:lnTo>
                      <a:cubicBezTo>
                        <a:pt x="4019" y="11816"/>
                        <a:pt x="4140" y="11251"/>
                        <a:pt x="4468" y="10696"/>
                      </a:cubicBezTo>
                      <a:cubicBezTo>
                        <a:pt x="4826" y="10089"/>
                        <a:pt x="5428" y="9498"/>
                        <a:pt x="6260" y="8935"/>
                      </a:cubicBezTo>
                      <a:lnTo>
                        <a:pt x="20503" y="12401"/>
                      </a:lnTo>
                      <a:lnTo>
                        <a:pt x="20412" y="10607"/>
                      </a:lnTo>
                      <a:lnTo>
                        <a:pt x="7363" y="7779"/>
                      </a:lnTo>
                      <a:cubicBezTo>
                        <a:pt x="7759" y="7351"/>
                        <a:pt x="8236" y="6931"/>
                        <a:pt x="8793" y="6521"/>
                      </a:cubicBezTo>
                      <a:cubicBezTo>
                        <a:pt x="9378" y="6089"/>
                        <a:pt x="10049" y="5669"/>
                        <a:pt x="10802" y="5263"/>
                      </a:cubicBezTo>
                      <a:lnTo>
                        <a:pt x="20358" y="7297"/>
                      </a:lnTo>
                      <a:lnTo>
                        <a:pt x="20303" y="5689"/>
                      </a:lnTo>
                      <a:cubicBezTo>
                        <a:pt x="19109" y="5467"/>
                        <a:pt x="17914" y="5245"/>
                        <a:pt x="16720" y="5022"/>
                      </a:cubicBezTo>
                      <a:cubicBezTo>
                        <a:pt x="15525" y="4800"/>
                        <a:pt x="14331" y="4577"/>
                        <a:pt x="13137" y="4355"/>
                      </a:cubicBezTo>
                      <a:cubicBezTo>
                        <a:pt x="14378" y="3869"/>
                        <a:pt x="15716" y="3407"/>
                        <a:pt x="17145" y="2972"/>
                      </a:cubicBezTo>
                      <a:cubicBezTo>
                        <a:pt x="18149" y="2666"/>
                        <a:pt x="19197" y="2373"/>
                        <a:pt x="20285" y="2095"/>
                      </a:cubicBezTo>
                      <a:lnTo>
                        <a:pt x="20140" y="0"/>
                      </a:lnTo>
                      <a:cubicBezTo>
                        <a:pt x="17001" y="1014"/>
                        <a:pt x="14094" y="2092"/>
                        <a:pt x="11439" y="3227"/>
                      </a:cubicBezTo>
                      <a:cubicBezTo>
                        <a:pt x="6778" y="5218"/>
                        <a:pt x="3002" y="7412"/>
                        <a:pt x="1194" y="9657"/>
                      </a:cubicBezTo>
                      <a:cubicBezTo>
                        <a:pt x="-1097" y="12503"/>
                        <a:pt x="-244" y="15462"/>
                        <a:pt x="5083" y="18008"/>
                      </a:cubicBezTo>
                      <a:cubicBezTo>
                        <a:pt x="8617" y="19697"/>
                        <a:pt x="13958" y="20965"/>
                        <a:pt x="20210" y="216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lvl="0">
                    <a:defRPr sz="2400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45" name="íşḷíḑè"/>
                <p:cNvSpPr/>
                <p:nvPr/>
              </p:nvSpPr>
              <p:spPr>
                <a:xfrm rot="21227908">
                  <a:off x="2716718" y="11257"/>
                  <a:ext cx="258610" cy="92658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8017" h="21600" extrusionOk="0">
                      <a:moveTo>
                        <a:pt x="0" y="0"/>
                      </a:moveTo>
                      <a:lnTo>
                        <a:pt x="0" y="21600"/>
                      </a:lnTo>
                      <a:cubicBezTo>
                        <a:pt x="6112" y="20945"/>
                        <a:pt x="11256" y="19533"/>
                        <a:pt x="14389" y="17648"/>
                      </a:cubicBezTo>
                      <a:cubicBezTo>
                        <a:pt x="21600" y="13312"/>
                        <a:pt x="17163" y="8075"/>
                        <a:pt x="8935" y="3831"/>
                      </a:cubicBezTo>
                      <a:cubicBezTo>
                        <a:pt x="6294" y="2469"/>
                        <a:pt x="3304" y="1187"/>
                        <a:pt x="0" y="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lvl="0">
                    <a:defRPr sz="2400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46" name="ïśḷïḓè"/>
                <p:cNvSpPr/>
                <p:nvPr/>
              </p:nvSpPr>
              <p:spPr>
                <a:xfrm rot="21227908">
                  <a:off x="2425430" y="41307"/>
                  <a:ext cx="267861" cy="93000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503" h="21600" extrusionOk="0">
                      <a:moveTo>
                        <a:pt x="20210" y="21600"/>
                      </a:moveTo>
                      <a:lnTo>
                        <a:pt x="20210" y="20290"/>
                      </a:lnTo>
                      <a:cubicBezTo>
                        <a:pt x="15668" y="19795"/>
                        <a:pt x="11747" y="18883"/>
                        <a:pt x="8993" y="17681"/>
                      </a:cubicBezTo>
                      <a:cubicBezTo>
                        <a:pt x="6470" y="16579"/>
                        <a:pt x="5041" y="15280"/>
                        <a:pt x="4873" y="13940"/>
                      </a:cubicBezTo>
                      <a:lnTo>
                        <a:pt x="20196" y="17744"/>
                      </a:lnTo>
                      <a:lnTo>
                        <a:pt x="20196" y="16366"/>
                      </a:lnTo>
                      <a:lnTo>
                        <a:pt x="4106" y="12380"/>
                      </a:lnTo>
                      <a:cubicBezTo>
                        <a:pt x="4019" y="11816"/>
                        <a:pt x="4140" y="11251"/>
                        <a:pt x="4468" y="10696"/>
                      </a:cubicBezTo>
                      <a:cubicBezTo>
                        <a:pt x="4826" y="10089"/>
                        <a:pt x="5428" y="9498"/>
                        <a:pt x="6260" y="8935"/>
                      </a:cubicBezTo>
                      <a:lnTo>
                        <a:pt x="20503" y="12401"/>
                      </a:lnTo>
                      <a:lnTo>
                        <a:pt x="20412" y="10607"/>
                      </a:lnTo>
                      <a:lnTo>
                        <a:pt x="7363" y="7779"/>
                      </a:lnTo>
                      <a:cubicBezTo>
                        <a:pt x="7759" y="7351"/>
                        <a:pt x="8236" y="6931"/>
                        <a:pt x="8793" y="6521"/>
                      </a:cubicBezTo>
                      <a:cubicBezTo>
                        <a:pt x="9378" y="6089"/>
                        <a:pt x="10049" y="5669"/>
                        <a:pt x="10802" y="5263"/>
                      </a:cubicBezTo>
                      <a:lnTo>
                        <a:pt x="20358" y="7297"/>
                      </a:lnTo>
                      <a:lnTo>
                        <a:pt x="20303" y="5689"/>
                      </a:lnTo>
                      <a:cubicBezTo>
                        <a:pt x="19109" y="5467"/>
                        <a:pt x="17914" y="5245"/>
                        <a:pt x="16720" y="5022"/>
                      </a:cubicBezTo>
                      <a:cubicBezTo>
                        <a:pt x="15525" y="4800"/>
                        <a:pt x="14331" y="4577"/>
                        <a:pt x="13137" y="4355"/>
                      </a:cubicBezTo>
                      <a:cubicBezTo>
                        <a:pt x="14378" y="3869"/>
                        <a:pt x="15716" y="3407"/>
                        <a:pt x="17145" y="2972"/>
                      </a:cubicBezTo>
                      <a:cubicBezTo>
                        <a:pt x="18149" y="2666"/>
                        <a:pt x="19197" y="2373"/>
                        <a:pt x="20285" y="2095"/>
                      </a:cubicBezTo>
                      <a:lnTo>
                        <a:pt x="20140" y="0"/>
                      </a:lnTo>
                      <a:cubicBezTo>
                        <a:pt x="17001" y="1014"/>
                        <a:pt x="14094" y="2092"/>
                        <a:pt x="11439" y="3227"/>
                      </a:cubicBezTo>
                      <a:cubicBezTo>
                        <a:pt x="6778" y="5218"/>
                        <a:pt x="3002" y="7412"/>
                        <a:pt x="1194" y="9657"/>
                      </a:cubicBezTo>
                      <a:cubicBezTo>
                        <a:pt x="-1097" y="12503"/>
                        <a:pt x="-244" y="15462"/>
                        <a:pt x="5083" y="18008"/>
                      </a:cubicBezTo>
                      <a:cubicBezTo>
                        <a:pt x="8617" y="19697"/>
                        <a:pt x="13958" y="20965"/>
                        <a:pt x="20210" y="216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lvl="0">
                    <a:defRPr sz="2400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47" name="íS1îďé"/>
                <p:cNvSpPr/>
                <p:nvPr/>
              </p:nvSpPr>
              <p:spPr>
                <a:xfrm rot="18464531">
                  <a:off x="2284897" y="558587"/>
                  <a:ext cx="258611" cy="92658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8017" h="21600" extrusionOk="0">
                      <a:moveTo>
                        <a:pt x="0" y="0"/>
                      </a:moveTo>
                      <a:lnTo>
                        <a:pt x="0" y="21600"/>
                      </a:lnTo>
                      <a:cubicBezTo>
                        <a:pt x="6112" y="20945"/>
                        <a:pt x="11256" y="19533"/>
                        <a:pt x="14389" y="17648"/>
                      </a:cubicBezTo>
                      <a:cubicBezTo>
                        <a:pt x="21600" y="13312"/>
                        <a:pt x="17163" y="8075"/>
                        <a:pt x="8935" y="3831"/>
                      </a:cubicBezTo>
                      <a:cubicBezTo>
                        <a:pt x="6294" y="2469"/>
                        <a:pt x="3304" y="1187"/>
                        <a:pt x="0" y="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lvl="0">
                    <a:defRPr sz="2400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48" name="išḷïḓé"/>
                <p:cNvSpPr/>
                <p:nvPr/>
              </p:nvSpPr>
              <p:spPr>
                <a:xfrm rot="18464531">
                  <a:off x="2104211" y="785320"/>
                  <a:ext cx="267861" cy="93000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503" h="21600" extrusionOk="0">
                      <a:moveTo>
                        <a:pt x="20210" y="21600"/>
                      </a:moveTo>
                      <a:lnTo>
                        <a:pt x="20210" y="20290"/>
                      </a:lnTo>
                      <a:cubicBezTo>
                        <a:pt x="15668" y="19795"/>
                        <a:pt x="11747" y="18883"/>
                        <a:pt x="8993" y="17681"/>
                      </a:cubicBezTo>
                      <a:cubicBezTo>
                        <a:pt x="6470" y="16579"/>
                        <a:pt x="5041" y="15280"/>
                        <a:pt x="4873" y="13940"/>
                      </a:cubicBezTo>
                      <a:lnTo>
                        <a:pt x="20196" y="17744"/>
                      </a:lnTo>
                      <a:lnTo>
                        <a:pt x="20196" y="16366"/>
                      </a:lnTo>
                      <a:lnTo>
                        <a:pt x="4106" y="12380"/>
                      </a:lnTo>
                      <a:cubicBezTo>
                        <a:pt x="4019" y="11816"/>
                        <a:pt x="4140" y="11251"/>
                        <a:pt x="4468" y="10696"/>
                      </a:cubicBezTo>
                      <a:cubicBezTo>
                        <a:pt x="4826" y="10089"/>
                        <a:pt x="5428" y="9498"/>
                        <a:pt x="6260" y="8935"/>
                      </a:cubicBezTo>
                      <a:lnTo>
                        <a:pt x="20503" y="12401"/>
                      </a:lnTo>
                      <a:lnTo>
                        <a:pt x="20412" y="10607"/>
                      </a:lnTo>
                      <a:lnTo>
                        <a:pt x="7363" y="7779"/>
                      </a:lnTo>
                      <a:cubicBezTo>
                        <a:pt x="7759" y="7351"/>
                        <a:pt x="8236" y="6931"/>
                        <a:pt x="8793" y="6521"/>
                      </a:cubicBezTo>
                      <a:cubicBezTo>
                        <a:pt x="9378" y="6089"/>
                        <a:pt x="10049" y="5669"/>
                        <a:pt x="10802" y="5263"/>
                      </a:cubicBezTo>
                      <a:lnTo>
                        <a:pt x="20358" y="7297"/>
                      </a:lnTo>
                      <a:lnTo>
                        <a:pt x="20303" y="5689"/>
                      </a:lnTo>
                      <a:cubicBezTo>
                        <a:pt x="19109" y="5467"/>
                        <a:pt x="17914" y="5245"/>
                        <a:pt x="16720" y="5022"/>
                      </a:cubicBezTo>
                      <a:cubicBezTo>
                        <a:pt x="15525" y="4800"/>
                        <a:pt x="14331" y="4577"/>
                        <a:pt x="13137" y="4355"/>
                      </a:cubicBezTo>
                      <a:cubicBezTo>
                        <a:pt x="14378" y="3869"/>
                        <a:pt x="15716" y="3407"/>
                        <a:pt x="17145" y="2972"/>
                      </a:cubicBezTo>
                      <a:cubicBezTo>
                        <a:pt x="18149" y="2666"/>
                        <a:pt x="19197" y="2373"/>
                        <a:pt x="20285" y="2095"/>
                      </a:cubicBezTo>
                      <a:lnTo>
                        <a:pt x="20140" y="0"/>
                      </a:lnTo>
                      <a:cubicBezTo>
                        <a:pt x="17001" y="1014"/>
                        <a:pt x="14094" y="2092"/>
                        <a:pt x="11439" y="3227"/>
                      </a:cubicBezTo>
                      <a:cubicBezTo>
                        <a:pt x="6778" y="5218"/>
                        <a:pt x="3002" y="7412"/>
                        <a:pt x="1194" y="9657"/>
                      </a:cubicBezTo>
                      <a:cubicBezTo>
                        <a:pt x="-1097" y="12503"/>
                        <a:pt x="-244" y="15462"/>
                        <a:pt x="5083" y="18008"/>
                      </a:cubicBezTo>
                      <a:cubicBezTo>
                        <a:pt x="8617" y="19697"/>
                        <a:pt x="13958" y="20965"/>
                        <a:pt x="20210" y="216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lvl="0">
                    <a:defRPr sz="2400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49" name="iṡḻîḓé"/>
                <p:cNvSpPr/>
                <p:nvPr/>
              </p:nvSpPr>
              <p:spPr>
                <a:xfrm rot="16317378">
                  <a:off x="2166967" y="1300990"/>
                  <a:ext cx="258611" cy="92658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8017" h="21600" extrusionOk="0">
                      <a:moveTo>
                        <a:pt x="0" y="0"/>
                      </a:moveTo>
                      <a:lnTo>
                        <a:pt x="0" y="21600"/>
                      </a:lnTo>
                      <a:cubicBezTo>
                        <a:pt x="6112" y="20945"/>
                        <a:pt x="11256" y="19533"/>
                        <a:pt x="14389" y="17648"/>
                      </a:cubicBezTo>
                      <a:cubicBezTo>
                        <a:pt x="21600" y="13312"/>
                        <a:pt x="17163" y="8075"/>
                        <a:pt x="8935" y="3831"/>
                      </a:cubicBezTo>
                      <a:cubicBezTo>
                        <a:pt x="6294" y="2469"/>
                        <a:pt x="3304" y="1187"/>
                        <a:pt x="0" y="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lvl="0">
                    <a:defRPr sz="2400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50" name="íṧ1ïdè"/>
                <p:cNvSpPr/>
                <p:nvPr/>
              </p:nvSpPr>
              <p:spPr>
                <a:xfrm rot="16317378">
                  <a:off x="2153104" y="1587548"/>
                  <a:ext cx="267861" cy="93000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503" h="21600" extrusionOk="0">
                      <a:moveTo>
                        <a:pt x="20210" y="21600"/>
                      </a:moveTo>
                      <a:lnTo>
                        <a:pt x="20210" y="20290"/>
                      </a:lnTo>
                      <a:cubicBezTo>
                        <a:pt x="15668" y="19795"/>
                        <a:pt x="11747" y="18883"/>
                        <a:pt x="8993" y="17681"/>
                      </a:cubicBezTo>
                      <a:cubicBezTo>
                        <a:pt x="6470" y="16579"/>
                        <a:pt x="5041" y="15280"/>
                        <a:pt x="4873" y="13940"/>
                      </a:cubicBezTo>
                      <a:lnTo>
                        <a:pt x="20196" y="17744"/>
                      </a:lnTo>
                      <a:lnTo>
                        <a:pt x="20196" y="16366"/>
                      </a:lnTo>
                      <a:lnTo>
                        <a:pt x="4106" y="12380"/>
                      </a:lnTo>
                      <a:cubicBezTo>
                        <a:pt x="4019" y="11816"/>
                        <a:pt x="4140" y="11251"/>
                        <a:pt x="4468" y="10696"/>
                      </a:cubicBezTo>
                      <a:cubicBezTo>
                        <a:pt x="4826" y="10089"/>
                        <a:pt x="5428" y="9498"/>
                        <a:pt x="6260" y="8935"/>
                      </a:cubicBezTo>
                      <a:lnTo>
                        <a:pt x="20503" y="12401"/>
                      </a:lnTo>
                      <a:lnTo>
                        <a:pt x="20412" y="10607"/>
                      </a:lnTo>
                      <a:lnTo>
                        <a:pt x="7363" y="7779"/>
                      </a:lnTo>
                      <a:cubicBezTo>
                        <a:pt x="7759" y="7351"/>
                        <a:pt x="8236" y="6931"/>
                        <a:pt x="8793" y="6521"/>
                      </a:cubicBezTo>
                      <a:cubicBezTo>
                        <a:pt x="9378" y="6089"/>
                        <a:pt x="10049" y="5669"/>
                        <a:pt x="10802" y="5263"/>
                      </a:cubicBezTo>
                      <a:lnTo>
                        <a:pt x="20358" y="7297"/>
                      </a:lnTo>
                      <a:lnTo>
                        <a:pt x="20303" y="5689"/>
                      </a:lnTo>
                      <a:cubicBezTo>
                        <a:pt x="19109" y="5467"/>
                        <a:pt x="17914" y="5245"/>
                        <a:pt x="16720" y="5022"/>
                      </a:cubicBezTo>
                      <a:cubicBezTo>
                        <a:pt x="15525" y="4800"/>
                        <a:pt x="14331" y="4577"/>
                        <a:pt x="13137" y="4355"/>
                      </a:cubicBezTo>
                      <a:cubicBezTo>
                        <a:pt x="14378" y="3869"/>
                        <a:pt x="15716" y="3407"/>
                        <a:pt x="17145" y="2972"/>
                      </a:cubicBezTo>
                      <a:cubicBezTo>
                        <a:pt x="18149" y="2666"/>
                        <a:pt x="19197" y="2373"/>
                        <a:pt x="20285" y="2095"/>
                      </a:cubicBezTo>
                      <a:lnTo>
                        <a:pt x="20140" y="0"/>
                      </a:lnTo>
                      <a:cubicBezTo>
                        <a:pt x="17001" y="1014"/>
                        <a:pt x="14094" y="2092"/>
                        <a:pt x="11439" y="3227"/>
                      </a:cubicBezTo>
                      <a:cubicBezTo>
                        <a:pt x="6778" y="5218"/>
                        <a:pt x="3002" y="7412"/>
                        <a:pt x="1194" y="9657"/>
                      </a:cubicBezTo>
                      <a:cubicBezTo>
                        <a:pt x="-1097" y="12503"/>
                        <a:pt x="-244" y="15462"/>
                        <a:pt x="5083" y="18008"/>
                      </a:cubicBezTo>
                      <a:cubicBezTo>
                        <a:pt x="8617" y="19697"/>
                        <a:pt x="13958" y="20965"/>
                        <a:pt x="20210" y="216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lvl="0">
                    <a:defRPr sz="2400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51" name="iSḻíḍê"/>
                <p:cNvSpPr/>
                <p:nvPr/>
              </p:nvSpPr>
              <p:spPr>
                <a:xfrm rot="16913727">
                  <a:off x="2698193" y="1916015"/>
                  <a:ext cx="258610" cy="92658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8017" h="21600" extrusionOk="0">
                      <a:moveTo>
                        <a:pt x="0" y="0"/>
                      </a:moveTo>
                      <a:lnTo>
                        <a:pt x="0" y="21600"/>
                      </a:lnTo>
                      <a:cubicBezTo>
                        <a:pt x="6112" y="20945"/>
                        <a:pt x="11256" y="19533"/>
                        <a:pt x="14389" y="17648"/>
                      </a:cubicBezTo>
                      <a:cubicBezTo>
                        <a:pt x="21600" y="13312"/>
                        <a:pt x="17163" y="8075"/>
                        <a:pt x="8935" y="3831"/>
                      </a:cubicBezTo>
                      <a:cubicBezTo>
                        <a:pt x="6294" y="2469"/>
                        <a:pt x="3304" y="1187"/>
                        <a:pt x="0" y="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lvl="0">
                    <a:defRPr sz="2400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52" name="îŝḷíḓe"/>
                <p:cNvSpPr/>
                <p:nvPr/>
              </p:nvSpPr>
              <p:spPr>
                <a:xfrm rot="16913727">
                  <a:off x="2634713" y="2196653"/>
                  <a:ext cx="267861" cy="93000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503" h="21600" extrusionOk="0">
                      <a:moveTo>
                        <a:pt x="20210" y="21600"/>
                      </a:moveTo>
                      <a:lnTo>
                        <a:pt x="20210" y="20290"/>
                      </a:lnTo>
                      <a:cubicBezTo>
                        <a:pt x="15668" y="19795"/>
                        <a:pt x="11747" y="18883"/>
                        <a:pt x="8993" y="17681"/>
                      </a:cubicBezTo>
                      <a:cubicBezTo>
                        <a:pt x="6470" y="16579"/>
                        <a:pt x="5041" y="15280"/>
                        <a:pt x="4873" y="13940"/>
                      </a:cubicBezTo>
                      <a:lnTo>
                        <a:pt x="20196" y="17744"/>
                      </a:lnTo>
                      <a:lnTo>
                        <a:pt x="20196" y="16366"/>
                      </a:lnTo>
                      <a:lnTo>
                        <a:pt x="4106" y="12380"/>
                      </a:lnTo>
                      <a:cubicBezTo>
                        <a:pt x="4019" y="11816"/>
                        <a:pt x="4140" y="11251"/>
                        <a:pt x="4468" y="10696"/>
                      </a:cubicBezTo>
                      <a:cubicBezTo>
                        <a:pt x="4826" y="10089"/>
                        <a:pt x="5428" y="9498"/>
                        <a:pt x="6260" y="8935"/>
                      </a:cubicBezTo>
                      <a:lnTo>
                        <a:pt x="20503" y="12401"/>
                      </a:lnTo>
                      <a:lnTo>
                        <a:pt x="20412" y="10607"/>
                      </a:lnTo>
                      <a:lnTo>
                        <a:pt x="7363" y="7779"/>
                      </a:lnTo>
                      <a:cubicBezTo>
                        <a:pt x="7759" y="7351"/>
                        <a:pt x="8236" y="6931"/>
                        <a:pt x="8793" y="6521"/>
                      </a:cubicBezTo>
                      <a:cubicBezTo>
                        <a:pt x="9378" y="6089"/>
                        <a:pt x="10049" y="5669"/>
                        <a:pt x="10802" y="5263"/>
                      </a:cubicBezTo>
                      <a:lnTo>
                        <a:pt x="20358" y="7297"/>
                      </a:lnTo>
                      <a:lnTo>
                        <a:pt x="20303" y="5689"/>
                      </a:lnTo>
                      <a:cubicBezTo>
                        <a:pt x="19109" y="5467"/>
                        <a:pt x="17914" y="5245"/>
                        <a:pt x="16720" y="5022"/>
                      </a:cubicBezTo>
                      <a:cubicBezTo>
                        <a:pt x="15525" y="4800"/>
                        <a:pt x="14331" y="4577"/>
                        <a:pt x="13137" y="4355"/>
                      </a:cubicBezTo>
                      <a:cubicBezTo>
                        <a:pt x="14378" y="3869"/>
                        <a:pt x="15716" y="3407"/>
                        <a:pt x="17145" y="2972"/>
                      </a:cubicBezTo>
                      <a:cubicBezTo>
                        <a:pt x="18149" y="2666"/>
                        <a:pt x="19197" y="2373"/>
                        <a:pt x="20285" y="2095"/>
                      </a:cubicBezTo>
                      <a:lnTo>
                        <a:pt x="20140" y="0"/>
                      </a:lnTo>
                      <a:cubicBezTo>
                        <a:pt x="17001" y="1014"/>
                        <a:pt x="14094" y="2092"/>
                        <a:pt x="11439" y="3227"/>
                      </a:cubicBezTo>
                      <a:cubicBezTo>
                        <a:pt x="6778" y="5218"/>
                        <a:pt x="3002" y="7412"/>
                        <a:pt x="1194" y="9657"/>
                      </a:cubicBezTo>
                      <a:cubicBezTo>
                        <a:pt x="-1097" y="12503"/>
                        <a:pt x="-244" y="15462"/>
                        <a:pt x="5083" y="18008"/>
                      </a:cubicBezTo>
                      <a:cubicBezTo>
                        <a:pt x="8617" y="19697"/>
                        <a:pt x="13958" y="20965"/>
                        <a:pt x="20210" y="216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lvl="0">
                    <a:defRPr sz="2400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53" name="îṡlîďê"/>
                <p:cNvSpPr/>
                <p:nvPr/>
              </p:nvSpPr>
              <p:spPr>
                <a:xfrm rot="17857806">
                  <a:off x="1549860" y="757274"/>
                  <a:ext cx="258611" cy="92658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8017" h="21600" extrusionOk="0">
                      <a:moveTo>
                        <a:pt x="0" y="0"/>
                      </a:moveTo>
                      <a:lnTo>
                        <a:pt x="0" y="21600"/>
                      </a:lnTo>
                      <a:cubicBezTo>
                        <a:pt x="6112" y="20945"/>
                        <a:pt x="11256" y="19533"/>
                        <a:pt x="14389" y="17648"/>
                      </a:cubicBezTo>
                      <a:cubicBezTo>
                        <a:pt x="21600" y="13312"/>
                        <a:pt x="17163" y="8075"/>
                        <a:pt x="8935" y="3831"/>
                      </a:cubicBezTo>
                      <a:cubicBezTo>
                        <a:pt x="6294" y="2469"/>
                        <a:pt x="3304" y="1187"/>
                        <a:pt x="0" y="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lvl="0">
                    <a:defRPr sz="2400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54" name="ïṡlide"/>
                <p:cNvSpPr/>
                <p:nvPr/>
              </p:nvSpPr>
              <p:spPr>
                <a:xfrm rot="17857806">
                  <a:off x="1412017" y="1011370"/>
                  <a:ext cx="267862" cy="93000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503" h="21600" extrusionOk="0">
                      <a:moveTo>
                        <a:pt x="20210" y="21600"/>
                      </a:moveTo>
                      <a:lnTo>
                        <a:pt x="20210" y="20290"/>
                      </a:lnTo>
                      <a:cubicBezTo>
                        <a:pt x="15668" y="19795"/>
                        <a:pt x="11747" y="18883"/>
                        <a:pt x="8993" y="17681"/>
                      </a:cubicBezTo>
                      <a:cubicBezTo>
                        <a:pt x="6470" y="16579"/>
                        <a:pt x="5041" y="15280"/>
                        <a:pt x="4873" y="13940"/>
                      </a:cubicBezTo>
                      <a:lnTo>
                        <a:pt x="20196" y="17744"/>
                      </a:lnTo>
                      <a:lnTo>
                        <a:pt x="20196" y="16366"/>
                      </a:lnTo>
                      <a:lnTo>
                        <a:pt x="4106" y="12380"/>
                      </a:lnTo>
                      <a:cubicBezTo>
                        <a:pt x="4019" y="11816"/>
                        <a:pt x="4140" y="11251"/>
                        <a:pt x="4468" y="10696"/>
                      </a:cubicBezTo>
                      <a:cubicBezTo>
                        <a:pt x="4826" y="10089"/>
                        <a:pt x="5428" y="9498"/>
                        <a:pt x="6260" y="8935"/>
                      </a:cubicBezTo>
                      <a:lnTo>
                        <a:pt x="20503" y="12401"/>
                      </a:lnTo>
                      <a:lnTo>
                        <a:pt x="20412" y="10607"/>
                      </a:lnTo>
                      <a:lnTo>
                        <a:pt x="7363" y="7779"/>
                      </a:lnTo>
                      <a:cubicBezTo>
                        <a:pt x="7759" y="7351"/>
                        <a:pt x="8236" y="6931"/>
                        <a:pt x="8793" y="6521"/>
                      </a:cubicBezTo>
                      <a:cubicBezTo>
                        <a:pt x="9378" y="6089"/>
                        <a:pt x="10049" y="5669"/>
                        <a:pt x="10802" y="5263"/>
                      </a:cubicBezTo>
                      <a:lnTo>
                        <a:pt x="20358" y="7297"/>
                      </a:lnTo>
                      <a:lnTo>
                        <a:pt x="20303" y="5689"/>
                      </a:lnTo>
                      <a:cubicBezTo>
                        <a:pt x="19109" y="5467"/>
                        <a:pt x="17914" y="5245"/>
                        <a:pt x="16720" y="5022"/>
                      </a:cubicBezTo>
                      <a:cubicBezTo>
                        <a:pt x="15525" y="4800"/>
                        <a:pt x="14331" y="4577"/>
                        <a:pt x="13137" y="4355"/>
                      </a:cubicBezTo>
                      <a:cubicBezTo>
                        <a:pt x="14378" y="3869"/>
                        <a:pt x="15716" y="3407"/>
                        <a:pt x="17145" y="2972"/>
                      </a:cubicBezTo>
                      <a:cubicBezTo>
                        <a:pt x="18149" y="2666"/>
                        <a:pt x="19197" y="2373"/>
                        <a:pt x="20285" y="2095"/>
                      </a:cubicBezTo>
                      <a:lnTo>
                        <a:pt x="20140" y="0"/>
                      </a:lnTo>
                      <a:cubicBezTo>
                        <a:pt x="17001" y="1014"/>
                        <a:pt x="14094" y="2092"/>
                        <a:pt x="11439" y="3227"/>
                      </a:cubicBezTo>
                      <a:cubicBezTo>
                        <a:pt x="6778" y="5218"/>
                        <a:pt x="3002" y="7412"/>
                        <a:pt x="1194" y="9657"/>
                      </a:cubicBezTo>
                      <a:cubicBezTo>
                        <a:pt x="-1097" y="12503"/>
                        <a:pt x="-244" y="15462"/>
                        <a:pt x="5083" y="18008"/>
                      </a:cubicBezTo>
                      <a:cubicBezTo>
                        <a:pt x="8617" y="19697"/>
                        <a:pt x="13958" y="20965"/>
                        <a:pt x="20210" y="216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lvl="0">
                    <a:defRPr sz="2400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55" name="îśļiḑê"/>
                <p:cNvSpPr/>
                <p:nvPr/>
              </p:nvSpPr>
              <p:spPr>
                <a:xfrm rot="17524442">
                  <a:off x="1145605" y="1261571"/>
                  <a:ext cx="258611" cy="92658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8017" h="21600" extrusionOk="0">
                      <a:moveTo>
                        <a:pt x="0" y="0"/>
                      </a:moveTo>
                      <a:lnTo>
                        <a:pt x="0" y="21600"/>
                      </a:lnTo>
                      <a:cubicBezTo>
                        <a:pt x="6112" y="20945"/>
                        <a:pt x="11256" y="19533"/>
                        <a:pt x="14389" y="17648"/>
                      </a:cubicBezTo>
                      <a:cubicBezTo>
                        <a:pt x="21600" y="13312"/>
                        <a:pt x="17163" y="8075"/>
                        <a:pt x="8935" y="3831"/>
                      </a:cubicBezTo>
                      <a:cubicBezTo>
                        <a:pt x="6294" y="2469"/>
                        <a:pt x="3304" y="1187"/>
                        <a:pt x="0" y="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lvl="0">
                    <a:defRPr sz="2400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56" name="íṡḻîḍê"/>
                <p:cNvSpPr/>
                <p:nvPr/>
              </p:nvSpPr>
              <p:spPr>
                <a:xfrm rot="17524442">
                  <a:off x="1033156" y="1527364"/>
                  <a:ext cx="267861" cy="93000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503" h="21600" extrusionOk="0">
                      <a:moveTo>
                        <a:pt x="20210" y="21600"/>
                      </a:moveTo>
                      <a:lnTo>
                        <a:pt x="20210" y="20290"/>
                      </a:lnTo>
                      <a:cubicBezTo>
                        <a:pt x="15668" y="19795"/>
                        <a:pt x="11747" y="18883"/>
                        <a:pt x="8993" y="17681"/>
                      </a:cubicBezTo>
                      <a:cubicBezTo>
                        <a:pt x="6470" y="16579"/>
                        <a:pt x="5041" y="15280"/>
                        <a:pt x="4873" y="13940"/>
                      </a:cubicBezTo>
                      <a:lnTo>
                        <a:pt x="20196" y="17744"/>
                      </a:lnTo>
                      <a:lnTo>
                        <a:pt x="20196" y="16366"/>
                      </a:lnTo>
                      <a:lnTo>
                        <a:pt x="4106" y="12380"/>
                      </a:lnTo>
                      <a:cubicBezTo>
                        <a:pt x="4019" y="11816"/>
                        <a:pt x="4140" y="11251"/>
                        <a:pt x="4468" y="10696"/>
                      </a:cubicBezTo>
                      <a:cubicBezTo>
                        <a:pt x="4826" y="10089"/>
                        <a:pt x="5428" y="9498"/>
                        <a:pt x="6260" y="8935"/>
                      </a:cubicBezTo>
                      <a:lnTo>
                        <a:pt x="20503" y="12401"/>
                      </a:lnTo>
                      <a:lnTo>
                        <a:pt x="20412" y="10607"/>
                      </a:lnTo>
                      <a:lnTo>
                        <a:pt x="7363" y="7779"/>
                      </a:lnTo>
                      <a:cubicBezTo>
                        <a:pt x="7759" y="7351"/>
                        <a:pt x="8236" y="6931"/>
                        <a:pt x="8793" y="6521"/>
                      </a:cubicBezTo>
                      <a:cubicBezTo>
                        <a:pt x="9378" y="6089"/>
                        <a:pt x="10049" y="5669"/>
                        <a:pt x="10802" y="5263"/>
                      </a:cubicBezTo>
                      <a:lnTo>
                        <a:pt x="20358" y="7297"/>
                      </a:lnTo>
                      <a:lnTo>
                        <a:pt x="20303" y="5689"/>
                      </a:lnTo>
                      <a:cubicBezTo>
                        <a:pt x="19109" y="5467"/>
                        <a:pt x="17914" y="5245"/>
                        <a:pt x="16720" y="5022"/>
                      </a:cubicBezTo>
                      <a:cubicBezTo>
                        <a:pt x="15525" y="4800"/>
                        <a:pt x="14331" y="4577"/>
                        <a:pt x="13137" y="4355"/>
                      </a:cubicBezTo>
                      <a:cubicBezTo>
                        <a:pt x="14378" y="3869"/>
                        <a:pt x="15716" y="3407"/>
                        <a:pt x="17145" y="2972"/>
                      </a:cubicBezTo>
                      <a:cubicBezTo>
                        <a:pt x="18149" y="2666"/>
                        <a:pt x="19197" y="2373"/>
                        <a:pt x="20285" y="2095"/>
                      </a:cubicBezTo>
                      <a:lnTo>
                        <a:pt x="20140" y="0"/>
                      </a:lnTo>
                      <a:cubicBezTo>
                        <a:pt x="17001" y="1014"/>
                        <a:pt x="14094" y="2092"/>
                        <a:pt x="11439" y="3227"/>
                      </a:cubicBezTo>
                      <a:cubicBezTo>
                        <a:pt x="6778" y="5218"/>
                        <a:pt x="3002" y="7412"/>
                        <a:pt x="1194" y="9657"/>
                      </a:cubicBezTo>
                      <a:cubicBezTo>
                        <a:pt x="-1097" y="12503"/>
                        <a:pt x="-244" y="15462"/>
                        <a:pt x="5083" y="18008"/>
                      </a:cubicBezTo>
                      <a:cubicBezTo>
                        <a:pt x="8617" y="19697"/>
                        <a:pt x="13958" y="20965"/>
                        <a:pt x="20210" y="216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lvl="0">
                    <a:defRPr sz="2400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57" name="îṣľïḍê"/>
                <p:cNvSpPr/>
                <p:nvPr/>
              </p:nvSpPr>
              <p:spPr>
                <a:xfrm rot="251032">
                  <a:off x="2047989" y="2392484"/>
                  <a:ext cx="258610" cy="92658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8017" h="21600" extrusionOk="0">
                      <a:moveTo>
                        <a:pt x="0" y="0"/>
                      </a:moveTo>
                      <a:lnTo>
                        <a:pt x="0" y="21600"/>
                      </a:lnTo>
                      <a:cubicBezTo>
                        <a:pt x="6112" y="20945"/>
                        <a:pt x="11256" y="19533"/>
                        <a:pt x="14389" y="17648"/>
                      </a:cubicBezTo>
                      <a:cubicBezTo>
                        <a:pt x="21600" y="13312"/>
                        <a:pt x="17163" y="8075"/>
                        <a:pt x="8935" y="3831"/>
                      </a:cubicBezTo>
                      <a:cubicBezTo>
                        <a:pt x="6294" y="2469"/>
                        <a:pt x="3304" y="1187"/>
                        <a:pt x="0" y="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lvl="0">
                    <a:defRPr sz="2400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58" name="ïṧļîďè"/>
                <p:cNvSpPr/>
                <p:nvPr/>
              </p:nvSpPr>
              <p:spPr>
                <a:xfrm rot="251032">
                  <a:off x="1755672" y="2370339"/>
                  <a:ext cx="267861" cy="93000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503" h="21600" extrusionOk="0">
                      <a:moveTo>
                        <a:pt x="20210" y="21600"/>
                      </a:moveTo>
                      <a:lnTo>
                        <a:pt x="20210" y="20290"/>
                      </a:lnTo>
                      <a:cubicBezTo>
                        <a:pt x="15668" y="19795"/>
                        <a:pt x="11747" y="18883"/>
                        <a:pt x="8993" y="17681"/>
                      </a:cubicBezTo>
                      <a:cubicBezTo>
                        <a:pt x="6470" y="16579"/>
                        <a:pt x="5041" y="15280"/>
                        <a:pt x="4873" y="13940"/>
                      </a:cubicBezTo>
                      <a:lnTo>
                        <a:pt x="20196" y="17744"/>
                      </a:lnTo>
                      <a:lnTo>
                        <a:pt x="20196" y="16366"/>
                      </a:lnTo>
                      <a:lnTo>
                        <a:pt x="4106" y="12380"/>
                      </a:lnTo>
                      <a:cubicBezTo>
                        <a:pt x="4019" y="11816"/>
                        <a:pt x="4140" y="11251"/>
                        <a:pt x="4468" y="10696"/>
                      </a:cubicBezTo>
                      <a:cubicBezTo>
                        <a:pt x="4826" y="10089"/>
                        <a:pt x="5428" y="9498"/>
                        <a:pt x="6260" y="8935"/>
                      </a:cubicBezTo>
                      <a:lnTo>
                        <a:pt x="20503" y="12401"/>
                      </a:lnTo>
                      <a:lnTo>
                        <a:pt x="20412" y="10607"/>
                      </a:lnTo>
                      <a:lnTo>
                        <a:pt x="7363" y="7779"/>
                      </a:lnTo>
                      <a:cubicBezTo>
                        <a:pt x="7759" y="7351"/>
                        <a:pt x="8236" y="6931"/>
                        <a:pt x="8793" y="6521"/>
                      </a:cubicBezTo>
                      <a:cubicBezTo>
                        <a:pt x="9378" y="6089"/>
                        <a:pt x="10049" y="5669"/>
                        <a:pt x="10802" y="5263"/>
                      </a:cubicBezTo>
                      <a:lnTo>
                        <a:pt x="20358" y="7297"/>
                      </a:lnTo>
                      <a:lnTo>
                        <a:pt x="20303" y="5689"/>
                      </a:lnTo>
                      <a:cubicBezTo>
                        <a:pt x="19109" y="5467"/>
                        <a:pt x="17914" y="5245"/>
                        <a:pt x="16720" y="5022"/>
                      </a:cubicBezTo>
                      <a:cubicBezTo>
                        <a:pt x="15525" y="4800"/>
                        <a:pt x="14331" y="4577"/>
                        <a:pt x="13137" y="4355"/>
                      </a:cubicBezTo>
                      <a:cubicBezTo>
                        <a:pt x="14378" y="3869"/>
                        <a:pt x="15716" y="3407"/>
                        <a:pt x="17145" y="2972"/>
                      </a:cubicBezTo>
                      <a:cubicBezTo>
                        <a:pt x="18149" y="2666"/>
                        <a:pt x="19197" y="2373"/>
                        <a:pt x="20285" y="2095"/>
                      </a:cubicBezTo>
                      <a:lnTo>
                        <a:pt x="20140" y="0"/>
                      </a:lnTo>
                      <a:cubicBezTo>
                        <a:pt x="17001" y="1014"/>
                        <a:pt x="14094" y="2092"/>
                        <a:pt x="11439" y="3227"/>
                      </a:cubicBezTo>
                      <a:cubicBezTo>
                        <a:pt x="6778" y="5218"/>
                        <a:pt x="3002" y="7412"/>
                        <a:pt x="1194" y="9657"/>
                      </a:cubicBezTo>
                      <a:cubicBezTo>
                        <a:pt x="-1097" y="12503"/>
                        <a:pt x="-244" y="15462"/>
                        <a:pt x="5083" y="18008"/>
                      </a:cubicBezTo>
                      <a:cubicBezTo>
                        <a:pt x="8617" y="19697"/>
                        <a:pt x="13958" y="20965"/>
                        <a:pt x="20210" y="216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lvl="0">
                    <a:defRPr sz="2400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59" name="íṣḻidé"/>
                <p:cNvSpPr/>
                <p:nvPr/>
              </p:nvSpPr>
              <p:spPr>
                <a:xfrm rot="19876943">
                  <a:off x="2708236" y="2875132"/>
                  <a:ext cx="258611" cy="92658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8017" h="21600" extrusionOk="0">
                      <a:moveTo>
                        <a:pt x="0" y="0"/>
                      </a:moveTo>
                      <a:lnTo>
                        <a:pt x="0" y="21600"/>
                      </a:lnTo>
                      <a:cubicBezTo>
                        <a:pt x="6112" y="20945"/>
                        <a:pt x="11256" y="19533"/>
                        <a:pt x="14389" y="17648"/>
                      </a:cubicBezTo>
                      <a:cubicBezTo>
                        <a:pt x="21600" y="13312"/>
                        <a:pt x="17163" y="8075"/>
                        <a:pt x="8935" y="3831"/>
                      </a:cubicBezTo>
                      <a:cubicBezTo>
                        <a:pt x="6294" y="2469"/>
                        <a:pt x="3304" y="1187"/>
                        <a:pt x="0" y="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lvl="0">
                    <a:defRPr sz="2400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60" name="işḻîďe"/>
                <p:cNvSpPr/>
                <p:nvPr/>
              </p:nvSpPr>
              <p:spPr>
                <a:xfrm rot="19876943">
                  <a:off x="2450963" y="3012537"/>
                  <a:ext cx="267861" cy="93000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503" h="21600" extrusionOk="0">
                      <a:moveTo>
                        <a:pt x="20210" y="21600"/>
                      </a:moveTo>
                      <a:lnTo>
                        <a:pt x="20210" y="20290"/>
                      </a:lnTo>
                      <a:cubicBezTo>
                        <a:pt x="15668" y="19795"/>
                        <a:pt x="11747" y="18883"/>
                        <a:pt x="8993" y="17681"/>
                      </a:cubicBezTo>
                      <a:cubicBezTo>
                        <a:pt x="6470" y="16579"/>
                        <a:pt x="5041" y="15280"/>
                        <a:pt x="4873" y="13940"/>
                      </a:cubicBezTo>
                      <a:lnTo>
                        <a:pt x="20196" y="17744"/>
                      </a:lnTo>
                      <a:lnTo>
                        <a:pt x="20196" y="16366"/>
                      </a:lnTo>
                      <a:lnTo>
                        <a:pt x="4106" y="12380"/>
                      </a:lnTo>
                      <a:cubicBezTo>
                        <a:pt x="4019" y="11816"/>
                        <a:pt x="4140" y="11251"/>
                        <a:pt x="4468" y="10696"/>
                      </a:cubicBezTo>
                      <a:cubicBezTo>
                        <a:pt x="4826" y="10089"/>
                        <a:pt x="5428" y="9498"/>
                        <a:pt x="6260" y="8935"/>
                      </a:cubicBezTo>
                      <a:lnTo>
                        <a:pt x="20503" y="12401"/>
                      </a:lnTo>
                      <a:lnTo>
                        <a:pt x="20412" y="10607"/>
                      </a:lnTo>
                      <a:lnTo>
                        <a:pt x="7363" y="7779"/>
                      </a:lnTo>
                      <a:cubicBezTo>
                        <a:pt x="7759" y="7351"/>
                        <a:pt x="8236" y="6931"/>
                        <a:pt x="8793" y="6521"/>
                      </a:cubicBezTo>
                      <a:cubicBezTo>
                        <a:pt x="9378" y="6089"/>
                        <a:pt x="10049" y="5669"/>
                        <a:pt x="10802" y="5263"/>
                      </a:cubicBezTo>
                      <a:lnTo>
                        <a:pt x="20358" y="7297"/>
                      </a:lnTo>
                      <a:lnTo>
                        <a:pt x="20303" y="5689"/>
                      </a:lnTo>
                      <a:cubicBezTo>
                        <a:pt x="19109" y="5467"/>
                        <a:pt x="17914" y="5245"/>
                        <a:pt x="16720" y="5022"/>
                      </a:cubicBezTo>
                      <a:cubicBezTo>
                        <a:pt x="15525" y="4800"/>
                        <a:pt x="14331" y="4577"/>
                        <a:pt x="13137" y="4355"/>
                      </a:cubicBezTo>
                      <a:cubicBezTo>
                        <a:pt x="14378" y="3869"/>
                        <a:pt x="15716" y="3407"/>
                        <a:pt x="17145" y="2972"/>
                      </a:cubicBezTo>
                      <a:cubicBezTo>
                        <a:pt x="18149" y="2666"/>
                        <a:pt x="19197" y="2373"/>
                        <a:pt x="20285" y="2095"/>
                      </a:cubicBezTo>
                      <a:lnTo>
                        <a:pt x="20140" y="0"/>
                      </a:lnTo>
                      <a:cubicBezTo>
                        <a:pt x="17001" y="1014"/>
                        <a:pt x="14094" y="2092"/>
                        <a:pt x="11439" y="3227"/>
                      </a:cubicBezTo>
                      <a:cubicBezTo>
                        <a:pt x="6778" y="5218"/>
                        <a:pt x="3002" y="7412"/>
                        <a:pt x="1194" y="9657"/>
                      </a:cubicBezTo>
                      <a:cubicBezTo>
                        <a:pt x="-1097" y="12503"/>
                        <a:pt x="-244" y="15462"/>
                        <a:pt x="5083" y="18008"/>
                      </a:cubicBezTo>
                      <a:cubicBezTo>
                        <a:pt x="8617" y="19697"/>
                        <a:pt x="13958" y="20965"/>
                        <a:pt x="20210" y="216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lvl="0">
                    <a:defRPr sz="2400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61" name="íṩlïdè"/>
                <p:cNvSpPr/>
                <p:nvPr/>
              </p:nvSpPr>
              <p:spPr>
                <a:xfrm rot="19271235">
                  <a:off x="1232098" y="2108341"/>
                  <a:ext cx="258611" cy="92658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8017" h="21600" extrusionOk="0">
                      <a:moveTo>
                        <a:pt x="0" y="0"/>
                      </a:moveTo>
                      <a:lnTo>
                        <a:pt x="0" y="21600"/>
                      </a:lnTo>
                      <a:cubicBezTo>
                        <a:pt x="6112" y="20945"/>
                        <a:pt x="11256" y="19533"/>
                        <a:pt x="14389" y="17648"/>
                      </a:cubicBezTo>
                      <a:cubicBezTo>
                        <a:pt x="21600" y="13312"/>
                        <a:pt x="17163" y="8075"/>
                        <a:pt x="8935" y="3831"/>
                      </a:cubicBezTo>
                      <a:cubicBezTo>
                        <a:pt x="6294" y="2469"/>
                        <a:pt x="3304" y="1187"/>
                        <a:pt x="0" y="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lvl="0">
                    <a:defRPr sz="2400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62" name="iSḻídè"/>
                <p:cNvSpPr/>
                <p:nvPr/>
              </p:nvSpPr>
              <p:spPr>
                <a:xfrm rot="19271235">
                  <a:off x="1003121" y="2287877"/>
                  <a:ext cx="267861" cy="93000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503" h="21600" extrusionOk="0">
                      <a:moveTo>
                        <a:pt x="20210" y="21600"/>
                      </a:moveTo>
                      <a:lnTo>
                        <a:pt x="20210" y="20290"/>
                      </a:lnTo>
                      <a:cubicBezTo>
                        <a:pt x="15668" y="19795"/>
                        <a:pt x="11747" y="18883"/>
                        <a:pt x="8993" y="17681"/>
                      </a:cubicBezTo>
                      <a:cubicBezTo>
                        <a:pt x="6470" y="16579"/>
                        <a:pt x="5041" y="15280"/>
                        <a:pt x="4873" y="13940"/>
                      </a:cubicBezTo>
                      <a:lnTo>
                        <a:pt x="20196" y="17744"/>
                      </a:lnTo>
                      <a:lnTo>
                        <a:pt x="20196" y="16366"/>
                      </a:lnTo>
                      <a:lnTo>
                        <a:pt x="4106" y="12380"/>
                      </a:lnTo>
                      <a:cubicBezTo>
                        <a:pt x="4019" y="11816"/>
                        <a:pt x="4140" y="11251"/>
                        <a:pt x="4468" y="10696"/>
                      </a:cubicBezTo>
                      <a:cubicBezTo>
                        <a:pt x="4826" y="10089"/>
                        <a:pt x="5428" y="9498"/>
                        <a:pt x="6260" y="8935"/>
                      </a:cubicBezTo>
                      <a:lnTo>
                        <a:pt x="20503" y="12401"/>
                      </a:lnTo>
                      <a:lnTo>
                        <a:pt x="20412" y="10607"/>
                      </a:lnTo>
                      <a:lnTo>
                        <a:pt x="7363" y="7779"/>
                      </a:lnTo>
                      <a:cubicBezTo>
                        <a:pt x="7759" y="7351"/>
                        <a:pt x="8236" y="6931"/>
                        <a:pt x="8793" y="6521"/>
                      </a:cubicBezTo>
                      <a:cubicBezTo>
                        <a:pt x="9378" y="6089"/>
                        <a:pt x="10049" y="5669"/>
                        <a:pt x="10802" y="5263"/>
                      </a:cubicBezTo>
                      <a:lnTo>
                        <a:pt x="20358" y="7297"/>
                      </a:lnTo>
                      <a:lnTo>
                        <a:pt x="20303" y="5689"/>
                      </a:lnTo>
                      <a:cubicBezTo>
                        <a:pt x="19109" y="5467"/>
                        <a:pt x="17914" y="5245"/>
                        <a:pt x="16720" y="5022"/>
                      </a:cubicBezTo>
                      <a:cubicBezTo>
                        <a:pt x="15525" y="4800"/>
                        <a:pt x="14331" y="4577"/>
                        <a:pt x="13137" y="4355"/>
                      </a:cubicBezTo>
                      <a:cubicBezTo>
                        <a:pt x="14378" y="3869"/>
                        <a:pt x="15716" y="3407"/>
                        <a:pt x="17145" y="2972"/>
                      </a:cubicBezTo>
                      <a:cubicBezTo>
                        <a:pt x="18149" y="2666"/>
                        <a:pt x="19197" y="2373"/>
                        <a:pt x="20285" y="2095"/>
                      </a:cubicBezTo>
                      <a:lnTo>
                        <a:pt x="20140" y="0"/>
                      </a:lnTo>
                      <a:cubicBezTo>
                        <a:pt x="17001" y="1014"/>
                        <a:pt x="14094" y="2092"/>
                        <a:pt x="11439" y="3227"/>
                      </a:cubicBezTo>
                      <a:cubicBezTo>
                        <a:pt x="6778" y="5218"/>
                        <a:pt x="3002" y="7412"/>
                        <a:pt x="1194" y="9657"/>
                      </a:cubicBezTo>
                      <a:cubicBezTo>
                        <a:pt x="-1097" y="12503"/>
                        <a:pt x="-244" y="15462"/>
                        <a:pt x="5083" y="18008"/>
                      </a:cubicBezTo>
                      <a:cubicBezTo>
                        <a:pt x="8617" y="19697"/>
                        <a:pt x="13958" y="20965"/>
                        <a:pt x="20210" y="216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lvl="0">
                    <a:defRPr sz="2400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63" name="îşḻíḋè"/>
                <p:cNvSpPr/>
                <p:nvPr/>
              </p:nvSpPr>
              <p:spPr>
                <a:xfrm rot="17913690">
                  <a:off x="480498" y="2234900"/>
                  <a:ext cx="258611" cy="92658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8017" h="21600" extrusionOk="0">
                      <a:moveTo>
                        <a:pt x="0" y="0"/>
                      </a:moveTo>
                      <a:lnTo>
                        <a:pt x="0" y="21600"/>
                      </a:lnTo>
                      <a:cubicBezTo>
                        <a:pt x="6112" y="20945"/>
                        <a:pt x="11256" y="19533"/>
                        <a:pt x="14389" y="17648"/>
                      </a:cubicBezTo>
                      <a:cubicBezTo>
                        <a:pt x="21600" y="13312"/>
                        <a:pt x="17163" y="8075"/>
                        <a:pt x="8935" y="3831"/>
                      </a:cubicBezTo>
                      <a:cubicBezTo>
                        <a:pt x="6294" y="2469"/>
                        <a:pt x="3304" y="1187"/>
                        <a:pt x="0" y="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lvl="0">
                    <a:defRPr sz="2400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64" name="îšľiḑê"/>
                <p:cNvSpPr/>
                <p:nvPr/>
              </p:nvSpPr>
              <p:spPr>
                <a:xfrm rot="17913690">
                  <a:off x="338515" y="2486797"/>
                  <a:ext cx="267861" cy="93000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503" h="21600" extrusionOk="0">
                      <a:moveTo>
                        <a:pt x="20210" y="21600"/>
                      </a:moveTo>
                      <a:lnTo>
                        <a:pt x="20210" y="20290"/>
                      </a:lnTo>
                      <a:cubicBezTo>
                        <a:pt x="15668" y="19795"/>
                        <a:pt x="11747" y="18883"/>
                        <a:pt x="8993" y="17681"/>
                      </a:cubicBezTo>
                      <a:cubicBezTo>
                        <a:pt x="6470" y="16579"/>
                        <a:pt x="5041" y="15280"/>
                        <a:pt x="4873" y="13940"/>
                      </a:cubicBezTo>
                      <a:lnTo>
                        <a:pt x="20196" y="17744"/>
                      </a:lnTo>
                      <a:lnTo>
                        <a:pt x="20196" y="16366"/>
                      </a:lnTo>
                      <a:lnTo>
                        <a:pt x="4106" y="12380"/>
                      </a:lnTo>
                      <a:cubicBezTo>
                        <a:pt x="4019" y="11816"/>
                        <a:pt x="4140" y="11251"/>
                        <a:pt x="4468" y="10696"/>
                      </a:cubicBezTo>
                      <a:cubicBezTo>
                        <a:pt x="4826" y="10089"/>
                        <a:pt x="5428" y="9498"/>
                        <a:pt x="6260" y="8935"/>
                      </a:cubicBezTo>
                      <a:lnTo>
                        <a:pt x="20503" y="12401"/>
                      </a:lnTo>
                      <a:lnTo>
                        <a:pt x="20412" y="10607"/>
                      </a:lnTo>
                      <a:lnTo>
                        <a:pt x="7363" y="7779"/>
                      </a:lnTo>
                      <a:cubicBezTo>
                        <a:pt x="7759" y="7351"/>
                        <a:pt x="8236" y="6931"/>
                        <a:pt x="8793" y="6521"/>
                      </a:cubicBezTo>
                      <a:cubicBezTo>
                        <a:pt x="9378" y="6089"/>
                        <a:pt x="10049" y="5669"/>
                        <a:pt x="10802" y="5263"/>
                      </a:cubicBezTo>
                      <a:lnTo>
                        <a:pt x="20358" y="7297"/>
                      </a:lnTo>
                      <a:lnTo>
                        <a:pt x="20303" y="5689"/>
                      </a:lnTo>
                      <a:cubicBezTo>
                        <a:pt x="19109" y="5467"/>
                        <a:pt x="17914" y="5245"/>
                        <a:pt x="16720" y="5022"/>
                      </a:cubicBezTo>
                      <a:cubicBezTo>
                        <a:pt x="15525" y="4800"/>
                        <a:pt x="14331" y="4577"/>
                        <a:pt x="13137" y="4355"/>
                      </a:cubicBezTo>
                      <a:cubicBezTo>
                        <a:pt x="14378" y="3869"/>
                        <a:pt x="15716" y="3407"/>
                        <a:pt x="17145" y="2972"/>
                      </a:cubicBezTo>
                      <a:cubicBezTo>
                        <a:pt x="18149" y="2666"/>
                        <a:pt x="19197" y="2373"/>
                        <a:pt x="20285" y="2095"/>
                      </a:cubicBezTo>
                      <a:lnTo>
                        <a:pt x="20140" y="0"/>
                      </a:lnTo>
                      <a:cubicBezTo>
                        <a:pt x="17001" y="1014"/>
                        <a:pt x="14094" y="2092"/>
                        <a:pt x="11439" y="3227"/>
                      </a:cubicBezTo>
                      <a:cubicBezTo>
                        <a:pt x="6778" y="5218"/>
                        <a:pt x="3002" y="7412"/>
                        <a:pt x="1194" y="9657"/>
                      </a:cubicBezTo>
                      <a:cubicBezTo>
                        <a:pt x="-1097" y="12503"/>
                        <a:pt x="-244" y="15462"/>
                        <a:pt x="5083" y="18008"/>
                      </a:cubicBezTo>
                      <a:cubicBezTo>
                        <a:pt x="8617" y="19697"/>
                        <a:pt x="13958" y="20965"/>
                        <a:pt x="20210" y="216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lvl="0">
                    <a:defRPr sz="2400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65" name="ïśliḍè"/>
                <p:cNvSpPr/>
                <p:nvPr/>
              </p:nvSpPr>
              <p:spPr>
                <a:xfrm rot="15909547">
                  <a:off x="936669" y="2851558"/>
                  <a:ext cx="258611" cy="92658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8017" h="21600" extrusionOk="0">
                      <a:moveTo>
                        <a:pt x="0" y="0"/>
                      </a:moveTo>
                      <a:lnTo>
                        <a:pt x="0" y="21600"/>
                      </a:lnTo>
                      <a:cubicBezTo>
                        <a:pt x="6112" y="20945"/>
                        <a:pt x="11256" y="19533"/>
                        <a:pt x="14389" y="17648"/>
                      </a:cubicBezTo>
                      <a:cubicBezTo>
                        <a:pt x="21600" y="13312"/>
                        <a:pt x="17163" y="8075"/>
                        <a:pt x="8935" y="3831"/>
                      </a:cubicBezTo>
                      <a:cubicBezTo>
                        <a:pt x="6294" y="2469"/>
                        <a:pt x="3304" y="1187"/>
                        <a:pt x="0" y="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lvl="0">
                    <a:defRPr sz="2400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66" name="ïšḷíḍê"/>
                <p:cNvSpPr/>
                <p:nvPr/>
              </p:nvSpPr>
              <p:spPr>
                <a:xfrm rot="15909547">
                  <a:off x="956988" y="3137184"/>
                  <a:ext cx="267862" cy="93000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503" h="21600" extrusionOk="0">
                      <a:moveTo>
                        <a:pt x="20210" y="21600"/>
                      </a:moveTo>
                      <a:lnTo>
                        <a:pt x="20210" y="20290"/>
                      </a:lnTo>
                      <a:cubicBezTo>
                        <a:pt x="15668" y="19795"/>
                        <a:pt x="11747" y="18883"/>
                        <a:pt x="8993" y="17681"/>
                      </a:cubicBezTo>
                      <a:cubicBezTo>
                        <a:pt x="6470" y="16579"/>
                        <a:pt x="5041" y="15280"/>
                        <a:pt x="4873" y="13940"/>
                      </a:cubicBezTo>
                      <a:lnTo>
                        <a:pt x="20196" y="17744"/>
                      </a:lnTo>
                      <a:lnTo>
                        <a:pt x="20196" y="16366"/>
                      </a:lnTo>
                      <a:lnTo>
                        <a:pt x="4106" y="12380"/>
                      </a:lnTo>
                      <a:cubicBezTo>
                        <a:pt x="4019" y="11816"/>
                        <a:pt x="4140" y="11251"/>
                        <a:pt x="4468" y="10696"/>
                      </a:cubicBezTo>
                      <a:cubicBezTo>
                        <a:pt x="4826" y="10089"/>
                        <a:pt x="5428" y="9498"/>
                        <a:pt x="6260" y="8935"/>
                      </a:cubicBezTo>
                      <a:lnTo>
                        <a:pt x="20503" y="12401"/>
                      </a:lnTo>
                      <a:lnTo>
                        <a:pt x="20412" y="10607"/>
                      </a:lnTo>
                      <a:lnTo>
                        <a:pt x="7363" y="7779"/>
                      </a:lnTo>
                      <a:cubicBezTo>
                        <a:pt x="7759" y="7351"/>
                        <a:pt x="8236" y="6931"/>
                        <a:pt x="8793" y="6521"/>
                      </a:cubicBezTo>
                      <a:cubicBezTo>
                        <a:pt x="9378" y="6089"/>
                        <a:pt x="10049" y="5669"/>
                        <a:pt x="10802" y="5263"/>
                      </a:cubicBezTo>
                      <a:lnTo>
                        <a:pt x="20358" y="7297"/>
                      </a:lnTo>
                      <a:lnTo>
                        <a:pt x="20303" y="5689"/>
                      </a:lnTo>
                      <a:cubicBezTo>
                        <a:pt x="19109" y="5467"/>
                        <a:pt x="17914" y="5245"/>
                        <a:pt x="16720" y="5022"/>
                      </a:cubicBezTo>
                      <a:cubicBezTo>
                        <a:pt x="15525" y="4800"/>
                        <a:pt x="14331" y="4577"/>
                        <a:pt x="13137" y="4355"/>
                      </a:cubicBezTo>
                      <a:cubicBezTo>
                        <a:pt x="14378" y="3869"/>
                        <a:pt x="15716" y="3407"/>
                        <a:pt x="17145" y="2972"/>
                      </a:cubicBezTo>
                      <a:cubicBezTo>
                        <a:pt x="18149" y="2666"/>
                        <a:pt x="19197" y="2373"/>
                        <a:pt x="20285" y="2095"/>
                      </a:cubicBezTo>
                      <a:lnTo>
                        <a:pt x="20140" y="0"/>
                      </a:lnTo>
                      <a:cubicBezTo>
                        <a:pt x="17001" y="1014"/>
                        <a:pt x="14094" y="2092"/>
                        <a:pt x="11439" y="3227"/>
                      </a:cubicBezTo>
                      <a:cubicBezTo>
                        <a:pt x="6778" y="5218"/>
                        <a:pt x="3002" y="7412"/>
                        <a:pt x="1194" y="9657"/>
                      </a:cubicBezTo>
                      <a:cubicBezTo>
                        <a:pt x="-1097" y="12503"/>
                        <a:pt x="-244" y="15462"/>
                        <a:pt x="5083" y="18008"/>
                      </a:cubicBezTo>
                      <a:cubicBezTo>
                        <a:pt x="8617" y="19697"/>
                        <a:pt x="13958" y="20965"/>
                        <a:pt x="20210" y="216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lvl="0">
                    <a:defRPr sz="2400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67" name="ïşḷíḍê"/>
                <p:cNvSpPr/>
                <p:nvPr/>
              </p:nvSpPr>
              <p:spPr>
                <a:xfrm rot="14512828">
                  <a:off x="1190183" y="3531825"/>
                  <a:ext cx="258611" cy="92658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8017" h="21600" extrusionOk="0">
                      <a:moveTo>
                        <a:pt x="0" y="0"/>
                      </a:moveTo>
                      <a:lnTo>
                        <a:pt x="0" y="21600"/>
                      </a:lnTo>
                      <a:cubicBezTo>
                        <a:pt x="6112" y="20945"/>
                        <a:pt x="11256" y="19533"/>
                        <a:pt x="14389" y="17648"/>
                      </a:cubicBezTo>
                      <a:cubicBezTo>
                        <a:pt x="21600" y="13312"/>
                        <a:pt x="17163" y="8075"/>
                        <a:pt x="8935" y="3831"/>
                      </a:cubicBezTo>
                      <a:cubicBezTo>
                        <a:pt x="6294" y="2469"/>
                        <a:pt x="3304" y="1187"/>
                        <a:pt x="0" y="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lvl="0">
                    <a:defRPr sz="2400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68" name="íşļîḑe"/>
                <p:cNvSpPr/>
                <p:nvPr/>
              </p:nvSpPr>
              <p:spPr>
                <a:xfrm rot="14512828">
                  <a:off x="1322028" y="3784201"/>
                  <a:ext cx="267861" cy="93000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503" h="21600" extrusionOk="0">
                      <a:moveTo>
                        <a:pt x="20210" y="21600"/>
                      </a:moveTo>
                      <a:lnTo>
                        <a:pt x="20210" y="20290"/>
                      </a:lnTo>
                      <a:cubicBezTo>
                        <a:pt x="15668" y="19795"/>
                        <a:pt x="11747" y="18883"/>
                        <a:pt x="8993" y="17681"/>
                      </a:cubicBezTo>
                      <a:cubicBezTo>
                        <a:pt x="6470" y="16579"/>
                        <a:pt x="5041" y="15280"/>
                        <a:pt x="4873" y="13940"/>
                      </a:cubicBezTo>
                      <a:lnTo>
                        <a:pt x="20196" y="17744"/>
                      </a:lnTo>
                      <a:lnTo>
                        <a:pt x="20196" y="16366"/>
                      </a:lnTo>
                      <a:lnTo>
                        <a:pt x="4106" y="12380"/>
                      </a:lnTo>
                      <a:cubicBezTo>
                        <a:pt x="4019" y="11816"/>
                        <a:pt x="4140" y="11251"/>
                        <a:pt x="4468" y="10696"/>
                      </a:cubicBezTo>
                      <a:cubicBezTo>
                        <a:pt x="4826" y="10089"/>
                        <a:pt x="5428" y="9498"/>
                        <a:pt x="6260" y="8935"/>
                      </a:cubicBezTo>
                      <a:lnTo>
                        <a:pt x="20503" y="12401"/>
                      </a:lnTo>
                      <a:lnTo>
                        <a:pt x="20412" y="10607"/>
                      </a:lnTo>
                      <a:lnTo>
                        <a:pt x="7363" y="7779"/>
                      </a:lnTo>
                      <a:cubicBezTo>
                        <a:pt x="7759" y="7351"/>
                        <a:pt x="8236" y="6931"/>
                        <a:pt x="8793" y="6521"/>
                      </a:cubicBezTo>
                      <a:cubicBezTo>
                        <a:pt x="9378" y="6089"/>
                        <a:pt x="10049" y="5669"/>
                        <a:pt x="10802" y="5263"/>
                      </a:cubicBezTo>
                      <a:lnTo>
                        <a:pt x="20358" y="7297"/>
                      </a:lnTo>
                      <a:lnTo>
                        <a:pt x="20303" y="5689"/>
                      </a:lnTo>
                      <a:cubicBezTo>
                        <a:pt x="19109" y="5467"/>
                        <a:pt x="17914" y="5245"/>
                        <a:pt x="16720" y="5022"/>
                      </a:cubicBezTo>
                      <a:cubicBezTo>
                        <a:pt x="15525" y="4800"/>
                        <a:pt x="14331" y="4577"/>
                        <a:pt x="13137" y="4355"/>
                      </a:cubicBezTo>
                      <a:cubicBezTo>
                        <a:pt x="14378" y="3869"/>
                        <a:pt x="15716" y="3407"/>
                        <a:pt x="17145" y="2972"/>
                      </a:cubicBezTo>
                      <a:cubicBezTo>
                        <a:pt x="18149" y="2666"/>
                        <a:pt x="19197" y="2373"/>
                        <a:pt x="20285" y="2095"/>
                      </a:cubicBezTo>
                      <a:lnTo>
                        <a:pt x="20140" y="0"/>
                      </a:lnTo>
                      <a:cubicBezTo>
                        <a:pt x="17001" y="1014"/>
                        <a:pt x="14094" y="2092"/>
                        <a:pt x="11439" y="3227"/>
                      </a:cubicBezTo>
                      <a:cubicBezTo>
                        <a:pt x="6778" y="5218"/>
                        <a:pt x="3002" y="7412"/>
                        <a:pt x="1194" y="9657"/>
                      </a:cubicBezTo>
                      <a:cubicBezTo>
                        <a:pt x="-1097" y="12503"/>
                        <a:pt x="-244" y="15462"/>
                        <a:pt x="5083" y="18008"/>
                      </a:cubicBezTo>
                      <a:cubicBezTo>
                        <a:pt x="8617" y="19697"/>
                        <a:pt x="13958" y="20965"/>
                        <a:pt x="20210" y="216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lvl="0">
                    <a:defRPr sz="2400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69" name="ïşḷîdê"/>
                <p:cNvSpPr/>
                <p:nvPr/>
              </p:nvSpPr>
              <p:spPr>
                <a:xfrm rot="13254571">
                  <a:off x="1768629" y="4057548"/>
                  <a:ext cx="258611" cy="92658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8017" h="21600" extrusionOk="0">
                      <a:moveTo>
                        <a:pt x="0" y="0"/>
                      </a:moveTo>
                      <a:lnTo>
                        <a:pt x="0" y="21600"/>
                      </a:lnTo>
                      <a:cubicBezTo>
                        <a:pt x="6112" y="20945"/>
                        <a:pt x="11256" y="19533"/>
                        <a:pt x="14389" y="17648"/>
                      </a:cubicBezTo>
                      <a:cubicBezTo>
                        <a:pt x="21600" y="13312"/>
                        <a:pt x="17163" y="8075"/>
                        <a:pt x="8935" y="3831"/>
                      </a:cubicBezTo>
                      <a:cubicBezTo>
                        <a:pt x="6294" y="2469"/>
                        <a:pt x="3304" y="1187"/>
                        <a:pt x="0" y="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lvl="0">
                    <a:defRPr sz="2400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70" name="îśḷíďê"/>
                <p:cNvSpPr/>
                <p:nvPr/>
              </p:nvSpPr>
              <p:spPr>
                <a:xfrm rot="13254571">
                  <a:off x="1982371" y="4244252"/>
                  <a:ext cx="267861" cy="93000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503" h="21600" extrusionOk="0">
                      <a:moveTo>
                        <a:pt x="20210" y="21600"/>
                      </a:moveTo>
                      <a:lnTo>
                        <a:pt x="20210" y="20290"/>
                      </a:lnTo>
                      <a:cubicBezTo>
                        <a:pt x="15668" y="19795"/>
                        <a:pt x="11747" y="18883"/>
                        <a:pt x="8993" y="17681"/>
                      </a:cubicBezTo>
                      <a:cubicBezTo>
                        <a:pt x="6470" y="16579"/>
                        <a:pt x="5041" y="15280"/>
                        <a:pt x="4873" y="13940"/>
                      </a:cubicBezTo>
                      <a:lnTo>
                        <a:pt x="20196" y="17744"/>
                      </a:lnTo>
                      <a:lnTo>
                        <a:pt x="20196" y="16366"/>
                      </a:lnTo>
                      <a:lnTo>
                        <a:pt x="4106" y="12380"/>
                      </a:lnTo>
                      <a:cubicBezTo>
                        <a:pt x="4019" y="11816"/>
                        <a:pt x="4140" y="11251"/>
                        <a:pt x="4468" y="10696"/>
                      </a:cubicBezTo>
                      <a:cubicBezTo>
                        <a:pt x="4826" y="10089"/>
                        <a:pt x="5428" y="9498"/>
                        <a:pt x="6260" y="8935"/>
                      </a:cubicBezTo>
                      <a:lnTo>
                        <a:pt x="20503" y="12401"/>
                      </a:lnTo>
                      <a:lnTo>
                        <a:pt x="20412" y="10607"/>
                      </a:lnTo>
                      <a:lnTo>
                        <a:pt x="7363" y="7779"/>
                      </a:lnTo>
                      <a:cubicBezTo>
                        <a:pt x="7759" y="7351"/>
                        <a:pt x="8236" y="6931"/>
                        <a:pt x="8793" y="6521"/>
                      </a:cubicBezTo>
                      <a:cubicBezTo>
                        <a:pt x="9378" y="6089"/>
                        <a:pt x="10049" y="5669"/>
                        <a:pt x="10802" y="5263"/>
                      </a:cubicBezTo>
                      <a:lnTo>
                        <a:pt x="20358" y="7297"/>
                      </a:lnTo>
                      <a:lnTo>
                        <a:pt x="20303" y="5689"/>
                      </a:lnTo>
                      <a:cubicBezTo>
                        <a:pt x="19109" y="5467"/>
                        <a:pt x="17914" y="5245"/>
                        <a:pt x="16720" y="5022"/>
                      </a:cubicBezTo>
                      <a:cubicBezTo>
                        <a:pt x="15525" y="4800"/>
                        <a:pt x="14331" y="4577"/>
                        <a:pt x="13137" y="4355"/>
                      </a:cubicBezTo>
                      <a:cubicBezTo>
                        <a:pt x="14378" y="3869"/>
                        <a:pt x="15716" y="3407"/>
                        <a:pt x="17145" y="2972"/>
                      </a:cubicBezTo>
                      <a:cubicBezTo>
                        <a:pt x="18149" y="2666"/>
                        <a:pt x="19197" y="2373"/>
                        <a:pt x="20285" y="2095"/>
                      </a:cubicBezTo>
                      <a:lnTo>
                        <a:pt x="20140" y="0"/>
                      </a:lnTo>
                      <a:cubicBezTo>
                        <a:pt x="17001" y="1014"/>
                        <a:pt x="14094" y="2092"/>
                        <a:pt x="11439" y="3227"/>
                      </a:cubicBezTo>
                      <a:cubicBezTo>
                        <a:pt x="6778" y="5218"/>
                        <a:pt x="3002" y="7412"/>
                        <a:pt x="1194" y="9657"/>
                      </a:cubicBezTo>
                      <a:cubicBezTo>
                        <a:pt x="-1097" y="12503"/>
                        <a:pt x="-244" y="15462"/>
                        <a:pt x="5083" y="18008"/>
                      </a:cubicBezTo>
                      <a:cubicBezTo>
                        <a:pt x="8617" y="19697"/>
                        <a:pt x="13958" y="20965"/>
                        <a:pt x="20210" y="216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lvl="0">
                    <a:defRPr sz="2400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71" name="işļîḑe"/>
                <p:cNvSpPr/>
                <p:nvPr/>
              </p:nvSpPr>
              <p:spPr>
                <a:xfrm rot="5779576">
                  <a:off x="4712410" y="2335794"/>
                  <a:ext cx="258611" cy="92658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8017" h="21600" extrusionOk="0">
                      <a:moveTo>
                        <a:pt x="0" y="0"/>
                      </a:moveTo>
                      <a:lnTo>
                        <a:pt x="0" y="21600"/>
                      </a:lnTo>
                      <a:cubicBezTo>
                        <a:pt x="6112" y="20945"/>
                        <a:pt x="11256" y="19533"/>
                        <a:pt x="14389" y="17648"/>
                      </a:cubicBezTo>
                      <a:cubicBezTo>
                        <a:pt x="21600" y="13312"/>
                        <a:pt x="17163" y="8075"/>
                        <a:pt x="8935" y="3831"/>
                      </a:cubicBezTo>
                      <a:cubicBezTo>
                        <a:pt x="6294" y="2469"/>
                        <a:pt x="3304" y="1187"/>
                        <a:pt x="0" y="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lvl="0">
                    <a:defRPr sz="2400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72" name="î$ļïḍè"/>
                <p:cNvSpPr/>
                <p:nvPr/>
              </p:nvSpPr>
              <p:spPr>
                <a:xfrm rot="5779576">
                  <a:off x="4738961" y="2047357"/>
                  <a:ext cx="267861" cy="93000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503" h="21600" extrusionOk="0">
                      <a:moveTo>
                        <a:pt x="20210" y="21600"/>
                      </a:moveTo>
                      <a:lnTo>
                        <a:pt x="20210" y="20290"/>
                      </a:lnTo>
                      <a:cubicBezTo>
                        <a:pt x="15668" y="19795"/>
                        <a:pt x="11747" y="18883"/>
                        <a:pt x="8993" y="17681"/>
                      </a:cubicBezTo>
                      <a:cubicBezTo>
                        <a:pt x="6470" y="16579"/>
                        <a:pt x="5041" y="15280"/>
                        <a:pt x="4873" y="13940"/>
                      </a:cubicBezTo>
                      <a:lnTo>
                        <a:pt x="20196" y="17744"/>
                      </a:lnTo>
                      <a:lnTo>
                        <a:pt x="20196" y="16366"/>
                      </a:lnTo>
                      <a:lnTo>
                        <a:pt x="4106" y="12380"/>
                      </a:lnTo>
                      <a:cubicBezTo>
                        <a:pt x="4019" y="11816"/>
                        <a:pt x="4140" y="11251"/>
                        <a:pt x="4468" y="10696"/>
                      </a:cubicBezTo>
                      <a:cubicBezTo>
                        <a:pt x="4826" y="10089"/>
                        <a:pt x="5428" y="9498"/>
                        <a:pt x="6260" y="8935"/>
                      </a:cubicBezTo>
                      <a:lnTo>
                        <a:pt x="20503" y="12401"/>
                      </a:lnTo>
                      <a:lnTo>
                        <a:pt x="20412" y="10607"/>
                      </a:lnTo>
                      <a:lnTo>
                        <a:pt x="7363" y="7779"/>
                      </a:lnTo>
                      <a:cubicBezTo>
                        <a:pt x="7759" y="7351"/>
                        <a:pt x="8236" y="6931"/>
                        <a:pt x="8793" y="6521"/>
                      </a:cubicBezTo>
                      <a:cubicBezTo>
                        <a:pt x="9378" y="6089"/>
                        <a:pt x="10049" y="5669"/>
                        <a:pt x="10802" y="5263"/>
                      </a:cubicBezTo>
                      <a:lnTo>
                        <a:pt x="20358" y="7297"/>
                      </a:lnTo>
                      <a:lnTo>
                        <a:pt x="20303" y="5689"/>
                      </a:lnTo>
                      <a:cubicBezTo>
                        <a:pt x="19109" y="5467"/>
                        <a:pt x="17914" y="5245"/>
                        <a:pt x="16720" y="5022"/>
                      </a:cubicBezTo>
                      <a:cubicBezTo>
                        <a:pt x="15525" y="4800"/>
                        <a:pt x="14331" y="4577"/>
                        <a:pt x="13137" y="4355"/>
                      </a:cubicBezTo>
                      <a:cubicBezTo>
                        <a:pt x="14378" y="3869"/>
                        <a:pt x="15716" y="3407"/>
                        <a:pt x="17145" y="2972"/>
                      </a:cubicBezTo>
                      <a:cubicBezTo>
                        <a:pt x="18149" y="2666"/>
                        <a:pt x="19197" y="2373"/>
                        <a:pt x="20285" y="2095"/>
                      </a:cubicBezTo>
                      <a:lnTo>
                        <a:pt x="20140" y="0"/>
                      </a:lnTo>
                      <a:cubicBezTo>
                        <a:pt x="17001" y="1014"/>
                        <a:pt x="14094" y="2092"/>
                        <a:pt x="11439" y="3227"/>
                      </a:cubicBezTo>
                      <a:cubicBezTo>
                        <a:pt x="6778" y="5218"/>
                        <a:pt x="3002" y="7412"/>
                        <a:pt x="1194" y="9657"/>
                      </a:cubicBezTo>
                      <a:cubicBezTo>
                        <a:pt x="-1097" y="12503"/>
                        <a:pt x="-244" y="15462"/>
                        <a:pt x="5083" y="18008"/>
                      </a:cubicBezTo>
                      <a:cubicBezTo>
                        <a:pt x="8617" y="19697"/>
                        <a:pt x="13958" y="20965"/>
                        <a:pt x="20210" y="216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lvl="0">
                    <a:defRPr sz="2400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73" name="í$ľîḓé"/>
                <p:cNvSpPr/>
                <p:nvPr/>
              </p:nvSpPr>
              <p:spPr>
                <a:xfrm rot="3645190">
                  <a:off x="4330773" y="2899830"/>
                  <a:ext cx="258611" cy="92658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8017" h="21600" extrusionOk="0">
                      <a:moveTo>
                        <a:pt x="0" y="0"/>
                      </a:moveTo>
                      <a:lnTo>
                        <a:pt x="0" y="21600"/>
                      </a:lnTo>
                      <a:cubicBezTo>
                        <a:pt x="6112" y="20945"/>
                        <a:pt x="11256" y="19533"/>
                        <a:pt x="14389" y="17648"/>
                      </a:cubicBezTo>
                      <a:cubicBezTo>
                        <a:pt x="21600" y="13312"/>
                        <a:pt x="17163" y="8075"/>
                        <a:pt x="8935" y="3831"/>
                      </a:cubicBezTo>
                      <a:cubicBezTo>
                        <a:pt x="6294" y="2469"/>
                        <a:pt x="3304" y="1187"/>
                        <a:pt x="0" y="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lvl="0">
                    <a:defRPr sz="2400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74" name="íṩḷiḍé"/>
                <p:cNvSpPr/>
                <p:nvPr/>
              </p:nvSpPr>
              <p:spPr>
                <a:xfrm rot="3645190">
                  <a:off x="4184705" y="2646769"/>
                  <a:ext cx="267861" cy="93000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503" h="21600" extrusionOk="0">
                      <a:moveTo>
                        <a:pt x="20210" y="21600"/>
                      </a:moveTo>
                      <a:lnTo>
                        <a:pt x="20210" y="20290"/>
                      </a:lnTo>
                      <a:cubicBezTo>
                        <a:pt x="15668" y="19795"/>
                        <a:pt x="11747" y="18883"/>
                        <a:pt x="8993" y="17681"/>
                      </a:cubicBezTo>
                      <a:cubicBezTo>
                        <a:pt x="6470" y="16579"/>
                        <a:pt x="5041" y="15280"/>
                        <a:pt x="4873" y="13940"/>
                      </a:cubicBezTo>
                      <a:lnTo>
                        <a:pt x="20196" y="17744"/>
                      </a:lnTo>
                      <a:lnTo>
                        <a:pt x="20196" y="16366"/>
                      </a:lnTo>
                      <a:lnTo>
                        <a:pt x="4106" y="12380"/>
                      </a:lnTo>
                      <a:cubicBezTo>
                        <a:pt x="4019" y="11816"/>
                        <a:pt x="4140" y="11251"/>
                        <a:pt x="4468" y="10696"/>
                      </a:cubicBezTo>
                      <a:cubicBezTo>
                        <a:pt x="4826" y="10089"/>
                        <a:pt x="5428" y="9498"/>
                        <a:pt x="6260" y="8935"/>
                      </a:cubicBezTo>
                      <a:lnTo>
                        <a:pt x="20503" y="12401"/>
                      </a:lnTo>
                      <a:lnTo>
                        <a:pt x="20412" y="10607"/>
                      </a:lnTo>
                      <a:lnTo>
                        <a:pt x="7363" y="7779"/>
                      </a:lnTo>
                      <a:cubicBezTo>
                        <a:pt x="7759" y="7351"/>
                        <a:pt x="8236" y="6931"/>
                        <a:pt x="8793" y="6521"/>
                      </a:cubicBezTo>
                      <a:cubicBezTo>
                        <a:pt x="9378" y="6089"/>
                        <a:pt x="10049" y="5669"/>
                        <a:pt x="10802" y="5263"/>
                      </a:cubicBezTo>
                      <a:lnTo>
                        <a:pt x="20358" y="7297"/>
                      </a:lnTo>
                      <a:lnTo>
                        <a:pt x="20303" y="5689"/>
                      </a:lnTo>
                      <a:cubicBezTo>
                        <a:pt x="19109" y="5467"/>
                        <a:pt x="17914" y="5245"/>
                        <a:pt x="16720" y="5022"/>
                      </a:cubicBezTo>
                      <a:cubicBezTo>
                        <a:pt x="15525" y="4800"/>
                        <a:pt x="14331" y="4577"/>
                        <a:pt x="13137" y="4355"/>
                      </a:cubicBezTo>
                      <a:cubicBezTo>
                        <a:pt x="14378" y="3869"/>
                        <a:pt x="15716" y="3407"/>
                        <a:pt x="17145" y="2972"/>
                      </a:cubicBezTo>
                      <a:cubicBezTo>
                        <a:pt x="18149" y="2666"/>
                        <a:pt x="19197" y="2373"/>
                        <a:pt x="20285" y="2095"/>
                      </a:cubicBezTo>
                      <a:lnTo>
                        <a:pt x="20140" y="0"/>
                      </a:lnTo>
                      <a:cubicBezTo>
                        <a:pt x="17001" y="1014"/>
                        <a:pt x="14094" y="2092"/>
                        <a:pt x="11439" y="3227"/>
                      </a:cubicBezTo>
                      <a:cubicBezTo>
                        <a:pt x="6778" y="5218"/>
                        <a:pt x="3002" y="7412"/>
                        <a:pt x="1194" y="9657"/>
                      </a:cubicBezTo>
                      <a:cubicBezTo>
                        <a:pt x="-1097" y="12503"/>
                        <a:pt x="-244" y="15462"/>
                        <a:pt x="5083" y="18008"/>
                      </a:cubicBezTo>
                      <a:cubicBezTo>
                        <a:pt x="8617" y="19697"/>
                        <a:pt x="13958" y="20965"/>
                        <a:pt x="20210" y="216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lvl="0">
                    <a:defRPr sz="2400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75" name="ï$ḷïḑe"/>
                <p:cNvSpPr/>
                <p:nvPr/>
              </p:nvSpPr>
              <p:spPr>
                <a:xfrm rot="18112015">
                  <a:off x="5238701" y="1608297"/>
                  <a:ext cx="258611" cy="92658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8017" h="21600" extrusionOk="0">
                      <a:moveTo>
                        <a:pt x="0" y="0"/>
                      </a:moveTo>
                      <a:lnTo>
                        <a:pt x="0" y="21600"/>
                      </a:lnTo>
                      <a:cubicBezTo>
                        <a:pt x="6112" y="20945"/>
                        <a:pt x="11256" y="19533"/>
                        <a:pt x="14389" y="17648"/>
                      </a:cubicBezTo>
                      <a:cubicBezTo>
                        <a:pt x="21600" y="13312"/>
                        <a:pt x="17163" y="8075"/>
                        <a:pt x="8935" y="3831"/>
                      </a:cubicBezTo>
                      <a:cubicBezTo>
                        <a:pt x="6294" y="2469"/>
                        <a:pt x="3304" y="1187"/>
                        <a:pt x="0" y="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lvl="0">
                    <a:defRPr sz="2400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76" name="iṥḻiḋè"/>
                <p:cNvSpPr/>
                <p:nvPr/>
              </p:nvSpPr>
              <p:spPr>
                <a:xfrm rot="18112015">
                  <a:off x="5082324" y="1851853"/>
                  <a:ext cx="267861" cy="93000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503" h="21600" extrusionOk="0">
                      <a:moveTo>
                        <a:pt x="20210" y="21600"/>
                      </a:moveTo>
                      <a:lnTo>
                        <a:pt x="20210" y="20290"/>
                      </a:lnTo>
                      <a:cubicBezTo>
                        <a:pt x="15668" y="19795"/>
                        <a:pt x="11747" y="18883"/>
                        <a:pt x="8993" y="17681"/>
                      </a:cubicBezTo>
                      <a:cubicBezTo>
                        <a:pt x="6470" y="16579"/>
                        <a:pt x="5041" y="15280"/>
                        <a:pt x="4873" y="13940"/>
                      </a:cubicBezTo>
                      <a:lnTo>
                        <a:pt x="20196" y="17744"/>
                      </a:lnTo>
                      <a:lnTo>
                        <a:pt x="20196" y="16366"/>
                      </a:lnTo>
                      <a:lnTo>
                        <a:pt x="4106" y="12380"/>
                      </a:lnTo>
                      <a:cubicBezTo>
                        <a:pt x="4019" y="11816"/>
                        <a:pt x="4140" y="11251"/>
                        <a:pt x="4468" y="10696"/>
                      </a:cubicBezTo>
                      <a:cubicBezTo>
                        <a:pt x="4826" y="10089"/>
                        <a:pt x="5428" y="9498"/>
                        <a:pt x="6260" y="8935"/>
                      </a:cubicBezTo>
                      <a:lnTo>
                        <a:pt x="20503" y="12401"/>
                      </a:lnTo>
                      <a:lnTo>
                        <a:pt x="20412" y="10607"/>
                      </a:lnTo>
                      <a:lnTo>
                        <a:pt x="7363" y="7779"/>
                      </a:lnTo>
                      <a:cubicBezTo>
                        <a:pt x="7759" y="7351"/>
                        <a:pt x="8236" y="6931"/>
                        <a:pt x="8793" y="6521"/>
                      </a:cubicBezTo>
                      <a:cubicBezTo>
                        <a:pt x="9378" y="6089"/>
                        <a:pt x="10049" y="5669"/>
                        <a:pt x="10802" y="5263"/>
                      </a:cubicBezTo>
                      <a:lnTo>
                        <a:pt x="20358" y="7297"/>
                      </a:lnTo>
                      <a:lnTo>
                        <a:pt x="20303" y="5689"/>
                      </a:lnTo>
                      <a:cubicBezTo>
                        <a:pt x="19109" y="5467"/>
                        <a:pt x="17914" y="5245"/>
                        <a:pt x="16720" y="5022"/>
                      </a:cubicBezTo>
                      <a:cubicBezTo>
                        <a:pt x="15525" y="4800"/>
                        <a:pt x="14331" y="4577"/>
                        <a:pt x="13137" y="4355"/>
                      </a:cubicBezTo>
                      <a:cubicBezTo>
                        <a:pt x="14378" y="3869"/>
                        <a:pt x="15716" y="3407"/>
                        <a:pt x="17145" y="2972"/>
                      </a:cubicBezTo>
                      <a:cubicBezTo>
                        <a:pt x="18149" y="2666"/>
                        <a:pt x="19197" y="2373"/>
                        <a:pt x="20285" y="2095"/>
                      </a:cubicBezTo>
                      <a:lnTo>
                        <a:pt x="20140" y="0"/>
                      </a:lnTo>
                      <a:cubicBezTo>
                        <a:pt x="17001" y="1014"/>
                        <a:pt x="14094" y="2092"/>
                        <a:pt x="11439" y="3227"/>
                      </a:cubicBezTo>
                      <a:cubicBezTo>
                        <a:pt x="6778" y="5218"/>
                        <a:pt x="3002" y="7412"/>
                        <a:pt x="1194" y="9657"/>
                      </a:cubicBezTo>
                      <a:cubicBezTo>
                        <a:pt x="-1097" y="12503"/>
                        <a:pt x="-244" y="15462"/>
                        <a:pt x="5083" y="18008"/>
                      </a:cubicBezTo>
                      <a:cubicBezTo>
                        <a:pt x="8617" y="19697"/>
                        <a:pt x="13958" y="20965"/>
                        <a:pt x="20210" y="216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lvl="0">
                    <a:defRPr sz="2400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77" name="išľíďè"/>
                <p:cNvSpPr/>
                <p:nvPr/>
              </p:nvSpPr>
              <p:spPr>
                <a:xfrm rot="202899">
                  <a:off x="5937556" y="1294426"/>
                  <a:ext cx="258611" cy="92658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8017" h="21600" extrusionOk="0">
                      <a:moveTo>
                        <a:pt x="0" y="0"/>
                      </a:moveTo>
                      <a:lnTo>
                        <a:pt x="0" y="21600"/>
                      </a:lnTo>
                      <a:cubicBezTo>
                        <a:pt x="6112" y="20945"/>
                        <a:pt x="11256" y="19533"/>
                        <a:pt x="14389" y="17648"/>
                      </a:cubicBezTo>
                      <a:cubicBezTo>
                        <a:pt x="21600" y="13312"/>
                        <a:pt x="17163" y="8075"/>
                        <a:pt x="8935" y="3831"/>
                      </a:cubicBezTo>
                      <a:cubicBezTo>
                        <a:pt x="6294" y="2469"/>
                        <a:pt x="3304" y="1187"/>
                        <a:pt x="0" y="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lvl="0">
                    <a:defRPr sz="2400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78" name="îšľíḋê"/>
                <p:cNvSpPr/>
                <p:nvPr/>
              </p:nvSpPr>
              <p:spPr>
                <a:xfrm rot="202899">
                  <a:off x="5644982" y="1276311"/>
                  <a:ext cx="267861" cy="93000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503" h="21600" extrusionOk="0">
                      <a:moveTo>
                        <a:pt x="20210" y="21600"/>
                      </a:moveTo>
                      <a:lnTo>
                        <a:pt x="20210" y="20290"/>
                      </a:lnTo>
                      <a:cubicBezTo>
                        <a:pt x="15668" y="19795"/>
                        <a:pt x="11747" y="18883"/>
                        <a:pt x="8993" y="17681"/>
                      </a:cubicBezTo>
                      <a:cubicBezTo>
                        <a:pt x="6470" y="16579"/>
                        <a:pt x="5041" y="15280"/>
                        <a:pt x="4873" y="13940"/>
                      </a:cubicBezTo>
                      <a:lnTo>
                        <a:pt x="20196" y="17744"/>
                      </a:lnTo>
                      <a:lnTo>
                        <a:pt x="20196" y="16366"/>
                      </a:lnTo>
                      <a:lnTo>
                        <a:pt x="4106" y="12380"/>
                      </a:lnTo>
                      <a:cubicBezTo>
                        <a:pt x="4019" y="11816"/>
                        <a:pt x="4140" y="11251"/>
                        <a:pt x="4468" y="10696"/>
                      </a:cubicBezTo>
                      <a:cubicBezTo>
                        <a:pt x="4826" y="10089"/>
                        <a:pt x="5428" y="9498"/>
                        <a:pt x="6260" y="8935"/>
                      </a:cubicBezTo>
                      <a:lnTo>
                        <a:pt x="20503" y="12401"/>
                      </a:lnTo>
                      <a:lnTo>
                        <a:pt x="20412" y="10607"/>
                      </a:lnTo>
                      <a:lnTo>
                        <a:pt x="7363" y="7779"/>
                      </a:lnTo>
                      <a:cubicBezTo>
                        <a:pt x="7759" y="7351"/>
                        <a:pt x="8236" y="6931"/>
                        <a:pt x="8793" y="6521"/>
                      </a:cubicBezTo>
                      <a:cubicBezTo>
                        <a:pt x="9378" y="6089"/>
                        <a:pt x="10049" y="5669"/>
                        <a:pt x="10802" y="5263"/>
                      </a:cubicBezTo>
                      <a:lnTo>
                        <a:pt x="20358" y="7297"/>
                      </a:lnTo>
                      <a:lnTo>
                        <a:pt x="20303" y="5689"/>
                      </a:lnTo>
                      <a:cubicBezTo>
                        <a:pt x="19109" y="5467"/>
                        <a:pt x="17914" y="5245"/>
                        <a:pt x="16720" y="5022"/>
                      </a:cubicBezTo>
                      <a:cubicBezTo>
                        <a:pt x="15525" y="4800"/>
                        <a:pt x="14331" y="4577"/>
                        <a:pt x="13137" y="4355"/>
                      </a:cubicBezTo>
                      <a:cubicBezTo>
                        <a:pt x="14378" y="3869"/>
                        <a:pt x="15716" y="3407"/>
                        <a:pt x="17145" y="2972"/>
                      </a:cubicBezTo>
                      <a:cubicBezTo>
                        <a:pt x="18149" y="2666"/>
                        <a:pt x="19197" y="2373"/>
                        <a:pt x="20285" y="2095"/>
                      </a:cubicBezTo>
                      <a:lnTo>
                        <a:pt x="20140" y="0"/>
                      </a:lnTo>
                      <a:cubicBezTo>
                        <a:pt x="17001" y="1014"/>
                        <a:pt x="14094" y="2092"/>
                        <a:pt x="11439" y="3227"/>
                      </a:cubicBezTo>
                      <a:cubicBezTo>
                        <a:pt x="6778" y="5218"/>
                        <a:pt x="3002" y="7412"/>
                        <a:pt x="1194" y="9657"/>
                      </a:cubicBezTo>
                      <a:cubicBezTo>
                        <a:pt x="-1097" y="12503"/>
                        <a:pt x="-244" y="15462"/>
                        <a:pt x="5083" y="18008"/>
                      </a:cubicBezTo>
                      <a:cubicBezTo>
                        <a:pt x="8617" y="19697"/>
                        <a:pt x="13958" y="20965"/>
                        <a:pt x="20210" y="216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lvl="0">
                    <a:defRPr sz="2400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79" name="îsļiďè"/>
                <p:cNvSpPr/>
                <p:nvPr/>
              </p:nvSpPr>
              <p:spPr>
                <a:xfrm rot="4537826">
                  <a:off x="6410394" y="2053891"/>
                  <a:ext cx="258611" cy="92658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8017" h="21600" extrusionOk="0">
                      <a:moveTo>
                        <a:pt x="0" y="0"/>
                      </a:moveTo>
                      <a:lnTo>
                        <a:pt x="0" y="21600"/>
                      </a:lnTo>
                      <a:cubicBezTo>
                        <a:pt x="6112" y="20945"/>
                        <a:pt x="11256" y="19533"/>
                        <a:pt x="14389" y="17648"/>
                      </a:cubicBezTo>
                      <a:cubicBezTo>
                        <a:pt x="21600" y="13312"/>
                        <a:pt x="17163" y="8075"/>
                        <a:pt x="8935" y="3831"/>
                      </a:cubicBezTo>
                      <a:cubicBezTo>
                        <a:pt x="6294" y="2469"/>
                        <a:pt x="3304" y="1187"/>
                        <a:pt x="0" y="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lvl="0">
                    <a:defRPr sz="2400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80" name="išļiḓè"/>
                <p:cNvSpPr/>
                <p:nvPr/>
              </p:nvSpPr>
              <p:spPr>
                <a:xfrm rot="4537826">
                  <a:off x="6333602" y="1772940"/>
                  <a:ext cx="267861" cy="93000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503" h="21600" extrusionOk="0">
                      <a:moveTo>
                        <a:pt x="20210" y="21600"/>
                      </a:moveTo>
                      <a:lnTo>
                        <a:pt x="20210" y="20290"/>
                      </a:lnTo>
                      <a:cubicBezTo>
                        <a:pt x="15668" y="19795"/>
                        <a:pt x="11747" y="18883"/>
                        <a:pt x="8993" y="17681"/>
                      </a:cubicBezTo>
                      <a:cubicBezTo>
                        <a:pt x="6470" y="16579"/>
                        <a:pt x="5041" y="15280"/>
                        <a:pt x="4873" y="13940"/>
                      </a:cubicBezTo>
                      <a:lnTo>
                        <a:pt x="20196" y="17744"/>
                      </a:lnTo>
                      <a:lnTo>
                        <a:pt x="20196" y="16366"/>
                      </a:lnTo>
                      <a:lnTo>
                        <a:pt x="4106" y="12380"/>
                      </a:lnTo>
                      <a:cubicBezTo>
                        <a:pt x="4019" y="11816"/>
                        <a:pt x="4140" y="11251"/>
                        <a:pt x="4468" y="10696"/>
                      </a:cubicBezTo>
                      <a:cubicBezTo>
                        <a:pt x="4826" y="10089"/>
                        <a:pt x="5428" y="9498"/>
                        <a:pt x="6260" y="8935"/>
                      </a:cubicBezTo>
                      <a:lnTo>
                        <a:pt x="20503" y="12401"/>
                      </a:lnTo>
                      <a:lnTo>
                        <a:pt x="20412" y="10607"/>
                      </a:lnTo>
                      <a:lnTo>
                        <a:pt x="7363" y="7779"/>
                      </a:lnTo>
                      <a:cubicBezTo>
                        <a:pt x="7759" y="7351"/>
                        <a:pt x="8236" y="6931"/>
                        <a:pt x="8793" y="6521"/>
                      </a:cubicBezTo>
                      <a:cubicBezTo>
                        <a:pt x="9378" y="6089"/>
                        <a:pt x="10049" y="5669"/>
                        <a:pt x="10802" y="5263"/>
                      </a:cubicBezTo>
                      <a:lnTo>
                        <a:pt x="20358" y="7297"/>
                      </a:lnTo>
                      <a:lnTo>
                        <a:pt x="20303" y="5689"/>
                      </a:lnTo>
                      <a:cubicBezTo>
                        <a:pt x="19109" y="5467"/>
                        <a:pt x="17914" y="5245"/>
                        <a:pt x="16720" y="5022"/>
                      </a:cubicBezTo>
                      <a:cubicBezTo>
                        <a:pt x="15525" y="4800"/>
                        <a:pt x="14331" y="4577"/>
                        <a:pt x="13137" y="4355"/>
                      </a:cubicBezTo>
                      <a:cubicBezTo>
                        <a:pt x="14378" y="3869"/>
                        <a:pt x="15716" y="3407"/>
                        <a:pt x="17145" y="2972"/>
                      </a:cubicBezTo>
                      <a:cubicBezTo>
                        <a:pt x="18149" y="2666"/>
                        <a:pt x="19197" y="2373"/>
                        <a:pt x="20285" y="2095"/>
                      </a:cubicBezTo>
                      <a:lnTo>
                        <a:pt x="20140" y="0"/>
                      </a:lnTo>
                      <a:cubicBezTo>
                        <a:pt x="17001" y="1014"/>
                        <a:pt x="14094" y="2092"/>
                        <a:pt x="11439" y="3227"/>
                      </a:cubicBezTo>
                      <a:cubicBezTo>
                        <a:pt x="6778" y="5218"/>
                        <a:pt x="3002" y="7412"/>
                        <a:pt x="1194" y="9657"/>
                      </a:cubicBezTo>
                      <a:cubicBezTo>
                        <a:pt x="-1097" y="12503"/>
                        <a:pt x="-244" y="15462"/>
                        <a:pt x="5083" y="18008"/>
                      </a:cubicBezTo>
                      <a:cubicBezTo>
                        <a:pt x="8617" y="19697"/>
                        <a:pt x="13958" y="20965"/>
                        <a:pt x="20210" y="216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lvl="0">
                    <a:defRPr sz="2400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81" name="íṧļîḓê"/>
                <p:cNvSpPr/>
                <p:nvPr/>
              </p:nvSpPr>
              <p:spPr>
                <a:xfrm rot="5521842">
                  <a:off x="6254597" y="2765885"/>
                  <a:ext cx="258611" cy="92658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8017" h="21600" extrusionOk="0">
                      <a:moveTo>
                        <a:pt x="0" y="0"/>
                      </a:moveTo>
                      <a:lnTo>
                        <a:pt x="0" y="21600"/>
                      </a:lnTo>
                      <a:cubicBezTo>
                        <a:pt x="6112" y="20945"/>
                        <a:pt x="11256" y="19533"/>
                        <a:pt x="14389" y="17648"/>
                      </a:cubicBezTo>
                      <a:cubicBezTo>
                        <a:pt x="21600" y="13312"/>
                        <a:pt x="17163" y="8075"/>
                        <a:pt x="8935" y="3831"/>
                      </a:cubicBezTo>
                      <a:cubicBezTo>
                        <a:pt x="6294" y="2469"/>
                        <a:pt x="3304" y="1187"/>
                        <a:pt x="0" y="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lvl="0">
                    <a:defRPr sz="2400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82" name="íṡḻïḋê"/>
                <p:cNvSpPr/>
                <p:nvPr/>
              </p:nvSpPr>
              <p:spPr>
                <a:xfrm rot="5521842">
                  <a:off x="6259584" y="2475919"/>
                  <a:ext cx="267862" cy="93000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503" h="21600" extrusionOk="0">
                      <a:moveTo>
                        <a:pt x="20210" y="21600"/>
                      </a:moveTo>
                      <a:lnTo>
                        <a:pt x="20210" y="20290"/>
                      </a:lnTo>
                      <a:cubicBezTo>
                        <a:pt x="15668" y="19795"/>
                        <a:pt x="11747" y="18883"/>
                        <a:pt x="8993" y="17681"/>
                      </a:cubicBezTo>
                      <a:cubicBezTo>
                        <a:pt x="6470" y="16579"/>
                        <a:pt x="5041" y="15280"/>
                        <a:pt x="4873" y="13940"/>
                      </a:cubicBezTo>
                      <a:lnTo>
                        <a:pt x="20196" y="17744"/>
                      </a:lnTo>
                      <a:lnTo>
                        <a:pt x="20196" y="16366"/>
                      </a:lnTo>
                      <a:lnTo>
                        <a:pt x="4106" y="12380"/>
                      </a:lnTo>
                      <a:cubicBezTo>
                        <a:pt x="4019" y="11816"/>
                        <a:pt x="4140" y="11251"/>
                        <a:pt x="4468" y="10696"/>
                      </a:cubicBezTo>
                      <a:cubicBezTo>
                        <a:pt x="4826" y="10089"/>
                        <a:pt x="5428" y="9498"/>
                        <a:pt x="6260" y="8935"/>
                      </a:cubicBezTo>
                      <a:lnTo>
                        <a:pt x="20503" y="12401"/>
                      </a:lnTo>
                      <a:lnTo>
                        <a:pt x="20412" y="10607"/>
                      </a:lnTo>
                      <a:lnTo>
                        <a:pt x="7363" y="7779"/>
                      </a:lnTo>
                      <a:cubicBezTo>
                        <a:pt x="7759" y="7351"/>
                        <a:pt x="8236" y="6931"/>
                        <a:pt x="8793" y="6521"/>
                      </a:cubicBezTo>
                      <a:cubicBezTo>
                        <a:pt x="9378" y="6089"/>
                        <a:pt x="10049" y="5669"/>
                        <a:pt x="10802" y="5263"/>
                      </a:cubicBezTo>
                      <a:lnTo>
                        <a:pt x="20358" y="7297"/>
                      </a:lnTo>
                      <a:lnTo>
                        <a:pt x="20303" y="5689"/>
                      </a:lnTo>
                      <a:cubicBezTo>
                        <a:pt x="19109" y="5467"/>
                        <a:pt x="17914" y="5245"/>
                        <a:pt x="16720" y="5022"/>
                      </a:cubicBezTo>
                      <a:cubicBezTo>
                        <a:pt x="15525" y="4800"/>
                        <a:pt x="14331" y="4577"/>
                        <a:pt x="13137" y="4355"/>
                      </a:cubicBezTo>
                      <a:cubicBezTo>
                        <a:pt x="14378" y="3869"/>
                        <a:pt x="15716" y="3407"/>
                        <a:pt x="17145" y="2972"/>
                      </a:cubicBezTo>
                      <a:cubicBezTo>
                        <a:pt x="18149" y="2666"/>
                        <a:pt x="19197" y="2373"/>
                        <a:pt x="20285" y="2095"/>
                      </a:cubicBezTo>
                      <a:lnTo>
                        <a:pt x="20140" y="0"/>
                      </a:lnTo>
                      <a:cubicBezTo>
                        <a:pt x="17001" y="1014"/>
                        <a:pt x="14094" y="2092"/>
                        <a:pt x="11439" y="3227"/>
                      </a:cubicBezTo>
                      <a:cubicBezTo>
                        <a:pt x="6778" y="5218"/>
                        <a:pt x="3002" y="7412"/>
                        <a:pt x="1194" y="9657"/>
                      </a:cubicBezTo>
                      <a:cubicBezTo>
                        <a:pt x="-1097" y="12503"/>
                        <a:pt x="-244" y="15462"/>
                        <a:pt x="5083" y="18008"/>
                      </a:cubicBezTo>
                      <a:cubicBezTo>
                        <a:pt x="8617" y="19697"/>
                        <a:pt x="13958" y="20965"/>
                        <a:pt x="20210" y="216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lvl="0">
                    <a:defRPr sz="2400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83" name="íSļíḑé"/>
                <p:cNvSpPr/>
                <p:nvPr/>
              </p:nvSpPr>
              <p:spPr>
                <a:xfrm rot="6400210">
                  <a:off x="5913037" y="3402010"/>
                  <a:ext cx="258611" cy="92658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8017" h="21600" extrusionOk="0">
                      <a:moveTo>
                        <a:pt x="0" y="0"/>
                      </a:moveTo>
                      <a:lnTo>
                        <a:pt x="0" y="21600"/>
                      </a:lnTo>
                      <a:cubicBezTo>
                        <a:pt x="6112" y="20945"/>
                        <a:pt x="11256" y="19533"/>
                        <a:pt x="14389" y="17648"/>
                      </a:cubicBezTo>
                      <a:cubicBezTo>
                        <a:pt x="21600" y="13312"/>
                        <a:pt x="17163" y="8075"/>
                        <a:pt x="8935" y="3831"/>
                      </a:cubicBezTo>
                      <a:cubicBezTo>
                        <a:pt x="6294" y="2469"/>
                        <a:pt x="3304" y="1187"/>
                        <a:pt x="0" y="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lvl="0">
                    <a:defRPr sz="2400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84" name="iṡḻïḋè"/>
                <p:cNvSpPr/>
                <p:nvPr/>
              </p:nvSpPr>
              <p:spPr>
                <a:xfrm rot="6400210">
                  <a:off x="5990564" y="3123831"/>
                  <a:ext cx="267862" cy="93000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503" h="21600" extrusionOk="0">
                      <a:moveTo>
                        <a:pt x="20210" y="21600"/>
                      </a:moveTo>
                      <a:lnTo>
                        <a:pt x="20210" y="20290"/>
                      </a:lnTo>
                      <a:cubicBezTo>
                        <a:pt x="15668" y="19795"/>
                        <a:pt x="11747" y="18883"/>
                        <a:pt x="8993" y="17681"/>
                      </a:cubicBezTo>
                      <a:cubicBezTo>
                        <a:pt x="6470" y="16579"/>
                        <a:pt x="5041" y="15280"/>
                        <a:pt x="4873" y="13940"/>
                      </a:cubicBezTo>
                      <a:lnTo>
                        <a:pt x="20196" y="17744"/>
                      </a:lnTo>
                      <a:lnTo>
                        <a:pt x="20196" y="16366"/>
                      </a:lnTo>
                      <a:lnTo>
                        <a:pt x="4106" y="12380"/>
                      </a:lnTo>
                      <a:cubicBezTo>
                        <a:pt x="4019" y="11816"/>
                        <a:pt x="4140" y="11251"/>
                        <a:pt x="4468" y="10696"/>
                      </a:cubicBezTo>
                      <a:cubicBezTo>
                        <a:pt x="4826" y="10089"/>
                        <a:pt x="5428" y="9498"/>
                        <a:pt x="6260" y="8935"/>
                      </a:cubicBezTo>
                      <a:lnTo>
                        <a:pt x="20503" y="12401"/>
                      </a:lnTo>
                      <a:lnTo>
                        <a:pt x="20412" y="10607"/>
                      </a:lnTo>
                      <a:lnTo>
                        <a:pt x="7363" y="7779"/>
                      </a:lnTo>
                      <a:cubicBezTo>
                        <a:pt x="7759" y="7351"/>
                        <a:pt x="8236" y="6931"/>
                        <a:pt x="8793" y="6521"/>
                      </a:cubicBezTo>
                      <a:cubicBezTo>
                        <a:pt x="9378" y="6089"/>
                        <a:pt x="10049" y="5669"/>
                        <a:pt x="10802" y="5263"/>
                      </a:cubicBezTo>
                      <a:lnTo>
                        <a:pt x="20358" y="7297"/>
                      </a:lnTo>
                      <a:lnTo>
                        <a:pt x="20303" y="5689"/>
                      </a:lnTo>
                      <a:cubicBezTo>
                        <a:pt x="19109" y="5467"/>
                        <a:pt x="17914" y="5245"/>
                        <a:pt x="16720" y="5022"/>
                      </a:cubicBezTo>
                      <a:cubicBezTo>
                        <a:pt x="15525" y="4800"/>
                        <a:pt x="14331" y="4577"/>
                        <a:pt x="13137" y="4355"/>
                      </a:cubicBezTo>
                      <a:cubicBezTo>
                        <a:pt x="14378" y="3869"/>
                        <a:pt x="15716" y="3407"/>
                        <a:pt x="17145" y="2972"/>
                      </a:cubicBezTo>
                      <a:cubicBezTo>
                        <a:pt x="18149" y="2666"/>
                        <a:pt x="19197" y="2373"/>
                        <a:pt x="20285" y="2095"/>
                      </a:cubicBezTo>
                      <a:lnTo>
                        <a:pt x="20140" y="0"/>
                      </a:lnTo>
                      <a:cubicBezTo>
                        <a:pt x="17001" y="1014"/>
                        <a:pt x="14094" y="2092"/>
                        <a:pt x="11439" y="3227"/>
                      </a:cubicBezTo>
                      <a:cubicBezTo>
                        <a:pt x="6778" y="5218"/>
                        <a:pt x="3002" y="7412"/>
                        <a:pt x="1194" y="9657"/>
                      </a:cubicBezTo>
                      <a:cubicBezTo>
                        <a:pt x="-1097" y="12503"/>
                        <a:pt x="-244" y="15462"/>
                        <a:pt x="5083" y="18008"/>
                      </a:cubicBezTo>
                      <a:cubicBezTo>
                        <a:pt x="8617" y="19697"/>
                        <a:pt x="13958" y="20965"/>
                        <a:pt x="20210" y="216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lvl="0">
                    <a:defRPr sz="2400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85" name="îsļídè"/>
                <p:cNvSpPr/>
                <p:nvPr/>
              </p:nvSpPr>
              <p:spPr>
                <a:xfrm rot="7686080">
                  <a:off x="5347658" y="3899484"/>
                  <a:ext cx="258610" cy="92658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8017" h="21600" extrusionOk="0">
                      <a:moveTo>
                        <a:pt x="0" y="0"/>
                      </a:moveTo>
                      <a:lnTo>
                        <a:pt x="0" y="21600"/>
                      </a:lnTo>
                      <a:cubicBezTo>
                        <a:pt x="6112" y="20945"/>
                        <a:pt x="11256" y="19533"/>
                        <a:pt x="14389" y="17648"/>
                      </a:cubicBezTo>
                      <a:cubicBezTo>
                        <a:pt x="21600" y="13312"/>
                        <a:pt x="17163" y="8075"/>
                        <a:pt x="8935" y="3831"/>
                      </a:cubicBezTo>
                      <a:cubicBezTo>
                        <a:pt x="6294" y="2469"/>
                        <a:pt x="3304" y="1187"/>
                        <a:pt x="0" y="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lvl="0">
                    <a:defRPr sz="2400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86" name="ïs1ïďe"/>
                <p:cNvSpPr/>
                <p:nvPr/>
              </p:nvSpPr>
              <p:spPr>
                <a:xfrm rot="7686080">
                  <a:off x="5520523" y="3670439"/>
                  <a:ext cx="267861" cy="93000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503" h="21600" extrusionOk="0">
                      <a:moveTo>
                        <a:pt x="20210" y="21600"/>
                      </a:moveTo>
                      <a:lnTo>
                        <a:pt x="20210" y="20290"/>
                      </a:lnTo>
                      <a:cubicBezTo>
                        <a:pt x="15668" y="19795"/>
                        <a:pt x="11747" y="18883"/>
                        <a:pt x="8993" y="17681"/>
                      </a:cubicBezTo>
                      <a:cubicBezTo>
                        <a:pt x="6470" y="16579"/>
                        <a:pt x="5041" y="15280"/>
                        <a:pt x="4873" y="13940"/>
                      </a:cubicBezTo>
                      <a:lnTo>
                        <a:pt x="20196" y="17744"/>
                      </a:lnTo>
                      <a:lnTo>
                        <a:pt x="20196" y="16366"/>
                      </a:lnTo>
                      <a:lnTo>
                        <a:pt x="4106" y="12380"/>
                      </a:lnTo>
                      <a:cubicBezTo>
                        <a:pt x="4019" y="11816"/>
                        <a:pt x="4140" y="11251"/>
                        <a:pt x="4468" y="10696"/>
                      </a:cubicBezTo>
                      <a:cubicBezTo>
                        <a:pt x="4826" y="10089"/>
                        <a:pt x="5428" y="9498"/>
                        <a:pt x="6260" y="8935"/>
                      </a:cubicBezTo>
                      <a:lnTo>
                        <a:pt x="20503" y="12401"/>
                      </a:lnTo>
                      <a:lnTo>
                        <a:pt x="20412" y="10607"/>
                      </a:lnTo>
                      <a:lnTo>
                        <a:pt x="7363" y="7779"/>
                      </a:lnTo>
                      <a:cubicBezTo>
                        <a:pt x="7759" y="7351"/>
                        <a:pt x="8236" y="6931"/>
                        <a:pt x="8793" y="6521"/>
                      </a:cubicBezTo>
                      <a:cubicBezTo>
                        <a:pt x="9378" y="6089"/>
                        <a:pt x="10049" y="5669"/>
                        <a:pt x="10802" y="5263"/>
                      </a:cubicBezTo>
                      <a:lnTo>
                        <a:pt x="20358" y="7297"/>
                      </a:lnTo>
                      <a:lnTo>
                        <a:pt x="20303" y="5689"/>
                      </a:lnTo>
                      <a:cubicBezTo>
                        <a:pt x="19109" y="5467"/>
                        <a:pt x="17914" y="5245"/>
                        <a:pt x="16720" y="5022"/>
                      </a:cubicBezTo>
                      <a:cubicBezTo>
                        <a:pt x="15525" y="4800"/>
                        <a:pt x="14331" y="4577"/>
                        <a:pt x="13137" y="4355"/>
                      </a:cubicBezTo>
                      <a:cubicBezTo>
                        <a:pt x="14378" y="3869"/>
                        <a:pt x="15716" y="3407"/>
                        <a:pt x="17145" y="2972"/>
                      </a:cubicBezTo>
                      <a:cubicBezTo>
                        <a:pt x="18149" y="2666"/>
                        <a:pt x="19197" y="2373"/>
                        <a:pt x="20285" y="2095"/>
                      </a:cubicBezTo>
                      <a:lnTo>
                        <a:pt x="20140" y="0"/>
                      </a:lnTo>
                      <a:cubicBezTo>
                        <a:pt x="17001" y="1014"/>
                        <a:pt x="14094" y="2092"/>
                        <a:pt x="11439" y="3227"/>
                      </a:cubicBezTo>
                      <a:cubicBezTo>
                        <a:pt x="6778" y="5218"/>
                        <a:pt x="3002" y="7412"/>
                        <a:pt x="1194" y="9657"/>
                      </a:cubicBezTo>
                      <a:cubicBezTo>
                        <a:pt x="-1097" y="12503"/>
                        <a:pt x="-244" y="15462"/>
                        <a:pt x="5083" y="18008"/>
                      </a:cubicBezTo>
                      <a:cubicBezTo>
                        <a:pt x="8617" y="19697"/>
                        <a:pt x="13958" y="20965"/>
                        <a:pt x="20210" y="216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lvl="0">
                    <a:defRPr sz="2400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87" name="îS1ídê"/>
                <p:cNvSpPr/>
                <p:nvPr/>
              </p:nvSpPr>
              <p:spPr>
                <a:xfrm rot="8558927">
                  <a:off x="4644492" y="4215322"/>
                  <a:ext cx="258611" cy="92658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8017" h="21600" extrusionOk="0">
                      <a:moveTo>
                        <a:pt x="0" y="0"/>
                      </a:moveTo>
                      <a:lnTo>
                        <a:pt x="0" y="21600"/>
                      </a:lnTo>
                      <a:cubicBezTo>
                        <a:pt x="6112" y="20945"/>
                        <a:pt x="11256" y="19533"/>
                        <a:pt x="14389" y="17648"/>
                      </a:cubicBezTo>
                      <a:cubicBezTo>
                        <a:pt x="21600" y="13312"/>
                        <a:pt x="17163" y="8075"/>
                        <a:pt x="8935" y="3831"/>
                      </a:cubicBezTo>
                      <a:cubicBezTo>
                        <a:pt x="6294" y="2469"/>
                        <a:pt x="3304" y="1187"/>
                        <a:pt x="0" y="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lvl="0">
                    <a:defRPr sz="2400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88" name="ïṣḻîḑê"/>
                <p:cNvSpPr/>
                <p:nvPr/>
              </p:nvSpPr>
              <p:spPr>
                <a:xfrm rot="8558927">
                  <a:off x="4868769" y="4038148"/>
                  <a:ext cx="267861" cy="93000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503" h="21600" extrusionOk="0">
                      <a:moveTo>
                        <a:pt x="20210" y="21600"/>
                      </a:moveTo>
                      <a:lnTo>
                        <a:pt x="20210" y="20290"/>
                      </a:lnTo>
                      <a:cubicBezTo>
                        <a:pt x="15668" y="19795"/>
                        <a:pt x="11747" y="18883"/>
                        <a:pt x="8993" y="17681"/>
                      </a:cubicBezTo>
                      <a:cubicBezTo>
                        <a:pt x="6470" y="16579"/>
                        <a:pt x="5041" y="15280"/>
                        <a:pt x="4873" y="13940"/>
                      </a:cubicBezTo>
                      <a:lnTo>
                        <a:pt x="20196" y="17744"/>
                      </a:lnTo>
                      <a:lnTo>
                        <a:pt x="20196" y="16366"/>
                      </a:lnTo>
                      <a:lnTo>
                        <a:pt x="4106" y="12380"/>
                      </a:lnTo>
                      <a:cubicBezTo>
                        <a:pt x="4019" y="11816"/>
                        <a:pt x="4140" y="11251"/>
                        <a:pt x="4468" y="10696"/>
                      </a:cubicBezTo>
                      <a:cubicBezTo>
                        <a:pt x="4826" y="10089"/>
                        <a:pt x="5428" y="9498"/>
                        <a:pt x="6260" y="8935"/>
                      </a:cubicBezTo>
                      <a:lnTo>
                        <a:pt x="20503" y="12401"/>
                      </a:lnTo>
                      <a:lnTo>
                        <a:pt x="20412" y="10607"/>
                      </a:lnTo>
                      <a:lnTo>
                        <a:pt x="7363" y="7779"/>
                      </a:lnTo>
                      <a:cubicBezTo>
                        <a:pt x="7759" y="7351"/>
                        <a:pt x="8236" y="6931"/>
                        <a:pt x="8793" y="6521"/>
                      </a:cubicBezTo>
                      <a:cubicBezTo>
                        <a:pt x="9378" y="6089"/>
                        <a:pt x="10049" y="5669"/>
                        <a:pt x="10802" y="5263"/>
                      </a:cubicBezTo>
                      <a:lnTo>
                        <a:pt x="20358" y="7297"/>
                      </a:lnTo>
                      <a:lnTo>
                        <a:pt x="20303" y="5689"/>
                      </a:lnTo>
                      <a:cubicBezTo>
                        <a:pt x="19109" y="5467"/>
                        <a:pt x="17914" y="5245"/>
                        <a:pt x="16720" y="5022"/>
                      </a:cubicBezTo>
                      <a:cubicBezTo>
                        <a:pt x="15525" y="4800"/>
                        <a:pt x="14331" y="4577"/>
                        <a:pt x="13137" y="4355"/>
                      </a:cubicBezTo>
                      <a:cubicBezTo>
                        <a:pt x="14378" y="3869"/>
                        <a:pt x="15716" y="3407"/>
                        <a:pt x="17145" y="2972"/>
                      </a:cubicBezTo>
                      <a:cubicBezTo>
                        <a:pt x="18149" y="2666"/>
                        <a:pt x="19197" y="2373"/>
                        <a:pt x="20285" y="2095"/>
                      </a:cubicBezTo>
                      <a:lnTo>
                        <a:pt x="20140" y="0"/>
                      </a:lnTo>
                      <a:cubicBezTo>
                        <a:pt x="17001" y="1014"/>
                        <a:pt x="14094" y="2092"/>
                        <a:pt x="11439" y="3227"/>
                      </a:cubicBezTo>
                      <a:cubicBezTo>
                        <a:pt x="6778" y="5218"/>
                        <a:pt x="3002" y="7412"/>
                        <a:pt x="1194" y="9657"/>
                      </a:cubicBezTo>
                      <a:cubicBezTo>
                        <a:pt x="-1097" y="12503"/>
                        <a:pt x="-244" y="15462"/>
                        <a:pt x="5083" y="18008"/>
                      </a:cubicBezTo>
                      <a:cubicBezTo>
                        <a:pt x="8617" y="19697"/>
                        <a:pt x="13958" y="20965"/>
                        <a:pt x="20210" y="216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lvl="0">
                    <a:defRPr sz="2400">
                      <a:solidFill>
                        <a:srgbClr val="000000"/>
                      </a:solidFill>
                    </a:defRPr>
                  </a:pPr>
                </a:p>
              </p:txBody>
            </p:sp>
          </p:grpSp>
        </p:grpSp>
        <p:grpSp>
          <p:nvGrpSpPr>
            <p:cNvPr id="7" name="îş1iḍè"/>
            <p:cNvGrpSpPr/>
            <p:nvPr/>
          </p:nvGrpSpPr>
          <p:grpSpPr>
            <a:xfrm>
              <a:off x="687281" y="2444325"/>
              <a:ext cx="3562588" cy="1998194"/>
              <a:chOff x="687278" y="2398652"/>
              <a:chExt cx="3524773" cy="1998194"/>
            </a:xfrm>
          </p:grpSpPr>
          <p:sp>
            <p:nvSpPr>
              <p:cNvPr id="29" name="ïṥlïdè"/>
              <p:cNvSpPr/>
              <p:nvPr/>
            </p:nvSpPr>
            <p:spPr>
              <a:xfrm>
                <a:off x="687278" y="2840457"/>
                <a:ext cx="3524773" cy="155638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0000" anchor="t" anchorCtr="0">
                <a:normAutofit/>
              </a:bodyPr>
              <a:lstStyle/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Unified fonts make reading more fluent.</a:t>
                </a:r>
                <a:endParaRPr lang="en-US" altLang="zh-CN" sz="1100" dirty="0"/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Theme color makes PPT more convenient to change.</a:t>
                </a:r>
                <a:endParaRPr lang="en-US" altLang="zh-CN" sz="1100" dirty="0"/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Adjust the spacing to adapt to Chinese typesetting, use the reference line in PPT.</a:t>
                </a:r>
                <a:endParaRPr lang="en-US" altLang="zh-CN" sz="1100" dirty="0"/>
              </a:p>
            </p:txBody>
          </p:sp>
          <p:sp>
            <p:nvSpPr>
              <p:cNvPr id="30" name="íṥľiďé"/>
              <p:cNvSpPr txBox="1"/>
              <p:nvPr/>
            </p:nvSpPr>
            <p:spPr bwMode="auto">
              <a:xfrm>
                <a:off x="687278" y="2398652"/>
                <a:ext cx="3524773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400" b="1" dirty="0"/>
                  <a:t>Text here</a:t>
                </a:r>
                <a:endParaRPr lang="en-US" altLang="zh-CN" sz="2400" b="1" dirty="0"/>
              </a:p>
            </p:txBody>
          </p:sp>
        </p:grpSp>
        <p:grpSp>
          <p:nvGrpSpPr>
            <p:cNvPr id="8" name="ïṣ1ïḑé"/>
            <p:cNvGrpSpPr/>
            <p:nvPr/>
          </p:nvGrpSpPr>
          <p:grpSpPr>
            <a:xfrm>
              <a:off x="8887235" y="1551634"/>
              <a:ext cx="2631665" cy="1104745"/>
              <a:chOff x="6951000" y="1143572"/>
              <a:chExt cx="2631665" cy="1104745"/>
            </a:xfrm>
          </p:grpSpPr>
          <p:grpSp>
            <p:nvGrpSpPr>
              <p:cNvPr id="23" name="íŝḻîḍè"/>
              <p:cNvGrpSpPr/>
              <p:nvPr/>
            </p:nvGrpSpPr>
            <p:grpSpPr>
              <a:xfrm>
                <a:off x="7677117" y="1143572"/>
                <a:ext cx="1905548" cy="1104745"/>
                <a:chOff x="666932" y="4425289"/>
                <a:chExt cx="1530975" cy="1104745"/>
              </a:xfrm>
            </p:grpSpPr>
            <p:sp>
              <p:nvSpPr>
                <p:cNvPr id="27" name="íšľíďe"/>
                <p:cNvSpPr txBox="1"/>
                <p:nvPr/>
              </p:nvSpPr>
              <p:spPr bwMode="auto">
                <a:xfrm>
                  <a:off x="666932" y="4425289"/>
                  <a:ext cx="1530975" cy="4418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b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2000" b="1" dirty="0"/>
                    <a:t>Text here</a:t>
                  </a:r>
                  <a:endParaRPr lang="en-US" altLang="zh-CN" sz="2000" b="1" dirty="0"/>
                </a:p>
              </p:txBody>
            </p:sp>
            <p:sp>
              <p:nvSpPr>
                <p:cNvPr id="28" name="ïṩlíḓé"/>
                <p:cNvSpPr/>
                <p:nvPr/>
              </p:nvSpPr>
              <p:spPr bwMode="auto">
                <a:xfrm>
                  <a:off x="666932" y="4867096"/>
                  <a:ext cx="1530975" cy="66293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0000" tIns="46800" rIns="90000" bIns="4680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marL="171450" indent="-1714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en-US" altLang="zh-CN" sz="1100" dirty="0"/>
                    <a:t>Supporting text here. </a:t>
                  </a:r>
                  <a:endParaRPr lang="en-US" altLang="zh-CN" sz="1100" dirty="0"/>
                </a:p>
                <a:p>
                  <a:pPr marL="171450" indent="-1714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en-US" altLang="zh-CN" sz="1100" dirty="0"/>
                    <a:t>……</a:t>
                  </a:r>
                  <a:endParaRPr lang="en-US" altLang="zh-CN" sz="1100" dirty="0"/>
                </a:p>
              </p:txBody>
            </p:sp>
          </p:grpSp>
          <p:grpSp>
            <p:nvGrpSpPr>
              <p:cNvPr id="24" name="ïšļiḓé"/>
              <p:cNvGrpSpPr/>
              <p:nvPr/>
            </p:nvGrpSpPr>
            <p:grpSpPr>
              <a:xfrm>
                <a:off x="6951000" y="1269000"/>
                <a:ext cx="508912" cy="509712"/>
                <a:chOff x="5646344" y="3213462"/>
                <a:chExt cx="899312" cy="900726"/>
              </a:xfrm>
            </p:grpSpPr>
            <p:sp>
              <p:nvSpPr>
                <p:cNvPr id="25" name="îṣľiďé"/>
                <p:cNvSpPr/>
                <p:nvPr/>
              </p:nvSpPr>
              <p:spPr bwMode="auto">
                <a:xfrm>
                  <a:off x="5646344" y="3213462"/>
                  <a:ext cx="899312" cy="900726"/>
                </a:xfrm>
                <a:prstGeom prst="roundRect">
                  <a:avLst/>
                </a:prstGeom>
                <a:solidFill>
                  <a:schemeClr val="bg1"/>
                </a:solidFill>
                <a:ln w="57150">
                  <a:solidFill>
                    <a:schemeClr val="tx2">
                      <a:lumMod val="20000"/>
                      <a:lumOff val="80000"/>
                    </a:schemeClr>
                  </a:solidFill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id-ID"/>
                </a:p>
              </p:txBody>
            </p:sp>
            <p:sp>
              <p:nvSpPr>
                <p:cNvPr id="26" name="îSļîḑè"/>
                <p:cNvSpPr/>
                <p:nvPr/>
              </p:nvSpPr>
              <p:spPr>
                <a:xfrm>
                  <a:off x="5829151" y="3390009"/>
                  <a:ext cx="533699" cy="547632"/>
                </a:xfrm>
                <a:custGeom>
                  <a:avLst/>
                  <a:gdLst>
                    <a:gd name="T0" fmla="*/ 4313 w 5734"/>
                    <a:gd name="T1" fmla="*/ 3918 h 5892"/>
                    <a:gd name="T2" fmla="*/ 5734 w 5734"/>
                    <a:gd name="T3" fmla="*/ 2497 h 5892"/>
                    <a:gd name="T4" fmla="*/ 4313 w 5734"/>
                    <a:gd name="T5" fmla="*/ 1076 h 5892"/>
                    <a:gd name="T6" fmla="*/ 4149 w 5734"/>
                    <a:gd name="T7" fmla="*/ 1085 h 5892"/>
                    <a:gd name="T8" fmla="*/ 3733 w 5734"/>
                    <a:gd name="T9" fmla="*/ 378 h 5892"/>
                    <a:gd name="T10" fmla="*/ 2768 w 5734"/>
                    <a:gd name="T11" fmla="*/ 0 h 5892"/>
                    <a:gd name="T12" fmla="*/ 1389 w 5734"/>
                    <a:gd name="T13" fmla="*/ 1076 h 5892"/>
                    <a:gd name="T14" fmla="*/ 0 w 5734"/>
                    <a:gd name="T15" fmla="*/ 2497 h 5892"/>
                    <a:gd name="T16" fmla="*/ 1421 w 5734"/>
                    <a:gd name="T17" fmla="*/ 3918 h 5892"/>
                    <a:gd name="T18" fmla="*/ 2140 w 5734"/>
                    <a:gd name="T19" fmla="*/ 3918 h 5892"/>
                    <a:gd name="T20" fmla="*/ 2140 w 5734"/>
                    <a:gd name="T21" fmla="*/ 4472 h 5892"/>
                    <a:gd name="T22" fmla="*/ 1315 w 5734"/>
                    <a:gd name="T23" fmla="*/ 4472 h 5892"/>
                    <a:gd name="T24" fmla="*/ 954 w 5734"/>
                    <a:gd name="T25" fmla="*/ 4259 h 5892"/>
                    <a:gd name="T26" fmla="*/ 540 w 5734"/>
                    <a:gd name="T27" fmla="*/ 4672 h 5892"/>
                    <a:gd name="T28" fmla="*/ 954 w 5734"/>
                    <a:gd name="T29" fmla="*/ 5086 h 5892"/>
                    <a:gd name="T30" fmla="*/ 1315 w 5734"/>
                    <a:gd name="T31" fmla="*/ 4872 h 5892"/>
                    <a:gd name="T32" fmla="*/ 2340 w 5734"/>
                    <a:gd name="T33" fmla="*/ 4872 h 5892"/>
                    <a:gd name="T34" fmla="*/ 2540 w 5734"/>
                    <a:gd name="T35" fmla="*/ 4672 h 5892"/>
                    <a:gd name="T36" fmla="*/ 2540 w 5734"/>
                    <a:gd name="T37" fmla="*/ 3918 h 5892"/>
                    <a:gd name="T38" fmla="*/ 2667 w 5734"/>
                    <a:gd name="T39" fmla="*/ 3918 h 5892"/>
                    <a:gd name="T40" fmla="*/ 2667 w 5734"/>
                    <a:gd name="T41" fmla="*/ 5117 h 5892"/>
                    <a:gd name="T42" fmla="*/ 2454 w 5734"/>
                    <a:gd name="T43" fmla="*/ 5479 h 5892"/>
                    <a:gd name="T44" fmla="*/ 2867 w 5734"/>
                    <a:gd name="T45" fmla="*/ 5892 h 5892"/>
                    <a:gd name="T46" fmla="*/ 3280 w 5734"/>
                    <a:gd name="T47" fmla="*/ 5479 h 5892"/>
                    <a:gd name="T48" fmla="*/ 3067 w 5734"/>
                    <a:gd name="T49" fmla="*/ 5117 h 5892"/>
                    <a:gd name="T50" fmla="*/ 3067 w 5734"/>
                    <a:gd name="T51" fmla="*/ 3918 h 5892"/>
                    <a:gd name="T52" fmla="*/ 3194 w 5734"/>
                    <a:gd name="T53" fmla="*/ 3918 h 5892"/>
                    <a:gd name="T54" fmla="*/ 3194 w 5734"/>
                    <a:gd name="T55" fmla="*/ 4691 h 5892"/>
                    <a:gd name="T56" fmla="*/ 3394 w 5734"/>
                    <a:gd name="T57" fmla="*/ 4891 h 5892"/>
                    <a:gd name="T58" fmla="*/ 4430 w 5734"/>
                    <a:gd name="T59" fmla="*/ 4891 h 5892"/>
                    <a:gd name="T60" fmla="*/ 4780 w 5734"/>
                    <a:gd name="T61" fmla="*/ 5085 h 5892"/>
                    <a:gd name="T62" fmla="*/ 5194 w 5734"/>
                    <a:gd name="T63" fmla="*/ 4672 h 5892"/>
                    <a:gd name="T64" fmla="*/ 4780 w 5734"/>
                    <a:gd name="T65" fmla="*/ 4259 h 5892"/>
                    <a:gd name="T66" fmla="*/ 4409 w 5734"/>
                    <a:gd name="T67" fmla="*/ 4491 h 5892"/>
                    <a:gd name="T68" fmla="*/ 3594 w 5734"/>
                    <a:gd name="T69" fmla="*/ 4491 h 5892"/>
                    <a:gd name="T70" fmla="*/ 3594 w 5734"/>
                    <a:gd name="T71" fmla="*/ 3918 h 5892"/>
                    <a:gd name="T72" fmla="*/ 4313 w 5734"/>
                    <a:gd name="T73" fmla="*/ 3918 h 58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5734" h="5892">
                      <a:moveTo>
                        <a:pt x="4313" y="3918"/>
                      </a:moveTo>
                      <a:cubicBezTo>
                        <a:pt x="5096" y="3918"/>
                        <a:pt x="5734" y="3280"/>
                        <a:pt x="5734" y="2497"/>
                      </a:cubicBezTo>
                      <a:cubicBezTo>
                        <a:pt x="5734" y="1713"/>
                        <a:pt x="5096" y="1076"/>
                        <a:pt x="4313" y="1076"/>
                      </a:cubicBezTo>
                      <a:cubicBezTo>
                        <a:pt x="4258" y="1076"/>
                        <a:pt x="4203" y="1079"/>
                        <a:pt x="4149" y="1085"/>
                      </a:cubicBezTo>
                      <a:cubicBezTo>
                        <a:pt x="4084" y="816"/>
                        <a:pt x="3940" y="570"/>
                        <a:pt x="3733" y="378"/>
                      </a:cubicBezTo>
                      <a:cubicBezTo>
                        <a:pt x="3470" y="134"/>
                        <a:pt x="3127" y="0"/>
                        <a:pt x="2768" y="0"/>
                      </a:cubicBezTo>
                      <a:cubicBezTo>
                        <a:pt x="2107" y="0"/>
                        <a:pt x="1544" y="451"/>
                        <a:pt x="1389" y="1076"/>
                      </a:cubicBezTo>
                      <a:cubicBezTo>
                        <a:pt x="620" y="1093"/>
                        <a:pt x="0" y="1724"/>
                        <a:pt x="0" y="2497"/>
                      </a:cubicBezTo>
                      <a:cubicBezTo>
                        <a:pt x="0" y="3281"/>
                        <a:pt x="638" y="3918"/>
                        <a:pt x="1421" y="3918"/>
                      </a:cubicBezTo>
                      <a:lnTo>
                        <a:pt x="2140" y="3918"/>
                      </a:lnTo>
                      <a:lnTo>
                        <a:pt x="2140" y="4472"/>
                      </a:lnTo>
                      <a:lnTo>
                        <a:pt x="1315" y="4472"/>
                      </a:lnTo>
                      <a:cubicBezTo>
                        <a:pt x="1245" y="4345"/>
                        <a:pt x="1109" y="4259"/>
                        <a:pt x="954" y="4259"/>
                      </a:cubicBezTo>
                      <a:cubicBezTo>
                        <a:pt x="726" y="4259"/>
                        <a:pt x="540" y="4444"/>
                        <a:pt x="540" y="4672"/>
                      </a:cubicBezTo>
                      <a:cubicBezTo>
                        <a:pt x="540" y="4900"/>
                        <a:pt x="726" y="5086"/>
                        <a:pt x="954" y="5086"/>
                      </a:cubicBezTo>
                      <a:cubicBezTo>
                        <a:pt x="1109" y="5086"/>
                        <a:pt x="1245" y="4999"/>
                        <a:pt x="1315" y="4872"/>
                      </a:cubicBezTo>
                      <a:lnTo>
                        <a:pt x="2340" y="4872"/>
                      </a:lnTo>
                      <a:cubicBezTo>
                        <a:pt x="2451" y="4872"/>
                        <a:pt x="2540" y="4783"/>
                        <a:pt x="2540" y="4672"/>
                      </a:cubicBezTo>
                      <a:lnTo>
                        <a:pt x="2540" y="3918"/>
                      </a:lnTo>
                      <a:lnTo>
                        <a:pt x="2667" y="3918"/>
                      </a:lnTo>
                      <a:lnTo>
                        <a:pt x="2667" y="5117"/>
                      </a:lnTo>
                      <a:cubicBezTo>
                        <a:pt x="2540" y="5188"/>
                        <a:pt x="2454" y="5323"/>
                        <a:pt x="2454" y="5479"/>
                      </a:cubicBezTo>
                      <a:cubicBezTo>
                        <a:pt x="2454" y="5707"/>
                        <a:pt x="2639" y="5892"/>
                        <a:pt x="2867" y="5892"/>
                      </a:cubicBezTo>
                      <a:cubicBezTo>
                        <a:pt x="3095" y="5892"/>
                        <a:pt x="3280" y="5707"/>
                        <a:pt x="3280" y="5479"/>
                      </a:cubicBezTo>
                      <a:cubicBezTo>
                        <a:pt x="3280" y="5323"/>
                        <a:pt x="3194" y="5188"/>
                        <a:pt x="3067" y="5117"/>
                      </a:cubicBezTo>
                      <a:lnTo>
                        <a:pt x="3067" y="3918"/>
                      </a:lnTo>
                      <a:lnTo>
                        <a:pt x="3194" y="3918"/>
                      </a:lnTo>
                      <a:lnTo>
                        <a:pt x="3194" y="4691"/>
                      </a:lnTo>
                      <a:cubicBezTo>
                        <a:pt x="3194" y="4802"/>
                        <a:pt x="3283" y="4891"/>
                        <a:pt x="3394" y="4891"/>
                      </a:cubicBezTo>
                      <a:lnTo>
                        <a:pt x="4430" y="4891"/>
                      </a:lnTo>
                      <a:cubicBezTo>
                        <a:pt x="4503" y="5008"/>
                        <a:pt x="4633" y="5085"/>
                        <a:pt x="4780" y="5085"/>
                      </a:cubicBezTo>
                      <a:cubicBezTo>
                        <a:pt x="5008" y="5085"/>
                        <a:pt x="5194" y="4900"/>
                        <a:pt x="5194" y="4672"/>
                      </a:cubicBezTo>
                      <a:cubicBezTo>
                        <a:pt x="5194" y="4444"/>
                        <a:pt x="5008" y="4259"/>
                        <a:pt x="4780" y="4259"/>
                      </a:cubicBezTo>
                      <a:cubicBezTo>
                        <a:pt x="4617" y="4259"/>
                        <a:pt x="4476" y="4354"/>
                        <a:pt x="4409" y="4491"/>
                      </a:cubicBezTo>
                      <a:lnTo>
                        <a:pt x="3594" y="4491"/>
                      </a:lnTo>
                      <a:lnTo>
                        <a:pt x="3594" y="3918"/>
                      </a:lnTo>
                      <a:lnTo>
                        <a:pt x="4313" y="39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>
                  <a:miter lim="400000"/>
                </a:ln>
              </p:spPr>
              <p:txBody>
                <a:bodyPr lIns="19045" tIns="19045" rIns="19045" bIns="19045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defTabSz="2286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 sz="3000" cap="none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sz="15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endParaRPr>
                </a:p>
              </p:txBody>
            </p:sp>
          </p:grpSp>
        </p:grpSp>
        <p:grpSp>
          <p:nvGrpSpPr>
            <p:cNvPr id="9" name="îṧḷíḋê"/>
            <p:cNvGrpSpPr/>
            <p:nvPr/>
          </p:nvGrpSpPr>
          <p:grpSpPr>
            <a:xfrm>
              <a:off x="8887235" y="3052219"/>
              <a:ext cx="2631665" cy="1104745"/>
              <a:chOff x="6951000" y="1143572"/>
              <a:chExt cx="2631665" cy="1104745"/>
            </a:xfrm>
          </p:grpSpPr>
          <p:grpSp>
            <p:nvGrpSpPr>
              <p:cNvPr id="17" name="ïṥľîḋé"/>
              <p:cNvGrpSpPr/>
              <p:nvPr/>
            </p:nvGrpSpPr>
            <p:grpSpPr>
              <a:xfrm>
                <a:off x="7677117" y="1143572"/>
                <a:ext cx="1905548" cy="1104745"/>
                <a:chOff x="666932" y="4425289"/>
                <a:chExt cx="1530975" cy="1104745"/>
              </a:xfrm>
            </p:grpSpPr>
            <p:sp>
              <p:nvSpPr>
                <p:cNvPr id="21" name="is1ïḑè"/>
                <p:cNvSpPr txBox="1"/>
                <p:nvPr/>
              </p:nvSpPr>
              <p:spPr bwMode="auto">
                <a:xfrm>
                  <a:off x="666932" y="4425289"/>
                  <a:ext cx="1530975" cy="4418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b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2000" b="1" dirty="0"/>
                    <a:t>Text here</a:t>
                  </a:r>
                  <a:endParaRPr lang="en-US" altLang="zh-CN" sz="2000" b="1" dirty="0"/>
                </a:p>
              </p:txBody>
            </p:sp>
            <p:sp>
              <p:nvSpPr>
                <p:cNvPr id="22" name="îṥ1îde"/>
                <p:cNvSpPr/>
                <p:nvPr/>
              </p:nvSpPr>
              <p:spPr bwMode="auto">
                <a:xfrm>
                  <a:off x="666932" y="4867096"/>
                  <a:ext cx="1530975" cy="66293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0000" tIns="46800" rIns="90000" bIns="4680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marL="171450" indent="-1714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en-US" altLang="zh-CN" sz="1100" dirty="0"/>
                    <a:t>Supporting text here. </a:t>
                  </a:r>
                  <a:endParaRPr lang="en-US" altLang="zh-CN" sz="1100" dirty="0"/>
                </a:p>
                <a:p>
                  <a:pPr marL="171450" indent="-1714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en-US" altLang="zh-CN" sz="1100" dirty="0"/>
                    <a:t>……</a:t>
                  </a:r>
                  <a:endParaRPr lang="en-US" altLang="zh-CN" sz="1100" dirty="0"/>
                </a:p>
              </p:txBody>
            </p:sp>
          </p:grpSp>
          <p:grpSp>
            <p:nvGrpSpPr>
              <p:cNvPr id="18" name="i$ļíḋe"/>
              <p:cNvGrpSpPr/>
              <p:nvPr/>
            </p:nvGrpSpPr>
            <p:grpSpPr>
              <a:xfrm>
                <a:off x="6951000" y="1269000"/>
                <a:ext cx="508912" cy="509712"/>
                <a:chOff x="5646344" y="3213462"/>
                <a:chExt cx="899312" cy="900726"/>
              </a:xfrm>
            </p:grpSpPr>
            <p:sp>
              <p:nvSpPr>
                <p:cNvPr id="19" name="íṩļîḓe"/>
                <p:cNvSpPr/>
                <p:nvPr/>
              </p:nvSpPr>
              <p:spPr bwMode="auto">
                <a:xfrm>
                  <a:off x="5646344" y="3213462"/>
                  <a:ext cx="899312" cy="900726"/>
                </a:xfrm>
                <a:prstGeom prst="roundRect">
                  <a:avLst/>
                </a:prstGeom>
                <a:solidFill>
                  <a:schemeClr val="bg1"/>
                </a:solidFill>
                <a:ln w="57150">
                  <a:solidFill>
                    <a:schemeClr val="tx2">
                      <a:lumMod val="20000"/>
                      <a:lumOff val="80000"/>
                    </a:schemeClr>
                  </a:solidFill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id-ID"/>
                </a:p>
              </p:txBody>
            </p:sp>
            <p:sp>
              <p:nvSpPr>
                <p:cNvPr id="20" name="îṥḷïḍè"/>
                <p:cNvSpPr/>
                <p:nvPr/>
              </p:nvSpPr>
              <p:spPr>
                <a:xfrm>
                  <a:off x="5829151" y="3390009"/>
                  <a:ext cx="533699" cy="547632"/>
                </a:xfrm>
                <a:custGeom>
                  <a:avLst/>
                  <a:gdLst>
                    <a:gd name="T0" fmla="*/ 4313 w 5734"/>
                    <a:gd name="T1" fmla="*/ 3918 h 5892"/>
                    <a:gd name="T2" fmla="*/ 5734 w 5734"/>
                    <a:gd name="T3" fmla="*/ 2497 h 5892"/>
                    <a:gd name="T4" fmla="*/ 4313 w 5734"/>
                    <a:gd name="T5" fmla="*/ 1076 h 5892"/>
                    <a:gd name="T6" fmla="*/ 4149 w 5734"/>
                    <a:gd name="T7" fmla="*/ 1085 h 5892"/>
                    <a:gd name="T8" fmla="*/ 3733 w 5734"/>
                    <a:gd name="T9" fmla="*/ 378 h 5892"/>
                    <a:gd name="T10" fmla="*/ 2768 w 5734"/>
                    <a:gd name="T11" fmla="*/ 0 h 5892"/>
                    <a:gd name="T12" fmla="*/ 1389 w 5734"/>
                    <a:gd name="T13" fmla="*/ 1076 h 5892"/>
                    <a:gd name="T14" fmla="*/ 0 w 5734"/>
                    <a:gd name="T15" fmla="*/ 2497 h 5892"/>
                    <a:gd name="T16" fmla="*/ 1421 w 5734"/>
                    <a:gd name="T17" fmla="*/ 3918 h 5892"/>
                    <a:gd name="T18" fmla="*/ 2140 w 5734"/>
                    <a:gd name="T19" fmla="*/ 3918 h 5892"/>
                    <a:gd name="T20" fmla="*/ 2140 w 5734"/>
                    <a:gd name="T21" fmla="*/ 4472 h 5892"/>
                    <a:gd name="T22" fmla="*/ 1315 w 5734"/>
                    <a:gd name="T23" fmla="*/ 4472 h 5892"/>
                    <a:gd name="T24" fmla="*/ 954 w 5734"/>
                    <a:gd name="T25" fmla="*/ 4259 h 5892"/>
                    <a:gd name="T26" fmla="*/ 540 w 5734"/>
                    <a:gd name="T27" fmla="*/ 4672 h 5892"/>
                    <a:gd name="T28" fmla="*/ 954 w 5734"/>
                    <a:gd name="T29" fmla="*/ 5086 h 5892"/>
                    <a:gd name="T30" fmla="*/ 1315 w 5734"/>
                    <a:gd name="T31" fmla="*/ 4872 h 5892"/>
                    <a:gd name="T32" fmla="*/ 2340 w 5734"/>
                    <a:gd name="T33" fmla="*/ 4872 h 5892"/>
                    <a:gd name="T34" fmla="*/ 2540 w 5734"/>
                    <a:gd name="T35" fmla="*/ 4672 h 5892"/>
                    <a:gd name="T36" fmla="*/ 2540 w 5734"/>
                    <a:gd name="T37" fmla="*/ 3918 h 5892"/>
                    <a:gd name="T38" fmla="*/ 2667 w 5734"/>
                    <a:gd name="T39" fmla="*/ 3918 h 5892"/>
                    <a:gd name="T40" fmla="*/ 2667 w 5734"/>
                    <a:gd name="T41" fmla="*/ 5117 h 5892"/>
                    <a:gd name="T42" fmla="*/ 2454 w 5734"/>
                    <a:gd name="T43" fmla="*/ 5479 h 5892"/>
                    <a:gd name="T44" fmla="*/ 2867 w 5734"/>
                    <a:gd name="T45" fmla="*/ 5892 h 5892"/>
                    <a:gd name="T46" fmla="*/ 3280 w 5734"/>
                    <a:gd name="T47" fmla="*/ 5479 h 5892"/>
                    <a:gd name="T48" fmla="*/ 3067 w 5734"/>
                    <a:gd name="T49" fmla="*/ 5117 h 5892"/>
                    <a:gd name="T50" fmla="*/ 3067 w 5734"/>
                    <a:gd name="T51" fmla="*/ 3918 h 5892"/>
                    <a:gd name="T52" fmla="*/ 3194 w 5734"/>
                    <a:gd name="T53" fmla="*/ 3918 h 5892"/>
                    <a:gd name="T54" fmla="*/ 3194 w 5734"/>
                    <a:gd name="T55" fmla="*/ 4691 h 5892"/>
                    <a:gd name="T56" fmla="*/ 3394 w 5734"/>
                    <a:gd name="T57" fmla="*/ 4891 h 5892"/>
                    <a:gd name="T58" fmla="*/ 4430 w 5734"/>
                    <a:gd name="T59" fmla="*/ 4891 h 5892"/>
                    <a:gd name="T60" fmla="*/ 4780 w 5734"/>
                    <a:gd name="T61" fmla="*/ 5085 h 5892"/>
                    <a:gd name="T62" fmla="*/ 5194 w 5734"/>
                    <a:gd name="T63" fmla="*/ 4672 h 5892"/>
                    <a:gd name="T64" fmla="*/ 4780 w 5734"/>
                    <a:gd name="T65" fmla="*/ 4259 h 5892"/>
                    <a:gd name="T66" fmla="*/ 4409 w 5734"/>
                    <a:gd name="T67" fmla="*/ 4491 h 5892"/>
                    <a:gd name="T68" fmla="*/ 3594 w 5734"/>
                    <a:gd name="T69" fmla="*/ 4491 h 5892"/>
                    <a:gd name="T70" fmla="*/ 3594 w 5734"/>
                    <a:gd name="T71" fmla="*/ 3918 h 5892"/>
                    <a:gd name="T72" fmla="*/ 4313 w 5734"/>
                    <a:gd name="T73" fmla="*/ 3918 h 58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5734" h="5892">
                      <a:moveTo>
                        <a:pt x="4313" y="3918"/>
                      </a:moveTo>
                      <a:cubicBezTo>
                        <a:pt x="5096" y="3918"/>
                        <a:pt x="5734" y="3280"/>
                        <a:pt x="5734" y="2497"/>
                      </a:cubicBezTo>
                      <a:cubicBezTo>
                        <a:pt x="5734" y="1713"/>
                        <a:pt x="5096" y="1076"/>
                        <a:pt x="4313" y="1076"/>
                      </a:cubicBezTo>
                      <a:cubicBezTo>
                        <a:pt x="4258" y="1076"/>
                        <a:pt x="4203" y="1079"/>
                        <a:pt x="4149" y="1085"/>
                      </a:cubicBezTo>
                      <a:cubicBezTo>
                        <a:pt x="4084" y="816"/>
                        <a:pt x="3940" y="570"/>
                        <a:pt x="3733" y="378"/>
                      </a:cubicBezTo>
                      <a:cubicBezTo>
                        <a:pt x="3470" y="134"/>
                        <a:pt x="3127" y="0"/>
                        <a:pt x="2768" y="0"/>
                      </a:cubicBezTo>
                      <a:cubicBezTo>
                        <a:pt x="2107" y="0"/>
                        <a:pt x="1544" y="451"/>
                        <a:pt x="1389" y="1076"/>
                      </a:cubicBezTo>
                      <a:cubicBezTo>
                        <a:pt x="620" y="1093"/>
                        <a:pt x="0" y="1724"/>
                        <a:pt x="0" y="2497"/>
                      </a:cubicBezTo>
                      <a:cubicBezTo>
                        <a:pt x="0" y="3281"/>
                        <a:pt x="638" y="3918"/>
                        <a:pt x="1421" y="3918"/>
                      </a:cubicBezTo>
                      <a:lnTo>
                        <a:pt x="2140" y="3918"/>
                      </a:lnTo>
                      <a:lnTo>
                        <a:pt x="2140" y="4472"/>
                      </a:lnTo>
                      <a:lnTo>
                        <a:pt x="1315" y="4472"/>
                      </a:lnTo>
                      <a:cubicBezTo>
                        <a:pt x="1245" y="4345"/>
                        <a:pt x="1109" y="4259"/>
                        <a:pt x="954" y="4259"/>
                      </a:cubicBezTo>
                      <a:cubicBezTo>
                        <a:pt x="726" y="4259"/>
                        <a:pt x="540" y="4444"/>
                        <a:pt x="540" y="4672"/>
                      </a:cubicBezTo>
                      <a:cubicBezTo>
                        <a:pt x="540" y="4900"/>
                        <a:pt x="726" y="5086"/>
                        <a:pt x="954" y="5086"/>
                      </a:cubicBezTo>
                      <a:cubicBezTo>
                        <a:pt x="1109" y="5086"/>
                        <a:pt x="1245" y="4999"/>
                        <a:pt x="1315" y="4872"/>
                      </a:cubicBezTo>
                      <a:lnTo>
                        <a:pt x="2340" y="4872"/>
                      </a:lnTo>
                      <a:cubicBezTo>
                        <a:pt x="2451" y="4872"/>
                        <a:pt x="2540" y="4783"/>
                        <a:pt x="2540" y="4672"/>
                      </a:cubicBezTo>
                      <a:lnTo>
                        <a:pt x="2540" y="3918"/>
                      </a:lnTo>
                      <a:lnTo>
                        <a:pt x="2667" y="3918"/>
                      </a:lnTo>
                      <a:lnTo>
                        <a:pt x="2667" y="5117"/>
                      </a:lnTo>
                      <a:cubicBezTo>
                        <a:pt x="2540" y="5188"/>
                        <a:pt x="2454" y="5323"/>
                        <a:pt x="2454" y="5479"/>
                      </a:cubicBezTo>
                      <a:cubicBezTo>
                        <a:pt x="2454" y="5707"/>
                        <a:pt x="2639" y="5892"/>
                        <a:pt x="2867" y="5892"/>
                      </a:cubicBezTo>
                      <a:cubicBezTo>
                        <a:pt x="3095" y="5892"/>
                        <a:pt x="3280" y="5707"/>
                        <a:pt x="3280" y="5479"/>
                      </a:cubicBezTo>
                      <a:cubicBezTo>
                        <a:pt x="3280" y="5323"/>
                        <a:pt x="3194" y="5188"/>
                        <a:pt x="3067" y="5117"/>
                      </a:cubicBezTo>
                      <a:lnTo>
                        <a:pt x="3067" y="3918"/>
                      </a:lnTo>
                      <a:lnTo>
                        <a:pt x="3194" y="3918"/>
                      </a:lnTo>
                      <a:lnTo>
                        <a:pt x="3194" y="4691"/>
                      </a:lnTo>
                      <a:cubicBezTo>
                        <a:pt x="3194" y="4802"/>
                        <a:pt x="3283" y="4891"/>
                        <a:pt x="3394" y="4891"/>
                      </a:cubicBezTo>
                      <a:lnTo>
                        <a:pt x="4430" y="4891"/>
                      </a:lnTo>
                      <a:cubicBezTo>
                        <a:pt x="4503" y="5008"/>
                        <a:pt x="4633" y="5085"/>
                        <a:pt x="4780" y="5085"/>
                      </a:cubicBezTo>
                      <a:cubicBezTo>
                        <a:pt x="5008" y="5085"/>
                        <a:pt x="5194" y="4900"/>
                        <a:pt x="5194" y="4672"/>
                      </a:cubicBezTo>
                      <a:cubicBezTo>
                        <a:pt x="5194" y="4444"/>
                        <a:pt x="5008" y="4259"/>
                        <a:pt x="4780" y="4259"/>
                      </a:cubicBezTo>
                      <a:cubicBezTo>
                        <a:pt x="4617" y="4259"/>
                        <a:pt x="4476" y="4354"/>
                        <a:pt x="4409" y="4491"/>
                      </a:cubicBezTo>
                      <a:lnTo>
                        <a:pt x="3594" y="4491"/>
                      </a:lnTo>
                      <a:lnTo>
                        <a:pt x="3594" y="3918"/>
                      </a:lnTo>
                      <a:lnTo>
                        <a:pt x="4313" y="39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>
                  <a:miter lim="400000"/>
                </a:ln>
              </p:spPr>
              <p:txBody>
                <a:bodyPr lIns="19045" tIns="19045" rIns="19045" bIns="19045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defTabSz="2286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 sz="3000" cap="none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sz="15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endParaRPr>
                </a:p>
              </p:txBody>
            </p:sp>
          </p:grpSp>
        </p:grpSp>
        <p:grpSp>
          <p:nvGrpSpPr>
            <p:cNvPr id="10" name="í$ľïďè"/>
            <p:cNvGrpSpPr/>
            <p:nvPr/>
          </p:nvGrpSpPr>
          <p:grpSpPr>
            <a:xfrm>
              <a:off x="8887235" y="4552805"/>
              <a:ext cx="2631665" cy="1104745"/>
              <a:chOff x="6951000" y="1143572"/>
              <a:chExt cx="2631665" cy="1104745"/>
            </a:xfrm>
          </p:grpSpPr>
          <p:grpSp>
            <p:nvGrpSpPr>
              <p:cNvPr id="11" name="is1íḓê"/>
              <p:cNvGrpSpPr/>
              <p:nvPr/>
            </p:nvGrpSpPr>
            <p:grpSpPr>
              <a:xfrm>
                <a:off x="7677117" y="1143572"/>
                <a:ext cx="1905548" cy="1104745"/>
                <a:chOff x="666932" y="4425289"/>
                <a:chExt cx="1530975" cy="1104745"/>
              </a:xfrm>
            </p:grpSpPr>
            <p:sp>
              <p:nvSpPr>
                <p:cNvPr id="15" name="iśļîḑê"/>
                <p:cNvSpPr txBox="1"/>
                <p:nvPr/>
              </p:nvSpPr>
              <p:spPr bwMode="auto">
                <a:xfrm>
                  <a:off x="666932" y="4425289"/>
                  <a:ext cx="1530975" cy="4418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b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2000" b="1" dirty="0"/>
                    <a:t>Text here</a:t>
                  </a:r>
                  <a:endParaRPr lang="en-US" altLang="zh-CN" sz="2000" b="1" dirty="0"/>
                </a:p>
              </p:txBody>
            </p:sp>
            <p:sp>
              <p:nvSpPr>
                <p:cNvPr id="16" name="iŝlïḋê"/>
                <p:cNvSpPr/>
                <p:nvPr/>
              </p:nvSpPr>
              <p:spPr bwMode="auto">
                <a:xfrm>
                  <a:off x="666932" y="4867096"/>
                  <a:ext cx="1530975" cy="66293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0000" tIns="46800" rIns="90000" bIns="4680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marL="171450" indent="-1714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en-US" altLang="zh-CN" sz="1100" dirty="0"/>
                    <a:t>Supporting text here. </a:t>
                  </a:r>
                  <a:endParaRPr lang="en-US" altLang="zh-CN" sz="1100" dirty="0"/>
                </a:p>
                <a:p>
                  <a:pPr marL="171450" indent="-1714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en-US" altLang="zh-CN" sz="1100" dirty="0"/>
                    <a:t>……</a:t>
                  </a:r>
                  <a:endParaRPr lang="en-US" altLang="zh-CN" sz="1100" dirty="0"/>
                </a:p>
              </p:txBody>
            </p:sp>
          </p:grpSp>
          <p:grpSp>
            <p:nvGrpSpPr>
              <p:cNvPr id="12" name="îṣlîḑé"/>
              <p:cNvGrpSpPr/>
              <p:nvPr/>
            </p:nvGrpSpPr>
            <p:grpSpPr>
              <a:xfrm>
                <a:off x="6951000" y="1269000"/>
                <a:ext cx="508912" cy="509712"/>
                <a:chOff x="5646344" y="3213462"/>
                <a:chExt cx="899312" cy="900726"/>
              </a:xfrm>
            </p:grpSpPr>
            <p:sp>
              <p:nvSpPr>
                <p:cNvPr id="13" name="isḻïḑe"/>
                <p:cNvSpPr/>
                <p:nvPr/>
              </p:nvSpPr>
              <p:spPr bwMode="auto">
                <a:xfrm>
                  <a:off x="5646344" y="3213462"/>
                  <a:ext cx="899312" cy="900726"/>
                </a:xfrm>
                <a:prstGeom prst="roundRect">
                  <a:avLst/>
                </a:prstGeom>
                <a:solidFill>
                  <a:schemeClr val="bg1"/>
                </a:solidFill>
                <a:ln w="57150">
                  <a:solidFill>
                    <a:schemeClr val="tx2">
                      <a:lumMod val="20000"/>
                      <a:lumOff val="80000"/>
                    </a:schemeClr>
                  </a:solidFill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id-ID"/>
                </a:p>
              </p:txBody>
            </p:sp>
            <p:sp>
              <p:nvSpPr>
                <p:cNvPr id="14" name="íşļiḓé"/>
                <p:cNvSpPr/>
                <p:nvPr/>
              </p:nvSpPr>
              <p:spPr>
                <a:xfrm>
                  <a:off x="5829151" y="3390009"/>
                  <a:ext cx="533699" cy="547632"/>
                </a:xfrm>
                <a:custGeom>
                  <a:avLst/>
                  <a:gdLst>
                    <a:gd name="T0" fmla="*/ 4313 w 5734"/>
                    <a:gd name="T1" fmla="*/ 3918 h 5892"/>
                    <a:gd name="T2" fmla="*/ 5734 w 5734"/>
                    <a:gd name="T3" fmla="*/ 2497 h 5892"/>
                    <a:gd name="T4" fmla="*/ 4313 w 5734"/>
                    <a:gd name="T5" fmla="*/ 1076 h 5892"/>
                    <a:gd name="T6" fmla="*/ 4149 w 5734"/>
                    <a:gd name="T7" fmla="*/ 1085 h 5892"/>
                    <a:gd name="T8" fmla="*/ 3733 w 5734"/>
                    <a:gd name="T9" fmla="*/ 378 h 5892"/>
                    <a:gd name="T10" fmla="*/ 2768 w 5734"/>
                    <a:gd name="T11" fmla="*/ 0 h 5892"/>
                    <a:gd name="T12" fmla="*/ 1389 w 5734"/>
                    <a:gd name="T13" fmla="*/ 1076 h 5892"/>
                    <a:gd name="T14" fmla="*/ 0 w 5734"/>
                    <a:gd name="T15" fmla="*/ 2497 h 5892"/>
                    <a:gd name="T16" fmla="*/ 1421 w 5734"/>
                    <a:gd name="T17" fmla="*/ 3918 h 5892"/>
                    <a:gd name="T18" fmla="*/ 2140 w 5734"/>
                    <a:gd name="T19" fmla="*/ 3918 h 5892"/>
                    <a:gd name="T20" fmla="*/ 2140 w 5734"/>
                    <a:gd name="T21" fmla="*/ 4472 h 5892"/>
                    <a:gd name="T22" fmla="*/ 1315 w 5734"/>
                    <a:gd name="T23" fmla="*/ 4472 h 5892"/>
                    <a:gd name="T24" fmla="*/ 954 w 5734"/>
                    <a:gd name="T25" fmla="*/ 4259 h 5892"/>
                    <a:gd name="T26" fmla="*/ 540 w 5734"/>
                    <a:gd name="T27" fmla="*/ 4672 h 5892"/>
                    <a:gd name="T28" fmla="*/ 954 w 5734"/>
                    <a:gd name="T29" fmla="*/ 5086 h 5892"/>
                    <a:gd name="T30" fmla="*/ 1315 w 5734"/>
                    <a:gd name="T31" fmla="*/ 4872 h 5892"/>
                    <a:gd name="T32" fmla="*/ 2340 w 5734"/>
                    <a:gd name="T33" fmla="*/ 4872 h 5892"/>
                    <a:gd name="T34" fmla="*/ 2540 w 5734"/>
                    <a:gd name="T35" fmla="*/ 4672 h 5892"/>
                    <a:gd name="T36" fmla="*/ 2540 w 5734"/>
                    <a:gd name="T37" fmla="*/ 3918 h 5892"/>
                    <a:gd name="T38" fmla="*/ 2667 w 5734"/>
                    <a:gd name="T39" fmla="*/ 3918 h 5892"/>
                    <a:gd name="T40" fmla="*/ 2667 w 5734"/>
                    <a:gd name="T41" fmla="*/ 5117 h 5892"/>
                    <a:gd name="T42" fmla="*/ 2454 w 5734"/>
                    <a:gd name="T43" fmla="*/ 5479 h 5892"/>
                    <a:gd name="T44" fmla="*/ 2867 w 5734"/>
                    <a:gd name="T45" fmla="*/ 5892 h 5892"/>
                    <a:gd name="T46" fmla="*/ 3280 w 5734"/>
                    <a:gd name="T47" fmla="*/ 5479 h 5892"/>
                    <a:gd name="T48" fmla="*/ 3067 w 5734"/>
                    <a:gd name="T49" fmla="*/ 5117 h 5892"/>
                    <a:gd name="T50" fmla="*/ 3067 w 5734"/>
                    <a:gd name="T51" fmla="*/ 3918 h 5892"/>
                    <a:gd name="T52" fmla="*/ 3194 w 5734"/>
                    <a:gd name="T53" fmla="*/ 3918 h 5892"/>
                    <a:gd name="T54" fmla="*/ 3194 w 5734"/>
                    <a:gd name="T55" fmla="*/ 4691 h 5892"/>
                    <a:gd name="T56" fmla="*/ 3394 w 5734"/>
                    <a:gd name="T57" fmla="*/ 4891 h 5892"/>
                    <a:gd name="T58" fmla="*/ 4430 w 5734"/>
                    <a:gd name="T59" fmla="*/ 4891 h 5892"/>
                    <a:gd name="T60" fmla="*/ 4780 w 5734"/>
                    <a:gd name="T61" fmla="*/ 5085 h 5892"/>
                    <a:gd name="T62" fmla="*/ 5194 w 5734"/>
                    <a:gd name="T63" fmla="*/ 4672 h 5892"/>
                    <a:gd name="T64" fmla="*/ 4780 w 5734"/>
                    <a:gd name="T65" fmla="*/ 4259 h 5892"/>
                    <a:gd name="T66" fmla="*/ 4409 w 5734"/>
                    <a:gd name="T67" fmla="*/ 4491 h 5892"/>
                    <a:gd name="T68" fmla="*/ 3594 w 5734"/>
                    <a:gd name="T69" fmla="*/ 4491 h 5892"/>
                    <a:gd name="T70" fmla="*/ 3594 w 5734"/>
                    <a:gd name="T71" fmla="*/ 3918 h 5892"/>
                    <a:gd name="T72" fmla="*/ 4313 w 5734"/>
                    <a:gd name="T73" fmla="*/ 3918 h 58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5734" h="5892">
                      <a:moveTo>
                        <a:pt x="4313" y="3918"/>
                      </a:moveTo>
                      <a:cubicBezTo>
                        <a:pt x="5096" y="3918"/>
                        <a:pt x="5734" y="3280"/>
                        <a:pt x="5734" y="2497"/>
                      </a:cubicBezTo>
                      <a:cubicBezTo>
                        <a:pt x="5734" y="1713"/>
                        <a:pt x="5096" y="1076"/>
                        <a:pt x="4313" y="1076"/>
                      </a:cubicBezTo>
                      <a:cubicBezTo>
                        <a:pt x="4258" y="1076"/>
                        <a:pt x="4203" y="1079"/>
                        <a:pt x="4149" y="1085"/>
                      </a:cubicBezTo>
                      <a:cubicBezTo>
                        <a:pt x="4084" y="816"/>
                        <a:pt x="3940" y="570"/>
                        <a:pt x="3733" y="378"/>
                      </a:cubicBezTo>
                      <a:cubicBezTo>
                        <a:pt x="3470" y="134"/>
                        <a:pt x="3127" y="0"/>
                        <a:pt x="2768" y="0"/>
                      </a:cubicBezTo>
                      <a:cubicBezTo>
                        <a:pt x="2107" y="0"/>
                        <a:pt x="1544" y="451"/>
                        <a:pt x="1389" y="1076"/>
                      </a:cubicBezTo>
                      <a:cubicBezTo>
                        <a:pt x="620" y="1093"/>
                        <a:pt x="0" y="1724"/>
                        <a:pt x="0" y="2497"/>
                      </a:cubicBezTo>
                      <a:cubicBezTo>
                        <a:pt x="0" y="3281"/>
                        <a:pt x="638" y="3918"/>
                        <a:pt x="1421" y="3918"/>
                      </a:cubicBezTo>
                      <a:lnTo>
                        <a:pt x="2140" y="3918"/>
                      </a:lnTo>
                      <a:lnTo>
                        <a:pt x="2140" y="4472"/>
                      </a:lnTo>
                      <a:lnTo>
                        <a:pt x="1315" y="4472"/>
                      </a:lnTo>
                      <a:cubicBezTo>
                        <a:pt x="1245" y="4345"/>
                        <a:pt x="1109" y="4259"/>
                        <a:pt x="954" y="4259"/>
                      </a:cubicBezTo>
                      <a:cubicBezTo>
                        <a:pt x="726" y="4259"/>
                        <a:pt x="540" y="4444"/>
                        <a:pt x="540" y="4672"/>
                      </a:cubicBezTo>
                      <a:cubicBezTo>
                        <a:pt x="540" y="4900"/>
                        <a:pt x="726" y="5086"/>
                        <a:pt x="954" y="5086"/>
                      </a:cubicBezTo>
                      <a:cubicBezTo>
                        <a:pt x="1109" y="5086"/>
                        <a:pt x="1245" y="4999"/>
                        <a:pt x="1315" y="4872"/>
                      </a:cubicBezTo>
                      <a:lnTo>
                        <a:pt x="2340" y="4872"/>
                      </a:lnTo>
                      <a:cubicBezTo>
                        <a:pt x="2451" y="4872"/>
                        <a:pt x="2540" y="4783"/>
                        <a:pt x="2540" y="4672"/>
                      </a:cubicBezTo>
                      <a:lnTo>
                        <a:pt x="2540" y="3918"/>
                      </a:lnTo>
                      <a:lnTo>
                        <a:pt x="2667" y="3918"/>
                      </a:lnTo>
                      <a:lnTo>
                        <a:pt x="2667" y="5117"/>
                      </a:lnTo>
                      <a:cubicBezTo>
                        <a:pt x="2540" y="5188"/>
                        <a:pt x="2454" y="5323"/>
                        <a:pt x="2454" y="5479"/>
                      </a:cubicBezTo>
                      <a:cubicBezTo>
                        <a:pt x="2454" y="5707"/>
                        <a:pt x="2639" y="5892"/>
                        <a:pt x="2867" y="5892"/>
                      </a:cubicBezTo>
                      <a:cubicBezTo>
                        <a:pt x="3095" y="5892"/>
                        <a:pt x="3280" y="5707"/>
                        <a:pt x="3280" y="5479"/>
                      </a:cubicBezTo>
                      <a:cubicBezTo>
                        <a:pt x="3280" y="5323"/>
                        <a:pt x="3194" y="5188"/>
                        <a:pt x="3067" y="5117"/>
                      </a:cubicBezTo>
                      <a:lnTo>
                        <a:pt x="3067" y="3918"/>
                      </a:lnTo>
                      <a:lnTo>
                        <a:pt x="3194" y="3918"/>
                      </a:lnTo>
                      <a:lnTo>
                        <a:pt x="3194" y="4691"/>
                      </a:lnTo>
                      <a:cubicBezTo>
                        <a:pt x="3194" y="4802"/>
                        <a:pt x="3283" y="4891"/>
                        <a:pt x="3394" y="4891"/>
                      </a:cubicBezTo>
                      <a:lnTo>
                        <a:pt x="4430" y="4891"/>
                      </a:lnTo>
                      <a:cubicBezTo>
                        <a:pt x="4503" y="5008"/>
                        <a:pt x="4633" y="5085"/>
                        <a:pt x="4780" y="5085"/>
                      </a:cubicBezTo>
                      <a:cubicBezTo>
                        <a:pt x="5008" y="5085"/>
                        <a:pt x="5194" y="4900"/>
                        <a:pt x="5194" y="4672"/>
                      </a:cubicBezTo>
                      <a:cubicBezTo>
                        <a:pt x="5194" y="4444"/>
                        <a:pt x="5008" y="4259"/>
                        <a:pt x="4780" y="4259"/>
                      </a:cubicBezTo>
                      <a:cubicBezTo>
                        <a:pt x="4617" y="4259"/>
                        <a:pt x="4476" y="4354"/>
                        <a:pt x="4409" y="4491"/>
                      </a:cubicBezTo>
                      <a:lnTo>
                        <a:pt x="3594" y="4491"/>
                      </a:lnTo>
                      <a:lnTo>
                        <a:pt x="3594" y="3918"/>
                      </a:lnTo>
                      <a:lnTo>
                        <a:pt x="4313" y="39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>
                  <a:miter lim="400000"/>
                </a:ln>
              </p:spPr>
              <p:txBody>
                <a:bodyPr lIns="19045" tIns="19045" rIns="19045" bIns="19045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defTabSz="2286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 sz="3000" cap="none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sz="15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endParaRPr>
                </a:p>
              </p:txBody>
            </p:sp>
          </p:grpSp>
        </p:grpSp>
      </p:grpSp>
      <p:pic>
        <p:nvPicPr>
          <p:cNvPr id="89" name="图片 88" descr="中科大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0600" y="110490"/>
            <a:ext cx="769620" cy="7696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5" name="dee312b8-a9c6-4a2e-944a-a07da3e9035a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76494" y="1850659"/>
            <a:ext cx="10855821" cy="3614179"/>
            <a:chOff x="676494" y="1850659"/>
            <a:chExt cx="10855821" cy="3614179"/>
          </a:xfrm>
        </p:grpSpPr>
        <p:sp>
          <p:nvSpPr>
            <p:cNvPr id="6" name="íṩḷïdé"/>
            <p:cNvSpPr/>
            <p:nvPr/>
          </p:nvSpPr>
          <p:spPr>
            <a:xfrm>
              <a:off x="3026943" y="2345849"/>
              <a:ext cx="435858" cy="435858"/>
            </a:xfrm>
            <a:prstGeom prst="mathPlus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ïŝlíḓé"/>
            <p:cNvSpPr/>
            <p:nvPr/>
          </p:nvSpPr>
          <p:spPr>
            <a:xfrm>
              <a:off x="5886477" y="2345849"/>
              <a:ext cx="435858" cy="435858"/>
            </a:xfrm>
            <a:prstGeom prst="mathPlus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" name="ï$lídé"/>
            <p:cNvGrpSpPr/>
            <p:nvPr/>
          </p:nvGrpSpPr>
          <p:grpSpPr>
            <a:xfrm>
              <a:off x="676494" y="1850659"/>
              <a:ext cx="2277222" cy="2973463"/>
              <a:chOff x="2186058" y="1980712"/>
              <a:chExt cx="2277222" cy="2973463"/>
            </a:xfrm>
          </p:grpSpPr>
          <p:sp>
            <p:nvSpPr>
              <p:cNvPr id="26" name="išľiḓè"/>
              <p:cNvSpPr/>
              <p:nvPr/>
            </p:nvSpPr>
            <p:spPr>
              <a:xfrm>
                <a:off x="2611550" y="1980712"/>
                <a:ext cx="1426238" cy="142623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46800" rIns="90000" bIns="46800" rtlCol="0" anchor="ctr">
                <a:normAutofit/>
              </a:bodyPr>
              <a:lstStyle/>
              <a:p>
                <a:pPr algn="ctr"/>
                <a:r>
                  <a:rPr lang="en-US" altLang="zh-CN" sz="2000" b="1" dirty="0"/>
                  <a:t>Text</a:t>
                </a:r>
                <a:endParaRPr lang="zh-CN" altLang="en-US" sz="2000" b="1" dirty="0"/>
              </a:p>
            </p:txBody>
          </p:sp>
          <p:grpSp>
            <p:nvGrpSpPr>
              <p:cNvPr id="27" name="iṧļïḋe"/>
              <p:cNvGrpSpPr/>
              <p:nvPr/>
            </p:nvGrpSpPr>
            <p:grpSpPr>
              <a:xfrm>
                <a:off x="2186058" y="3451051"/>
                <a:ext cx="2277222" cy="1503124"/>
                <a:chOff x="2136000" y="3504436"/>
                <a:chExt cx="2277222" cy="1503124"/>
              </a:xfrm>
            </p:grpSpPr>
            <p:sp>
              <p:nvSpPr>
                <p:cNvPr id="28" name="íśḻíḍè"/>
                <p:cNvSpPr txBox="1"/>
                <p:nvPr/>
              </p:nvSpPr>
              <p:spPr bwMode="auto">
                <a:xfrm>
                  <a:off x="2136000" y="3504436"/>
                  <a:ext cx="2277222" cy="4418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b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2000" b="1" dirty="0"/>
                    <a:t>Text here</a:t>
                  </a:r>
                  <a:endParaRPr lang="en-US" altLang="zh-CN" sz="2000" b="1" dirty="0"/>
                </a:p>
              </p:txBody>
            </p:sp>
            <p:sp>
              <p:nvSpPr>
                <p:cNvPr id="29" name="ïṩľíďé"/>
                <p:cNvSpPr/>
                <p:nvPr/>
              </p:nvSpPr>
              <p:spPr bwMode="auto">
                <a:xfrm>
                  <a:off x="2136000" y="3946242"/>
                  <a:ext cx="2277222" cy="10613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0000" tIns="46800" rIns="90000" bIns="4680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>
                    <a:lnSpc>
                      <a:spcPct val="150000"/>
                    </a:lnSpc>
                  </a:pPr>
                  <a:r>
                    <a:rPr lang="en-US" altLang="zh-CN" sz="1100" dirty="0"/>
                    <a:t>Supporting text here. </a:t>
                  </a:r>
                  <a:endParaRPr lang="en-US" altLang="zh-CN" sz="1100" dirty="0"/>
                </a:p>
                <a:p>
                  <a:pPr algn="ctr">
                    <a:lnSpc>
                      <a:spcPct val="150000"/>
                    </a:lnSpc>
                  </a:pPr>
                  <a:r>
                    <a:rPr lang="en-US" altLang="zh-CN" sz="1100" dirty="0"/>
                    <a:t>……</a:t>
                  </a:r>
                  <a:endParaRPr lang="en-US" altLang="zh-CN" sz="1100" dirty="0"/>
                </a:p>
              </p:txBody>
            </p:sp>
          </p:grpSp>
        </p:grpSp>
        <p:grpSp>
          <p:nvGrpSpPr>
            <p:cNvPr id="9" name="îsľíḓê"/>
            <p:cNvGrpSpPr/>
            <p:nvPr/>
          </p:nvGrpSpPr>
          <p:grpSpPr>
            <a:xfrm>
              <a:off x="3536028" y="1850659"/>
              <a:ext cx="2277222" cy="2973463"/>
              <a:chOff x="4957389" y="1980712"/>
              <a:chExt cx="2277222" cy="2973463"/>
            </a:xfrm>
          </p:grpSpPr>
          <p:sp>
            <p:nvSpPr>
              <p:cNvPr id="22" name="ï$ḻïḓè"/>
              <p:cNvSpPr/>
              <p:nvPr/>
            </p:nvSpPr>
            <p:spPr>
              <a:xfrm>
                <a:off x="5382882" y="1980712"/>
                <a:ext cx="1426238" cy="142623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46800" rIns="90000" bIns="46800" rtlCol="0" anchor="ctr">
                <a:normAutofit/>
              </a:bodyPr>
              <a:lstStyle/>
              <a:p>
                <a:pPr algn="ctr"/>
                <a:r>
                  <a:rPr lang="en-US" altLang="zh-CN" sz="2000" b="1" dirty="0"/>
                  <a:t>Text</a:t>
                </a:r>
                <a:endParaRPr lang="zh-CN" altLang="en-US" sz="2000" b="1" dirty="0"/>
              </a:p>
            </p:txBody>
          </p:sp>
          <p:grpSp>
            <p:nvGrpSpPr>
              <p:cNvPr id="23" name="ïṧḷïḍe"/>
              <p:cNvGrpSpPr/>
              <p:nvPr/>
            </p:nvGrpSpPr>
            <p:grpSpPr>
              <a:xfrm>
                <a:off x="4957389" y="3451051"/>
                <a:ext cx="2277222" cy="1503124"/>
                <a:chOff x="2136000" y="3504436"/>
                <a:chExt cx="2277222" cy="1503124"/>
              </a:xfrm>
            </p:grpSpPr>
            <p:sp>
              <p:nvSpPr>
                <p:cNvPr id="24" name="îṡ1ïdé"/>
                <p:cNvSpPr txBox="1"/>
                <p:nvPr/>
              </p:nvSpPr>
              <p:spPr bwMode="auto">
                <a:xfrm>
                  <a:off x="2136000" y="3504436"/>
                  <a:ext cx="2277222" cy="4418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b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2000" b="1" dirty="0"/>
                    <a:t>Text here</a:t>
                  </a:r>
                  <a:endParaRPr lang="en-US" altLang="zh-CN" sz="2000" b="1" dirty="0"/>
                </a:p>
              </p:txBody>
            </p:sp>
            <p:sp>
              <p:nvSpPr>
                <p:cNvPr id="25" name="ïŝḷïḓe"/>
                <p:cNvSpPr/>
                <p:nvPr/>
              </p:nvSpPr>
              <p:spPr bwMode="auto">
                <a:xfrm>
                  <a:off x="2136000" y="3946242"/>
                  <a:ext cx="2277222" cy="10613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0000" tIns="46800" rIns="90000" bIns="4680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>
                    <a:lnSpc>
                      <a:spcPct val="150000"/>
                    </a:lnSpc>
                  </a:pPr>
                  <a:r>
                    <a:rPr lang="en-US" altLang="zh-CN" sz="1100" dirty="0"/>
                    <a:t>Supporting text here. </a:t>
                  </a:r>
                  <a:endParaRPr lang="en-US" altLang="zh-CN" sz="1100" dirty="0"/>
                </a:p>
                <a:p>
                  <a:pPr algn="ctr">
                    <a:lnSpc>
                      <a:spcPct val="150000"/>
                    </a:lnSpc>
                  </a:pPr>
                  <a:r>
                    <a:rPr lang="en-US" altLang="zh-CN" sz="1100" dirty="0"/>
                    <a:t>……</a:t>
                  </a:r>
                  <a:endParaRPr lang="en-US" altLang="zh-CN" sz="1100" dirty="0"/>
                </a:p>
              </p:txBody>
            </p:sp>
          </p:grpSp>
        </p:grpSp>
        <p:grpSp>
          <p:nvGrpSpPr>
            <p:cNvPr id="10" name="ïşľíḓe"/>
            <p:cNvGrpSpPr/>
            <p:nvPr/>
          </p:nvGrpSpPr>
          <p:grpSpPr>
            <a:xfrm>
              <a:off x="6395562" y="1850659"/>
              <a:ext cx="2277222" cy="2973463"/>
              <a:chOff x="7728720" y="1980712"/>
              <a:chExt cx="2277222" cy="2973463"/>
            </a:xfrm>
          </p:grpSpPr>
          <p:sp>
            <p:nvSpPr>
              <p:cNvPr id="18" name="ïşlíḑê"/>
              <p:cNvSpPr/>
              <p:nvPr/>
            </p:nvSpPr>
            <p:spPr>
              <a:xfrm>
                <a:off x="8154212" y="1980712"/>
                <a:ext cx="1426238" cy="142623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46800" rIns="90000" bIns="46800" rtlCol="0" anchor="ctr">
                <a:normAutofit/>
              </a:bodyPr>
              <a:lstStyle/>
              <a:p>
                <a:pPr algn="ctr"/>
                <a:r>
                  <a:rPr lang="en-US" altLang="zh-CN" sz="2000" b="1" dirty="0"/>
                  <a:t>Text</a:t>
                </a:r>
                <a:endParaRPr lang="zh-CN" altLang="en-US" sz="2000" b="1" dirty="0"/>
              </a:p>
            </p:txBody>
          </p:sp>
          <p:grpSp>
            <p:nvGrpSpPr>
              <p:cNvPr id="19" name="iŝḷîḍè"/>
              <p:cNvGrpSpPr/>
              <p:nvPr/>
            </p:nvGrpSpPr>
            <p:grpSpPr>
              <a:xfrm>
                <a:off x="7728720" y="3451051"/>
                <a:ext cx="2277222" cy="1503124"/>
                <a:chOff x="2136000" y="3504436"/>
                <a:chExt cx="2277222" cy="1503124"/>
              </a:xfrm>
            </p:grpSpPr>
            <p:sp>
              <p:nvSpPr>
                <p:cNvPr id="20" name="íS1íďé"/>
                <p:cNvSpPr txBox="1"/>
                <p:nvPr/>
              </p:nvSpPr>
              <p:spPr bwMode="auto">
                <a:xfrm>
                  <a:off x="2136000" y="3504436"/>
                  <a:ext cx="2277222" cy="4418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b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2000" b="1" dirty="0"/>
                    <a:t>Text here</a:t>
                  </a:r>
                  <a:endParaRPr lang="en-US" altLang="zh-CN" sz="2000" b="1" dirty="0"/>
                </a:p>
              </p:txBody>
            </p:sp>
            <p:sp>
              <p:nvSpPr>
                <p:cNvPr id="21" name="iṡḷîḍé"/>
                <p:cNvSpPr/>
                <p:nvPr/>
              </p:nvSpPr>
              <p:spPr bwMode="auto">
                <a:xfrm>
                  <a:off x="2136000" y="3946242"/>
                  <a:ext cx="2277222" cy="10613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0000" tIns="46800" rIns="90000" bIns="4680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>
                    <a:lnSpc>
                      <a:spcPct val="150000"/>
                    </a:lnSpc>
                  </a:pPr>
                  <a:r>
                    <a:rPr lang="en-US" altLang="zh-CN" sz="1100" dirty="0"/>
                    <a:t>Supporting text here. </a:t>
                  </a:r>
                  <a:endParaRPr lang="en-US" altLang="zh-CN" sz="1100" dirty="0"/>
                </a:p>
                <a:p>
                  <a:pPr algn="ctr">
                    <a:lnSpc>
                      <a:spcPct val="150000"/>
                    </a:lnSpc>
                  </a:pPr>
                  <a:r>
                    <a:rPr lang="en-US" altLang="zh-CN" sz="1100" dirty="0"/>
                    <a:t>……</a:t>
                  </a:r>
                  <a:endParaRPr lang="en-US" altLang="zh-CN" sz="1100" dirty="0"/>
                </a:p>
              </p:txBody>
            </p:sp>
          </p:grpSp>
        </p:grpSp>
        <p:sp>
          <p:nvSpPr>
            <p:cNvPr id="11" name="ïS1ïḍè"/>
            <p:cNvSpPr/>
            <p:nvPr/>
          </p:nvSpPr>
          <p:spPr>
            <a:xfrm>
              <a:off x="8746011" y="2345849"/>
              <a:ext cx="435858" cy="435858"/>
            </a:xfrm>
            <a:prstGeom prst="mathPlus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" name="íṡḻïḋê"/>
            <p:cNvGrpSpPr/>
            <p:nvPr/>
          </p:nvGrpSpPr>
          <p:grpSpPr>
            <a:xfrm>
              <a:off x="9255093" y="1850659"/>
              <a:ext cx="2277222" cy="2973463"/>
              <a:chOff x="7728720" y="1980712"/>
              <a:chExt cx="2277222" cy="2973463"/>
            </a:xfrm>
          </p:grpSpPr>
          <p:sp>
            <p:nvSpPr>
              <p:cNvPr id="14" name="iṩlíḑé"/>
              <p:cNvSpPr/>
              <p:nvPr/>
            </p:nvSpPr>
            <p:spPr>
              <a:xfrm>
                <a:off x="8154212" y="1980712"/>
                <a:ext cx="1426238" cy="142623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46800" rIns="90000" bIns="46800" rtlCol="0" anchor="ctr">
                <a:normAutofit/>
              </a:bodyPr>
              <a:lstStyle/>
              <a:p>
                <a:pPr algn="ctr"/>
                <a:r>
                  <a:rPr lang="en-US" altLang="zh-CN" sz="2000" b="1" dirty="0"/>
                  <a:t>Text</a:t>
                </a:r>
                <a:endParaRPr lang="zh-CN" altLang="en-US" sz="2000" b="1" dirty="0"/>
              </a:p>
            </p:txBody>
          </p:sp>
          <p:grpSp>
            <p:nvGrpSpPr>
              <p:cNvPr id="15" name="íś1íḋé"/>
              <p:cNvGrpSpPr/>
              <p:nvPr/>
            </p:nvGrpSpPr>
            <p:grpSpPr>
              <a:xfrm>
                <a:off x="7728720" y="3451051"/>
                <a:ext cx="2277222" cy="1503124"/>
                <a:chOff x="2136000" y="3504436"/>
                <a:chExt cx="2277222" cy="1503124"/>
              </a:xfrm>
            </p:grpSpPr>
            <p:sp>
              <p:nvSpPr>
                <p:cNvPr id="16" name="îSḷíḑê"/>
                <p:cNvSpPr txBox="1"/>
                <p:nvPr/>
              </p:nvSpPr>
              <p:spPr bwMode="auto">
                <a:xfrm>
                  <a:off x="2136000" y="3504436"/>
                  <a:ext cx="2277222" cy="4418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b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2000" b="1" dirty="0"/>
                    <a:t>Text here</a:t>
                  </a:r>
                  <a:endParaRPr lang="en-US" altLang="zh-CN" sz="2000" b="1" dirty="0"/>
                </a:p>
              </p:txBody>
            </p:sp>
            <p:sp>
              <p:nvSpPr>
                <p:cNvPr id="17" name="iṡļïḑé"/>
                <p:cNvSpPr/>
                <p:nvPr/>
              </p:nvSpPr>
              <p:spPr bwMode="auto">
                <a:xfrm>
                  <a:off x="2136000" y="3946242"/>
                  <a:ext cx="2277222" cy="10613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0000" tIns="46800" rIns="90000" bIns="4680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>
                    <a:lnSpc>
                      <a:spcPct val="150000"/>
                    </a:lnSpc>
                  </a:pPr>
                  <a:r>
                    <a:rPr lang="en-US" altLang="zh-CN" sz="1100" dirty="0"/>
                    <a:t>Supporting text here. </a:t>
                  </a:r>
                  <a:endParaRPr lang="en-US" altLang="zh-CN" sz="1100" dirty="0"/>
                </a:p>
                <a:p>
                  <a:pPr algn="ctr">
                    <a:lnSpc>
                      <a:spcPct val="150000"/>
                    </a:lnSpc>
                  </a:pPr>
                  <a:r>
                    <a:rPr lang="en-US" altLang="zh-CN" sz="1100" dirty="0"/>
                    <a:t>……</a:t>
                  </a:r>
                  <a:endParaRPr lang="en-US" altLang="zh-CN" sz="1100" dirty="0"/>
                </a:p>
              </p:txBody>
            </p:sp>
          </p:grpSp>
        </p:grpSp>
        <p:sp>
          <p:nvSpPr>
            <p:cNvPr id="13" name="íṡľíḓé"/>
            <p:cNvSpPr txBox="1"/>
            <p:nvPr/>
          </p:nvSpPr>
          <p:spPr bwMode="auto">
            <a:xfrm>
              <a:off x="676494" y="5023033"/>
              <a:ext cx="10843994" cy="441805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wrap="none" lIns="90000" tIns="46800" rIns="90000" bIns="4680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</p:grpSp>
      <p:pic>
        <p:nvPicPr>
          <p:cNvPr id="30" name="图片 29" descr="中科大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0600" y="110490"/>
            <a:ext cx="769620" cy="7696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5" name="abc78589-28bd-4e55-a835-a3e111bf0568" descr="aQUAAB+LCAAAAAAABAC9klFPwjAQx79L1bdJxoIQ9zY0GB4UE4g+GB7qerLi2pGuMxiy7267tWOwiePF7KW7/u/u97/eDl3K7w0gH80ZFvKe4pXAbCqBIQdNCfJ5FscOGlNOKF89iCTbpMh/21Vp9ZtXKqMXHGegczmVFMflr9/QW9kj5ZRlzMjcnqtCeFsL9d0ySAmJoS6bcgniq+rQ17HiPJdCNZgkgmGpGu7c/AqZK+QPBz0318kEtqqQgxYlluUxeHoArT71hbYZkHWWSgZc7pOesRodKKoWv828vbrC8Y7ncX3bMhFv5BYeTOV5hDfwpEppXjMBHULLytwBrOqrDge2c+dX3gVsz3SoM+re2p7jJH3Rcg9vCNqwly3g1SLeJXEi/l5EK2vczz4+aAiLCBhYzYJyGXCimIndwrGgq0hySFMTmL2vIZS1NP9Gq7I0UjUvJpOBNxoGAbL23LxtG23Drtt4pO/yTEVK/Z2U3xRkEIZqzIa8NFTEGz4t/jl7aDEP3rIMnljB/zbndTM3xuFnR29L9f0AF+r2EGkFAAA="/>
          <p:cNvGrpSpPr>
            <a:grpSpLocks noChangeAspect="1"/>
          </p:cNvGrpSpPr>
          <p:nvPr/>
        </p:nvGrpSpPr>
        <p:grpSpPr>
          <a:xfrm>
            <a:off x="3769620" y="2121391"/>
            <a:ext cx="4652761" cy="2615219"/>
            <a:chOff x="3760502" y="2037281"/>
            <a:chExt cx="4652761" cy="2615219"/>
          </a:xfrm>
        </p:grpSpPr>
        <p:sp>
          <p:nvSpPr>
            <p:cNvPr id="6" name="ValueBack"/>
            <p:cNvSpPr/>
            <p:nvPr/>
          </p:nvSpPr>
          <p:spPr bwMode="auto">
            <a:xfrm>
              <a:off x="4366162" y="2037281"/>
              <a:ext cx="2076972" cy="2483208"/>
            </a:xfrm>
            <a:custGeom>
              <a:avLst/>
              <a:gdLst>
                <a:gd name="T0" fmla="*/ 1103 w 1131"/>
                <a:gd name="T1" fmla="*/ 495 h 1354"/>
                <a:gd name="T2" fmla="*/ 1058 w 1131"/>
                <a:gd name="T3" fmla="*/ 496 h 1354"/>
                <a:gd name="T4" fmla="*/ 1038 w 1131"/>
                <a:gd name="T5" fmla="*/ 477 h 1354"/>
                <a:gd name="T6" fmla="*/ 890 w 1131"/>
                <a:gd name="T7" fmla="*/ 172 h 1354"/>
                <a:gd name="T8" fmla="*/ 284 w 1131"/>
                <a:gd name="T9" fmla="*/ 136 h 1354"/>
                <a:gd name="T10" fmla="*/ 207 w 1131"/>
                <a:gd name="T11" fmla="*/ 207 h 1354"/>
                <a:gd name="T12" fmla="*/ 208 w 1131"/>
                <a:gd name="T13" fmla="*/ 240 h 1354"/>
                <a:gd name="T14" fmla="*/ 240 w 1131"/>
                <a:gd name="T15" fmla="*/ 238 h 1354"/>
                <a:gd name="T16" fmla="*/ 252 w 1131"/>
                <a:gd name="T17" fmla="*/ 225 h 1354"/>
                <a:gd name="T18" fmla="*/ 657 w 1131"/>
                <a:gd name="T19" fmla="*/ 99 h 1354"/>
                <a:gd name="T20" fmla="*/ 987 w 1131"/>
                <a:gd name="T21" fmla="*/ 600 h 1354"/>
                <a:gd name="T22" fmla="*/ 602 w 1131"/>
                <a:gd name="T23" fmla="*/ 945 h 1354"/>
                <a:gd name="T24" fmla="*/ 249 w 1131"/>
                <a:gd name="T25" fmla="*/ 806 h 1354"/>
                <a:gd name="T26" fmla="*/ 140 w 1131"/>
                <a:gd name="T27" fmla="*/ 472 h 1354"/>
                <a:gd name="T28" fmla="*/ 189 w 1131"/>
                <a:gd name="T29" fmla="*/ 313 h 1354"/>
                <a:gd name="T30" fmla="*/ 194 w 1131"/>
                <a:gd name="T31" fmla="*/ 292 h 1354"/>
                <a:gd name="T32" fmla="*/ 174 w 1131"/>
                <a:gd name="T33" fmla="*/ 275 h 1354"/>
                <a:gd name="T34" fmla="*/ 150 w 1131"/>
                <a:gd name="T35" fmla="*/ 290 h 1354"/>
                <a:gd name="T36" fmla="*/ 93 w 1131"/>
                <a:gd name="T37" fmla="*/ 483 h 1354"/>
                <a:gd name="T38" fmla="*/ 80 w 1131"/>
                <a:gd name="T39" fmla="*/ 495 h 1354"/>
                <a:gd name="T40" fmla="*/ 25 w 1131"/>
                <a:gd name="T41" fmla="*/ 495 h 1354"/>
                <a:gd name="T42" fmla="*/ 3 w 1131"/>
                <a:gd name="T43" fmla="*/ 509 h 1354"/>
                <a:gd name="T44" fmla="*/ 2 w 1131"/>
                <a:gd name="T45" fmla="*/ 532 h 1354"/>
                <a:gd name="T46" fmla="*/ 61 w 1131"/>
                <a:gd name="T47" fmla="*/ 770 h 1354"/>
                <a:gd name="T48" fmla="*/ 530 w 1131"/>
                <a:gd name="T49" fmla="*/ 1080 h 1354"/>
                <a:gd name="T50" fmla="*/ 544 w 1131"/>
                <a:gd name="T51" fmla="*/ 1096 h 1354"/>
                <a:gd name="T52" fmla="*/ 544 w 1131"/>
                <a:gd name="T53" fmla="*/ 1292 h 1354"/>
                <a:gd name="T54" fmla="*/ 528 w 1131"/>
                <a:gd name="T55" fmla="*/ 1309 h 1354"/>
                <a:gd name="T56" fmla="*/ 247 w 1131"/>
                <a:gd name="T57" fmla="*/ 1308 h 1354"/>
                <a:gd name="T58" fmla="*/ 232 w 1131"/>
                <a:gd name="T59" fmla="*/ 1309 h 1354"/>
                <a:gd name="T60" fmla="*/ 213 w 1131"/>
                <a:gd name="T61" fmla="*/ 1329 h 1354"/>
                <a:gd name="T62" fmla="*/ 230 w 1131"/>
                <a:gd name="T63" fmla="*/ 1352 h 1354"/>
                <a:gd name="T64" fmla="*/ 248 w 1131"/>
                <a:gd name="T65" fmla="*/ 1354 h 1354"/>
                <a:gd name="T66" fmla="*/ 565 w 1131"/>
                <a:gd name="T67" fmla="*/ 1354 h 1354"/>
                <a:gd name="T68" fmla="*/ 886 w 1131"/>
                <a:gd name="T69" fmla="*/ 1354 h 1354"/>
                <a:gd name="T70" fmla="*/ 920 w 1131"/>
                <a:gd name="T71" fmla="*/ 1331 h 1354"/>
                <a:gd name="T72" fmla="*/ 886 w 1131"/>
                <a:gd name="T73" fmla="*/ 1308 h 1354"/>
                <a:gd name="T74" fmla="*/ 601 w 1131"/>
                <a:gd name="T75" fmla="*/ 1308 h 1354"/>
                <a:gd name="T76" fmla="*/ 588 w 1131"/>
                <a:gd name="T77" fmla="*/ 1296 h 1354"/>
                <a:gd name="T78" fmla="*/ 588 w 1131"/>
                <a:gd name="T79" fmla="*/ 1093 h 1354"/>
                <a:gd name="T80" fmla="*/ 600 w 1131"/>
                <a:gd name="T81" fmla="*/ 1081 h 1354"/>
                <a:gd name="T82" fmla="*/ 667 w 1131"/>
                <a:gd name="T83" fmla="*/ 1073 h 1354"/>
                <a:gd name="T84" fmla="*/ 1063 w 1131"/>
                <a:gd name="T85" fmla="*/ 786 h 1354"/>
                <a:gd name="T86" fmla="*/ 1131 w 1131"/>
                <a:gd name="T87" fmla="*/ 523 h 1354"/>
                <a:gd name="T88" fmla="*/ 1103 w 1131"/>
                <a:gd name="T89" fmla="*/ 495 h 1354"/>
                <a:gd name="T90" fmla="*/ 1084 w 1131"/>
                <a:gd name="T91" fmla="*/ 548 h 1354"/>
                <a:gd name="T92" fmla="*/ 942 w 1131"/>
                <a:gd name="T93" fmla="*/ 875 h 1354"/>
                <a:gd name="T94" fmla="*/ 645 w 1131"/>
                <a:gd name="T95" fmla="*/ 1031 h 1354"/>
                <a:gd name="T96" fmla="*/ 546 w 1131"/>
                <a:gd name="T97" fmla="*/ 1037 h 1354"/>
                <a:gd name="T98" fmla="*/ 114 w 1131"/>
                <a:gd name="T99" fmla="*/ 772 h 1354"/>
                <a:gd name="T100" fmla="*/ 48 w 1131"/>
                <a:gd name="T101" fmla="*/ 552 h 1354"/>
                <a:gd name="T102" fmla="*/ 60 w 1131"/>
                <a:gd name="T103" fmla="*/ 540 h 1354"/>
                <a:gd name="T104" fmla="*/ 89 w 1131"/>
                <a:gd name="T105" fmla="*/ 542 h 1354"/>
                <a:gd name="T106" fmla="*/ 94 w 1131"/>
                <a:gd name="T107" fmla="*/ 569 h 1354"/>
                <a:gd name="T108" fmla="*/ 367 w 1131"/>
                <a:gd name="T109" fmla="*/ 947 h 1354"/>
                <a:gd name="T110" fmla="*/ 1034 w 1131"/>
                <a:gd name="T111" fmla="*/ 595 h 1354"/>
                <a:gd name="T112" fmla="*/ 1039 w 1131"/>
                <a:gd name="T113" fmla="*/ 550 h 1354"/>
                <a:gd name="T114" fmla="*/ 1044 w 1131"/>
                <a:gd name="T115" fmla="*/ 541 h 1354"/>
                <a:gd name="T116" fmla="*/ 1081 w 1131"/>
                <a:gd name="T117" fmla="*/ 541 h 1354"/>
                <a:gd name="T118" fmla="*/ 1084 w 1131"/>
                <a:gd name="T119" fmla="*/ 548 h 1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131" h="1354">
                  <a:moveTo>
                    <a:pt x="1103" y="495"/>
                  </a:moveTo>
                  <a:cubicBezTo>
                    <a:pt x="1088" y="495"/>
                    <a:pt x="1073" y="494"/>
                    <a:pt x="1058" y="496"/>
                  </a:cubicBezTo>
                  <a:cubicBezTo>
                    <a:pt x="1042" y="497"/>
                    <a:pt x="1039" y="491"/>
                    <a:pt x="1038" y="477"/>
                  </a:cubicBezTo>
                  <a:cubicBezTo>
                    <a:pt x="1028" y="357"/>
                    <a:pt x="978" y="255"/>
                    <a:pt x="890" y="172"/>
                  </a:cubicBezTo>
                  <a:cubicBezTo>
                    <a:pt x="724" y="15"/>
                    <a:pt x="467" y="0"/>
                    <a:pt x="284" y="136"/>
                  </a:cubicBezTo>
                  <a:cubicBezTo>
                    <a:pt x="256" y="157"/>
                    <a:pt x="230" y="181"/>
                    <a:pt x="207" y="207"/>
                  </a:cubicBezTo>
                  <a:cubicBezTo>
                    <a:pt x="198" y="219"/>
                    <a:pt x="199" y="231"/>
                    <a:pt x="208" y="240"/>
                  </a:cubicBezTo>
                  <a:cubicBezTo>
                    <a:pt x="218" y="248"/>
                    <a:pt x="231" y="247"/>
                    <a:pt x="240" y="238"/>
                  </a:cubicBezTo>
                  <a:cubicBezTo>
                    <a:pt x="244" y="234"/>
                    <a:pt x="248" y="229"/>
                    <a:pt x="252" y="225"/>
                  </a:cubicBezTo>
                  <a:cubicBezTo>
                    <a:pt x="364" y="110"/>
                    <a:pt x="500" y="65"/>
                    <a:pt x="657" y="99"/>
                  </a:cubicBezTo>
                  <a:cubicBezTo>
                    <a:pt x="889" y="149"/>
                    <a:pt x="1030" y="367"/>
                    <a:pt x="987" y="600"/>
                  </a:cubicBezTo>
                  <a:cubicBezTo>
                    <a:pt x="953" y="785"/>
                    <a:pt x="789" y="933"/>
                    <a:pt x="602" y="945"/>
                  </a:cubicBezTo>
                  <a:cubicBezTo>
                    <a:pt x="463" y="954"/>
                    <a:pt x="344" y="909"/>
                    <a:pt x="249" y="806"/>
                  </a:cubicBezTo>
                  <a:cubicBezTo>
                    <a:pt x="163" y="712"/>
                    <a:pt x="127" y="600"/>
                    <a:pt x="140" y="472"/>
                  </a:cubicBezTo>
                  <a:cubicBezTo>
                    <a:pt x="145" y="416"/>
                    <a:pt x="162" y="363"/>
                    <a:pt x="189" y="313"/>
                  </a:cubicBezTo>
                  <a:cubicBezTo>
                    <a:pt x="192" y="307"/>
                    <a:pt x="196" y="300"/>
                    <a:pt x="194" y="292"/>
                  </a:cubicBezTo>
                  <a:cubicBezTo>
                    <a:pt x="191" y="282"/>
                    <a:pt x="184" y="276"/>
                    <a:pt x="174" y="275"/>
                  </a:cubicBezTo>
                  <a:cubicBezTo>
                    <a:pt x="162" y="274"/>
                    <a:pt x="155" y="280"/>
                    <a:pt x="150" y="290"/>
                  </a:cubicBezTo>
                  <a:cubicBezTo>
                    <a:pt x="118" y="350"/>
                    <a:pt x="98" y="415"/>
                    <a:pt x="93" y="483"/>
                  </a:cubicBezTo>
                  <a:cubicBezTo>
                    <a:pt x="93" y="494"/>
                    <a:pt x="89" y="496"/>
                    <a:pt x="80" y="495"/>
                  </a:cubicBezTo>
                  <a:cubicBezTo>
                    <a:pt x="62" y="495"/>
                    <a:pt x="43" y="495"/>
                    <a:pt x="25" y="495"/>
                  </a:cubicBezTo>
                  <a:cubicBezTo>
                    <a:pt x="15" y="495"/>
                    <a:pt x="7" y="499"/>
                    <a:pt x="3" y="509"/>
                  </a:cubicBezTo>
                  <a:cubicBezTo>
                    <a:pt x="0" y="516"/>
                    <a:pt x="1" y="524"/>
                    <a:pt x="2" y="532"/>
                  </a:cubicBezTo>
                  <a:cubicBezTo>
                    <a:pt x="4" y="616"/>
                    <a:pt x="22" y="696"/>
                    <a:pt x="61" y="770"/>
                  </a:cubicBezTo>
                  <a:cubicBezTo>
                    <a:pt x="161" y="958"/>
                    <a:pt x="318" y="1062"/>
                    <a:pt x="530" y="1080"/>
                  </a:cubicBezTo>
                  <a:cubicBezTo>
                    <a:pt x="542" y="1081"/>
                    <a:pt x="544" y="1085"/>
                    <a:pt x="544" y="1096"/>
                  </a:cubicBezTo>
                  <a:cubicBezTo>
                    <a:pt x="543" y="1161"/>
                    <a:pt x="543" y="1226"/>
                    <a:pt x="544" y="1292"/>
                  </a:cubicBezTo>
                  <a:cubicBezTo>
                    <a:pt x="544" y="1305"/>
                    <a:pt x="541" y="1309"/>
                    <a:pt x="528" y="1309"/>
                  </a:cubicBezTo>
                  <a:cubicBezTo>
                    <a:pt x="434" y="1308"/>
                    <a:pt x="341" y="1308"/>
                    <a:pt x="247" y="1308"/>
                  </a:cubicBezTo>
                  <a:cubicBezTo>
                    <a:pt x="242" y="1308"/>
                    <a:pt x="237" y="1308"/>
                    <a:pt x="232" y="1309"/>
                  </a:cubicBezTo>
                  <a:cubicBezTo>
                    <a:pt x="220" y="1310"/>
                    <a:pt x="213" y="1317"/>
                    <a:pt x="213" y="1329"/>
                  </a:cubicBezTo>
                  <a:cubicBezTo>
                    <a:pt x="212" y="1342"/>
                    <a:pt x="218" y="1350"/>
                    <a:pt x="230" y="1352"/>
                  </a:cubicBezTo>
                  <a:cubicBezTo>
                    <a:pt x="235" y="1354"/>
                    <a:pt x="242" y="1354"/>
                    <a:pt x="248" y="1354"/>
                  </a:cubicBezTo>
                  <a:cubicBezTo>
                    <a:pt x="354" y="1354"/>
                    <a:pt x="459" y="1354"/>
                    <a:pt x="565" y="1354"/>
                  </a:cubicBezTo>
                  <a:cubicBezTo>
                    <a:pt x="672" y="1354"/>
                    <a:pt x="779" y="1354"/>
                    <a:pt x="886" y="1354"/>
                  </a:cubicBezTo>
                  <a:cubicBezTo>
                    <a:pt x="909" y="1354"/>
                    <a:pt x="920" y="1346"/>
                    <a:pt x="920" y="1331"/>
                  </a:cubicBezTo>
                  <a:cubicBezTo>
                    <a:pt x="920" y="1316"/>
                    <a:pt x="909" y="1308"/>
                    <a:pt x="886" y="1308"/>
                  </a:cubicBezTo>
                  <a:cubicBezTo>
                    <a:pt x="791" y="1308"/>
                    <a:pt x="696" y="1308"/>
                    <a:pt x="601" y="1308"/>
                  </a:cubicBezTo>
                  <a:cubicBezTo>
                    <a:pt x="592" y="1308"/>
                    <a:pt x="588" y="1307"/>
                    <a:pt x="588" y="1296"/>
                  </a:cubicBezTo>
                  <a:cubicBezTo>
                    <a:pt x="589" y="1228"/>
                    <a:pt x="589" y="1161"/>
                    <a:pt x="588" y="1093"/>
                  </a:cubicBezTo>
                  <a:cubicBezTo>
                    <a:pt x="588" y="1083"/>
                    <a:pt x="591" y="1081"/>
                    <a:pt x="600" y="1081"/>
                  </a:cubicBezTo>
                  <a:cubicBezTo>
                    <a:pt x="623" y="1081"/>
                    <a:pt x="645" y="1077"/>
                    <a:pt x="667" y="1073"/>
                  </a:cubicBezTo>
                  <a:cubicBezTo>
                    <a:pt x="843" y="1038"/>
                    <a:pt x="975" y="942"/>
                    <a:pt x="1063" y="786"/>
                  </a:cubicBezTo>
                  <a:cubicBezTo>
                    <a:pt x="1108" y="704"/>
                    <a:pt x="1129" y="616"/>
                    <a:pt x="1131" y="523"/>
                  </a:cubicBezTo>
                  <a:cubicBezTo>
                    <a:pt x="1131" y="503"/>
                    <a:pt x="1123" y="495"/>
                    <a:pt x="1103" y="495"/>
                  </a:cubicBezTo>
                  <a:close/>
                  <a:moveTo>
                    <a:pt x="1084" y="548"/>
                  </a:moveTo>
                  <a:cubicBezTo>
                    <a:pt x="1076" y="674"/>
                    <a:pt x="1029" y="783"/>
                    <a:pt x="942" y="875"/>
                  </a:cubicBezTo>
                  <a:cubicBezTo>
                    <a:pt x="861" y="961"/>
                    <a:pt x="762" y="1012"/>
                    <a:pt x="645" y="1031"/>
                  </a:cubicBezTo>
                  <a:cubicBezTo>
                    <a:pt x="612" y="1036"/>
                    <a:pt x="579" y="1038"/>
                    <a:pt x="546" y="1037"/>
                  </a:cubicBezTo>
                  <a:cubicBezTo>
                    <a:pt x="356" y="1023"/>
                    <a:pt x="211" y="937"/>
                    <a:pt x="114" y="772"/>
                  </a:cubicBezTo>
                  <a:cubicBezTo>
                    <a:pt x="74" y="705"/>
                    <a:pt x="53" y="631"/>
                    <a:pt x="48" y="552"/>
                  </a:cubicBezTo>
                  <a:cubicBezTo>
                    <a:pt x="47" y="542"/>
                    <a:pt x="50" y="539"/>
                    <a:pt x="60" y="540"/>
                  </a:cubicBezTo>
                  <a:cubicBezTo>
                    <a:pt x="70" y="541"/>
                    <a:pt x="81" y="537"/>
                    <a:pt x="89" y="542"/>
                  </a:cubicBezTo>
                  <a:cubicBezTo>
                    <a:pt x="98" y="547"/>
                    <a:pt x="93" y="560"/>
                    <a:pt x="94" y="569"/>
                  </a:cubicBezTo>
                  <a:cubicBezTo>
                    <a:pt x="118" y="744"/>
                    <a:pt x="208" y="872"/>
                    <a:pt x="367" y="947"/>
                  </a:cubicBezTo>
                  <a:cubicBezTo>
                    <a:pt x="650" y="1081"/>
                    <a:pt x="985" y="903"/>
                    <a:pt x="1034" y="595"/>
                  </a:cubicBezTo>
                  <a:cubicBezTo>
                    <a:pt x="1037" y="580"/>
                    <a:pt x="1038" y="565"/>
                    <a:pt x="1039" y="550"/>
                  </a:cubicBezTo>
                  <a:cubicBezTo>
                    <a:pt x="1040" y="546"/>
                    <a:pt x="1038" y="541"/>
                    <a:pt x="1044" y="541"/>
                  </a:cubicBezTo>
                  <a:cubicBezTo>
                    <a:pt x="1056" y="540"/>
                    <a:pt x="1069" y="540"/>
                    <a:pt x="1081" y="541"/>
                  </a:cubicBezTo>
                  <a:cubicBezTo>
                    <a:pt x="1087" y="541"/>
                    <a:pt x="1085" y="545"/>
                    <a:pt x="1084" y="548"/>
                  </a:cubicBezTo>
                  <a:close/>
                </a:path>
              </a:pathLst>
            </a:custGeom>
            <a:solidFill>
              <a:schemeClr val="accent1">
                <a:lumMod val="80000"/>
                <a:lumOff val="2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" name="ValueBack"/>
            <p:cNvSpPr/>
            <p:nvPr/>
          </p:nvSpPr>
          <p:spPr bwMode="auto">
            <a:xfrm>
              <a:off x="3760502" y="3210194"/>
              <a:ext cx="360442" cy="1310295"/>
            </a:xfrm>
            <a:custGeom>
              <a:avLst/>
              <a:gdLst>
                <a:gd name="T0" fmla="*/ 196 w 196"/>
                <a:gd name="T1" fmla="*/ 304 h 714"/>
                <a:gd name="T2" fmla="*/ 177 w 196"/>
                <a:gd name="T3" fmla="*/ 278 h 714"/>
                <a:gd name="T4" fmla="*/ 165 w 196"/>
                <a:gd name="T5" fmla="*/ 261 h 714"/>
                <a:gd name="T6" fmla="*/ 165 w 196"/>
                <a:gd name="T7" fmla="*/ 62 h 714"/>
                <a:gd name="T8" fmla="*/ 98 w 196"/>
                <a:gd name="T9" fmla="*/ 7 h 714"/>
                <a:gd name="T10" fmla="*/ 30 w 196"/>
                <a:gd name="T11" fmla="*/ 88 h 714"/>
                <a:gd name="T12" fmla="*/ 30 w 196"/>
                <a:gd name="T13" fmla="*/ 264 h 714"/>
                <a:gd name="T14" fmla="*/ 23 w 196"/>
                <a:gd name="T15" fmla="*/ 277 h 714"/>
                <a:gd name="T16" fmla="*/ 0 w 196"/>
                <a:gd name="T17" fmla="*/ 305 h 714"/>
                <a:gd name="T18" fmla="*/ 0 w 196"/>
                <a:gd name="T19" fmla="*/ 655 h 714"/>
                <a:gd name="T20" fmla="*/ 59 w 196"/>
                <a:gd name="T21" fmla="*/ 714 h 714"/>
                <a:gd name="T22" fmla="*/ 135 w 196"/>
                <a:gd name="T23" fmla="*/ 714 h 714"/>
                <a:gd name="T24" fmla="*/ 195 w 196"/>
                <a:gd name="T25" fmla="*/ 654 h 714"/>
                <a:gd name="T26" fmla="*/ 195 w 196"/>
                <a:gd name="T27" fmla="*/ 481 h 714"/>
                <a:gd name="T28" fmla="*/ 196 w 196"/>
                <a:gd name="T29" fmla="*/ 304 h 714"/>
                <a:gd name="T30" fmla="*/ 109 w 196"/>
                <a:gd name="T31" fmla="*/ 51 h 714"/>
                <a:gd name="T32" fmla="*/ 120 w 196"/>
                <a:gd name="T33" fmla="*/ 61 h 714"/>
                <a:gd name="T34" fmla="*/ 86 w 196"/>
                <a:gd name="T35" fmla="*/ 96 h 714"/>
                <a:gd name="T36" fmla="*/ 75 w 196"/>
                <a:gd name="T37" fmla="*/ 84 h 714"/>
                <a:gd name="T38" fmla="*/ 109 w 196"/>
                <a:gd name="T39" fmla="*/ 51 h 714"/>
                <a:gd name="T40" fmla="*/ 75 w 196"/>
                <a:gd name="T41" fmla="*/ 147 h 714"/>
                <a:gd name="T42" fmla="*/ 82 w 196"/>
                <a:gd name="T43" fmla="*/ 141 h 714"/>
                <a:gd name="T44" fmla="*/ 120 w 196"/>
                <a:gd name="T45" fmla="*/ 132 h 714"/>
                <a:gd name="T46" fmla="*/ 121 w 196"/>
                <a:gd name="T47" fmla="*/ 179 h 714"/>
                <a:gd name="T48" fmla="*/ 114 w 196"/>
                <a:gd name="T49" fmla="*/ 186 h 714"/>
                <a:gd name="T50" fmla="*/ 109 w 196"/>
                <a:gd name="T51" fmla="*/ 186 h 714"/>
                <a:gd name="T52" fmla="*/ 75 w 196"/>
                <a:gd name="T53" fmla="*/ 147 h 714"/>
                <a:gd name="T54" fmla="*/ 120 w 196"/>
                <a:gd name="T55" fmla="*/ 255 h 714"/>
                <a:gd name="T56" fmla="*/ 93 w 196"/>
                <a:gd name="T57" fmla="*/ 276 h 714"/>
                <a:gd name="T58" fmla="*/ 75 w 196"/>
                <a:gd name="T59" fmla="*/ 248 h 714"/>
                <a:gd name="T60" fmla="*/ 103 w 196"/>
                <a:gd name="T61" fmla="*/ 231 h 714"/>
                <a:gd name="T62" fmla="*/ 120 w 196"/>
                <a:gd name="T63" fmla="*/ 255 h 714"/>
                <a:gd name="T64" fmla="*/ 134 w 196"/>
                <a:gd name="T65" fmla="*/ 668 h 714"/>
                <a:gd name="T66" fmla="*/ 61 w 196"/>
                <a:gd name="T67" fmla="*/ 668 h 714"/>
                <a:gd name="T68" fmla="*/ 45 w 196"/>
                <a:gd name="T69" fmla="*/ 653 h 714"/>
                <a:gd name="T70" fmla="*/ 45 w 196"/>
                <a:gd name="T71" fmla="*/ 332 h 714"/>
                <a:gd name="T72" fmla="*/ 57 w 196"/>
                <a:gd name="T73" fmla="*/ 321 h 714"/>
                <a:gd name="T74" fmla="*/ 139 w 196"/>
                <a:gd name="T75" fmla="*/ 321 h 714"/>
                <a:gd name="T76" fmla="*/ 151 w 196"/>
                <a:gd name="T77" fmla="*/ 333 h 714"/>
                <a:gd name="T78" fmla="*/ 150 w 196"/>
                <a:gd name="T79" fmla="*/ 493 h 714"/>
                <a:gd name="T80" fmla="*/ 151 w 196"/>
                <a:gd name="T81" fmla="*/ 652 h 714"/>
                <a:gd name="T82" fmla="*/ 134 w 196"/>
                <a:gd name="T83" fmla="*/ 668 h 7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96" h="714">
                  <a:moveTo>
                    <a:pt x="196" y="304"/>
                  </a:moveTo>
                  <a:cubicBezTo>
                    <a:pt x="196" y="291"/>
                    <a:pt x="192" y="279"/>
                    <a:pt x="177" y="278"/>
                  </a:cubicBezTo>
                  <a:cubicBezTo>
                    <a:pt x="166" y="276"/>
                    <a:pt x="165" y="270"/>
                    <a:pt x="165" y="261"/>
                  </a:cubicBezTo>
                  <a:cubicBezTo>
                    <a:pt x="166" y="195"/>
                    <a:pt x="166" y="128"/>
                    <a:pt x="165" y="62"/>
                  </a:cubicBezTo>
                  <a:cubicBezTo>
                    <a:pt x="165" y="24"/>
                    <a:pt x="135" y="0"/>
                    <a:pt x="98" y="7"/>
                  </a:cubicBezTo>
                  <a:cubicBezTo>
                    <a:pt x="60" y="14"/>
                    <a:pt x="30" y="49"/>
                    <a:pt x="30" y="88"/>
                  </a:cubicBezTo>
                  <a:cubicBezTo>
                    <a:pt x="30" y="147"/>
                    <a:pt x="30" y="205"/>
                    <a:pt x="30" y="264"/>
                  </a:cubicBezTo>
                  <a:cubicBezTo>
                    <a:pt x="30" y="269"/>
                    <a:pt x="33" y="275"/>
                    <a:pt x="23" y="277"/>
                  </a:cubicBezTo>
                  <a:cubicBezTo>
                    <a:pt x="4" y="280"/>
                    <a:pt x="0" y="286"/>
                    <a:pt x="0" y="305"/>
                  </a:cubicBezTo>
                  <a:cubicBezTo>
                    <a:pt x="0" y="422"/>
                    <a:pt x="0" y="538"/>
                    <a:pt x="0" y="655"/>
                  </a:cubicBezTo>
                  <a:cubicBezTo>
                    <a:pt x="0" y="692"/>
                    <a:pt x="21" y="713"/>
                    <a:pt x="59" y="714"/>
                  </a:cubicBezTo>
                  <a:cubicBezTo>
                    <a:pt x="84" y="714"/>
                    <a:pt x="110" y="714"/>
                    <a:pt x="135" y="714"/>
                  </a:cubicBezTo>
                  <a:cubicBezTo>
                    <a:pt x="174" y="713"/>
                    <a:pt x="195" y="693"/>
                    <a:pt x="195" y="654"/>
                  </a:cubicBezTo>
                  <a:cubicBezTo>
                    <a:pt x="196" y="596"/>
                    <a:pt x="195" y="539"/>
                    <a:pt x="195" y="481"/>
                  </a:cubicBezTo>
                  <a:cubicBezTo>
                    <a:pt x="195" y="422"/>
                    <a:pt x="195" y="363"/>
                    <a:pt x="196" y="304"/>
                  </a:cubicBezTo>
                  <a:close/>
                  <a:moveTo>
                    <a:pt x="109" y="51"/>
                  </a:moveTo>
                  <a:cubicBezTo>
                    <a:pt x="117" y="51"/>
                    <a:pt x="120" y="54"/>
                    <a:pt x="120" y="61"/>
                  </a:cubicBezTo>
                  <a:cubicBezTo>
                    <a:pt x="120" y="76"/>
                    <a:pt x="102" y="95"/>
                    <a:pt x="86" y="96"/>
                  </a:cubicBezTo>
                  <a:cubicBezTo>
                    <a:pt x="78" y="96"/>
                    <a:pt x="75" y="91"/>
                    <a:pt x="75" y="84"/>
                  </a:cubicBezTo>
                  <a:cubicBezTo>
                    <a:pt x="76" y="69"/>
                    <a:pt x="95" y="51"/>
                    <a:pt x="109" y="51"/>
                  </a:cubicBezTo>
                  <a:close/>
                  <a:moveTo>
                    <a:pt x="75" y="147"/>
                  </a:moveTo>
                  <a:cubicBezTo>
                    <a:pt x="75" y="142"/>
                    <a:pt x="77" y="140"/>
                    <a:pt x="82" y="141"/>
                  </a:cubicBezTo>
                  <a:cubicBezTo>
                    <a:pt x="95" y="142"/>
                    <a:pt x="107" y="138"/>
                    <a:pt x="120" y="132"/>
                  </a:cubicBezTo>
                  <a:cubicBezTo>
                    <a:pt x="120" y="149"/>
                    <a:pt x="120" y="164"/>
                    <a:pt x="121" y="179"/>
                  </a:cubicBezTo>
                  <a:cubicBezTo>
                    <a:pt x="121" y="185"/>
                    <a:pt x="119" y="187"/>
                    <a:pt x="114" y="186"/>
                  </a:cubicBezTo>
                  <a:cubicBezTo>
                    <a:pt x="112" y="186"/>
                    <a:pt x="111" y="186"/>
                    <a:pt x="109" y="186"/>
                  </a:cubicBezTo>
                  <a:cubicBezTo>
                    <a:pt x="72" y="187"/>
                    <a:pt x="70" y="185"/>
                    <a:pt x="75" y="147"/>
                  </a:cubicBezTo>
                  <a:close/>
                  <a:moveTo>
                    <a:pt x="120" y="255"/>
                  </a:moveTo>
                  <a:cubicBezTo>
                    <a:pt x="120" y="276"/>
                    <a:pt x="120" y="276"/>
                    <a:pt x="93" y="276"/>
                  </a:cubicBezTo>
                  <a:cubicBezTo>
                    <a:pt x="75" y="276"/>
                    <a:pt x="75" y="276"/>
                    <a:pt x="75" y="248"/>
                  </a:cubicBezTo>
                  <a:cubicBezTo>
                    <a:pt x="75" y="231"/>
                    <a:pt x="75" y="231"/>
                    <a:pt x="103" y="231"/>
                  </a:cubicBezTo>
                  <a:cubicBezTo>
                    <a:pt x="120" y="231"/>
                    <a:pt x="120" y="231"/>
                    <a:pt x="120" y="255"/>
                  </a:cubicBezTo>
                  <a:close/>
                  <a:moveTo>
                    <a:pt x="134" y="668"/>
                  </a:moveTo>
                  <a:cubicBezTo>
                    <a:pt x="110" y="668"/>
                    <a:pt x="85" y="668"/>
                    <a:pt x="61" y="668"/>
                  </a:cubicBezTo>
                  <a:cubicBezTo>
                    <a:pt x="49" y="669"/>
                    <a:pt x="45" y="665"/>
                    <a:pt x="45" y="653"/>
                  </a:cubicBezTo>
                  <a:cubicBezTo>
                    <a:pt x="45" y="546"/>
                    <a:pt x="45" y="439"/>
                    <a:pt x="45" y="332"/>
                  </a:cubicBezTo>
                  <a:cubicBezTo>
                    <a:pt x="45" y="322"/>
                    <a:pt x="48" y="321"/>
                    <a:pt x="57" y="321"/>
                  </a:cubicBezTo>
                  <a:cubicBezTo>
                    <a:pt x="84" y="322"/>
                    <a:pt x="112" y="322"/>
                    <a:pt x="139" y="321"/>
                  </a:cubicBezTo>
                  <a:cubicBezTo>
                    <a:pt x="149" y="321"/>
                    <a:pt x="151" y="324"/>
                    <a:pt x="151" y="333"/>
                  </a:cubicBezTo>
                  <a:cubicBezTo>
                    <a:pt x="150" y="386"/>
                    <a:pt x="150" y="440"/>
                    <a:pt x="150" y="493"/>
                  </a:cubicBezTo>
                  <a:cubicBezTo>
                    <a:pt x="150" y="546"/>
                    <a:pt x="150" y="599"/>
                    <a:pt x="151" y="652"/>
                  </a:cubicBezTo>
                  <a:cubicBezTo>
                    <a:pt x="151" y="665"/>
                    <a:pt x="147" y="669"/>
                    <a:pt x="134" y="668"/>
                  </a:cubicBezTo>
                  <a:close/>
                </a:path>
              </a:pathLst>
            </a:custGeom>
            <a:solidFill>
              <a:schemeClr val="accent1">
                <a:lumMod val="80000"/>
                <a:lumOff val="2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" name="ValueBack"/>
            <p:cNvSpPr/>
            <p:nvPr/>
          </p:nvSpPr>
          <p:spPr bwMode="auto">
            <a:xfrm>
              <a:off x="4202190" y="4157092"/>
              <a:ext cx="418054" cy="363396"/>
            </a:xfrm>
            <a:custGeom>
              <a:avLst/>
              <a:gdLst>
                <a:gd name="T0" fmla="*/ 227 w 228"/>
                <a:gd name="T1" fmla="*/ 57 h 198"/>
                <a:gd name="T2" fmla="*/ 173 w 228"/>
                <a:gd name="T3" fmla="*/ 2 h 198"/>
                <a:gd name="T4" fmla="*/ 26 w 228"/>
                <a:gd name="T5" fmla="*/ 2 h 198"/>
                <a:gd name="T6" fmla="*/ 1 w 228"/>
                <a:gd name="T7" fmla="*/ 30 h 198"/>
                <a:gd name="T8" fmla="*/ 1 w 228"/>
                <a:gd name="T9" fmla="*/ 169 h 198"/>
                <a:gd name="T10" fmla="*/ 29 w 228"/>
                <a:gd name="T11" fmla="*/ 198 h 198"/>
                <a:gd name="T12" fmla="*/ 100 w 228"/>
                <a:gd name="T13" fmla="*/ 198 h 198"/>
                <a:gd name="T14" fmla="*/ 169 w 228"/>
                <a:gd name="T15" fmla="*/ 198 h 198"/>
                <a:gd name="T16" fmla="*/ 227 w 228"/>
                <a:gd name="T17" fmla="*/ 141 h 198"/>
                <a:gd name="T18" fmla="*/ 227 w 228"/>
                <a:gd name="T19" fmla="*/ 57 h 198"/>
                <a:gd name="T20" fmla="*/ 169 w 228"/>
                <a:gd name="T21" fmla="*/ 152 h 198"/>
                <a:gd name="T22" fmla="*/ 113 w 228"/>
                <a:gd name="T23" fmla="*/ 152 h 198"/>
                <a:gd name="T24" fmla="*/ 58 w 228"/>
                <a:gd name="T25" fmla="*/ 152 h 198"/>
                <a:gd name="T26" fmla="*/ 46 w 228"/>
                <a:gd name="T27" fmla="*/ 142 h 198"/>
                <a:gd name="T28" fmla="*/ 46 w 228"/>
                <a:gd name="T29" fmla="*/ 56 h 198"/>
                <a:gd name="T30" fmla="*/ 56 w 228"/>
                <a:gd name="T31" fmla="*/ 47 h 198"/>
                <a:gd name="T32" fmla="*/ 171 w 228"/>
                <a:gd name="T33" fmla="*/ 47 h 198"/>
                <a:gd name="T34" fmla="*/ 181 w 228"/>
                <a:gd name="T35" fmla="*/ 58 h 198"/>
                <a:gd name="T36" fmla="*/ 181 w 228"/>
                <a:gd name="T37" fmla="*/ 140 h 198"/>
                <a:gd name="T38" fmla="*/ 169 w 228"/>
                <a:gd name="T39" fmla="*/ 152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28" h="198">
                  <a:moveTo>
                    <a:pt x="227" y="57"/>
                  </a:moveTo>
                  <a:cubicBezTo>
                    <a:pt x="226" y="24"/>
                    <a:pt x="207" y="3"/>
                    <a:pt x="173" y="2"/>
                  </a:cubicBezTo>
                  <a:cubicBezTo>
                    <a:pt x="124" y="0"/>
                    <a:pt x="75" y="1"/>
                    <a:pt x="26" y="2"/>
                  </a:cubicBezTo>
                  <a:cubicBezTo>
                    <a:pt x="8" y="2"/>
                    <a:pt x="1" y="11"/>
                    <a:pt x="1" y="30"/>
                  </a:cubicBezTo>
                  <a:cubicBezTo>
                    <a:pt x="0" y="76"/>
                    <a:pt x="0" y="123"/>
                    <a:pt x="1" y="169"/>
                  </a:cubicBezTo>
                  <a:cubicBezTo>
                    <a:pt x="1" y="189"/>
                    <a:pt x="9" y="197"/>
                    <a:pt x="29" y="198"/>
                  </a:cubicBezTo>
                  <a:cubicBezTo>
                    <a:pt x="53" y="198"/>
                    <a:pt x="76" y="198"/>
                    <a:pt x="100" y="198"/>
                  </a:cubicBezTo>
                  <a:cubicBezTo>
                    <a:pt x="123" y="198"/>
                    <a:pt x="146" y="198"/>
                    <a:pt x="169" y="198"/>
                  </a:cubicBezTo>
                  <a:cubicBezTo>
                    <a:pt x="204" y="197"/>
                    <a:pt x="226" y="177"/>
                    <a:pt x="227" y="141"/>
                  </a:cubicBezTo>
                  <a:cubicBezTo>
                    <a:pt x="228" y="113"/>
                    <a:pt x="228" y="85"/>
                    <a:pt x="227" y="57"/>
                  </a:cubicBezTo>
                  <a:close/>
                  <a:moveTo>
                    <a:pt x="169" y="152"/>
                  </a:moveTo>
                  <a:cubicBezTo>
                    <a:pt x="150" y="152"/>
                    <a:pt x="132" y="152"/>
                    <a:pt x="113" y="152"/>
                  </a:cubicBezTo>
                  <a:cubicBezTo>
                    <a:pt x="95" y="152"/>
                    <a:pt x="76" y="152"/>
                    <a:pt x="58" y="152"/>
                  </a:cubicBezTo>
                  <a:cubicBezTo>
                    <a:pt x="50" y="153"/>
                    <a:pt x="46" y="151"/>
                    <a:pt x="46" y="142"/>
                  </a:cubicBezTo>
                  <a:cubicBezTo>
                    <a:pt x="47" y="113"/>
                    <a:pt x="47" y="85"/>
                    <a:pt x="46" y="56"/>
                  </a:cubicBezTo>
                  <a:cubicBezTo>
                    <a:pt x="46" y="49"/>
                    <a:pt x="48" y="47"/>
                    <a:pt x="56" y="47"/>
                  </a:cubicBezTo>
                  <a:cubicBezTo>
                    <a:pt x="94" y="47"/>
                    <a:pt x="132" y="47"/>
                    <a:pt x="171" y="47"/>
                  </a:cubicBezTo>
                  <a:cubicBezTo>
                    <a:pt x="179" y="47"/>
                    <a:pt x="181" y="50"/>
                    <a:pt x="181" y="58"/>
                  </a:cubicBezTo>
                  <a:cubicBezTo>
                    <a:pt x="181" y="85"/>
                    <a:pt x="181" y="113"/>
                    <a:pt x="181" y="140"/>
                  </a:cubicBezTo>
                  <a:cubicBezTo>
                    <a:pt x="182" y="149"/>
                    <a:pt x="177" y="152"/>
                    <a:pt x="169" y="152"/>
                  </a:cubicBezTo>
                  <a:close/>
                </a:path>
              </a:pathLst>
            </a:custGeom>
            <a:solidFill>
              <a:schemeClr val="accent1">
                <a:lumMod val="80000"/>
                <a:lumOff val="2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" name="ExtraShape"/>
            <p:cNvSpPr/>
            <p:nvPr/>
          </p:nvSpPr>
          <p:spPr>
            <a:xfrm>
              <a:off x="4702513" y="2273044"/>
              <a:ext cx="1404270" cy="1404269"/>
            </a:xfrm>
            <a:prstGeom prst="donut">
              <a:avLst>
                <a:gd name="adj" fmla="val 8626"/>
              </a:avLst>
            </a:prstGeom>
            <a:pattFill prst="dkDnDiag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endParaRPr lang="zh-CN" altLang="en-US" sz="2400" dirty="0">
                <a:solidFill>
                  <a:sysClr val="windowText" lastClr="000000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10" name="ValueShape"/>
            <p:cNvSpPr/>
            <p:nvPr/>
          </p:nvSpPr>
          <p:spPr>
            <a:xfrm>
              <a:off x="4702513" y="2273044"/>
              <a:ext cx="1404270" cy="1404269"/>
            </a:xfrm>
            <a:prstGeom prst="blockArc">
              <a:avLst>
                <a:gd name="adj1" fmla="val 16200000"/>
                <a:gd name="adj2" fmla="val 8424000"/>
                <a:gd name="adj3" fmla="val 8626"/>
              </a:avLst>
            </a:prstGeom>
            <a:solidFill>
              <a:schemeClr val="accent1">
                <a:lumMod val="10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tIns="121920" bIns="1219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lang="zh-CN" altLang="en-US" sz="1335" dirty="0">
                <a:solidFill>
                  <a:srgbClr val="FFFF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11" name="ValueText"/>
            <p:cNvSpPr txBox="1"/>
            <p:nvPr/>
          </p:nvSpPr>
          <p:spPr>
            <a:xfrm>
              <a:off x="5161346" y="2792702"/>
              <a:ext cx="486604" cy="364953"/>
            </a:xfrm>
            <a:prstGeom prst="rect">
              <a:avLst/>
            </a:prstGeom>
          </p:spPr>
          <p:txBody>
            <a:bodyPr wrap="none" lIns="0" tIns="0" rIns="0" bIns="0" numCol="1">
              <a:prstTxWarp prst="textPlain">
                <a:avLst/>
              </a:prstTxWarp>
              <a:normAutofit fontScale="55000" lnSpcReduction="20000"/>
            </a:bodyPr>
            <a:lstStyle>
              <a:defPPr>
                <a:defRPr lang="zh-CN"/>
              </a:defPPr>
              <a:lvl1pPr algn="ctr">
                <a:defRPr sz="4800">
                  <a:solidFill>
                    <a:schemeClr val="accent1">
                      <a:lumMod val="100000"/>
                    </a:schemeClr>
                  </a:solidFill>
                  <a:latin typeface="Impact" panose="020B0806030902050204" pitchFamily="34" charset="0"/>
                </a:defRPr>
              </a:lvl1pPr>
            </a:lstStyle>
            <a:p>
              <a:r>
                <a:rPr lang="en-US" altLang="zh-CN"/>
                <a:t>64%</a:t>
              </a:r>
              <a:endParaRPr lang="en-US" dirty="0"/>
            </a:p>
          </p:txBody>
        </p:sp>
        <p:cxnSp>
          <p:nvCxnSpPr>
            <p:cNvPr id="12" name="ExtraShape"/>
            <p:cNvCxnSpPr/>
            <p:nvPr/>
          </p:nvCxnSpPr>
          <p:spPr>
            <a:xfrm>
              <a:off x="6536957" y="4249101"/>
              <a:ext cx="1643398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CustomText2"/>
            <p:cNvSpPr txBox="1"/>
            <p:nvPr/>
          </p:nvSpPr>
          <p:spPr>
            <a:xfrm>
              <a:off x="6443134" y="3848792"/>
              <a:ext cx="1970129" cy="400309"/>
            </a:xfrm>
            <a:prstGeom prst="rect">
              <a:avLst/>
            </a:prstGeom>
            <a:noFill/>
          </p:spPr>
          <p:txBody>
            <a:bodyPr wrap="none" lIns="90000" tIns="46800" rIns="90000" bIns="46800" rtlCol="0" anchor="b">
              <a:normAutofit/>
            </a:bodyPr>
            <a:lstStyle/>
            <a:p>
              <a:r>
                <a:rPr lang="en-US" altLang="zh-CN" sz="2000" b="1" dirty="0"/>
                <a:t>TEXT HERE</a:t>
              </a:r>
              <a:endParaRPr lang="zh-CN" altLang="en-US" sz="2000" b="1" dirty="0"/>
            </a:p>
          </p:txBody>
        </p:sp>
        <p:sp>
          <p:nvSpPr>
            <p:cNvPr id="14" name="CustomText2"/>
            <p:cNvSpPr txBox="1"/>
            <p:nvPr/>
          </p:nvSpPr>
          <p:spPr>
            <a:xfrm>
              <a:off x="6443134" y="4252191"/>
              <a:ext cx="1970129" cy="400309"/>
            </a:xfrm>
            <a:prstGeom prst="rect">
              <a:avLst/>
            </a:prstGeom>
            <a:noFill/>
          </p:spPr>
          <p:txBody>
            <a:bodyPr wrap="none" lIns="90000" tIns="46800" rIns="90000" bIns="46800" rtlCol="0" anchor="t">
              <a:normAutofit/>
            </a:bodyPr>
            <a:lstStyle/>
            <a:p>
              <a:pPr lvl="0">
                <a:defRPr/>
              </a:pPr>
              <a:r>
                <a:rPr lang="en-US" altLang="zh-CN" sz="1400" dirty="0"/>
                <a:t>Supporting text here</a:t>
              </a:r>
              <a:endParaRPr lang="en-US" altLang="zh-CN" sz="1400" dirty="0"/>
            </a:p>
          </p:txBody>
        </p:sp>
      </p:grpSp>
      <p:pic>
        <p:nvPicPr>
          <p:cNvPr id="15" name="图片 14" descr="中科大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0600" y="110490"/>
            <a:ext cx="769620" cy="7696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827377" y="1853220"/>
            <a:ext cx="2604181" cy="1131566"/>
            <a:chOff x="2855913" y="-477838"/>
            <a:chExt cx="5757862" cy="2501900"/>
          </a:xfrm>
          <a:solidFill>
            <a:srgbClr val="273849"/>
          </a:solidFill>
        </p:grpSpPr>
        <p:sp>
          <p:nvSpPr>
            <p:cNvPr id="10" name="Freeform 5"/>
            <p:cNvSpPr/>
            <p:nvPr userDrawn="1"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Freeform 6"/>
            <p:cNvSpPr/>
            <p:nvPr userDrawn="1"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Freeform 7"/>
            <p:cNvSpPr/>
            <p:nvPr userDrawn="1"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9875143" y="4950409"/>
            <a:ext cx="2033588" cy="783062"/>
            <a:chOff x="2383834" y="4961879"/>
            <a:chExt cx="2518367" cy="969735"/>
          </a:xfrm>
        </p:grpSpPr>
        <p:grpSp>
          <p:nvGrpSpPr>
            <p:cNvPr id="16" name="组合 15"/>
            <p:cNvGrpSpPr/>
            <p:nvPr/>
          </p:nvGrpSpPr>
          <p:grpSpPr>
            <a:xfrm>
              <a:off x="2396533" y="4961879"/>
              <a:ext cx="2505668" cy="969735"/>
              <a:chOff x="5139956" y="1908357"/>
              <a:chExt cx="3957318" cy="1423337"/>
            </a:xfrm>
          </p:grpSpPr>
          <p:grpSp>
            <p:nvGrpSpPr>
              <p:cNvPr id="19" name="组合 18"/>
              <p:cNvGrpSpPr/>
              <p:nvPr/>
            </p:nvGrpSpPr>
            <p:grpSpPr>
              <a:xfrm>
                <a:off x="5139956" y="2066117"/>
                <a:ext cx="3957318" cy="1265577"/>
                <a:chOff x="1" y="2662635"/>
                <a:chExt cx="3766541" cy="1473715"/>
              </a:xfrm>
            </p:grpSpPr>
            <p:sp>
              <p:nvSpPr>
                <p:cNvPr id="21" name="文本框 20"/>
                <p:cNvSpPr txBox="1"/>
                <p:nvPr/>
              </p:nvSpPr>
              <p:spPr>
                <a:xfrm>
                  <a:off x="1" y="3229398"/>
                  <a:ext cx="3766541" cy="906952"/>
                </a:xfrm>
                <a:prstGeom prst="rect">
                  <a:avLst/>
                </a:prstGeom>
                <a:noFill/>
              </p:spPr>
              <p:txBody>
                <a:bodyPr wrap="none" rtlCol="0">
                  <a:prstTxWarp prst="textPlain">
                    <a:avLst/>
                  </a:prstTxWarp>
                  <a:spAutoFit/>
                </a:bodyPr>
                <a:lstStyle/>
                <a:p>
                  <a:r>
                    <a:rPr lang="en-US" altLang="zh-CN" sz="16600" b="1" dirty="0">
                      <a:solidFill>
                        <a:srgbClr val="273849"/>
                      </a:solidFill>
                      <a:latin typeface="+mn-lt"/>
                    </a:rPr>
                    <a:t>REPORT</a:t>
                  </a:r>
                  <a:endParaRPr lang="zh-CN" altLang="en-US" sz="16600" b="1" dirty="0">
                    <a:solidFill>
                      <a:srgbClr val="273849"/>
                    </a:solidFill>
                    <a:latin typeface="+mn-lt"/>
                  </a:endParaRPr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1" y="2662635"/>
                  <a:ext cx="1841176" cy="321360"/>
                </a:xfrm>
                <a:prstGeom prst="rect">
                  <a:avLst/>
                </a:prstGeom>
                <a:noFill/>
              </p:spPr>
              <p:txBody>
                <a:bodyPr wrap="none" numCol="1" rtlCol="0">
                  <a:prstTxWarp prst="textPlain">
                    <a:avLst/>
                  </a:prstTxWarp>
                  <a:spAutoFit/>
                </a:bodyPr>
                <a:lstStyle/>
                <a:p>
                  <a:pPr lvl="0"/>
                  <a:r>
                    <a:rPr lang="en-US" altLang="zh-CN" sz="16600" noProof="0" dirty="0">
                      <a:solidFill>
                        <a:srgbClr val="273849"/>
                      </a:solidFill>
                      <a:latin typeface="+mn-lt"/>
                    </a:rPr>
                    <a:t>BUSINESS</a:t>
                  </a:r>
                  <a:endParaRPr lang="en-US" altLang="zh-CN" sz="16600" noProof="0" dirty="0">
                    <a:solidFill>
                      <a:srgbClr val="273849"/>
                    </a:solidFill>
                    <a:latin typeface="+mn-lt"/>
                  </a:endParaRPr>
                </a:p>
              </p:txBody>
            </p:sp>
          </p:grpSp>
          <p:sp>
            <p:nvSpPr>
              <p:cNvPr id="20" name="文本框 19"/>
              <p:cNvSpPr txBox="1"/>
              <p:nvPr/>
            </p:nvSpPr>
            <p:spPr>
              <a:xfrm>
                <a:off x="7457736" y="1908357"/>
                <a:ext cx="1519191" cy="521934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Plain">
                  <a:avLst/>
                </a:prstTxWarp>
                <a:spAutoFit/>
              </a:bodyPr>
              <a:lstStyle/>
              <a:p>
                <a:r>
                  <a:rPr lang="en-US" altLang="zh-CN" sz="9600" dirty="0">
                    <a:solidFill>
                      <a:srgbClr val="273849"/>
                    </a:solidFill>
                    <a:latin typeface="Impact" panose="020B0806030902050204" pitchFamily="34" charset="0"/>
                  </a:rPr>
                  <a:t>2</a:t>
                </a:r>
                <a:r>
                  <a:rPr lang="en-US" sz="9600" dirty="0">
                    <a:solidFill>
                      <a:srgbClr val="273849"/>
                    </a:solidFill>
                    <a:latin typeface="Impact" panose="020B0806030902050204" pitchFamily="34" charset="0"/>
                  </a:rPr>
                  <a:t>020</a:t>
                </a:r>
                <a:endParaRPr lang="en-US" sz="9600" dirty="0">
                  <a:solidFill>
                    <a:srgbClr val="273849"/>
                  </a:solidFill>
                  <a:latin typeface="Impact" panose="020B0806030902050204" pitchFamily="34" charset="0"/>
                </a:endParaRPr>
              </a:p>
            </p:txBody>
          </p:sp>
        </p:grpSp>
        <p:cxnSp>
          <p:nvCxnSpPr>
            <p:cNvPr id="17" name="直接连接符 16"/>
            <p:cNvCxnSpPr/>
            <p:nvPr/>
          </p:nvCxnSpPr>
          <p:spPr>
            <a:xfrm>
              <a:off x="2383834" y="4961879"/>
              <a:ext cx="1426168" cy="0"/>
            </a:xfrm>
            <a:prstGeom prst="line">
              <a:avLst/>
            </a:prstGeom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2383834" y="5317480"/>
              <a:ext cx="1426168" cy="0"/>
            </a:xfrm>
            <a:prstGeom prst="line">
              <a:avLst/>
            </a:prstGeom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标题 4"/>
          <p:cNvSpPr>
            <a:spLocks noGrp="1"/>
          </p:cNvSpPr>
          <p:nvPr>
            <p:ph type="ctrTitle"/>
          </p:nvPr>
        </p:nvSpPr>
        <p:spPr>
          <a:xfrm>
            <a:off x="827377" y="3531183"/>
            <a:ext cx="5426076" cy="1621509"/>
          </a:xfrm>
        </p:spPr>
        <p:txBody>
          <a:bodyPr/>
          <a:lstStyle/>
          <a:p>
            <a:r>
              <a:rPr lang="en-US" altLang="zh-CN" dirty="0"/>
              <a:t>Thanks.</a:t>
            </a:r>
            <a:br>
              <a:rPr lang="en-US" altLang="zh-CN" dirty="0"/>
            </a:br>
            <a:r>
              <a:rPr lang="en-US" altLang="zh-CN" sz="2400" b="0" dirty="0"/>
              <a:t>And Your Slogan Here.</a:t>
            </a:r>
            <a:endParaRPr lang="zh-CN" altLang="en-US" b="0" dirty="0"/>
          </a:p>
        </p:txBody>
      </p:sp>
      <p:sp>
        <p:nvSpPr>
          <p:cNvPr id="24" name="文本占位符 6"/>
          <p:cNvSpPr>
            <a:spLocks noGrp="1"/>
          </p:cNvSpPr>
          <p:nvPr>
            <p:ph type="body" sz="quarter" idx="18"/>
          </p:nvPr>
        </p:nvSpPr>
        <p:spPr>
          <a:xfrm>
            <a:off x="827377" y="5837419"/>
            <a:ext cx="5426076" cy="310871"/>
          </a:xfrm>
        </p:spPr>
        <p:txBody>
          <a:bodyPr>
            <a:normAutofit/>
          </a:bodyPr>
          <a:lstStyle/>
          <a:p>
            <a:r>
              <a:rPr lang="en-US" altLang="zh-CN" dirty="0"/>
              <a:t>www.islide.cc</a:t>
            </a:r>
            <a:endParaRPr lang="en-US" altLang="en-US" dirty="0"/>
          </a:p>
        </p:txBody>
      </p:sp>
      <p:sp>
        <p:nvSpPr>
          <p:cNvPr id="25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827378" y="5541148"/>
            <a:ext cx="5426076" cy="296271"/>
          </a:xfrm>
        </p:spPr>
        <p:txBody>
          <a:bodyPr/>
          <a:lstStyle/>
          <a:p>
            <a:r>
              <a:rPr lang="en-US" altLang="zh-CN" dirty="0"/>
              <a:t>Speaker name and title</a:t>
            </a:r>
            <a:endParaRPr lang="en-US" altLang="zh-CN" dirty="0"/>
          </a:p>
        </p:txBody>
      </p:sp>
      <p:pic>
        <p:nvPicPr>
          <p:cNvPr id="2" name="图片 1" descr="中科大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0600" y="110490"/>
            <a:ext cx="769620" cy="76962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ISLIDE.DIAGRAM" val="0fb470e5-1029-42ce-833c-e9373f9ba9bf"/>
</p:tagLst>
</file>

<file path=ppt/tags/tag2.xml><?xml version="1.0" encoding="utf-8"?>
<p:tagLst xmlns:p="http://schemas.openxmlformats.org/presentationml/2006/main">
  <p:tag name="ISLIDE.DIAGRAM" val="cb002563-37c5-4fe3-bd0b-8d9103a51177"/>
</p:tagLst>
</file>

<file path=ppt/tags/tag3.xml><?xml version="1.0" encoding="utf-8"?>
<p:tagLst xmlns:p="http://schemas.openxmlformats.org/presentationml/2006/main">
  <p:tag name="ISLIDE.DIAGRAM" val="7801ca4e-a47a-4fe1-bcfd-b9abcc1ce492"/>
</p:tagLst>
</file>

<file path=ppt/tags/tag4.xml><?xml version="1.0" encoding="utf-8"?>
<p:tagLst xmlns:p="http://schemas.openxmlformats.org/presentationml/2006/main">
  <p:tag name="ISLIDE.DIAGRAM" val="691ff9ac-1baf-47b6-971e-90b8fed2e25e"/>
</p:tagLst>
</file>

<file path=ppt/tags/tag5.xml><?xml version="1.0" encoding="utf-8"?>
<p:tagLst xmlns:p="http://schemas.openxmlformats.org/presentationml/2006/main">
  <p:tag name="ISLIDE.DIAGRAM" val="9bc21247-2132-4e5f-861a-1fcb6b1a20cf"/>
</p:tagLst>
</file>

<file path=ppt/tags/tag6.xml><?xml version="1.0" encoding="utf-8"?>
<p:tagLst xmlns:p="http://schemas.openxmlformats.org/presentationml/2006/main">
  <p:tag name="ISLIDE.DIAGRAM" val="1e1e30c9-44e8-4808-b45e-c1de80d92571"/>
</p:tagLst>
</file>

<file path=ppt/tags/tag7.xml><?xml version="1.0" encoding="utf-8"?>
<p:tagLst xmlns:p="http://schemas.openxmlformats.org/presentationml/2006/main">
  <p:tag name="ISLIDE.DIAGRAM" val="ef6b4193-9a51-4fc0-ac0d-9a6d63ff2989"/>
</p:tagLst>
</file>

<file path=ppt/tags/tag8.xml><?xml version="1.0" encoding="utf-8"?>
<p:tagLst xmlns:p="http://schemas.openxmlformats.org/presentationml/2006/main">
  <p:tag name="ISLIDE.DIAGRAM" val="b5e80740-5b81-4db6-8a2a-792167cc284d"/>
</p:tagLst>
</file>

<file path=ppt/tags/tag9.xml><?xml version="1.0" encoding="utf-8"?>
<p:tagLst xmlns:p="http://schemas.openxmlformats.org/presentationml/2006/main">
  <p:tag name="ISLIDE.DIAGRAM" val="0e201cbc-cdad-4a45-bd87-e1ab87c51075"/>
</p:tagLst>
</file>

<file path=ppt/tags/tag10.xml><?xml version="1.0" encoding="utf-8"?>
<p:tagLst xmlns:p="http://schemas.openxmlformats.org/presentationml/2006/main">
  <p:tag name="ISLIDE.DIAGRAM" val="ed5de025-5ae7-4433-a603-a498d1f799e0"/>
</p:tagLst>
</file>

<file path=ppt/tags/tag11.xml><?xml version="1.0" encoding="utf-8"?>
<p:tagLst xmlns:p="http://schemas.openxmlformats.org/presentationml/2006/main">
  <p:tag name="ISLIDE.DIAGRAM" val="a4457cd7-beff-4020-a70b-0fbcf7ed79fe"/>
</p:tagLst>
</file>

<file path=ppt/tags/tag12.xml><?xml version="1.0" encoding="utf-8"?>
<p:tagLst xmlns:p="http://schemas.openxmlformats.org/presentationml/2006/main">
  <p:tag name="ISLIDE.DIAGRAM" val="99f4cb39-d780-4a6d-bc4f-0a1c37094d9f"/>
</p:tagLst>
</file>

<file path=ppt/tags/tag13.xml><?xml version="1.0" encoding="utf-8"?>
<p:tagLst xmlns:p="http://schemas.openxmlformats.org/presentationml/2006/main">
  <p:tag name="ISLIDE.DIAGRAM" val="1ce82da5-b796-4fa9-bf68-61c7dfc964ab"/>
</p:tagLst>
</file>

<file path=ppt/tags/tag14.xml><?xml version="1.0" encoding="utf-8"?>
<p:tagLst xmlns:p="http://schemas.openxmlformats.org/presentationml/2006/main">
  <p:tag name="ISLIDE.DIAGRAM" val="af738c60-f0de-49fa-98b5-0eaa980fdd69"/>
</p:tagLst>
</file>

<file path=ppt/tags/tag15.xml><?xml version="1.0" encoding="utf-8"?>
<p:tagLst xmlns:p="http://schemas.openxmlformats.org/presentationml/2006/main">
  <p:tag name="ISLIDE.DIAGRAM" val="c7e296a4-46d1-4493-87a0-a5493486f67e"/>
</p:tagLst>
</file>

<file path=ppt/tags/tag16.xml><?xml version="1.0" encoding="utf-8"?>
<p:tagLst xmlns:p="http://schemas.openxmlformats.org/presentationml/2006/main">
  <p:tag name="ISLIDE.DIAGRAM" val="470d4233-bf96-4b0c-b35c-5425b20cb384"/>
</p:tagLst>
</file>

<file path=ppt/tags/tag17.xml><?xml version="1.0" encoding="utf-8"?>
<p:tagLst xmlns:p="http://schemas.openxmlformats.org/presentationml/2006/main">
  <p:tag name="ISLIDE.DIAGRAM" val="b1b2cf17-e46c-45a5-a4ef-f09d7a702bcb"/>
</p:tagLst>
</file>

<file path=ppt/tags/tag18.xml><?xml version="1.0" encoding="utf-8"?>
<p:tagLst xmlns:p="http://schemas.openxmlformats.org/presentationml/2006/main">
  <p:tag name="ISLIDE.DIAGRAM" val="288dc134-d3a1-4a6d-81d0-87365728f23a"/>
</p:tagLst>
</file>

<file path=ppt/tags/tag19.xml><?xml version="1.0" encoding="utf-8"?>
<p:tagLst xmlns:p="http://schemas.openxmlformats.org/presentationml/2006/main">
  <p:tag name="ISLIDE.DIAGRAM" val="c8ddaa27-8dc8-4376-99a7-501c1e8133c0"/>
</p:tagLst>
</file>

<file path=ppt/tags/tag20.xml><?xml version="1.0" encoding="utf-8"?>
<p:tagLst xmlns:p="http://schemas.openxmlformats.org/presentationml/2006/main">
  <p:tag name="ISLIDE.DIAGRAM" val="6046a33e-dade-4c77-b0de-00140cc2ca7d"/>
</p:tagLst>
</file>

<file path=ppt/tags/tag21.xml><?xml version="1.0" encoding="utf-8"?>
<p:tagLst xmlns:p="http://schemas.openxmlformats.org/presentationml/2006/main">
  <p:tag name="ISLIDE.DIAGRAM" val="1eaa21c4-6215-4ee7-a1a1-6e58671863db"/>
</p:tagLst>
</file>

<file path=ppt/tags/tag22.xml><?xml version="1.0" encoding="utf-8"?>
<p:tagLst xmlns:p="http://schemas.openxmlformats.org/presentationml/2006/main">
  <p:tag name="ISLIDE.DIAGRAM" val="5b77cc64-61eb-411a-af83-0ba27bb97deb"/>
</p:tagLst>
</file>

<file path=ppt/tags/tag23.xml><?xml version="1.0" encoding="utf-8"?>
<p:tagLst xmlns:p="http://schemas.openxmlformats.org/presentationml/2006/main">
  <p:tag name="ISLIDE.DIAGRAM" val="20023115-c619-442b-bd09-60334595910a"/>
</p:tagLst>
</file>

<file path=ppt/tags/tag24.xml><?xml version="1.0" encoding="utf-8"?>
<p:tagLst xmlns:p="http://schemas.openxmlformats.org/presentationml/2006/main">
  <p:tag name="ISLIDE.DIAGRAM" val="dee312b8-a9c6-4a2e-944a-a07da3e9035a"/>
</p:tagLst>
</file>

<file path=ppt/tags/tag25.xml><?xml version="1.0" encoding="utf-8"?>
<p:tagLst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THEME" val="a9c88281-e023-4f20-a9da-4e51d6947c6f"/>
</p:tagLst>
</file>

<file path=ppt/theme/theme1.xml><?xml version="1.0" encoding="utf-8"?>
<a:theme xmlns:a="http://schemas.openxmlformats.org/drawingml/2006/main" name="主题5">
  <a:themeElements>
    <a:clrScheme name="1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475F77"/>
      </a:accent1>
      <a:accent2>
        <a:srgbClr val="6DADBF"/>
      </a:accent2>
      <a:accent3>
        <a:srgbClr val="D7B371"/>
      </a:accent3>
      <a:accent4>
        <a:srgbClr val="C5BFB4"/>
      </a:accent4>
      <a:accent5>
        <a:srgbClr val="354B5E"/>
      </a:accent5>
      <a:accent6>
        <a:srgbClr val="BFBFBF"/>
      </a:accent6>
      <a:hlink>
        <a:srgbClr val="475F77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8056</Words>
  <Application>WPS 演示</Application>
  <PresentationFormat>宽屏</PresentationFormat>
  <Paragraphs>730</Paragraphs>
  <Slides>33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3" baseType="lpstr">
      <vt:lpstr>Arial</vt:lpstr>
      <vt:lpstr>宋体</vt:lpstr>
      <vt:lpstr>Wingdings</vt:lpstr>
      <vt:lpstr>Impact</vt:lpstr>
      <vt:lpstr>微软雅黑</vt:lpstr>
      <vt:lpstr>Arial Unicode MS</vt:lpstr>
      <vt:lpstr>Calibri</vt:lpstr>
      <vt:lpstr>Arial</vt:lpstr>
      <vt:lpstr>Calibri</vt:lpstr>
      <vt:lpstr>主题5</vt:lpstr>
      <vt:lpstr>iSlide® PowerPoint standard template</vt:lpstr>
      <vt:lpstr>PowerPoint 演示文稿</vt:lpstr>
      <vt:lpstr>Section Header Here</vt:lpstr>
      <vt:lpstr>Click to edit Master title style</vt:lpstr>
      <vt:lpstr>Click to edit Master title style</vt:lpstr>
      <vt:lpstr>Click to edit Master title style</vt:lpstr>
      <vt:lpstr>Click to edit Master title style</vt:lpstr>
      <vt:lpstr>Section Header Here</vt:lpstr>
      <vt:lpstr>Click to edit Master title style</vt:lpstr>
      <vt:lpstr>Click to edit Master title style</vt:lpstr>
      <vt:lpstr>Click to edit Master title style</vt:lpstr>
      <vt:lpstr>Click to edit Master title style</vt:lpstr>
      <vt:lpstr>Section Header Here</vt:lpstr>
      <vt:lpstr>Click to edit Master title style</vt:lpstr>
      <vt:lpstr>Click to edit Master title style</vt:lpstr>
      <vt:lpstr>Click to edit Master title style</vt:lpstr>
      <vt:lpstr>Click to edit Master title style</vt:lpstr>
      <vt:lpstr>Section Header Here</vt:lpstr>
      <vt:lpstr>Click to edit Master title style</vt:lpstr>
      <vt:lpstr>Click to edit Master title style</vt:lpstr>
      <vt:lpstr>Click to edit Master title style</vt:lpstr>
      <vt:lpstr>Click to edit Master title style</vt:lpstr>
      <vt:lpstr>Section Header Here</vt:lpstr>
      <vt:lpstr>Click to edit Master title style</vt:lpstr>
      <vt:lpstr>Click to edit Master title style</vt:lpstr>
      <vt:lpstr>Click to edit Master title style</vt:lpstr>
      <vt:lpstr>Click to edit Master title style</vt:lpstr>
      <vt:lpstr>Section Header Here</vt:lpstr>
      <vt:lpstr>Click to edit Master title style</vt:lpstr>
      <vt:lpstr>Click to edit Master title style</vt:lpstr>
      <vt:lpstr>Click to edit Master title style</vt:lpstr>
      <vt:lpstr>Click to edit Master title style</vt:lpstr>
      <vt:lpstr>Thanks. And Your Slogan Here.</vt:lpstr>
    </vt:vector>
  </TitlesOfParts>
  <Company>iSlide</Company>
  <LinksUpToDate>false</LinksUpToDate>
  <SharedDoc>false</SharedDoc>
  <HyperlinksChanged>false</HyperlinksChanged>
  <AppVersion>14.0000</AppVersion>
  <Manager>iSlide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lastModifiedBy>xin</cp:lastModifiedBy>
  <cp:revision>33</cp:revision>
  <cp:lastPrinted>2017-08-28T16:00:00Z</cp:lastPrinted>
  <dcterms:created xsi:type="dcterms:W3CDTF">2017-08-28T16:00:00Z</dcterms:created>
  <dcterms:modified xsi:type="dcterms:W3CDTF">2020-10-14T08:23:19Z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a9c88281-e023-4f20-a9da-4e51d6947c6f</vt:lpwstr>
  </property>
  <property fmtid="{D5CDD505-2E9C-101B-9397-08002B2CF9AE}" pid="3" name="KSOProductBuildVer">
    <vt:lpwstr>2052-11.1.0.10000</vt:lpwstr>
  </property>
</Properties>
</file>