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5"/>
  </p:notesMasterIdLst>
  <p:sldIdLst>
    <p:sldId id="256" r:id="rId3"/>
    <p:sldId id="271" r:id="rId4"/>
    <p:sldId id="258" r:id="rId5"/>
    <p:sldId id="1720" r:id="rId6"/>
    <p:sldId id="1721" r:id="rId7"/>
    <p:sldId id="1713" r:id="rId8"/>
    <p:sldId id="1705" r:id="rId9"/>
    <p:sldId id="288" r:id="rId10"/>
    <p:sldId id="289" r:id="rId11"/>
    <p:sldId id="273" r:id="rId12"/>
    <p:sldId id="295" r:id="rId13"/>
    <p:sldId id="1722" r:id="rId14"/>
    <p:sldId id="1723" r:id="rId15"/>
    <p:sldId id="279" r:id="rId16"/>
    <p:sldId id="286" r:id="rId17"/>
    <p:sldId id="287" r:id="rId18"/>
    <p:sldId id="274" r:id="rId19"/>
    <p:sldId id="284" r:id="rId20"/>
    <p:sldId id="1719" r:id="rId21"/>
    <p:sldId id="285" r:id="rId22"/>
    <p:sldId id="1727" r:id="rId23"/>
    <p:sldId id="1725" r:id="rId24"/>
    <p:sldId id="1726" r:id="rId25"/>
    <p:sldId id="275" r:id="rId26"/>
    <p:sldId id="1718" r:id="rId27"/>
    <p:sldId id="282" r:id="rId28"/>
    <p:sldId id="276" r:id="rId29"/>
    <p:sldId id="293" r:id="rId30"/>
    <p:sldId id="292" r:id="rId31"/>
    <p:sldId id="1693" r:id="rId32"/>
    <p:sldId id="297" r:id="rId33"/>
    <p:sldId id="261" r:id="rId34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493E"/>
    <a:srgbClr val="FFD979"/>
    <a:srgbClr val="99D2EF"/>
    <a:srgbClr val="26A9E0"/>
    <a:srgbClr val="2A9CA2"/>
    <a:srgbClr val="258A8F"/>
    <a:srgbClr val="2283CD"/>
    <a:srgbClr val="E71D3A"/>
    <a:srgbClr val="18BCE2"/>
    <a:srgbClr val="55BE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9" Type="http://schemas.openxmlformats.org/officeDocument/2006/relationships/tags" Target="tags/tag25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notesMaster" Target="notesMasters/notesMaster1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69925" y="4486641"/>
            <a:ext cx="8474075" cy="349235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9924" y="5551771"/>
            <a:ext cx="8474075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9924" y="5829130"/>
            <a:ext cx="8474075" cy="248371"/>
          </a:xfrm>
        </p:spPr>
        <p:txBody>
          <a:bodyPr anchor="ctr">
            <a:noAutofit/>
          </a:bodyPr>
          <a:lstStyle>
            <a:lvl1pPr marL="0" indent="0" algn="r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5" y="3429001"/>
            <a:ext cx="8474075" cy="1028652"/>
          </a:xfrm>
        </p:spPr>
        <p:txBody>
          <a:bodyPr anchor="b">
            <a:normAutofit/>
          </a:bodyPr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8" name="矩形 47"/>
          <p:cNvSpPr/>
          <p:nvPr userDrawn="1"/>
        </p:nvSpPr>
        <p:spPr>
          <a:xfrm>
            <a:off x="0" y="514350"/>
            <a:ext cx="9144000" cy="2781300"/>
          </a:xfrm>
          <a:prstGeom prst="rect">
            <a:avLst/>
          </a:prstGeom>
          <a:blipFill rotWithShape="1">
            <a:blip r:embed="rId2"/>
            <a:srcRect/>
            <a:stretch>
              <a:fillRect t="-86943" b="-3214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562600" y="2038350"/>
            <a:ext cx="4535055" cy="656792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562600" y="2730911"/>
            <a:ext cx="4546600" cy="2088739"/>
          </a:xfrm>
        </p:spPr>
        <p:txBody>
          <a:bodyPr anchor="t">
            <a:normAutofit/>
          </a:bodyPr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</p:txBody>
      </p:sp>
      <p:sp>
        <p:nvSpPr>
          <p:cNvPr id="22" name="矩形 21"/>
          <p:cNvSpPr/>
          <p:nvPr userDrawn="1"/>
        </p:nvSpPr>
        <p:spPr>
          <a:xfrm>
            <a:off x="0" y="2038350"/>
            <a:ext cx="5156200" cy="2781300"/>
          </a:xfrm>
          <a:prstGeom prst="rect">
            <a:avLst/>
          </a:prstGeom>
          <a:blipFill rotWithShape="1">
            <a:blip r:embed="rId2"/>
            <a:srcRect/>
            <a:stretch>
              <a:fillRect t="-21361" b="-218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3048000" y="3562351"/>
            <a:ext cx="5000531" cy="1353534"/>
          </a:xfrm>
        </p:spPr>
        <p:txBody>
          <a:bodyPr anchor="t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048000" y="5165475"/>
            <a:ext cx="500053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3048000" y="5481109"/>
            <a:ext cx="5000531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6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  <a:endParaRPr lang="en-US" altLang="zh-CN" dirty="0"/>
          </a:p>
        </p:txBody>
      </p:sp>
      <p:sp>
        <p:nvSpPr>
          <p:cNvPr id="34" name="矩形 33"/>
          <p:cNvSpPr/>
          <p:nvPr userDrawn="1"/>
        </p:nvSpPr>
        <p:spPr>
          <a:xfrm>
            <a:off x="3048000" y="514350"/>
            <a:ext cx="9144000" cy="2781300"/>
          </a:xfrm>
          <a:prstGeom prst="rect">
            <a:avLst/>
          </a:prstGeom>
          <a:blipFill rotWithShape="1">
            <a:blip r:embed="rId2"/>
            <a:srcRect/>
            <a:stretch>
              <a:fillRect t="-86943" b="-3214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hemeOverride" Target="../theme/themeOverr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3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4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5.xml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.png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tags" Target="../tags/tag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0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tags" Target="../tags/tag2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tags" Target="../tags/tag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2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hemeOverride" Target="../theme/themeOverride6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Subtitle here</a:t>
            </a:r>
            <a:endParaRPr lang="en-US" altLang="zh-CN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en-US" altLang="en-US" dirty="0"/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669925" y="3562351"/>
            <a:ext cx="8474075" cy="850537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iSlide</a:t>
            </a:r>
            <a:r>
              <a:rPr lang="en-US" altLang="zh-CN" sz="2400" baseline="50000" dirty="0"/>
              <a:t>®</a:t>
            </a:r>
            <a:r>
              <a:rPr lang="en-US" altLang="zh-CN" dirty="0"/>
              <a:t> PowerPoint </a:t>
            </a:r>
            <a:br>
              <a:rPr lang="en-US" altLang="zh-CN" dirty="0"/>
            </a:br>
            <a:r>
              <a:rPr lang="en-US" altLang="zh-CN" dirty="0"/>
              <a:t>standard template.</a:t>
            </a:r>
            <a:endParaRPr lang="zh-CN" altLang="en-US" dirty="0"/>
          </a:p>
        </p:txBody>
      </p:sp>
      <p:cxnSp>
        <p:nvCxnSpPr>
          <p:cNvPr id="60" name="直接连接符 59"/>
          <p:cNvCxnSpPr/>
          <p:nvPr/>
        </p:nvCxnSpPr>
        <p:spPr>
          <a:xfrm>
            <a:off x="9144000" y="3601001"/>
            <a:ext cx="0" cy="2476500"/>
          </a:xfrm>
          <a:prstGeom prst="line">
            <a:avLst/>
          </a:prstGeom>
          <a:ln w="3175">
            <a:solidFill>
              <a:srgbClr val="7249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4" name="组合 73"/>
          <p:cNvGrpSpPr/>
          <p:nvPr/>
        </p:nvGrpSpPr>
        <p:grpSpPr>
          <a:xfrm>
            <a:off x="6245360" y="1028700"/>
            <a:ext cx="2935216" cy="2304720"/>
            <a:chOff x="2728685" y="3509819"/>
            <a:chExt cx="2325424" cy="2343715"/>
          </a:xfrm>
        </p:grpSpPr>
        <p:sp>
          <p:nvSpPr>
            <p:cNvPr id="68" name="文本框 67"/>
            <p:cNvSpPr txBox="1"/>
            <p:nvPr/>
          </p:nvSpPr>
          <p:spPr>
            <a:xfrm>
              <a:off x="3354548" y="5027200"/>
              <a:ext cx="1699561" cy="826334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2020</a:t>
              </a:r>
              <a:endParaRPr lang="zh-CN" altLang="en-US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880747" y="3509819"/>
              <a:ext cx="2173362" cy="699058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ANNUAL</a:t>
              </a:r>
              <a:endParaRPr lang="zh-CN" altLang="en-US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2728685" y="4244054"/>
              <a:ext cx="2325424" cy="747969"/>
            </a:xfrm>
            <a:prstGeom prst="rect">
              <a:avLst/>
            </a:prstGeom>
            <a:noFill/>
          </p:spPr>
          <p:txBody>
            <a:bodyPr wrap="none" rtlCol="0">
              <a:prstTxWarp prst="textPlain">
                <a:avLst/>
              </a:prstTxWarp>
              <a:spAutoFit/>
            </a:bodyPr>
            <a:lstStyle/>
            <a:p>
              <a:r>
                <a:rPr lang="en-US" altLang="zh-CN" dirty="0">
                  <a:solidFill>
                    <a:schemeClr val="bg1"/>
                  </a:solidFill>
                  <a:latin typeface="Impact" panose="020B0806030902050204" pitchFamily="34" charset="0"/>
                  <a:cs typeface="Arial" panose="020B0604020202020204" pitchFamily="34" charset="0"/>
                </a:rPr>
                <a:t>REPORT</a:t>
              </a:r>
              <a:endParaRPr lang="zh-CN" altLang="en-US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735" y="3511550"/>
            <a:ext cx="859155" cy="8591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3e8992b5-5db5-46cc-947c-ea2e40ebc0ca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321617"/>
            <a:ext cx="9260331" cy="4665617"/>
            <a:chOff x="669925" y="1321617"/>
            <a:chExt cx="9260331" cy="4665617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669925" y="2388826"/>
              <a:ext cx="75773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69925" y="2848657"/>
              <a:ext cx="2591075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îś1íḓé"/>
            <p:cNvSpPr txBox="1"/>
            <p:nvPr/>
          </p:nvSpPr>
          <p:spPr>
            <a:xfrm>
              <a:off x="5610256" y="1424279"/>
              <a:ext cx="466794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01</a:t>
              </a:r>
              <a:endParaRPr lang="en-US" altLang="zh-CN" sz="28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>
              <a:off x="6208722" y="1395504"/>
              <a:ext cx="0" cy="519214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ïṡ1iḑe"/>
            <p:cNvSpPr/>
            <p:nvPr/>
          </p:nvSpPr>
          <p:spPr bwMode="auto">
            <a:xfrm>
              <a:off x="6295143" y="1672545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1" name="íśľíḓé"/>
            <p:cNvSpPr txBox="1"/>
            <p:nvPr/>
          </p:nvSpPr>
          <p:spPr bwMode="auto">
            <a:xfrm>
              <a:off x="6295143" y="1321617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2" name="iŝḷiḓè"/>
            <p:cNvSpPr txBox="1"/>
            <p:nvPr/>
          </p:nvSpPr>
          <p:spPr>
            <a:xfrm>
              <a:off x="5610256" y="2224005"/>
              <a:ext cx="503663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2">
                      <a:lumMod val="100000"/>
                    </a:schemeClr>
                  </a:solidFill>
                  <a:latin typeface="Impact" panose="020B0806030902050204" pitchFamily="34" charset="0"/>
                </a:rPr>
                <a:t>02</a:t>
              </a:r>
              <a:endParaRPr lang="en-US" altLang="zh-CN" sz="2800">
                <a:solidFill>
                  <a:schemeClr val="accent2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6227156" y="2195230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2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ŝḷíḍe"/>
            <p:cNvSpPr/>
            <p:nvPr/>
          </p:nvSpPr>
          <p:spPr bwMode="auto">
            <a:xfrm>
              <a:off x="6313577" y="2472271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5" name="iṥļidê"/>
            <p:cNvSpPr txBox="1"/>
            <p:nvPr/>
          </p:nvSpPr>
          <p:spPr bwMode="auto">
            <a:xfrm>
              <a:off x="6313577" y="2121343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6" name="iṩľíďè"/>
            <p:cNvSpPr txBox="1"/>
            <p:nvPr/>
          </p:nvSpPr>
          <p:spPr>
            <a:xfrm>
              <a:off x="5610256" y="3023731"/>
              <a:ext cx="513282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3">
                      <a:lumMod val="100000"/>
                    </a:schemeClr>
                  </a:solidFill>
                  <a:latin typeface="Impact" panose="020B0806030902050204" pitchFamily="34" charset="0"/>
                </a:rPr>
                <a:t>03</a:t>
              </a:r>
              <a:endParaRPr lang="en-US" altLang="zh-CN" sz="2800">
                <a:solidFill>
                  <a:schemeClr val="accent3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6231966" y="2994956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3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íṧ1îḋé"/>
            <p:cNvSpPr/>
            <p:nvPr/>
          </p:nvSpPr>
          <p:spPr bwMode="auto">
            <a:xfrm>
              <a:off x="6318387" y="3271997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9" name="ïŝľîḍé"/>
            <p:cNvSpPr txBox="1"/>
            <p:nvPr/>
          </p:nvSpPr>
          <p:spPr bwMode="auto">
            <a:xfrm>
              <a:off x="6318387" y="2921069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0" name="íṥļîḋe"/>
            <p:cNvSpPr txBox="1"/>
            <p:nvPr/>
          </p:nvSpPr>
          <p:spPr>
            <a:xfrm>
              <a:off x="5610256" y="3823457"/>
              <a:ext cx="503663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04</a:t>
              </a:r>
              <a:endParaRPr lang="en-US" altLang="zh-CN" sz="2800">
                <a:solidFill>
                  <a:schemeClr val="accent4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6227156" y="3794682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4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ïṩḻïde"/>
            <p:cNvSpPr/>
            <p:nvPr/>
          </p:nvSpPr>
          <p:spPr bwMode="auto">
            <a:xfrm>
              <a:off x="6313577" y="4071723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3" name="îślídè"/>
            <p:cNvSpPr txBox="1"/>
            <p:nvPr/>
          </p:nvSpPr>
          <p:spPr bwMode="auto">
            <a:xfrm>
              <a:off x="6313577" y="3720795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4" name="íṣḷíḓê"/>
            <p:cNvSpPr txBox="1"/>
            <p:nvPr/>
          </p:nvSpPr>
          <p:spPr>
            <a:xfrm>
              <a:off x="5610256" y="4623183"/>
              <a:ext cx="514885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5">
                      <a:lumMod val="100000"/>
                    </a:schemeClr>
                  </a:solidFill>
                  <a:latin typeface="Impact" panose="020B0806030902050204" pitchFamily="34" charset="0"/>
                </a:rPr>
                <a:t>05</a:t>
              </a:r>
              <a:endParaRPr lang="en-US" altLang="zh-CN" sz="2800">
                <a:solidFill>
                  <a:schemeClr val="accent5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6232767" y="4594408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5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íṥļïḑé"/>
            <p:cNvSpPr/>
            <p:nvPr/>
          </p:nvSpPr>
          <p:spPr bwMode="auto">
            <a:xfrm>
              <a:off x="6319188" y="4871449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7" name="ïṥ1ïďé"/>
            <p:cNvSpPr txBox="1"/>
            <p:nvPr/>
          </p:nvSpPr>
          <p:spPr bwMode="auto">
            <a:xfrm>
              <a:off x="6319188" y="4520521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8" name="íṥlíḑè"/>
            <p:cNvSpPr txBox="1"/>
            <p:nvPr/>
          </p:nvSpPr>
          <p:spPr>
            <a:xfrm>
              <a:off x="5610256" y="5422908"/>
              <a:ext cx="516487" cy="461665"/>
            </a:xfrm>
            <a:prstGeom prst="rect">
              <a:avLst/>
            </a:prstGeom>
            <a:noFill/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chemeClr val="accent6">
                      <a:lumMod val="100000"/>
                    </a:schemeClr>
                  </a:solidFill>
                  <a:latin typeface="Impact" panose="020B0806030902050204" pitchFamily="34" charset="0"/>
                </a:rPr>
                <a:t>06</a:t>
              </a:r>
              <a:endParaRPr lang="en-US" altLang="zh-CN" sz="2800">
                <a:solidFill>
                  <a:schemeClr val="accent6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6233568" y="5394133"/>
              <a:ext cx="0" cy="519214"/>
            </a:xfrm>
            <a:prstGeom prst="line">
              <a:avLst/>
            </a:prstGeom>
            <a:ln w="28575" cap="flat" cmpd="sng" algn="ctr">
              <a:solidFill>
                <a:schemeClr val="accent6">
                  <a:lumMod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íṡḷiďê"/>
            <p:cNvSpPr/>
            <p:nvPr/>
          </p:nvSpPr>
          <p:spPr bwMode="auto">
            <a:xfrm>
              <a:off x="6319989" y="5671174"/>
              <a:ext cx="3610267" cy="3160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1" name="îṡļiḋé"/>
            <p:cNvSpPr txBox="1"/>
            <p:nvPr/>
          </p:nvSpPr>
          <p:spPr bwMode="auto">
            <a:xfrm>
              <a:off x="6319989" y="5320246"/>
              <a:ext cx="3610267" cy="3509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32" name="ïṧḷîḋé"/>
            <p:cNvSpPr txBox="1"/>
            <p:nvPr/>
          </p:nvSpPr>
          <p:spPr bwMode="auto">
            <a:xfrm>
              <a:off x="1349230" y="2224005"/>
              <a:ext cx="1139207" cy="654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4000" b="1" dirty="0">
                  <a:solidFill>
                    <a:schemeClr val="tx2"/>
                  </a:solidFill>
                </a:rPr>
                <a:t>content</a:t>
              </a:r>
              <a:endParaRPr lang="en-US" altLang="zh-CN" sz="4000" b="1" dirty="0">
                <a:solidFill>
                  <a:schemeClr val="tx2"/>
                </a:solidFill>
              </a:endParaRPr>
            </a:p>
          </p:txBody>
        </p:sp>
      </p:grpSp>
      <p:pic>
        <p:nvPicPr>
          <p:cNvPr id="3" name="图片 2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 userDrawn="1"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 userDrawn="1"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096053" y="394802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87" name="Shape 284"/>
          <p:cNvSpPr txBox="1"/>
          <p:nvPr/>
        </p:nvSpPr>
        <p:spPr>
          <a:xfrm>
            <a:off x="8140425" y="4755235"/>
            <a:ext cx="3160309" cy="108353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Copy paste fonts. Choose the only option to retain text.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……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8" name="Shape 285"/>
          <p:cNvSpPr txBox="1"/>
          <p:nvPr/>
        </p:nvSpPr>
        <p:spPr>
          <a:xfrm>
            <a:off x="8140425" y="4428051"/>
            <a:ext cx="3160309" cy="3117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fontScale="90000"/>
          </a:bodyPr>
          <a:lstStyle/>
          <a:p>
            <a:pPr lvl="0">
              <a:buSzPct val="25000"/>
            </a:pPr>
            <a:r>
              <a:rPr lang="de-DE" altLang="zh-CN" sz="16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Text here</a:t>
            </a:r>
            <a:endParaRPr lang="de-DE" altLang="zh-CN" sz="16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89" name="Shape 286"/>
          <p:cNvSpPr/>
          <p:nvPr/>
        </p:nvSpPr>
        <p:spPr>
          <a:xfrm>
            <a:off x="8244077" y="3842938"/>
            <a:ext cx="258614" cy="359832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75403" y="112293"/>
                </a:moveTo>
                <a:lnTo>
                  <a:pt x="75403" y="112293"/>
                </a:lnTo>
                <a:cubicBezTo>
                  <a:pt x="75403" y="114770"/>
                  <a:pt x="78044" y="117247"/>
                  <a:pt x="80684" y="117247"/>
                </a:cubicBezTo>
                <a:cubicBezTo>
                  <a:pt x="109144" y="119724"/>
                  <a:pt x="109144" y="119724"/>
                  <a:pt x="109144" y="119724"/>
                </a:cubicBezTo>
                <a:cubicBezTo>
                  <a:pt x="112078" y="119724"/>
                  <a:pt x="112078" y="117247"/>
                  <a:pt x="114718" y="114770"/>
                </a:cubicBezTo>
                <a:cubicBezTo>
                  <a:pt x="114718" y="92752"/>
                  <a:pt x="114718" y="92752"/>
                  <a:pt x="114718" y="92752"/>
                </a:cubicBezTo>
                <a:cubicBezTo>
                  <a:pt x="78044" y="90275"/>
                  <a:pt x="78044" y="90275"/>
                  <a:pt x="78044" y="90275"/>
                </a:cubicBezTo>
                <a:lnTo>
                  <a:pt x="75403" y="112293"/>
                </a:lnTo>
                <a:close/>
                <a:moveTo>
                  <a:pt x="5281" y="92752"/>
                </a:moveTo>
                <a:lnTo>
                  <a:pt x="5281" y="92752"/>
                </a:lnTo>
                <a:cubicBezTo>
                  <a:pt x="5281" y="114770"/>
                  <a:pt x="5281" y="114770"/>
                  <a:pt x="5281" y="114770"/>
                </a:cubicBezTo>
                <a:cubicBezTo>
                  <a:pt x="5281" y="117247"/>
                  <a:pt x="7921" y="119724"/>
                  <a:pt x="10268" y="119724"/>
                </a:cubicBezTo>
                <a:cubicBezTo>
                  <a:pt x="39022" y="117247"/>
                  <a:pt x="39022" y="117247"/>
                  <a:pt x="39022" y="117247"/>
                </a:cubicBezTo>
                <a:cubicBezTo>
                  <a:pt x="41662" y="117247"/>
                  <a:pt x="44303" y="114770"/>
                  <a:pt x="44303" y="112293"/>
                </a:cubicBezTo>
                <a:cubicBezTo>
                  <a:pt x="41662" y="90275"/>
                  <a:pt x="41662" y="90275"/>
                  <a:pt x="41662" y="90275"/>
                </a:cubicBezTo>
                <a:lnTo>
                  <a:pt x="5281" y="92752"/>
                </a:lnTo>
                <a:close/>
                <a:moveTo>
                  <a:pt x="0" y="56422"/>
                </a:moveTo>
                <a:lnTo>
                  <a:pt x="0" y="56422"/>
                </a:lnTo>
                <a:cubicBezTo>
                  <a:pt x="2640" y="80642"/>
                  <a:pt x="2640" y="80642"/>
                  <a:pt x="2640" y="80642"/>
                </a:cubicBezTo>
                <a:cubicBezTo>
                  <a:pt x="39022" y="75688"/>
                  <a:pt x="39022" y="75688"/>
                  <a:pt x="39022" y="75688"/>
                </a:cubicBezTo>
                <a:cubicBezTo>
                  <a:pt x="39022" y="53944"/>
                  <a:pt x="39022" y="53944"/>
                  <a:pt x="39022" y="53944"/>
                </a:cubicBezTo>
                <a:lnTo>
                  <a:pt x="39022" y="51467"/>
                </a:lnTo>
                <a:cubicBezTo>
                  <a:pt x="39022" y="41834"/>
                  <a:pt x="46943" y="31926"/>
                  <a:pt x="59853" y="31926"/>
                </a:cubicBezTo>
                <a:cubicBezTo>
                  <a:pt x="72762" y="31926"/>
                  <a:pt x="80684" y="41834"/>
                  <a:pt x="80684" y="51467"/>
                </a:cubicBezTo>
                <a:lnTo>
                  <a:pt x="80684" y="53944"/>
                </a:lnTo>
                <a:cubicBezTo>
                  <a:pt x="78044" y="75688"/>
                  <a:pt x="78044" y="75688"/>
                  <a:pt x="78044" y="75688"/>
                </a:cubicBezTo>
                <a:cubicBezTo>
                  <a:pt x="117066" y="80642"/>
                  <a:pt x="117066" y="80642"/>
                  <a:pt x="117066" y="80642"/>
                </a:cubicBezTo>
                <a:cubicBezTo>
                  <a:pt x="119706" y="56422"/>
                  <a:pt x="119706" y="56422"/>
                  <a:pt x="119706" y="56422"/>
                </a:cubicBezTo>
                <a:cubicBezTo>
                  <a:pt x="119706" y="53944"/>
                  <a:pt x="119706" y="53944"/>
                  <a:pt x="119706" y="51467"/>
                </a:cubicBezTo>
                <a:cubicBezTo>
                  <a:pt x="119706" y="22018"/>
                  <a:pt x="93594" y="0"/>
                  <a:pt x="59853" y="0"/>
                </a:cubicBezTo>
                <a:cubicBezTo>
                  <a:pt x="25819" y="0"/>
                  <a:pt x="0" y="22018"/>
                  <a:pt x="0" y="51467"/>
                </a:cubicBezTo>
                <a:cubicBezTo>
                  <a:pt x="0" y="53944"/>
                  <a:pt x="0" y="53944"/>
                  <a:pt x="0" y="5642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8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0" name="Shape 287"/>
          <p:cNvSpPr txBox="1"/>
          <p:nvPr/>
        </p:nvSpPr>
        <p:spPr>
          <a:xfrm>
            <a:off x="673100" y="4755235"/>
            <a:ext cx="3160309" cy="108353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Copy paste fonts. Choose the only option to retain text.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……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1" name="Shape 288"/>
          <p:cNvSpPr txBox="1"/>
          <p:nvPr/>
        </p:nvSpPr>
        <p:spPr>
          <a:xfrm>
            <a:off x="673100" y="4428051"/>
            <a:ext cx="3160309" cy="3117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fontScale="90000"/>
          </a:bodyPr>
          <a:lstStyle/>
          <a:p>
            <a:pPr>
              <a:buSzPct val="25000"/>
            </a:pPr>
            <a:r>
              <a:rPr lang="de-DE" sz="16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Text here</a:t>
            </a:r>
            <a:endParaRPr lang="de-DE" sz="16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2" name="Shape 289"/>
          <p:cNvSpPr/>
          <p:nvPr/>
        </p:nvSpPr>
        <p:spPr>
          <a:xfrm>
            <a:off x="782082" y="3805839"/>
            <a:ext cx="287588" cy="297341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59879" y="45112"/>
                </a:moveTo>
                <a:lnTo>
                  <a:pt x="59879" y="45112"/>
                </a:lnTo>
                <a:cubicBezTo>
                  <a:pt x="49014" y="45112"/>
                  <a:pt x="42736" y="52932"/>
                  <a:pt x="42736" y="66466"/>
                </a:cubicBezTo>
                <a:cubicBezTo>
                  <a:pt x="42736" y="80000"/>
                  <a:pt x="49014" y="87819"/>
                  <a:pt x="59879" y="87819"/>
                </a:cubicBezTo>
                <a:cubicBezTo>
                  <a:pt x="70503" y="87819"/>
                  <a:pt x="77022" y="80000"/>
                  <a:pt x="77022" y="66466"/>
                </a:cubicBezTo>
                <a:cubicBezTo>
                  <a:pt x="77022" y="52932"/>
                  <a:pt x="70503" y="45112"/>
                  <a:pt x="59879" y="45112"/>
                </a:cubicBezTo>
                <a:close/>
                <a:moveTo>
                  <a:pt x="106720" y="21052"/>
                </a:moveTo>
                <a:lnTo>
                  <a:pt x="106720" y="21052"/>
                </a:lnTo>
                <a:cubicBezTo>
                  <a:pt x="93923" y="21052"/>
                  <a:pt x="93923" y="21052"/>
                  <a:pt x="93923" y="21052"/>
                </a:cubicBezTo>
                <a:cubicBezTo>
                  <a:pt x="91750" y="21052"/>
                  <a:pt x="89818" y="21052"/>
                  <a:pt x="87645" y="18345"/>
                </a:cubicBezTo>
                <a:cubicBezTo>
                  <a:pt x="85472" y="2406"/>
                  <a:pt x="85472" y="2406"/>
                  <a:pt x="85472" y="2406"/>
                </a:cubicBezTo>
                <a:cubicBezTo>
                  <a:pt x="83299" y="2406"/>
                  <a:pt x="81126" y="0"/>
                  <a:pt x="78953" y="0"/>
                </a:cubicBezTo>
                <a:cubicBezTo>
                  <a:pt x="38390" y="0"/>
                  <a:pt x="38390" y="0"/>
                  <a:pt x="38390" y="0"/>
                </a:cubicBezTo>
                <a:cubicBezTo>
                  <a:pt x="38390" y="0"/>
                  <a:pt x="36217" y="2406"/>
                  <a:pt x="34285" y="2406"/>
                </a:cubicBezTo>
                <a:cubicBezTo>
                  <a:pt x="29698" y="18345"/>
                  <a:pt x="29698" y="18345"/>
                  <a:pt x="29698" y="18345"/>
                </a:cubicBezTo>
                <a:cubicBezTo>
                  <a:pt x="29698" y="21052"/>
                  <a:pt x="27766" y="21052"/>
                  <a:pt x="25593" y="21052"/>
                </a:cubicBezTo>
                <a:cubicBezTo>
                  <a:pt x="12796" y="21052"/>
                  <a:pt x="12796" y="21052"/>
                  <a:pt x="12796" y="21052"/>
                </a:cubicBezTo>
                <a:cubicBezTo>
                  <a:pt x="4104" y="21052"/>
                  <a:pt x="0" y="29172"/>
                  <a:pt x="0" y="36992"/>
                </a:cubicBezTo>
                <a:cubicBezTo>
                  <a:pt x="0" y="103759"/>
                  <a:pt x="0" y="103759"/>
                  <a:pt x="0" y="103759"/>
                </a:cubicBezTo>
                <a:cubicBezTo>
                  <a:pt x="0" y="111879"/>
                  <a:pt x="4104" y="119699"/>
                  <a:pt x="12796" y="119699"/>
                </a:cubicBezTo>
                <a:cubicBezTo>
                  <a:pt x="106720" y="119699"/>
                  <a:pt x="106720" y="119699"/>
                  <a:pt x="106720" y="119699"/>
                </a:cubicBezTo>
                <a:cubicBezTo>
                  <a:pt x="113480" y="119699"/>
                  <a:pt x="119758" y="111879"/>
                  <a:pt x="119758" y="103759"/>
                </a:cubicBezTo>
                <a:cubicBezTo>
                  <a:pt x="119758" y="36992"/>
                  <a:pt x="119758" y="36992"/>
                  <a:pt x="119758" y="36992"/>
                </a:cubicBezTo>
                <a:cubicBezTo>
                  <a:pt x="119758" y="29172"/>
                  <a:pt x="113480" y="21052"/>
                  <a:pt x="106720" y="21052"/>
                </a:cubicBezTo>
                <a:close/>
                <a:moveTo>
                  <a:pt x="59879" y="103759"/>
                </a:moveTo>
                <a:lnTo>
                  <a:pt x="59879" y="103759"/>
                </a:lnTo>
                <a:cubicBezTo>
                  <a:pt x="42736" y="103759"/>
                  <a:pt x="29698" y="87819"/>
                  <a:pt x="29698" y="66466"/>
                </a:cubicBezTo>
                <a:cubicBezTo>
                  <a:pt x="29698" y="45112"/>
                  <a:pt x="42736" y="29172"/>
                  <a:pt x="59879" y="29172"/>
                </a:cubicBezTo>
                <a:cubicBezTo>
                  <a:pt x="77022" y="29172"/>
                  <a:pt x="89818" y="45112"/>
                  <a:pt x="89818" y="66466"/>
                </a:cubicBezTo>
                <a:cubicBezTo>
                  <a:pt x="89818" y="87819"/>
                  <a:pt x="77022" y="103759"/>
                  <a:pt x="59879" y="103759"/>
                </a:cubicBezTo>
                <a:close/>
                <a:moveTo>
                  <a:pt x="102615" y="47819"/>
                </a:moveTo>
                <a:lnTo>
                  <a:pt x="102615" y="47819"/>
                </a:lnTo>
                <a:cubicBezTo>
                  <a:pt x="100442" y="47819"/>
                  <a:pt x="98269" y="45112"/>
                  <a:pt x="98269" y="42406"/>
                </a:cubicBezTo>
                <a:cubicBezTo>
                  <a:pt x="98269" y="39699"/>
                  <a:pt x="100442" y="36992"/>
                  <a:pt x="102615" y="36992"/>
                </a:cubicBezTo>
                <a:cubicBezTo>
                  <a:pt x="104547" y="36992"/>
                  <a:pt x="106720" y="39699"/>
                  <a:pt x="106720" y="42406"/>
                </a:cubicBezTo>
                <a:cubicBezTo>
                  <a:pt x="106720" y="45112"/>
                  <a:pt x="104547" y="47819"/>
                  <a:pt x="102615" y="478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8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3" name="Shape 290"/>
          <p:cNvSpPr txBox="1"/>
          <p:nvPr/>
        </p:nvSpPr>
        <p:spPr>
          <a:xfrm>
            <a:off x="4419433" y="4755235"/>
            <a:ext cx="3160309" cy="1083535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12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Copy paste fonts. Choose the only option to retain text.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b="0" dirty="0">
                <a:solidFill>
                  <a:schemeClr val="tx1"/>
                </a:solidFill>
                <a:latin typeface="+mn-lt"/>
              </a:rPr>
              <a:t>……</a:t>
            </a:r>
            <a:endParaRPr lang="en-US" altLang="zh-CN"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94" name="Shape 291"/>
          <p:cNvSpPr txBox="1"/>
          <p:nvPr/>
        </p:nvSpPr>
        <p:spPr>
          <a:xfrm>
            <a:off x="4419433" y="4428051"/>
            <a:ext cx="3160309" cy="311745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 anchor="ctr" anchorCtr="0">
            <a:normAutofit fontScale="90000"/>
          </a:bodyPr>
          <a:lstStyle/>
          <a:p>
            <a:pPr lvl="0">
              <a:buSzPct val="25000"/>
            </a:pPr>
            <a:r>
              <a:rPr lang="de-DE" altLang="zh-CN" sz="1600" b="1" dirty="0">
                <a:ea typeface="Calibri" panose="020F0502020204030204"/>
                <a:cs typeface="Calibri" panose="020F0502020204030204"/>
                <a:sym typeface="Calibri" panose="020F0502020204030204"/>
              </a:rPr>
              <a:t>Text here</a:t>
            </a:r>
            <a:endParaRPr lang="de-DE" altLang="zh-CN" sz="1600" b="1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5" name="Shape 292"/>
          <p:cNvSpPr/>
          <p:nvPr/>
        </p:nvSpPr>
        <p:spPr>
          <a:xfrm>
            <a:off x="4506934" y="3816357"/>
            <a:ext cx="292053" cy="307599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115324" y="2895"/>
                </a:moveTo>
                <a:lnTo>
                  <a:pt x="115324" y="2895"/>
                </a:lnTo>
                <a:cubicBezTo>
                  <a:pt x="112727" y="2895"/>
                  <a:pt x="4675" y="51474"/>
                  <a:pt x="2337" y="51474"/>
                </a:cubicBezTo>
                <a:cubicBezTo>
                  <a:pt x="0" y="51474"/>
                  <a:pt x="0" y="54369"/>
                  <a:pt x="2337" y="54369"/>
                </a:cubicBezTo>
                <a:cubicBezTo>
                  <a:pt x="4675" y="56943"/>
                  <a:pt x="25454" y="68525"/>
                  <a:pt x="25454" y="68525"/>
                </a:cubicBezTo>
                <a:lnTo>
                  <a:pt x="25454" y="68525"/>
                </a:lnTo>
                <a:cubicBezTo>
                  <a:pt x="41558" y="73994"/>
                  <a:pt x="41558" y="73994"/>
                  <a:pt x="41558" y="73994"/>
                </a:cubicBezTo>
                <a:cubicBezTo>
                  <a:pt x="41558" y="73994"/>
                  <a:pt x="110389" y="11260"/>
                  <a:pt x="112727" y="11260"/>
                </a:cubicBezTo>
                <a:cubicBezTo>
                  <a:pt x="112727" y="8364"/>
                  <a:pt x="112727" y="11260"/>
                  <a:pt x="112727" y="11260"/>
                </a:cubicBezTo>
                <a:lnTo>
                  <a:pt x="62337" y="79785"/>
                </a:lnTo>
                <a:lnTo>
                  <a:pt x="62337" y="79785"/>
                </a:lnTo>
                <a:cubicBezTo>
                  <a:pt x="59999" y="82680"/>
                  <a:pt x="59999" y="82680"/>
                  <a:pt x="59999" y="82680"/>
                </a:cubicBezTo>
                <a:cubicBezTo>
                  <a:pt x="62337" y="85576"/>
                  <a:pt x="62337" y="85576"/>
                  <a:pt x="62337" y="85576"/>
                </a:cubicBezTo>
                <a:lnTo>
                  <a:pt x="62337" y="85576"/>
                </a:lnTo>
                <a:cubicBezTo>
                  <a:pt x="62337" y="85576"/>
                  <a:pt x="94285" y="105522"/>
                  <a:pt x="94285" y="108418"/>
                </a:cubicBezTo>
                <a:cubicBezTo>
                  <a:pt x="96623" y="108418"/>
                  <a:pt x="98961" y="108418"/>
                  <a:pt x="101298" y="105522"/>
                </a:cubicBezTo>
                <a:cubicBezTo>
                  <a:pt x="101298" y="102627"/>
                  <a:pt x="119740" y="8364"/>
                  <a:pt x="119740" y="5790"/>
                </a:cubicBezTo>
                <a:cubicBezTo>
                  <a:pt x="119740" y="2895"/>
                  <a:pt x="117662" y="0"/>
                  <a:pt x="115324" y="2895"/>
                </a:cubicBezTo>
                <a:close/>
                <a:moveTo>
                  <a:pt x="41558" y="116782"/>
                </a:moveTo>
                <a:lnTo>
                  <a:pt x="41558" y="116782"/>
                </a:lnTo>
                <a:cubicBezTo>
                  <a:pt x="41558" y="119678"/>
                  <a:pt x="41558" y="119678"/>
                  <a:pt x="43896" y="119678"/>
                </a:cubicBezTo>
                <a:cubicBezTo>
                  <a:pt x="43896" y="116782"/>
                  <a:pt x="62337" y="99731"/>
                  <a:pt x="62337" y="99731"/>
                </a:cubicBezTo>
                <a:cubicBezTo>
                  <a:pt x="41558" y="85576"/>
                  <a:pt x="41558" y="85576"/>
                  <a:pt x="41558" y="85576"/>
                </a:cubicBezTo>
                <a:lnTo>
                  <a:pt x="41558" y="11678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lIns="91440" tIns="45720" rIns="91440" bIns="45720" anchor="ctr" anchorCtr="0">
            <a:noAutofit/>
          </a:bodyPr>
          <a:lstStyle/>
          <a:p>
            <a:endParaRPr sz="1800">
              <a:solidFill>
                <a:schemeClr val="dk1"/>
              </a:solidFill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6" name="Shape 300"/>
          <p:cNvSpPr txBox="1"/>
          <p:nvPr/>
        </p:nvSpPr>
        <p:spPr>
          <a:xfrm>
            <a:off x="2722025" y="3413008"/>
            <a:ext cx="1436658" cy="162107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/>
          <a:p>
            <a:pPr>
              <a:buSzPct val="25000"/>
            </a:pPr>
            <a:r>
              <a:rPr lang="de-DE" sz="7500" dirty="0">
                <a:solidFill>
                  <a:schemeClr val="bg1">
                    <a:lumMod val="95000"/>
                  </a:schemeClr>
                </a:solidFill>
                <a:ea typeface="Questrial"/>
                <a:cs typeface="Questrial"/>
                <a:sym typeface="Questrial"/>
              </a:rPr>
              <a:t>01</a:t>
            </a:r>
            <a:endParaRPr lang="de-DE" sz="7500" dirty="0">
              <a:solidFill>
                <a:schemeClr val="bg1">
                  <a:lumMod val="95000"/>
                </a:schemeClr>
              </a:solidFill>
              <a:ea typeface="Questrial"/>
              <a:cs typeface="Questrial"/>
              <a:sym typeface="Questrial"/>
            </a:endParaRPr>
          </a:p>
        </p:txBody>
      </p:sp>
      <p:sp>
        <p:nvSpPr>
          <p:cNvPr id="97" name="Shape 301"/>
          <p:cNvSpPr txBox="1"/>
          <p:nvPr/>
        </p:nvSpPr>
        <p:spPr>
          <a:xfrm>
            <a:off x="6337893" y="3413008"/>
            <a:ext cx="1436658" cy="162107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7500">
                <a:solidFill>
                  <a:schemeClr val="bg1">
                    <a:lumMod val="95000"/>
                  </a:schemeClr>
                </a:solidFill>
                <a:ea typeface="Questrial"/>
                <a:cs typeface="Questrial"/>
              </a:defRPr>
            </a:lvl1pPr>
          </a:lstStyle>
          <a:p>
            <a:r>
              <a:rPr lang="de-DE" dirty="0">
                <a:sym typeface="Questrial"/>
              </a:rPr>
              <a:t>02</a:t>
            </a:r>
            <a:endParaRPr lang="de-DE" dirty="0">
              <a:sym typeface="Questrial"/>
            </a:endParaRPr>
          </a:p>
        </p:txBody>
      </p:sp>
      <p:sp>
        <p:nvSpPr>
          <p:cNvPr id="98" name="Shape 302"/>
          <p:cNvSpPr txBox="1"/>
          <p:nvPr/>
        </p:nvSpPr>
        <p:spPr>
          <a:xfrm>
            <a:off x="10082242" y="3413008"/>
            <a:ext cx="1436658" cy="1621078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 anchorCtr="0">
            <a:noAutofit/>
          </a:bodyPr>
          <a:lstStyle>
            <a:defPPr>
              <a:defRPr lang="zh-CN"/>
            </a:defPPr>
            <a:lvl1pPr>
              <a:buSzPct val="25000"/>
              <a:defRPr sz="7500">
                <a:solidFill>
                  <a:schemeClr val="bg1">
                    <a:lumMod val="95000"/>
                  </a:schemeClr>
                </a:solidFill>
                <a:ea typeface="Questrial"/>
                <a:cs typeface="Questrial"/>
              </a:defRPr>
            </a:lvl1pPr>
          </a:lstStyle>
          <a:p>
            <a:r>
              <a:rPr lang="de-DE">
                <a:sym typeface="Questrial"/>
              </a:rPr>
              <a:t>03</a:t>
            </a:r>
            <a:endParaRPr lang="de-DE">
              <a:sym typeface="Questrial"/>
            </a:endParaRPr>
          </a:p>
        </p:txBody>
      </p:sp>
      <p:sp>
        <p:nvSpPr>
          <p:cNvPr id="99" name="Shape 305"/>
          <p:cNvSpPr txBox="1"/>
          <p:nvPr/>
        </p:nvSpPr>
        <p:spPr>
          <a:xfrm>
            <a:off x="1897439" y="1130299"/>
            <a:ext cx="8397123" cy="581926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ctr" anchorCtr="0">
            <a:noAutofit/>
          </a:bodyPr>
          <a:lstStyle/>
          <a:p>
            <a:pPr algn="ctr">
              <a:buSzPct val="25000"/>
            </a:pPr>
            <a:r>
              <a:rPr lang="en-US" sz="2800" dirty="0">
                <a:ea typeface="Calibri" panose="020F0502020204030204"/>
                <a:cs typeface="Calibri" panose="020F0502020204030204"/>
                <a:sym typeface="Calibri" panose="020F0502020204030204"/>
              </a:rPr>
              <a:t>Unified fonts make reading more fluent.</a:t>
            </a:r>
            <a:endParaRPr lang="en-US" sz="28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0" name="Shape 306"/>
          <p:cNvSpPr txBox="1"/>
          <p:nvPr/>
        </p:nvSpPr>
        <p:spPr>
          <a:xfrm>
            <a:off x="1897440" y="1894706"/>
            <a:ext cx="8397120" cy="594483"/>
          </a:xfrm>
          <a:prstGeom prst="rect">
            <a:avLst/>
          </a:prstGeom>
          <a:noFill/>
          <a:ln>
            <a:noFill/>
          </a:ln>
        </p:spPr>
        <p:txBody>
          <a:bodyPr lIns="45713" tIns="22850" rIns="45713" bIns="22850" anchor="t" anchorCtr="0">
            <a:noAutofit/>
          </a:bodyPr>
          <a:lstStyle/>
          <a:p>
            <a:pPr algn="ctr">
              <a:lnSpc>
                <a:spcPct val="150000"/>
              </a:lnSpc>
              <a:buSzPct val="25000"/>
            </a:pPr>
            <a:r>
              <a:rPr lang="en-US" sz="1100" dirty="0">
                <a:ea typeface="Calibri" panose="020F0502020204030204"/>
                <a:cs typeface="Calibri" panose="020F0502020204030204"/>
                <a:sym typeface="Calibri" panose="020F0502020204030204"/>
              </a:rPr>
              <a:t>Theme color makes PPT more convenient to change.</a:t>
            </a:r>
            <a:endParaRPr lang="en-US" sz="11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algn="ctr">
              <a:lnSpc>
                <a:spcPct val="150000"/>
              </a:lnSpc>
              <a:buSzPct val="25000"/>
            </a:pPr>
            <a:r>
              <a:rPr lang="en-US" sz="1100" dirty="0">
                <a:ea typeface="Calibri" panose="020F0502020204030204"/>
                <a:cs typeface="Calibri" panose="020F0502020204030204"/>
                <a:sym typeface="Calibri" panose="020F0502020204030204"/>
              </a:rPr>
              <a:t>Adjust the spacing to adapt to Chinese typesetting, use the reference line in PPT.</a:t>
            </a:r>
            <a:endParaRPr lang="en-US" sz="1100" dirty="0"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5" name="图片 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3f20ab61-be3d-415b-a707-85c5e9afb3f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55375" y="1268760"/>
            <a:ext cx="10890682" cy="4753825"/>
            <a:chOff x="655375" y="1268760"/>
            <a:chExt cx="10890682" cy="4753825"/>
          </a:xfrm>
        </p:grpSpPr>
        <p:sp>
          <p:nvSpPr>
            <p:cNvPr id="6" name="îṧ1íďe"/>
            <p:cNvSpPr/>
            <p:nvPr/>
          </p:nvSpPr>
          <p:spPr bwMode="auto">
            <a:xfrm>
              <a:off x="2029104" y="4682424"/>
              <a:ext cx="2744875" cy="1340161"/>
            </a:xfrm>
            <a:custGeom>
              <a:avLst/>
              <a:gdLst/>
              <a:ahLst/>
              <a:cxnLst>
                <a:cxn ang="0">
                  <a:pos x="764" y="0"/>
                </a:cxn>
                <a:cxn ang="0">
                  <a:pos x="1063" y="519"/>
                </a:cxn>
                <a:cxn ang="0">
                  <a:pos x="0" y="519"/>
                </a:cxn>
                <a:cxn ang="0">
                  <a:pos x="299" y="0"/>
                </a:cxn>
                <a:cxn ang="0">
                  <a:pos x="764" y="0"/>
                </a:cxn>
                <a:cxn ang="0">
                  <a:pos x="764" y="0"/>
                </a:cxn>
              </a:cxnLst>
              <a:rect l="0" t="0" r="r" b="b"/>
              <a:pathLst>
                <a:path w="1063" h="519">
                  <a:moveTo>
                    <a:pt x="764" y="0"/>
                  </a:moveTo>
                  <a:lnTo>
                    <a:pt x="1063" y="519"/>
                  </a:lnTo>
                  <a:lnTo>
                    <a:pt x="0" y="519"/>
                  </a:lnTo>
                  <a:lnTo>
                    <a:pt x="299" y="0"/>
                  </a:lnTo>
                  <a:lnTo>
                    <a:pt x="764" y="0"/>
                  </a:lnTo>
                  <a:lnTo>
                    <a:pt x="764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90000" tIns="46800" rIns="90000" bIns="46800" anchor="ctr"/>
            <a:lstStyle/>
            <a:p>
              <a:pPr algn="ctr"/>
            </a:p>
          </p:txBody>
        </p:sp>
        <p:sp>
          <p:nvSpPr>
            <p:cNvPr id="7" name="íSḻíḑè"/>
            <p:cNvSpPr/>
            <p:nvPr/>
          </p:nvSpPr>
          <p:spPr bwMode="auto">
            <a:xfrm>
              <a:off x="655375" y="1268760"/>
              <a:ext cx="2145806" cy="2378204"/>
            </a:xfrm>
            <a:custGeom>
              <a:avLst/>
              <a:gdLst/>
              <a:ahLst/>
              <a:cxnLst>
                <a:cxn ang="0">
                  <a:pos x="532" y="0"/>
                </a:cxn>
                <a:cxn ang="0">
                  <a:pos x="831" y="519"/>
                </a:cxn>
                <a:cxn ang="0">
                  <a:pos x="599" y="921"/>
                </a:cxn>
                <a:cxn ang="0">
                  <a:pos x="599" y="921"/>
                </a:cxn>
                <a:cxn ang="0">
                  <a:pos x="0" y="921"/>
                </a:cxn>
                <a:cxn ang="0">
                  <a:pos x="532" y="0"/>
                </a:cxn>
              </a:cxnLst>
              <a:rect l="0" t="0" r="r" b="b"/>
              <a:pathLst>
                <a:path w="831" h="921">
                  <a:moveTo>
                    <a:pt x="532" y="0"/>
                  </a:moveTo>
                  <a:lnTo>
                    <a:pt x="831" y="519"/>
                  </a:lnTo>
                  <a:lnTo>
                    <a:pt x="599" y="921"/>
                  </a:lnTo>
                  <a:lnTo>
                    <a:pt x="599" y="921"/>
                  </a:lnTo>
                  <a:lnTo>
                    <a:pt x="0" y="921"/>
                  </a:lnTo>
                  <a:lnTo>
                    <a:pt x="532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90000" tIns="46800" rIns="90000" bIns="46800" anchor="ctr"/>
            <a:lstStyle/>
            <a:p>
              <a:pPr algn="ctr"/>
            </a:p>
          </p:txBody>
        </p:sp>
        <p:sp>
          <p:nvSpPr>
            <p:cNvPr id="8" name="ïṣ1ídê"/>
            <p:cNvSpPr/>
            <p:nvPr/>
          </p:nvSpPr>
          <p:spPr bwMode="auto">
            <a:xfrm>
              <a:off x="655375" y="3646963"/>
              <a:ext cx="2145806" cy="2375620"/>
            </a:xfrm>
            <a:custGeom>
              <a:avLst/>
              <a:gdLst/>
              <a:ahLst/>
              <a:cxnLst>
                <a:cxn ang="0">
                  <a:pos x="831" y="401"/>
                </a:cxn>
                <a:cxn ang="0">
                  <a:pos x="532" y="920"/>
                </a:cxn>
                <a:cxn ang="0">
                  <a:pos x="0" y="0"/>
                </a:cxn>
                <a:cxn ang="0">
                  <a:pos x="599" y="0"/>
                </a:cxn>
                <a:cxn ang="0">
                  <a:pos x="831" y="401"/>
                </a:cxn>
                <a:cxn ang="0">
                  <a:pos x="831" y="401"/>
                </a:cxn>
              </a:cxnLst>
              <a:rect l="0" t="0" r="r" b="b"/>
              <a:pathLst>
                <a:path w="831" h="920">
                  <a:moveTo>
                    <a:pt x="831" y="401"/>
                  </a:moveTo>
                  <a:lnTo>
                    <a:pt x="532" y="920"/>
                  </a:lnTo>
                  <a:lnTo>
                    <a:pt x="0" y="0"/>
                  </a:lnTo>
                  <a:lnTo>
                    <a:pt x="599" y="0"/>
                  </a:lnTo>
                  <a:lnTo>
                    <a:pt x="831" y="401"/>
                  </a:lnTo>
                  <a:lnTo>
                    <a:pt x="831" y="401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90000" tIns="46800" rIns="90000" bIns="46800" anchor="ctr"/>
            <a:lstStyle/>
            <a:p>
              <a:pPr algn="ctr"/>
            </a:p>
          </p:txBody>
        </p:sp>
        <p:sp>
          <p:nvSpPr>
            <p:cNvPr id="9" name="î$líḍe"/>
            <p:cNvSpPr/>
            <p:nvPr/>
          </p:nvSpPr>
          <p:spPr bwMode="auto">
            <a:xfrm>
              <a:off x="2029104" y="1268760"/>
              <a:ext cx="2744875" cy="13453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63" y="0"/>
                </a:cxn>
                <a:cxn ang="0">
                  <a:pos x="764" y="521"/>
                </a:cxn>
                <a:cxn ang="0">
                  <a:pos x="764" y="519"/>
                </a:cxn>
                <a:cxn ang="0">
                  <a:pos x="299" y="519"/>
                </a:cxn>
                <a:cxn ang="0">
                  <a:pos x="299" y="519"/>
                </a:cxn>
                <a:cxn ang="0">
                  <a:pos x="0" y="0"/>
                </a:cxn>
              </a:cxnLst>
              <a:rect l="0" t="0" r="r" b="b"/>
              <a:pathLst>
                <a:path w="1063" h="521">
                  <a:moveTo>
                    <a:pt x="0" y="0"/>
                  </a:moveTo>
                  <a:lnTo>
                    <a:pt x="1063" y="0"/>
                  </a:lnTo>
                  <a:lnTo>
                    <a:pt x="764" y="521"/>
                  </a:lnTo>
                  <a:lnTo>
                    <a:pt x="764" y="519"/>
                  </a:lnTo>
                  <a:lnTo>
                    <a:pt x="299" y="519"/>
                  </a:lnTo>
                  <a:lnTo>
                    <a:pt x="299" y="5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 w="9525">
              <a:noFill/>
              <a:round/>
            </a:ln>
            <a:effectLst/>
          </p:spPr>
          <p:txBody>
            <a:bodyPr lIns="90000" tIns="46800" rIns="90000" bIns="46800" anchor="ctr"/>
            <a:lstStyle/>
            <a:p>
              <a:pPr algn="ctr"/>
            </a:p>
          </p:txBody>
        </p:sp>
        <p:grpSp>
          <p:nvGrpSpPr>
            <p:cNvPr id="10" name="ïšļíde"/>
            <p:cNvGrpSpPr/>
            <p:nvPr/>
          </p:nvGrpSpPr>
          <p:grpSpPr>
            <a:xfrm>
              <a:off x="2202109" y="2608921"/>
              <a:ext cx="2398861" cy="2073505"/>
              <a:chOff x="1578203" y="2273298"/>
              <a:chExt cx="1474789" cy="1274763"/>
            </a:xfrm>
            <a:effectLst/>
          </p:grpSpPr>
          <p:sp>
            <p:nvSpPr>
              <p:cNvPr id="42" name="iŝ1îḓé"/>
              <p:cNvSpPr/>
              <p:nvPr/>
            </p:nvSpPr>
            <p:spPr bwMode="auto">
              <a:xfrm>
                <a:off x="1578203" y="2273298"/>
                <a:ext cx="1474789" cy="1274763"/>
              </a:xfrm>
              <a:custGeom>
                <a:avLst/>
                <a:gdLst/>
                <a:ahLst/>
                <a:cxnLst>
                  <a:cxn ang="0">
                    <a:pos x="0" y="402"/>
                  </a:cxn>
                  <a:cxn ang="0">
                    <a:pos x="0" y="402"/>
                  </a:cxn>
                  <a:cxn ang="0">
                    <a:pos x="232" y="0"/>
                  </a:cxn>
                  <a:cxn ang="0">
                    <a:pos x="232" y="0"/>
                  </a:cxn>
                  <a:cxn ang="0">
                    <a:pos x="697" y="0"/>
                  </a:cxn>
                  <a:cxn ang="0">
                    <a:pos x="697" y="2"/>
                  </a:cxn>
                  <a:cxn ang="0">
                    <a:pos x="929" y="402"/>
                  </a:cxn>
                  <a:cxn ang="0">
                    <a:pos x="926" y="402"/>
                  </a:cxn>
                  <a:cxn ang="0">
                    <a:pos x="697" y="803"/>
                  </a:cxn>
                  <a:cxn ang="0">
                    <a:pos x="697" y="803"/>
                  </a:cxn>
                  <a:cxn ang="0">
                    <a:pos x="232" y="803"/>
                  </a:cxn>
                  <a:cxn ang="0">
                    <a:pos x="232" y="803"/>
                  </a:cxn>
                  <a:cxn ang="0">
                    <a:pos x="0" y="402"/>
                  </a:cxn>
                  <a:cxn ang="0">
                    <a:pos x="464" y="402"/>
                  </a:cxn>
                  <a:cxn ang="0">
                    <a:pos x="464" y="402"/>
                  </a:cxn>
                  <a:cxn ang="0">
                    <a:pos x="464" y="402"/>
                  </a:cxn>
                  <a:cxn ang="0">
                    <a:pos x="464" y="402"/>
                  </a:cxn>
                </a:cxnLst>
                <a:rect l="0" t="0" r="r" b="b"/>
                <a:pathLst>
                  <a:path w="929" h="803">
                    <a:moveTo>
                      <a:pt x="0" y="402"/>
                    </a:moveTo>
                    <a:lnTo>
                      <a:pt x="0" y="402"/>
                    </a:lnTo>
                    <a:lnTo>
                      <a:pt x="232" y="0"/>
                    </a:lnTo>
                    <a:lnTo>
                      <a:pt x="232" y="0"/>
                    </a:lnTo>
                    <a:lnTo>
                      <a:pt x="697" y="0"/>
                    </a:lnTo>
                    <a:lnTo>
                      <a:pt x="697" y="2"/>
                    </a:lnTo>
                    <a:lnTo>
                      <a:pt x="929" y="402"/>
                    </a:lnTo>
                    <a:lnTo>
                      <a:pt x="926" y="402"/>
                    </a:lnTo>
                    <a:lnTo>
                      <a:pt x="697" y="803"/>
                    </a:lnTo>
                    <a:lnTo>
                      <a:pt x="697" y="803"/>
                    </a:lnTo>
                    <a:lnTo>
                      <a:pt x="232" y="803"/>
                    </a:lnTo>
                    <a:lnTo>
                      <a:pt x="232" y="803"/>
                    </a:lnTo>
                    <a:lnTo>
                      <a:pt x="0" y="402"/>
                    </a:lnTo>
                    <a:close/>
                    <a:moveTo>
                      <a:pt x="464" y="402"/>
                    </a:moveTo>
                    <a:lnTo>
                      <a:pt x="464" y="402"/>
                    </a:lnTo>
                    <a:lnTo>
                      <a:pt x="464" y="402"/>
                    </a:lnTo>
                    <a:lnTo>
                      <a:pt x="464" y="402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noFill/>
                <a:round/>
              </a:ln>
              <a:effectLst/>
            </p:spPr>
            <p:txBody>
              <a:bodyPr lIns="90000" tIns="46800" rIns="90000" bIns="46800" anchor="ctr"/>
              <a:lstStyle/>
              <a:p>
                <a:pPr algn="ctr"/>
              </a:p>
            </p:txBody>
          </p:sp>
          <p:sp>
            <p:nvSpPr>
              <p:cNvPr id="43" name="íSḷíḋé"/>
              <p:cNvSpPr/>
              <p:nvPr/>
            </p:nvSpPr>
            <p:spPr bwMode="auto">
              <a:xfrm>
                <a:off x="2136793" y="2734468"/>
                <a:ext cx="357607" cy="352424"/>
              </a:xfrm>
              <a:custGeom>
                <a:avLst/>
                <a:gdLst/>
                <a:ahLst/>
                <a:cxnLst>
                  <a:cxn ang="0">
                    <a:pos x="59" y="63"/>
                  </a:cxn>
                  <a:cxn ang="0">
                    <a:pos x="55" y="61"/>
                  </a:cxn>
                  <a:cxn ang="0">
                    <a:pos x="42" y="48"/>
                  </a:cxn>
                  <a:cxn ang="0">
                    <a:pos x="27" y="53"/>
                  </a:cxn>
                  <a:cxn ang="0">
                    <a:pos x="0" y="26"/>
                  </a:cxn>
                  <a:cxn ang="0">
                    <a:pos x="27" y="0"/>
                  </a:cxn>
                  <a:cxn ang="0">
                    <a:pos x="54" y="26"/>
                  </a:cxn>
                  <a:cxn ang="0">
                    <a:pos x="49" y="41"/>
                  </a:cxn>
                  <a:cxn ang="0">
                    <a:pos x="62" y="54"/>
                  </a:cxn>
                  <a:cxn ang="0">
                    <a:pos x="64" y="58"/>
                  </a:cxn>
                  <a:cxn ang="0">
                    <a:pos x="59" y="63"/>
                  </a:cxn>
                  <a:cxn ang="0">
                    <a:pos x="27" y="9"/>
                  </a:cxn>
                  <a:cxn ang="0">
                    <a:pos x="10" y="26"/>
                  </a:cxn>
                  <a:cxn ang="0">
                    <a:pos x="27" y="43"/>
                  </a:cxn>
                  <a:cxn ang="0">
                    <a:pos x="44" y="26"/>
                  </a:cxn>
                  <a:cxn ang="0">
                    <a:pos x="27" y="9"/>
                  </a:cxn>
                </a:cxnLst>
                <a:rect l="0" t="0" r="r" b="b"/>
                <a:pathLst>
                  <a:path w="64" h="63">
                    <a:moveTo>
                      <a:pt x="59" y="63"/>
                    </a:moveTo>
                    <a:cubicBezTo>
                      <a:pt x="57" y="63"/>
                      <a:pt x="56" y="62"/>
                      <a:pt x="55" y="61"/>
                    </a:cubicBezTo>
                    <a:cubicBezTo>
                      <a:pt x="42" y="48"/>
                      <a:pt x="42" y="48"/>
                      <a:pt x="42" y="48"/>
                    </a:cubicBezTo>
                    <a:cubicBezTo>
                      <a:pt x="38" y="51"/>
                      <a:pt x="33" y="53"/>
                      <a:pt x="27" y="53"/>
                    </a:cubicBezTo>
                    <a:cubicBezTo>
                      <a:pt x="12" y="53"/>
                      <a:pt x="0" y="41"/>
                      <a:pt x="0" y="26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4" y="12"/>
                      <a:pt x="54" y="26"/>
                    </a:cubicBezTo>
                    <a:cubicBezTo>
                      <a:pt x="54" y="32"/>
                      <a:pt x="52" y="37"/>
                      <a:pt x="49" y="41"/>
                    </a:cubicBezTo>
                    <a:cubicBezTo>
                      <a:pt x="62" y="54"/>
                      <a:pt x="62" y="54"/>
                      <a:pt x="62" y="54"/>
                    </a:cubicBezTo>
                    <a:cubicBezTo>
                      <a:pt x="63" y="55"/>
                      <a:pt x="64" y="57"/>
                      <a:pt x="64" y="58"/>
                    </a:cubicBezTo>
                    <a:cubicBezTo>
                      <a:pt x="64" y="61"/>
                      <a:pt x="61" y="63"/>
                      <a:pt x="59" y="63"/>
                    </a:cubicBezTo>
                    <a:close/>
                    <a:moveTo>
                      <a:pt x="27" y="9"/>
                    </a:moveTo>
                    <a:cubicBezTo>
                      <a:pt x="18" y="9"/>
                      <a:pt x="10" y="17"/>
                      <a:pt x="10" y="26"/>
                    </a:cubicBezTo>
                    <a:cubicBezTo>
                      <a:pt x="10" y="36"/>
                      <a:pt x="18" y="43"/>
                      <a:pt x="27" y="43"/>
                    </a:cubicBezTo>
                    <a:cubicBezTo>
                      <a:pt x="37" y="43"/>
                      <a:pt x="44" y="36"/>
                      <a:pt x="44" y="26"/>
                    </a:cubicBezTo>
                    <a:cubicBezTo>
                      <a:pt x="44" y="17"/>
                      <a:pt x="37" y="9"/>
                      <a:pt x="27" y="9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lIns="90000" tIns="46800" rIns="90000" bIns="46800" anchor="ctr"/>
              <a:lstStyle/>
              <a:p>
                <a:pPr algn="ctr"/>
              </a:p>
            </p:txBody>
          </p:sp>
        </p:grpSp>
        <p:sp>
          <p:nvSpPr>
            <p:cNvPr id="11" name="íṩ1îḋê"/>
            <p:cNvSpPr txBox="1"/>
            <p:nvPr/>
          </p:nvSpPr>
          <p:spPr>
            <a:xfrm flipH="1">
              <a:off x="2399077" y="1743422"/>
              <a:ext cx="1983127" cy="396000"/>
            </a:xfrm>
            <a:prstGeom prst="rect">
              <a:avLst/>
            </a:prstGeom>
            <a:effectLst/>
          </p:spPr>
          <p:txBody>
            <a:bodyPr wrap="none" lIns="90000" tIns="46800" rIns="90000" bIns="46800" anchor="t" anchorCtr="0">
              <a:norm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2" name="îşľiḓê"/>
            <p:cNvSpPr txBox="1"/>
            <p:nvPr/>
          </p:nvSpPr>
          <p:spPr>
            <a:xfrm rot="18000000" flipH="1">
              <a:off x="892999" y="2563461"/>
              <a:ext cx="1983127" cy="396000"/>
            </a:xfrm>
            <a:prstGeom prst="rect">
              <a:avLst/>
            </a:prstGeom>
            <a:effectLst/>
          </p:spPr>
          <p:txBody>
            <a:bodyPr wrap="none" lIns="90000" tIns="46800" rIns="90000" bIns="46800" anchor="t" anchorCtr="0">
              <a:norm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3" name="ï$ḷîdé"/>
            <p:cNvSpPr txBox="1"/>
            <p:nvPr/>
          </p:nvSpPr>
          <p:spPr>
            <a:xfrm flipH="1">
              <a:off x="2445557" y="5154504"/>
              <a:ext cx="1983127" cy="396000"/>
            </a:xfrm>
            <a:prstGeom prst="rect">
              <a:avLst/>
            </a:prstGeom>
            <a:effectLst/>
          </p:spPr>
          <p:txBody>
            <a:bodyPr wrap="none" lIns="90000" tIns="46800" rIns="90000" bIns="46800" anchor="t" anchorCtr="0">
              <a:norm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4" name="ïsľiḍe"/>
            <p:cNvSpPr txBox="1"/>
            <p:nvPr/>
          </p:nvSpPr>
          <p:spPr>
            <a:xfrm rot="3600000" flipH="1">
              <a:off x="925112" y="4335646"/>
              <a:ext cx="1983127" cy="396000"/>
            </a:xfrm>
            <a:prstGeom prst="rect">
              <a:avLst/>
            </a:prstGeom>
            <a:effectLst/>
          </p:spPr>
          <p:txBody>
            <a:bodyPr wrap="none" lIns="90000" tIns="46800" rIns="90000" bIns="46800" anchor="t" anchorCtr="0">
              <a:norm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grpSp>
          <p:nvGrpSpPr>
            <p:cNvPr id="15" name="îśľîďê"/>
            <p:cNvGrpSpPr/>
            <p:nvPr/>
          </p:nvGrpSpPr>
          <p:grpSpPr>
            <a:xfrm>
              <a:off x="5597697" y="1615870"/>
              <a:ext cx="666274" cy="671027"/>
              <a:chOff x="5931156" y="1399652"/>
              <a:chExt cx="644626" cy="649224"/>
            </a:xfrm>
            <a:effectLst/>
          </p:grpSpPr>
          <p:sp>
            <p:nvSpPr>
              <p:cNvPr id="40" name="iŝlíďé"/>
              <p:cNvSpPr/>
              <p:nvPr/>
            </p:nvSpPr>
            <p:spPr>
              <a:xfrm>
                <a:off x="5931156" y="1399652"/>
                <a:ext cx="644626" cy="64922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46800" rIns="90000" bIns="46800" anchor="ctr"/>
              <a:lstStyle/>
              <a:p>
                <a:pPr algn="ctr"/>
              </a:p>
            </p:txBody>
          </p:sp>
          <p:sp>
            <p:nvSpPr>
              <p:cNvPr id="41" name="îŝľîďé"/>
              <p:cNvSpPr/>
              <p:nvPr/>
            </p:nvSpPr>
            <p:spPr bwMode="auto">
              <a:xfrm>
                <a:off x="6057730" y="1551942"/>
                <a:ext cx="400552" cy="359916"/>
              </a:xfrm>
              <a:custGeom>
                <a:avLst/>
                <a:gdLst/>
                <a:ahLst/>
                <a:cxnLst>
                  <a:cxn ang="0">
                    <a:pos x="23" y="39"/>
                  </a:cxn>
                  <a:cxn ang="0">
                    <a:pos x="21" y="41"/>
                  </a:cxn>
                  <a:cxn ang="0">
                    <a:pos x="20" y="41"/>
                  </a:cxn>
                  <a:cxn ang="0">
                    <a:pos x="19" y="40"/>
                  </a:cxn>
                  <a:cxn ang="0">
                    <a:pos x="0" y="22"/>
                  </a:cxn>
                  <a:cxn ang="0">
                    <a:pos x="0" y="19"/>
                  </a:cxn>
                  <a:cxn ang="0">
                    <a:pos x="19" y="1"/>
                  </a:cxn>
                  <a:cxn ang="0">
                    <a:pos x="21" y="0"/>
                  </a:cxn>
                  <a:cxn ang="0">
                    <a:pos x="23" y="2"/>
                  </a:cxn>
                  <a:cxn ang="0">
                    <a:pos x="23" y="5"/>
                  </a:cxn>
                  <a:cxn ang="0">
                    <a:pos x="8" y="19"/>
                  </a:cxn>
                  <a:cxn ang="0">
                    <a:pos x="8" y="22"/>
                  </a:cxn>
                  <a:cxn ang="0">
                    <a:pos x="23" y="36"/>
                  </a:cxn>
                  <a:cxn ang="0">
                    <a:pos x="23" y="39"/>
                  </a:cxn>
                  <a:cxn ang="0">
                    <a:pos x="58" y="57"/>
                  </a:cxn>
                  <a:cxn ang="0">
                    <a:pos x="57" y="57"/>
                  </a:cxn>
                  <a:cxn ang="0">
                    <a:pos x="57" y="57"/>
                  </a:cxn>
                  <a:cxn ang="0">
                    <a:pos x="56" y="56"/>
                  </a:cxn>
                  <a:cxn ang="0">
                    <a:pos x="52" y="36"/>
                  </a:cxn>
                  <a:cxn ang="0">
                    <a:pos x="36" y="30"/>
                  </a:cxn>
                  <a:cxn ang="0">
                    <a:pos x="36" y="39"/>
                  </a:cxn>
                  <a:cxn ang="0">
                    <a:pos x="35" y="41"/>
                  </a:cxn>
                  <a:cxn ang="0">
                    <a:pos x="34" y="41"/>
                  </a:cxn>
                  <a:cxn ang="0">
                    <a:pos x="32" y="40"/>
                  </a:cxn>
                  <a:cxn ang="0">
                    <a:pos x="14" y="22"/>
                  </a:cxn>
                  <a:cxn ang="0">
                    <a:pos x="14" y="19"/>
                  </a:cxn>
                  <a:cxn ang="0">
                    <a:pos x="32" y="1"/>
                  </a:cxn>
                  <a:cxn ang="0">
                    <a:pos x="35" y="0"/>
                  </a:cxn>
                  <a:cxn ang="0">
                    <a:pos x="36" y="2"/>
                  </a:cxn>
                  <a:cxn ang="0">
                    <a:pos x="36" y="12"/>
                  </a:cxn>
                  <a:cxn ang="0">
                    <a:pos x="58" y="20"/>
                  </a:cxn>
                  <a:cxn ang="0">
                    <a:pos x="64" y="38"/>
                  </a:cxn>
                  <a:cxn ang="0">
                    <a:pos x="58" y="57"/>
                  </a:cxn>
                </a:cxnLst>
                <a:rect l="0" t="0" r="r" b="b"/>
                <a:pathLst>
                  <a:path w="64" h="57">
                    <a:moveTo>
                      <a:pt x="23" y="39"/>
                    </a:moveTo>
                    <a:cubicBezTo>
                      <a:pt x="23" y="40"/>
                      <a:pt x="22" y="41"/>
                      <a:pt x="21" y="41"/>
                    </a:cubicBezTo>
                    <a:cubicBezTo>
                      <a:pt x="21" y="41"/>
                      <a:pt x="21" y="41"/>
                      <a:pt x="20" y="41"/>
                    </a:cubicBezTo>
                    <a:cubicBezTo>
                      <a:pt x="20" y="41"/>
                      <a:pt x="19" y="41"/>
                      <a:pt x="19" y="4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21"/>
                      <a:pt x="0" y="20"/>
                      <a:pt x="0" y="19"/>
                    </a:cubicBezTo>
                    <a:cubicBezTo>
                      <a:pt x="19" y="1"/>
                      <a:pt x="19" y="1"/>
                      <a:pt x="19" y="1"/>
                    </a:cubicBezTo>
                    <a:cubicBezTo>
                      <a:pt x="19" y="0"/>
                      <a:pt x="20" y="0"/>
                      <a:pt x="21" y="0"/>
                    </a:cubicBezTo>
                    <a:cubicBezTo>
                      <a:pt x="22" y="1"/>
                      <a:pt x="23" y="1"/>
                      <a:pt x="23" y="2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8" y="20"/>
                      <a:pt x="8" y="21"/>
                      <a:pt x="8" y="22"/>
                    </a:cubicBezTo>
                    <a:cubicBezTo>
                      <a:pt x="23" y="36"/>
                      <a:pt x="23" y="36"/>
                      <a:pt x="23" y="36"/>
                    </a:cubicBezTo>
                    <a:lnTo>
                      <a:pt x="23" y="39"/>
                    </a:lnTo>
                    <a:close/>
                    <a:moveTo>
                      <a:pt x="58" y="57"/>
                    </a:moveTo>
                    <a:cubicBezTo>
                      <a:pt x="58" y="57"/>
                      <a:pt x="57" y="57"/>
                      <a:pt x="57" y="57"/>
                    </a:cubicBezTo>
                    <a:cubicBezTo>
                      <a:pt x="57" y="57"/>
                      <a:pt x="57" y="57"/>
                      <a:pt x="57" y="57"/>
                    </a:cubicBezTo>
                    <a:cubicBezTo>
                      <a:pt x="56" y="57"/>
                      <a:pt x="56" y="56"/>
                      <a:pt x="56" y="56"/>
                    </a:cubicBezTo>
                    <a:cubicBezTo>
                      <a:pt x="57" y="46"/>
                      <a:pt x="56" y="40"/>
                      <a:pt x="52" y="36"/>
                    </a:cubicBezTo>
                    <a:cubicBezTo>
                      <a:pt x="49" y="32"/>
                      <a:pt x="44" y="31"/>
                      <a:pt x="36" y="30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6" y="40"/>
                      <a:pt x="36" y="41"/>
                      <a:pt x="35" y="41"/>
                    </a:cubicBezTo>
                    <a:cubicBezTo>
                      <a:pt x="35" y="41"/>
                      <a:pt x="34" y="41"/>
                      <a:pt x="34" y="41"/>
                    </a:cubicBezTo>
                    <a:cubicBezTo>
                      <a:pt x="33" y="41"/>
                      <a:pt x="33" y="41"/>
                      <a:pt x="32" y="40"/>
                    </a:cubicBezTo>
                    <a:cubicBezTo>
                      <a:pt x="14" y="22"/>
                      <a:pt x="14" y="22"/>
                      <a:pt x="14" y="22"/>
                    </a:cubicBezTo>
                    <a:cubicBezTo>
                      <a:pt x="13" y="21"/>
                      <a:pt x="13" y="20"/>
                      <a:pt x="14" y="19"/>
                    </a:cubicBezTo>
                    <a:cubicBezTo>
                      <a:pt x="32" y="1"/>
                      <a:pt x="32" y="1"/>
                      <a:pt x="32" y="1"/>
                    </a:cubicBezTo>
                    <a:cubicBezTo>
                      <a:pt x="33" y="0"/>
                      <a:pt x="34" y="0"/>
                      <a:pt x="35" y="0"/>
                    </a:cubicBezTo>
                    <a:cubicBezTo>
                      <a:pt x="36" y="1"/>
                      <a:pt x="36" y="1"/>
                      <a:pt x="36" y="2"/>
                    </a:cubicBezTo>
                    <a:cubicBezTo>
                      <a:pt x="36" y="12"/>
                      <a:pt x="36" y="12"/>
                      <a:pt x="36" y="12"/>
                    </a:cubicBezTo>
                    <a:cubicBezTo>
                      <a:pt x="46" y="12"/>
                      <a:pt x="53" y="15"/>
                      <a:pt x="58" y="20"/>
                    </a:cubicBezTo>
                    <a:cubicBezTo>
                      <a:pt x="63" y="25"/>
                      <a:pt x="64" y="33"/>
                      <a:pt x="64" y="38"/>
                    </a:cubicBezTo>
                    <a:cubicBezTo>
                      <a:pt x="64" y="45"/>
                      <a:pt x="58" y="56"/>
                      <a:pt x="58" y="57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lIns="90000" tIns="46800" rIns="90000" bIns="46800" anchor="ctr"/>
              <a:lstStyle/>
              <a:p>
                <a:pPr algn="ctr"/>
              </a:p>
            </p:txBody>
          </p:sp>
        </p:grpSp>
        <p:sp>
          <p:nvSpPr>
            <p:cNvPr id="16" name="ïş1íďè"/>
            <p:cNvSpPr/>
            <p:nvPr/>
          </p:nvSpPr>
          <p:spPr bwMode="auto">
            <a:xfrm>
              <a:off x="10678439" y="1502081"/>
              <a:ext cx="867618" cy="8986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anchor="ctr"/>
            <a:lstStyle/>
            <a:p>
              <a:pPr algn="ctr"/>
            </a:p>
          </p:txBody>
        </p:sp>
        <p:sp>
          <p:nvSpPr>
            <p:cNvPr id="17" name="îşḻíḓè"/>
            <p:cNvSpPr/>
            <p:nvPr/>
          </p:nvSpPr>
          <p:spPr bwMode="auto">
            <a:xfrm>
              <a:off x="6380448" y="1970155"/>
              <a:ext cx="3559140" cy="375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8" name="ïşḻïḍe"/>
            <p:cNvSpPr txBox="1"/>
            <p:nvPr/>
          </p:nvSpPr>
          <p:spPr bwMode="auto">
            <a:xfrm>
              <a:off x="6380448" y="1557274"/>
              <a:ext cx="355914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grpSp>
          <p:nvGrpSpPr>
            <p:cNvPr id="19" name="íṣ1ïde"/>
            <p:cNvGrpSpPr/>
            <p:nvPr/>
          </p:nvGrpSpPr>
          <p:grpSpPr>
            <a:xfrm>
              <a:off x="5597697" y="2744467"/>
              <a:ext cx="666274" cy="671027"/>
              <a:chOff x="5950091" y="2237852"/>
              <a:chExt cx="644626" cy="649224"/>
            </a:xfrm>
            <a:effectLst/>
          </p:grpSpPr>
          <p:sp>
            <p:nvSpPr>
              <p:cNvPr id="38" name="iś1ïḑè"/>
              <p:cNvSpPr/>
              <p:nvPr/>
            </p:nvSpPr>
            <p:spPr>
              <a:xfrm flipH="1">
                <a:off x="5950091" y="2237852"/>
                <a:ext cx="644626" cy="64922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46800" rIns="90000" bIns="46800" anchor="ctr"/>
              <a:lstStyle/>
              <a:p>
                <a:pPr algn="ctr"/>
              </a:p>
            </p:txBody>
          </p:sp>
          <p:sp>
            <p:nvSpPr>
              <p:cNvPr id="39" name="îś1ïḍe"/>
              <p:cNvSpPr/>
              <p:nvPr/>
            </p:nvSpPr>
            <p:spPr bwMode="auto">
              <a:xfrm>
                <a:off x="6100406" y="2400386"/>
                <a:ext cx="315200" cy="347304"/>
              </a:xfrm>
              <a:custGeom>
                <a:avLst/>
                <a:gdLst/>
                <a:ahLst/>
                <a:cxnLst>
                  <a:cxn ang="0">
                    <a:pos x="40" y="55"/>
                  </a:cxn>
                  <a:cxn ang="0">
                    <a:pos x="32" y="51"/>
                  </a:cxn>
                  <a:cxn ang="0">
                    <a:pos x="4" y="24"/>
                  </a:cxn>
                  <a:cxn ang="0">
                    <a:pos x="0" y="14"/>
                  </a:cxn>
                  <a:cxn ang="0">
                    <a:pos x="13" y="0"/>
                  </a:cxn>
                  <a:cxn ang="0">
                    <a:pos x="23" y="5"/>
                  </a:cxn>
                  <a:cxn ang="0">
                    <a:pos x="45" y="26"/>
                  </a:cxn>
                  <a:cxn ang="0">
                    <a:pos x="45" y="27"/>
                  </a:cxn>
                  <a:cxn ang="0">
                    <a:pos x="42" y="30"/>
                  </a:cxn>
                  <a:cxn ang="0">
                    <a:pos x="42" y="29"/>
                  </a:cxn>
                  <a:cxn ang="0">
                    <a:pos x="20" y="8"/>
                  </a:cxn>
                  <a:cxn ang="0">
                    <a:pos x="13" y="5"/>
                  </a:cxn>
                  <a:cxn ang="0">
                    <a:pos x="4" y="14"/>
                  </a:cxn>
                  <a:cxn ang="0">
                    <a:pos x="7" y="21"/>
                  </a:cxn>
                  <a:cxn ang="0">
                    <a:pos x="35" y="48"/>
                  </a:cxn>
                  <a:cxn ang="0">
                    <a:pos x="40" y="50"/>
                  </a:cxn>
                  <a:cxn ang="0">
                    <a:pos x="45" y="45"/>
                  </a:cxn>
                  <a:cxn ang="0">
                    <a:pos x="43" y="40"/>
                  </a:cxn>
                  <a:cxn ang="0">
                    <a:pos x="22" y="19"/>
                  </a:cxn>
                  <a:cxn ang="0">
                    <a:pos x="20" y="18"/>
                  </a:cxn>
                  <a:cxn ang="0">
                    <a:pos x="18" y="21"/>
                  </a:cxn>
                  <a:cxn ang="0">
                    <a:pos x="19" y="23"/>
                  </a:cxn>
                  <a:cxn ang="0">
                    <a:pos x="33" y="38"/>
                  </a:cxn>
                  <a:cxn ang="0">
                    <a:pos x="34" y="38"/>
                  </a:cxn>
                  <a:cxn ang="0">
                    <a:pos x="31" y="41"/>
                  </a:cxn>
                  <a:cxn ang="0">
                    <a:pos x="30" y="41"/>
                  </a:cxn>
                  <a:cxn ang="0">
                    <a:pos x="16" y="26"/>
                  </a:cxn>
                  <a:cxn ang="0">
                    <a:pos x="13" y="21"/>
                  </a:cxn>
                  <a:cxn ang="0">
                    <a:pos x="20" y="14"/>
                  </a:cxn>
                  <a:cxn ang="0">
                    <a:pos x="26" y="16"/>
                  </a:cxn>
                  <a:cxn ang="0">
                    <a:pos x="46" y="37"/>
                  </a:cxn>
                  <a:cxn ang="0">
                    <a:pos x="50" y="45"/>
                  </a:cxn>
                  <a:cxn ang="0">
                    <a:pos x="40" y="55"/>
                  </a:cxn>
                </a:cxnLst>
                <a:rect l="0" t="0" r="r" b="b"/>
                <a:pathLst>
                  <a:path w="50" h="55">
                    <a:moveTo>
                      <a:pt x="40" y="55"/>
                    </a:moveTo>
                    <a:cubicBezTo>
                      <a:pt x="37" y="55"/>
                      <a:pt x="34" y="54"/>
                      <a:pt x="32" y="51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1" y="21"/>
                      <a:pt x="0" y="18"/>
                      <a:pt x="0" y="14"/>
                    </a:cubicBezTo>
                    <a:cubicBezTo>
                      <a:pt x="0" y="7"/>
                      <a:pt x="6" y="0"/>
                      <a:pt x="13" y="0"/>
                    </a:cubicBezTo>
                    <a:cubicBezTo>
                      <a:pt x="17" y="0"/>
                      <a:pt x="21" y="2"/>
                      <a:pt x="23" y="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5" y="26"/>
                      <a:pt x="45" y="27"/>
                      <a:pt x="45" y="27"/>
                    </a:cubicBezTo>
                    <a:cubicBezTo>
                      <a:pt x="45" y="28"/>
                      <a:pt x="43" y="30"/>
                      <a:pt x="42" y="30"/>
                    </a:cubicBezTo>
                    <a:cubicBezTo>
                      <a:pt x="42" y="30"/>
                      <a:pt x="42" y="30"/>
                      <a:pt x="42" y="29"/>
                    </a:cubicBezTo>
                    <a:cubicBezTo>
                      <a:pt x="20" y="8"/>
                      <a:pt x="20" y="8"/>
                      <a:pt x="20" y="8"/>
                    </a:cubicBezTo>
                    <a:cubicBezTo>
                      <a:pt x="18" y="6"/>
                      <a:pt x="16" y="5"/>
                      <a:pt x="13" y="5"/>
                    </a:cubicBezTo>
                    <a:cubicBezTo>
                      <a:pt x="8" y="5"/>
                      <a:pt x="4" y="9"/>
                      <a:pt x="4" y="14"/>
                    </a:cubicBezTo>
                    <a:cubicBezTo>
                      <a:pt x="4" y="16"/>
                      <a:pt x="5" y="19"/>
                      <a:pt x="7" y="21"/>
                    </a:cubicBezTo>
                    <a:cubicBezTo>
                      <a:pt x="35" y="48"/>
                      <a:pt x="35" y="48"/>
                      <a:pt x="35" y="48"/>
                    </a:cubicBezTo>
                    <a:cubicBezTo>
                      <a:pt x="36" y="50"/>
                      <a:pt x="38" y="50"/>
                      <a:pt x="40" y="50"/>
                    </a:cubicBezTo>
                    <a:cubicBezTo>
                      <a:pt x="43" y="50"/>
                      <a:pt x="45" y="48"/>
                      <a:pt x="45" y="45"/>
                    </a:cubicBezTo>
                    <a:cubicBezTo>
                      <a:pt x="45" y="43"/>
                      <a:pt x="44" y="41"/>
                      <a:pt x="43" y="40"/>
                    </a:cubicBezTo>
                    <a:cubicBezTo>
                      <a:pt x="22" y="19"/>
                      <a:pt x="22" y="19"/>
                      <a:pt x="22" y="19"/>
                    </a:cubicBezTo>
                    <a:cubicBezTo>
                      <a:pt x="22" y="19"/>
                      <a:pt x="21" y="18"/>
                      <a:pt x="20" y="18"/>
                    </a:cubicBezTo>
                    <a:cubicBezTo>
                      <a:pt x="19" y="18"/>
                      <a:pt x="18" y="19"/>
                      <a:pt x="18" y="21"/>
                    </a:cubicBezTo>
                    <a:cubicBezTo>
                      <a:pt x="18" y="22"/>
                      <a:pt x="18" y="22"/>
                      <a:pt x="19" y="23"/>
                    </a:cubicBezTo>
                    <a:cubicBezTo>
                      <a:pt x="33" y="38"/>
                      <a:pt x="33" y="38"/>
                      <a:pt x="33" y="38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34" y="39"/>
                      <a:pt x="32" y="41"/>
                      <a:pt x="31" y="41"/>
                    </a:cubicBezTo>
                    <a:cubicBezTo>
                      <a:pt x="31" y="41"/>
                      <a:pt x="30" y="41"/>
                      <a:pt x="30" y="41"/>
                    </a:cubicBezTo>
                    <a:cubicBezTo>
                      <a:pt x="16" y="26"/>
                      <a:pt x="16" y="26"/>
                      <a:pt x="16" y="26"/>
                    </a:cubicBezTo>
                    <a:cubicBezTo>
                      <a:pt x="14" y="25"/>
                      <a:pt x="13" y="23"/>
                      <a:pt x="13" y="21"/>
                    </a:cubicBezTo>
                    <a:cubicBezTo>
                      <a:pt x="13" y="17"/>
                      <a:pt x="16" y="14"/>
                      <a:pt x="20" y="14"/>
                    </a:cubicBezTo>
                    <a:cubicBezTo>
                      <a:pt x="22" y="14"/>
                      <a:pt x="24" y="15"/>
                      <a:pt x="26" y="16"/>
                    </a:cubicBezTo>
                    <a:cubicBezTo>
                      <a:pt x="46" y="37"/>
                      <a:pt x="46" y="37"/>
                      <a:pt x="46" y="37"/>
                    </a:cubicBezTo>
                    <a:cubicBezTo>
                      <a:pt x="49" y="39"/>
                      <a:pt x="50" y="42"/>
                      <a:pt x="50" y="45"/>
                    </a:cubicBezTo>
                    <a:cubicBezTo>
                      <a:pt x="50" y="51"/>
                      <a:pt x="46" y="55"/>
                      <a:pt x="40" y="55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lIns="90000" tIns="46800" rIns="90000" bIns="46800" anchor="ctr"/>
              <a:lstStyle/>
              <a:p>
                <a:pPr algn="ctr"/>
              </a:p>
            </p:txBody>
          </p:sp>
        </p:grpSp>
        <p:sp>
          <p:nvSpPr>
            <p:cNvPr id="20" name="íṡliḑe"/>
            <p:cNvSpPr/>
            <p:nvPr/>
          </p:nvSpPr>
          <p:spPr bwMode="auto">
            <a:xfrm>
              <a:off x="10678439" y="2630678"/>
              <a:ext cx="867618" cy="8986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anchor="ctr"/>
            <a:lstStyle/>
            <a:p>
              <a:pPr algn="ctr"/>
            </a:p>
          </p:txBody>
        </p:sp>
        <p:sp>
          <p:nvSpPr>
            <p:cNvPr id="21" name="îṡlïḍè"/>
            <p:cNvSpPr/>
            <p:nvPr/>
          </p:nvSpPr>
          <p:spPr bwMode="auto">
            <a:xfrm>
              <a:off x="6380448" y="3098752"/>
              <a:ext cx="3559140" cy="375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2" name="íŝ1ïḍê"/>
            <p:cNvSpPr txBox="1"/>
            <p:nvPr/>
          </p:nvSpPr>
          <p:spPr bwMode="auto">
            <a:xfrm>
              <a:off x="6380448" y="2685871"/>
              <a:ext cx="355914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grpSp>
          <p:nvGrpSpPr>
            <p:cNvPr id="23" name="îşḻiḑe"/>
            <p:cNvGrpSpPr/>
            <p:nvPr/>
          </p:nvGrpSpPr>
          <p:grpSpPr>
            <a:xfrm>
              <a:off x="5597697" y="3873064"/>
              <a:ext cx="666274" cy="671027"/>
              <a:chOff x="5931156" y="3059486"/>
              <a:chExt cx="644626" cy="649224"/>
            </a:xfrm>
            <a:effectLst/>
          </p:grpSpPr>
          <p:sp>
            <p:nvSpPr>
              <p:cNvPr id="36" name="îṣlíḋé"/>
              <p:cNvSpPr/>
              <p:nvPr/>
            </p:nvSpPr>
            <p:spPr>
              <a:xfrm>
                <a:off x="5931156" y="3059486"/>
                <a:ext cx="644626" cy="64922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46800" rIns="90000" bIns="46800" anchor="ctr"/>
              <a:lstStyle/>
              <a:p>
                <a:pPr algn="ctr"/>
              </a:p>
            </p:txBody>
          </p:sp>
          <p:sp>
            <p:nvSpPr>
              <p:cNvPr id="37" name="ísľîďé"/>
              <p:cNvSpPr/>
              <p:nvPr/>
            </p:nvSpPr>
            <p:spPr bwMode="auto">
              <a:xfrm>
                <a:off x="6058775" y="3227031"/>
                <a:ext cx="398463" cy="345165"/>
              </a:xfrm>
              <a:custGeom>
                <a:avLst/>
                <a:gdLst/>
                <a:ahLst/>
                <a:cxnLst>
                  <a:cxn ang="0">
                    <a:pos x="67" y="63"/>
                  </a:cxn>
                  <a:cxn ang="0">
                    <a:pos x="0" y="57"/>
                  </a:cxn>
                  <a:cxn ang="0">
                    <a:pos x="7" y="0"/>
                  </a:cxn>
                  <a:cxn ang="0">
                    <a:pos x="73" y="6"/>
                  </a:cxn>
                  <a:cxn ang="0">
                    <a:pos x="15" y="7"/>
                  </a:cxn>
                  <a:cxn ang="0">
                    <a:pos x="8" y="4"/>
                  </a:cxn>
                  <a:cxn ang="0">
                    <a:pos x="5" y="12"/>
                  </a:cxn>
                  <a:cxn ang="0">
                    <a:pos x="13" y="14"/>
                  </a:cxn>
                  <a:cxn ang="0">
                    <a:pos x="15" y="7"/>
                  </a:cxn>
                  <a:cxn ang="0">
                    <a:pos x="13" y="19"/>
                  </a:cxn>
                  <a:cxn ang="0">
                    <a:pos x="5" y="21"/>
                  </a:cxn>
                  <a:cxn ang="0">
                    <a:pos x="8" y="29"/>
                  </a:cxn>
                  <a:cxn ang="0">
                    <a:pos x="15" y="26"/>
                  </a:cxn>
                  <a:cxn ang="0">
                    <a:pos x="15" y="36"/>
                  </a:cxn>
                  <a:cxn ang="0">
                    <a:pos x="8" y="34"/>
                  </a:cxn>
                  <a:cxn ang="0">
                    <a:pos x="5" y="41"/>
                  </a:cxn>
                  <a:cxn ang="0">
                    <a:pos x="13" y="43"/>
                  </a:cxn>
                  <a:cxn ang="0">
                    <a:pos x="15" y="36"/>
                  </a:cxn>
                  <a:cxn ang="0">
                    <a:pos x="13" y="48"/>
                  </a:cxn>
                  <a:cxn ang="0">
                    <a:pos x="5" y="51"/>
                  </a:cxn>
                  <a:cxn ang="0">
                    <a:pos x="8" y="58"/>
                  </a:cxn>
                  <a:cxn ang="0">
                    <a:pos x="15" y="55"/>
                  </a:cxn>
                  <a:cxn ang="0">
                    <a:pos x="54" y="7"/>
                  </a:cxn>
                  <a:cxn ang="0">
                    <a:pos x="22" y="4"/>
                  </a:cxn>
                  <a:cxn ang="0">
                    <a:pos x="20" y="26"/>
                  </a:cxn>
                  <a:cxn ang="0">
                    <a:pos x="51" y="29"/>
                  </a:cxn>
                  <a:cxn ang="0">
                    <a:pos x="54" y="7"/>
                  </a:cxn>
                  <a:cxn ang="0">
                    <a:pos x="51" y="34"/>
                  </a:cxn>
                  <a:cxn ang="0">
                    <a:pos x="20" y="36"/>
                  </a:cxn>
                  <a:cxn ang="0">
                    <a:pos x="22" y="58"/>
                  </a:cxn>
                  <a:cxn ang="0">
                    <a:pos x="54" y="55"/>
                  </a:cxn>
                  <a:cxn ang="0">
                    <a:pos x="68" y="7"/>
                  </a:cxn>
                  <a:cxn ang="0">
                    <a:pos x="61" y="4"/>
                  </a:cxn>
                  <a:cxn ang="0">
                    <a:pos x="59" y="12"/>
                  </a:cxn>
                  <a:cxn ang="0">
                    <a:pos x="66" y="14"/>
                  </a:cxn>
                  <a:cxn ang="0">
                    <a:pos x="68" y="7"/>
                  </a:cxn>
                  <a:cxn ang="0">
                    <a:pos x="66" y="19"/>
                  </a:cxn>
                  <a:cxn ang="0">
                    <a:pos x="59" y="21"/>
                  </a:cxn>
                  <a:cxn ang="0">
                    <a:pos x="61" y="29"/>
                  </a:cxn>
                  <a:cxn ang="0">
                    <a:pos x="68" y="26"/>
                  </a:cxn>
                  <a:cxn ang="0">
                    <a:pos x="68" y="36"/>
                  </a:cxn>
                  <a:cxn ang="0">
                    <a:pos x="61" y="34"/>
                  </a:cxn>
                  <a:cxn ang="0">
                    <a:pos x="59" y="41"/>
                  </a:cxn>
                  <a:cxn ang="0">
                    <a:pos x="66" y="43"/>
                  </a:cxn>
                  <a:cxn ang="0">
                    <a:pos x="68" y="36"/>
                  </a:cxn>
                  <a:cxn ang="0">
                    <a:pos x="66" y="48"/>
                  </a:cxn>
                  <a:cxn ang="0">
                    <a:pos x="59" y="51"/>
                  </a:cxn>
                  <a:cxn ang="0">
                    <a:pos x="61" y="58"/>
                  </a:cxn>
                  <a:cxn ang="0">
                    <a:pos x="68" y="55"/>
                  </a:cxn>
                </a:cxnLst>
                <a:rect l="0" t="0" r="r" b="b"/>
                <a:pathLst>
                  <a:path w="73" h="63">
                    <a:moveTo>
                      <a:pt x="73" y="57"/>
                    </a:moveTo>
                    <a:cubicBezTo>
                      <a:pt x="73" y="60"/>
                      <a:pt x="71" y="63"/>
                      <a:pt x="67" y="63"/>
                    </a:cubicBezTo>
                    <a:cubicBezTo>
                      <a:pt x="7" y="63"/>
                      <a:pt x="7" y="63"/>
                      <a:pt x="7" y="63"/>
                    </a:cubicBezTo>
                    <a:cubicBezTo>
                      <a:pt x="3" y="63"/>
                      <a:pt x="0" y="60"/>
                      <a:pt x="0" y="5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71" y="0"/>
                      <a:pt x="73" y="2"/>
                      <a:pt x="73" y="6"/>
                    </a:cubicBezTo>
                    <a:lnTo>
                      <a:pt x="73" y="57"/>
                    </a:lnTo>
                    <a:close/>
                    <a:moveTo>
                      <a:pt x="15" y="7"/>
                    </a:moveTo>
                    <a:cubicBezTo>
                      <a:pt x="15" y="6"/>
                      <a:pt x="14" y="4"/>
                      <a:pt x="13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6" y="4"/>
                      <a:pt x="5" y="6"/>
                      <a:pt x="5" y="7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3"/>
                      <a:pt x="6" y="14"/>
                      <a:pt x="8" y="14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4" y="14"/>
                      <a:pt x="15" y="13"/>
                      <a:pt x="15" y="12"/>
                    </a:cubicBezTo>
                    <a:lnTo>
                      <a:pt x="15" y="7"/>
                    </a:lnTo>
                    <a:close/>
                    <a:moveTo>
                      <a:pt x="15" y="21"/>
                    </a:moveTo>
                    <a:cubicBezTo>
                      <a:pt x="15" y="20"/>
                      <a:pt x="14" y="19"/>
                      <a:pt x="13" y="19"/>
                    </a:cubicBezTo>
                    <a:cubicBezTo>
                      <a:pt x="8" y="19"/>
                      <a:pt x="8" y="19"/>
                      <a:pt x="8" y="19"/>
                    </a:cubicBezTo>
                    <a:cubicBezTo>
                      <a:pt x="6" y="19"/>
                      <a:pt x="5" y="20"/>
                      <a:pt x="5" y="21"/>
                    </a:cubicBezTo>
                    <a:cubicBezTo>
                      <a:pt x="5" y="26"/>
                      <a:pt x="5" y="26"/>
                      <a:pt x="5" y="26"/>
                    </a:cubicBezTo>
                    <a:cubicBezTo>
                      <a:pt x="5" y="28"/>
                      <a:pt x="6" y="29"/>
                      <a:pt x="8" y="29"/>
                    </a:cubicBezTo>
                    <a:cubicBezTo>
                      <a:pt x="13" y="29"/>
                      <a:pt x="13" y="29"/>
                      <a:pt x="13" y="29"/>
                    </a:cubicBezTo>
                    <a:cubicBezTo>
                      <a:pt x="14" y="29"/>
                      <a:pt x="15" y="28"/>
                      <a:pt x="15" y="26"/>
                    </a:cubicBezTo>
                    <a:lnTo>
                      <a:pt x="15" y="21"/>
                    </a:lnTo>
                    <a:close/>
                    <a:moveTo>
                      <a:pt x="15" y="36"/>
                    </a:moveTo>
                    <a:cubicBezTo>
                      <a:pt x="15" y="35"/>
                      <a:pt x="14" y="34"/>
                      <a:pt x="13" y="34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6" y="34"/>
                      <a:pt x="5" y="35"/>
                      <a:pt x="5" y="36"/>
                    </a:cubicBezTo>
                    <a:cubicBezTo>
                      <a:pt x="5" y="41"/>
                      <a:pt x="5" y="41"/>
                      <a:pt x="5" y="41"/>
                    </a:cubicBezTo>
                    <a:cubicBezTo>
                      <a:pt x="5" y="42"/>
                      <a:pt x="6" y="43"/>
                      <a:pt x="8" y="43"/>
                    </a:cubicBezTo>
                    <a:cubicBezTo>
                      <a:pt x="13" y="43"/>
                      <a:pt x="13" y="43"/>
                      <a:pt x="13" y="43"/>
                    </a:cubicBezTo>
                    <a:cubicBezTo>
                      <a:pt x="14" y="43"/>
                      <a:pt x="15" y="42"/>
                      <a:pt x="15" y="41"/>
                    </a:cubicBezTo>
                    <a:lnTo>
                      <a:pt x="15" y="36"/>
                    </a:lnTo>
                    <a:close/>
                    <a:moveTo>
                      <a:pt x="15" y="51"/>
                    </a:moveTo>
                    <a:cubicBezTo>
                      <a:pt x="15" y="49"/>
                      <a:pt x="14" y="48"/>
                      <a:pt x="13" y="48"/>
                    </a:cubicBezTo>
                    <a:cubicBezTo>
                      <a:pt x="8" y="48"/>
                      <a:pt x="8" y="48"/>
                      <a:pt x="8" y="48"/>
                    </a:cubicBezTo>
                    <a:cubicBezTo>
                      <a:pt x="6" y="48"/>
                      <a:pt x="5" y="49"/>
                      <a:pt x="5" y="51"/>
                    </a:cubicBezTo>
                    <a:cubicBezTo>
                      <a:pt x="5" y="55"/>
                      <a:pt x="5" y="55"/>
                      <a:pt x="5" y="55"/>
                    </a:cubicBezTo>
                    <a:cubicBezTo>
                      <a:pt x="5" y="57"/>
                      <a:pt x="6" y="58"/>
                      <a:pt x="8" y="58"/>
                    </a:cubicBezTo>
                    <a:cubicBezTo>
                      <a:pt x="13" y="58"/>
                      <a:pt x="13" y="58"/>
                      <a:pt x="13" y="58"/>
                    </a:cubicBezTo>
                    <a:cubicBezTo>
                      <a:pt x="14" y="58"/>
                      <a:pt x="15" y="57"/>
                      <a:pt x="15" y="55"/>
                    </a:cubicBezTo>
                    <a:lnTo>
                      <a:pt x="15" y="51"/>
                    </a:lnTo>
                    <a:close/>
                    <a:moveTo>
                      <a:pt x="54" y="7"/>
                    </a:moveTo>
                    <a:cubicBezTo>
                      <a:pt x="54" y="6"/>
                      <a:pt x="53" y="4"/>
                      <a:pt x="51" y="4"/>
                    </a:cubicBezTo>
                    <a:cubicBezTo>
                      <a:pt x="22" y="4"/>
                      <a:pt x="22" y="4"/>
                      <a:pt x="22" y="4"/>
                    </a:cubicBezTo>
                    <a:cubicBezTo>
                      <a:pt x="21" y="4"/>
                      <a:pt x="20" y="6"/>
                      <a:pt x="20" y="7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20" y="28"/>
                      <a:pt x="21" y="29"/>
                      <a:pt x="22" y="29"/>
                    </a:cubicBezTo>
                    <a:cubicBezTo>
                      <a:pt x="51" y="29"/>
                      <a:pt x="51" y="29"/>
                      <a:pt x="51" y="29"/>
                    </a:cubicBezTo>
                    <a:cubicBezTo>
                      <a:pt x="53" y="29"/>
                      <a:pt x="54" y="28"/>
                      <a:pt x="54" y="26"/>
                    </a:cubicBezTo>
                    <a:lnTo>
                      <a:pt x="54" y="7"/>
                    </a:lnTo>
                    <a:close/>
                    <a:moveTo>
                      <a:pt x="54" y="36"/>
                    </a:moveTo>
                    <a:cubicBezTo>
                      <a:pt x="54" y="35"/>
                      <a:pt x="53" y="34"/>
                      <a:pt x="51" y="34"/>
                    </a:cubicBezTo>
                    <a:cubicBezTo>
                      <a:pt x="22" y="34"/>
                      <a:pt x="22" y="34"/>
                      <a:pt x="22" y="34"/>
                    </a:cubicBezTo>
                    <a:cubicBezTo>
                      <a:pt x="21" y="34"/>
                      <a:pt x="20" y="35"/>
                      <a:pt x="20" y="36"/>
                    </a:cubicBezTo>
                    <a:cubicBezTo>
                      <a:pt x="20" y="55"/>
                      <a:pt x="20" y="55"/>
                      <a:pt x="20" y="55"/>
                    </a:cubicBezTo>
                    <a:cubicBezTo>
                      <a:pt x="20" y="57"/>
                      <a:pt x="21" y="58"/>
                      <a:pt x="22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3" y="58"/>
                      <a:pt x="54" y="57"/>
                      <a:pt x="54" y="55"/>
                    </a:cubicBezTo>
                    <a:lnTo>
                      <a:pt x="54" y="36"/>
                    </a:lnTo>
                    <a:close/>
                    <a:moveTo>
                      <a:pt x="68" y="7"/>
                    </a:moveTo>
                    <a:cubicBezTo>
                      <a:pt x="68" y="6"/>
                      <a:pt x="67" y="4"/>
                      <a:pt x="66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0" y="4"/>
                      <a:pt x="59" y="6"/>
                      <a:pt x="59" y="7"/>
                    </a:cubicBezTo>
                    <a:cubicBezTo>
                      <a:pt x="59" y="12"/>
                      <a:pt x="59" y="12"/>
                      <a:pt x="59" y="12"/>
                    </a:cubicBezTo>
                    <a:cubicBezTo>
                      <a:pt x="59" y="13"/>
                      <a:pt x="60" y="14"/>
                      <a:pt x="61" y="14"/>
                    </a:cubicBezTo>
                    <a:cubicBezTo>
                      <a:pt x="66" y="14"/>
                      <a:pt x="66" y="14"/>
                      <a:pt x="66" y="14"/>
                    </a:cubicBezTo>
                    <a:cubicBezTo>
                      <a:pt x="67" y="14"/>
                      <a:pt x="68" y="13"/>
                      <a:pt x="68" y="12"/>
                    </a:cubicBezTo>
                    <a:lnTo>
                      <a:pt x="68" y="7"/>
                    </a:lnTo>
                    <a:close/>
                    <a:moveTo>
                      <a:pt x="68" y="21"/>
                    </a:moveTo>
                    <a:cubicBezTo>
                      <a:pt x="68" y="20"/>
                      <a:pt x="67" y="19"/>
                      <a:pt x="66" y="19"/>
                    </a:cubicBezTo>
                    <a:cubicBezTo>
                      <a:pt x="61" y="19"/>
                      <a:pt x="61" y="19"/>
                      <a:pt x="61" y="19"/>
                    </a:cubicBezTo>
                    <a:cubicBezTo>
                      <a:pt x="60" y="19"/>
                      <a:pt x="59" y="20"/>
                      <a:pt x="59" y="21"/>
                    </a:cubicBezTo>
                    <a:cubicBezTo>
                      <a:pt x="59" y="26"/>
                      <a:pt x="59" y="26"/>
                      <a:pt x="59" y="26"/>
                    </a:cubicBezTo>
                    <a:cubicBezTo>
                      <a:pt x="59" y="28"/>
                      <a:pt x="60" y="29"/>
                      <a:pt x="61" y="29"/>
                    </a:cubicBezTo>
                    <a:cubicBezTo>
                      <a:pt x="66" y="29"/>
                      <a:pt x="66" y="29"/>
                      <a:pt x="66" y="29"/>
                    </a:cubicBezTo>
                    <a:cubicBezTo>
                      <a:pt x="67" y="29"/>
                      <a:pt x="68" y="28"/>
                      <a:pt x="68" y="26"/>
                    </a:cubicBezTo>
                    <a:lnTo>
                      <a:pt x="68" y="21"/>
                    </a:lnTo>
                    <a:close/>
                    <a:moveTo>
                      <a:pt x="68" y="36"/>
                    </a:moveTo>
                    <a:cubicBezTo>
                      <a:pt x="68" y="35"/>
                      <a:pt x="67" y="34"/>
                      <a:pt x="66" y="34"/>
                    </a:cubicBezTo>
                    <a:cubicBezTo>
                      <a:pt x="61" y="34"/>
                      <a:pt x="61" y="34"/>
                      <a:pt x="61" y="34"/>
                    </a:cubicBezTo>
                    <a:cubicBezTo>
                      <a:pt x="60" y="34"/>
                      <a:pt x="59" y="35"/>
                      <a:pt x="59" y="36"/>
                    </a:cubicBezTo>
                    <a:cubicBezTo>
                      <a:pt x="59" y="41"/>
                      <a:pt x="59" y="41"/>
                      <a:pt x="59" y="41"/>
                    </a:cubicBezTo>
                    <a:cubicBezTo>
                      <a:pt x="59" y="42"/>
                      <a:pt x="60" y="43"/>
                      <a:pt x="61" y="43"/>
                    </a:cubicBezTo>
                    <a:cubicBezTo>
                      <a:pt x="66" y="43"/>
                      <a:pt x="66" y="43"/>
                      <a:pt x="66" y="43"/>
                    </a:cubicBezTo>
                    <a:cubicBezTo>
                      <a:pt x="67" y="43"/>
                      <a:pt x="68" y="42"/>
                      <a:pt x="68" y="41"/>
                    </a:cubicBezTo>
                    <a:lnTo>
                      <a:pt x="68" y="36"/>
                    </a:lnTo>
                    <a:close/>
                    <a:moveTo>
                      <a:pt x="68" y="51"/>
                    </a:moveTo>
                    <a:cubicBezTo>
                      <a:pt x="68" y="49"/>
                      <a:pt x="67" y="48"/>
                      <a:pt x="66" y="4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0" y="48"/>
                      <a:pt x="59" y="49"/>
                      <a:pt x="59" y="51"/>
                    </a:cubicBezTo>
                    <a:cubicBezTo>
                      <a:pt x="59" y="55"/>
                      <a:pt x="59" y="55"/>
                      <a:pt x="59" y="55"/>
                    </a:cubicBezTo>
                    <a:cubicBezTo>
                      <a:pt x="59" y="57"/>
                      <a:pt x="60" y="58"/>
                      <a:pt x="61" y="58"/>
                    </a:cubicBezTo>
                    <a:cubicBezTo>
                      <a:pt x="66" y="58"/>
                      <a:pt x="66" y="58"/>
                      <a:pt x="66" y="58"/>
                    </a:cubicBezTo>
                    <a:cubicBezTo>
                      <a:pt x="67" y="58"/>
                      <a:pt x="68" y="57"/>
                      <a:pt x="68" y="55"/>
                    </a:cubicBezTo>
                    <a:lnTo>
                      <a:pt x="68" y="51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lIns="90000" tIns="46800" rIns="90000" bIns="46800" anchor="ctr"/>
              <a:lstStyle/>
              <a:p>
                <a:pPr algn="ctr"/>
              </a:p>
            </p:txBody>
          </p:sp>
        </p:grpSp>
        <p:sp>
          <p:nvSpPr>
            <p:cNvPr id="24" name="íŝľïďè"/>
            <p:cNvSpPr/>
            <p:nvPr/>
          </p:nvSpPr>
          <p:spPr bwMode="auto">
            <a:xfrm>
              <a:off x="10678439" y="3759275"/>
              <a:ext cx="867618" cy="8986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anchor="ctr"/>
            <a:lstStyle/>
            <a:p>
              <a:pPr algn="ctr"/>
            </a:p>
          </p:txBody>
        </p:sp>
        <p:sp>
          <p:nvSpPr>
            <p:cNvPr id="25" name="iŝlïḋe"/>
            <p:cNvSpPr/>
            <p:nvPr/>
          </p:nvSpPr>
          <p:spPr bwMode="auto">
            <a:xfrm>
              <a:off x="6380448" y="4227349"/>
              <a:ext cx="3559140" cy="375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6" name="îṡḷîḍê"/>
            <p:cNvSpPr txBox="1"/>
            <p:nvPr/>
          </p:nvSpPr>
          <p:spPr bwMode="auto">
            <a:xfrm>
              <a:off x="6380448" y="3814468"/>
              <a:ext cx="355914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grpSp>
          <p:nvGrpSpPr>
            <p:cNvPr id="27" name="iṧ1iḍé"/>
            <p:cNvGrpSpPr/>
            <p:nvPr/>
          </p:nvGrpSpPr>
          <p:grpSpPr>
            <a:xfrm>
              <a:off x="5597697" y="5001661"/>
              <a:ext cx="666274" cy="671027"/>
              <a:chOff x="5937844" y="3877809"/>
              <a:chExt cx="644626" cy="649224"/>
            </a:xfrm>
            <a:effectLst/>
          </p:grpSpPr>
          <p:sp>
            <p:nvSpPr>
              <p:cNvPr id="34" name="íŝḻiḋê"/>
              <p:cNvSpPr/>
              <p:nvPr/>
            </p:nvSpPr>
            <p:spPr>
              <a:xfrm flipH="1">
                <a:off x="5937844" y="3877809"/>
                <a:ext cx="644626" cy="64922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0000" tIns="46800" rIns="90000" bIns="46800" anchor="ctr"/>
              <a:lstStyle/>
              <a:p>
                <a:pPr algn="ctr"/>
              </a:p>
            </p:txBody>
          </p:sp>
          <p:sp>
            <p:nvSpPr>
              <p:cNvPr id="35" name="ïS1îḓé"/>
              <p:cNvSpPr/>
              <p:nvPr/>
            </p:nvSpPr>
            <p:spPr bwMode="auto">
              <a:xfrm>
                <a:off x="6018978" y="4057735"/>
                <a:ext cx="478057" cy="320400"/>
              </a:xfrm>
              <a:custGeom>
                <a:avLst/>
                <a:gdLst/>
                <a:ahLst/>
                <a:cxnLst>
                  <a:cxn ang="0">
                    <a:pos x="86" y="15"/>
                  </a:cxn>
                  <a:cxn ang="0">
                    <a:pos x="44" y="29"/>
                  </a:cxn>
                  <a:cxn ang="0">
                    <a:pos x="43" y="29"/>
                  </a:cxn>
                  <a:cxn ang="0">
                    <a:pos x="43" y="29"/>
                  </a:cxn>
                  <a:cxn ang="0">
                    <a:pos x="18" y="21"/>
                  </a:cxn>
                  <a:cxn ang="0">
                    <a:pos x="14" y="32"/>
                  </a:cxn>
                  <a:cxn ang="0">
                    <a:pos x="17" y="36"/>
                  </a:cxn>
                  <a:cxn ang="0">
                    <a:pos x="15" y="40"/>
                  </a:cxn>
                  <a:cxn ang="0">
                    <a:pos x="17" y="56"/>
                  </a:cxn>
                  <a:cxn ang="0">
                    <a:pos x="16" y="57"/>
                  </a:cxn>
                  <a:cxn ang="0">
                    <a:pos x="16" y="58"/>
                  </a:cxn>
                  <a:cxn ang="0">
                    <a:pos x="8" y="58"/>
                  </a:cxn>
                  <a:cxn ang="0">
                    <a:pos x="7" y="57"/>
                  </a:cxn>
                  <a:cxn ang="0">
                    <a:pos x="7" y="56"/>
                  </a:cxn>
                  <a:cxn ang="0">
                    <a:pos x="9" y="40"/>
                  </a:cxn>
                  <a:cxn ang="0">
                    <a:pos x="7" y="36"/>
                  </a:cxn>
                  <a:cxn ang="0">
                    <a:pos x="10" y="32"/>
                  </a:cxn>
                  <a:cxn ang="0">
                    <a:pos x="13" y="19"/>
                  </a:cxn>
                  <a:cxn ang="0">
                    <a:pos x="1" y="15"/>
                  </a:cxn>
                  <a:cxn ang="0">
                    <a:pos x="0" y="14"/>
                  </a:cxn>
                  <a:cxn ang="0">
                    <a:pos x="1" y="13"/>
                  </a:cxn>
                  <a:cxn ang="0">
                    <a:pos x="43" y="0"/>
                  </a:cxn>
                  <a:cxn ang="0">
                    <a:pos x="43" y="0"/>
                  </a:cxn>
                  <a:cxn ang="0">
                    <a:pos x="44" y="0"/>
                  </a:cxn>
                  <a:cxn ang="0">
                    <a:pos x="86" y="13"/>
                  </a:cxn>
                  <a:cxn ang="0">
                    <a:pos x="87" y="14"/>
                  </a:cxn>
                  <a:cxn ang="0">
                    <a:pos x="86" y="15"/>
                  </a:cxn>
                  <a:cxn ang="0">
                    <a:pos x="68" y="38"/>
                  </a:cxn>
                  <a:cxn ang="0">
                    <a:pos x="43" y="48"/>
                  </a:cxn>
                  <a:cxn ang="0">
                    <a:pos x="19" y="38"/>
                  </a:cxn>
                  <a:cxn ang="0">
                    <a:pos x="20" y="26"/>
                  </a:cxn>
                  <a:cxn ang="0">
                    <a:pos x="42" y="33"/>
                  </a:cxn>
                  <a:cxn ang="0">
                    <a:pos x="43" y="34"/>
                  </a:cxn>
                  <a:cxn ang="0">
                    <a:pos x="45" y="33"/>
                  </a:cxn>
                  <a:cxn ang="0">
                    <a:pos x="67" y="26"/>
                  </a:cxn>
                  <a:cxn ang="0">
                    <a:pos x="68" y="38"/>
                  </a:cxn>
                </a:cxnLst>
                <a:rect l="0" t="0" r="r" b="b"/>
                <a:pathLst>
                  <a:path w="87" h="58">
                    <a:moveTo>
                      <a:pt x="86" y="15"/>
                    </a:move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9"/>
                      <a:pt x="44" y="29"/>
                      <a:pt x="43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6" y="23"/>
                      <a:pt x="15" y="27"/>
                      <a:pt x="14" y="32"/>
                    </a:cubicBezTo>
                    <a:cubicBezTo>
                      <a:pt x="16" y="33"/>
                      <a:pt x="17" y="34"/>
                      <a:pt x="17" y="36"/>
                    </a:cubicBezTo>
                    <a:cubicBezTo>
                      <a:pt x="17" y="38"/>
                      <a:pt x="16" y="39"/>
                      <a:pt x="15" y="40"/>
                    </a:cubicBezTo>
                    <a:cubicBezTo>
                      <a:pt x="17" y="56"/>
                      <a:pt x="17" y="56"/>
                      <a:pt x="17" y="56"/>
                    </a:cubicBezTo>
                    <a:cubicBezTo>
                      <a:pt x="17" y="57"/>
                      <a:pt x="17" y="57"/>
                      <a:pt x="16" y="57"/>
                    </a:cubicBezTo>
                    <a:cubicBezTo>
                      <a:pt x="16" y="58"/>
                      <a:pt x="16" y="58"/>
                      <a:pt x="16" y="58"/>
                    </a:cubicBezTo>
                    <a:cubicBezTo>
                      <a:pt x="8" y="58"/>
                      <a:pt x="8" y="58"/>
                      <a:pt x="8" y="58"/>
                    </a:cubicBezTo>
                    <a:cubicBezTo>
                      <a:pt x="8" y="58"/>
                      <a:pt x="8" y="58"/>
                      <a:pt x="7" y="57"/>
                    </a:cubicBezTo>
                    <a:cubicBezTo>
                      <a:pt x="7" y="57"/>
                      <a:pt x="7" y="57"/>
                      <a:pt x="7" y="56"/>
                    </a:cubicBezTo>
                    <a:cubicBezTo>
                      <a:pt x="9" y="40"/>
                      <a:pt x="9" y="40"/>
                      <a:pt x="9" y="40"/>
                    </a:cubicBezTo>
                    <a:cubicBezTo>
                      <a:pt x="8" y="39"/>
                      <a:pt x="7" y="38"/>
                      <a:pt x="7" y="36"/>
                    </a:cubicBezTo>
                    <a:cubicBezTo>
                      <a:pt x="7" y="34"/>
                      <a:pt x="8" y="33"/>
                      <a:pt x="10" y="32"/>
                    </a:cubicBezTo>
                    <a:cubicBezTo>
                      <a:pt x="10" y="27"/>
                      <a:pt x="11" y="23"/>
                      <a:pt x="13" y="19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5"/>
                      <a:pt x="0" y="15"/>
                      <a:pt x="0" y="14"/>
                    </a:cubicBezTo>
                    <a:cubicBezTo>
                      <a:pt x="0" y="14"/>
                      <a:pt x="0" y="13"/>
                      <a:pt x="1" y="13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44" y="0"/>
                      <a:pt x="44" y="0"/>
                      <a:pt x="44" y="0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7" y="13"/>
                      <a:pt x="87" y="14"/>
                      <a:pt x="87" y="14"/>
                    </a:cubicBezTo>
                    <a:cubicBezTo>
                      <a:pt x="87" y="15"/>
                      <a:pt x="87" y="15"/>
                      <a:pt x="86" y="15"/>
                    </a:cubicBezTo>
                    <a:close/>
                    <a:moveTo>
                      <a:pt x="68" y="38"/>
                    </a:moveTo>
                    <a:cubicBezTo>
                      <a:pt x="68" y="44"/>
                      <a:pt x="57" y="48"/>
                      <a:pt x="43" y="48"/>
                    </a:cubicBezTo>
                    <a:cubicBezTo>
                      <a:pt x="30" y="48"/>
                      <a:pt x="19" y="44"/>
                      <a:pt x="19" y="38"/>
                    </a:cubicBezTo>
                    <a:cubicBezTo>
                      <a:pt x="20" y="26"/>
                      <a:pt x="20" y="26"/>
                      <a:pt x="20" y="26"/>
                    </a:cubicBezTo>
                    <a:cubicBezTo>
                      <a:pt x="42" y="33"/>
                      <a:pt x="42" y="33"/>
                      <a:pt x="42" y="33"/>
                    </a:cubicBezTo>
                    <a:cubicBezTo>
                      <a:pt x="42" y="33"/>
                      <a:pt x="43" y="34"/>
                      <a:pt x="43" y="34"/>
                    </a:cubicBezTo>
                    <a:cubicBezTo>
                      <a:pt x="44" y="34"/>
                      <a:pt x="45" y="33"/>
                      <a:pt x="45" y="33"/>
                    </a:cubicBezTo>
                    <a:cubicBezTo>
                      <a:pt x="67" y="26"/>
                      <a:pt x="67" y="26"/>
                      <a:pt x="67" y="26"/>
                    </a:cubicBezTo>
                    <a:lnTo>
                      <a:pt x="68" y="38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</a:ln>
            </p:spPr>
            <p:txBody>
              <a:bodyPr lIns="90000" tIns="46800" rIns="90000" bIns="46800" anchor="ctr"/>
              <a:lstStyle/>
              <a:p>
                <a:pPr algn="ctr"/>
              </a:p>
            </p:txBody>
          </p:sp>
        </p:grpSp>
        <p:sp>
          <p:nvSpPr>
            <p:cNvPr id="28" name="îsľîḍê"/>
            <p:cNvSpPr/>
            <p:nvPr/>
          </p:nvSpPr>
          <p:spPr bwMode="auto">
            <a:xfrm>
              <a:off x="10678439" y="4887872"/>
              <a:ext cx="867618" cy="8986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46800" rIns="90000" bIns="46800" anchor="ctr"/>
            <a:lstStyle/>
            <a:p>
              <a:pPr algn="ctr"/>
            </a:p>
          </p:txBody>
        </p:sp>
        <p:sp>
          <p:nvSpPr>
            <p:cNvPr id="29" name="iṩḻîḑé"/>
            <p:cNvSpPr/>
            <p:nvPr/>
          </p:nvSpPr>
          <p:spPr bwMode="auto">
            <a:xfrm>
              <a:off x="6380448" y="5355946"/>
              <a:ext cx="3559140" cy="375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30" name="îŝľiḓê"/>
            <p:cNvSpPr txBox="1"/>
            <p:nvPr/>
          </p:nvSpPr>
          <p:spPr bwMode="auto">
            <a:xfrm>
              <a:off x="6380448" y="4943065"/>
              <a:ext cx="355914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cxnSp>
          <p:nvCxnSpPr>
            <p:cNvPr id="31" name="直接连接符 30"/>
            <p:cNvCxnSpPr/>
            <p:nvPr/>
          </p:nvCxnSpPr>
          <p:spPr>
            <a:xfrm>
              <a:off x="6472518" y="2457862"/>
              <a:ext cx="3375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/>
          </p:nvCxnSpPr>
          <p:spPr>
            <a:xfrm>
              <a:off x="6472518" y="3575926"/>
              <a:ext cx="3375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/>
          </p:nvCxnSpPr>
          <p:spPr>
            <a:xfrm>
              <a:off x="6472518" y="4697465"/>
              <a:ext cx="33750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图片 44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3d705346-32c3-45e0-bd04-00c4efb274e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953435"/>
            <a:ext cx="12192000" cy="3680565"/>
            <a:chOff x="0" y="1953435"/>
            <a:chExt cx="12192000" cy="3680565"/>
          </a:xfrm>
        </p:grpSpPr>
        <p:sp>
          <p:nvSpPr>
            <p:cNvPr id="6" name="ïṩ1ïḋe"/>
            <p:cNvSpPr/>
            <p:nvPr/>
          </p:nvSpPr>
          <p:spPr>
            <a:xfrm>
              <a:off x="0" y="2564904"/>
              <a:ext cx="12192000" cy="1661368"/>
            </a:xfrm>
            <a:prstGeom prst="rect">
              <a:avLst/>
            </a:prstGeom>
            <a:blipFill>
              <a:blip r:embed="rId2"/>
              <a:stretch>
                <a:fillRect t="-230445" b="-158407"/>
              </a:stretch>
            </a:blipFill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íṣḷîḑe"/>
            <p:cNvSpPr/>
            <p:nvPr/>
          </p:nvSpPr>
          <p:spPr>
            <a:xfrm>
              <a:off x="0" y="3833143"/>
              <a:ext cx="12192000" cy="405055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3431704" y="2269408"/>
              <a:ext cx="0" cy="321967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8760296" y="2269408"/>
              <a:ext cx="0" cy="321967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ṥḷîḋe"/>
            <p:cNvSpPr/>
            <p:nvPr/>
          </p:nvSpPr>
          <p:spPr>
            <a:xfrm>
              <a:off x="1494363" y="1953435"/>
              <a:ext cx="1257652" cy="1257651"/>
            </a:xfrm>
            <a:prstGeom prst="ellipse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chemeClr val="accent1"/>
                  </a:gs>
                  <a:gs pos="5800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marL="225425" lvl="0" indent="-225425"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prstClr val="black"/>
                  </a:solidFill>
                </a:rPr>
                <a:t>Keyword</a:t>
              </a:r>
              <a:endParaRPr lang="en-US" altLang="zh-CN" sz="105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1" name="ísḷide"/>
            <p:cNvSpPr/>
            <p:nvPr/>
          </p:nvSpPr>
          <p:spPr>
            <a:xfrm>
              <a:off x="4142904" y="1953435"/>
              <a:ext cx="1257652" cy="1257651"/>
            </a:xfrm>
            <a:prstGeom prst="ellipse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chemeClr val="accent1"/>
                  </a:gs>
                  <a:gs pos="5800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marL="225425" lvl="0" indent="-225425"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prstClr val="black"/>
                  </a:solidFill>
                </a:rPr>
                <a:t>Keyword</a:t>
              </a:r>
              <a:endParaRPr lang="en-US" altLang="zh-CN" sz="105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2" name="îs1îḑe"/>
            <p:cNvSpPr/>
            <p:nvPr/>
          </p:nvSpPr>
          <p:spPr>
            <a:xfrm>
              <a:off x="6791445" y="1953435"/>
              <a:ext cx="1257652" cy="1257651"/>
            </a:xfrm>
            <a:prstGeom prst="ellipse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chemeClr val="accent1"/>
                  </a:gs>
                  <a:gs pos="5800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marL="225425" lvl="0" indent="-225425"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prstClr val="black"/>
                  </a:solidFill>
                </a:rPr>
                <a:t>Keyword</a:t>
              </a:r>
              <a:endParaRPr lang="en-US" altLang="zh-CN" sz="1050" b="1" kern="0" dirty="0">
                <a:solidFill>
                  <a:prstClr val="black"/>
                </a:solidFill>
              </a:endParaRPr>
            </a:p>
          </p:txBody>
        </p:sp>
        <p:sp>
          <p:nvSpPr>
            <p:cNvPr id="13" name="ïṧľídê"/>
            <p:cNvSpPr/>
            <p:nvPr/>
          </p:nvSpPr>
          <p:spPr>
            <a:xfrm>
              <a:off x="9439985" y="1953435"/>
              <a:ext cx="1257652" cy="1257651"/>
            </a:xfrm>
            <a:prstGeom prst="ellipse">
              <a:avLst/>
            </a:prstGeom>
            <a:solidFill>
              <a:schemeClr val="bg1"/>
            </a:solidFill>
            <a:ln w="28575">
              <a:gradFill>
                <a:gsLst>
                  <a:gs pos="0">
                    <a:schemeClr val="accent1"/>
                  </a:gs>
                  <a:gs pos="58000">
                    <a:schemeClr val="accent2"/>
                  </a:gs>
                  <a:gs pos="100000">
                    <a:schemeClr val="accent3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marL="225425" lvl="0" indent="-225425"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000" b="1" kern="0" dirty="0">
                  <a:solidFill>
                    <a:prstClr val="black"/>
                  </a:solidFill>
                </a:rPr>
                <a:t>Keyword</a:t>
              </a:r>
              <a:endParaRPr lang="en-US" altLang="zh-CN" sz="1050" b="1" kern="0" dirty="0">
                <a:solidFill>
                  <a:prstClr val="black"/>
                </a:solidFill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6095999" y="2269408"/>
              <a:ext cx="0" cy="321967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îṩḻîďè"/>
            <p:cNvSpPr/>
            <p:nvPr/>
          </p:nvSpPr>
          <p:spPr bwMode="auto">
            <a:xfrm>
              <a:off x="922223" y="4246023"/>
              <a:ext cx="2401931" cy="1387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16" name="íṡ1îdê"/>
            <p:cNvSpPr txBox="1"/>
            <p:nvPr/>
          </p:nvSpPr>
          <p:spPr bwMode="auto">
            <a:xfrm>
              <a:off x="922223" y="3833143"/>
              <a:ext cx="2401931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chemeClr val="bg1"/>
                  </a:solidFill>
                </a:rPr>
                <a:t>Text here</a:t>
              </a:r>
              <a:endParaRPr lang="en-US" altLang="zh-CN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iSļíďé"/>
            <p:cNvSpPr/>
            <p:nvPr/>
          </p:nvSpPr>
          <p:spPr bwMode="auto">
            <a:xfrm>
              <a:off x="3525981" y="4246023"/>
              <a:ext cx="2401931" cy="1387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18" name="îŝliḍe"/>
            <p:cNvSpPr txBox="1"/>
            <p:nvPr/>
          </p:nvSpPr>
          <p:spPr bwMode="auto">
            <a:xfrm>
              <a:off x="3525981" y="3833143"/>
              <a:ext cx="2401931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chemeClr val="bg1"/>
                  </a:solidFill>
                </a:rPr>
                <a:t>Text here</a:t>
              </a:r>
              <a:endParaRPr lang="en-US" altLang="zh-CN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iŝ1îďê"/>
            <p:cNvSpPr/>
            <p:nvPr/>
          </p:nvSpPr>
          <p:spPr bwMode="auto">
            <a:xfrm>
              <a:off x="6219305" y="4246023"/>
              <a:ext cx="2401931" cy="1387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20" name="îṣľïdê"/>
            <p:cNvSpPr txBox="1"/>
            <p:nvPr/>
          </p:nvSpPr>
          <p:spPr bwMode="auto">
            <a:xfrm>
              <a:off x="6219305" y="3833143"/>
              <a:ext cx="2401931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chemeClr val="bg1"/>
                  </a:solidFill>
                </a:rPr>
                <a:t>Text here</a:t>
              </a:r>
              <a:endParaRPr lang="en-US" altLang="zh-CN" sz="18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iṧlîḓé"/>
            <p:cNvSpPr/>
            <p:nvPr/>
          </p:nvSpPr>
          <p:spPr bwMode="auto">
            <a:xfrm>
              <a:off x="8867845" y="4246023"/>
              <a:ext cx="2401931" cy="13879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Unified fonts make reading more fluent.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Theme color makes PPT more convenient to change.</a:t>
              </a: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endParaRPr lang="en-US" altLang="zh-CN" sz="900" dirty="0"/>
            </a:p>
            <a:p>
              <a:pPr algn="ctr">
                <a:lnSpc>
                  <a:spcPct val="150000"/>
                </a:lnSpc>
              </a:pPr>
              <a:r>
                <a:rPr lang="en-US" altLang="zh-CN" sz="900" dirty="0"/>
                <a:t>Adjust the spacing to adapt to Chinese typesetting, use the reference line in PPT.</a:t>
              </a:r>
              <a:endParaRPr lang="en-US" altLang="zh-CN" sz="900" dirty="0"/>
            </a:p>
          </p:txBody>
        </p:sp>
        <p:sp>
          <p:nvSpPr>
            <p:cNvPr id="22" name="işḻiḍé"/>
            <p:cNvSpPr txBox="1"/>
            <p:nvPr/>
          </p:nvSpPr>
          <p:spPr bwMode="auto">
            <a:xfrm>
              <a:off x="8867845" y="3833143"/>
              <a:ext cx="2401931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solidFill>
                    <a:schemeClr val="bg1"/>
                  </a:solidFill>
                </a:rPr>
                <a:t>Text here</a:t>
              </a:r>
              <a:endParaRPr lang="en-US" altLang="zh-CN" sz="1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23" name="图片 22" descr="中科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5a2720cb-c9d2-4d88-bf40-ce0d5a3981a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1404000"/>
            <a:ext cx="12192000" cy="4537410"/>
            <a:chOff x="0" y="1404000"/>
            <a:chExt cx="12192000" cy="4537410"/>
          </a:xfrm>
        </p:grpSpPr>
        <p:sp>
          <p:nvSpPr>
            <p:cNvPr id="6" name="î$ḷiḋe"/>
            <p:cNvSpPr/>
            <p:nvPr/>
          </p:nvSpPr>
          <p:spPr bwMode="auto">
            <a:xfrm>
              <a:off x="0" y="1535643"/>
              <a:ext cx="12192000" cy="4405767"/>
            </a:xfrm>
            <a:custGeom>
              <a:avLst/>
              <a:gdLst>
                <a:gd name="connsiteX0" fmla="*/ 8647248 w 18288000"/>
                <a:gd name="connsiteY0" fmla="*/ 0 h 6608651"/>
                <a:gd name="connsiteX1" fmla="*/ 8770062 w 18288000"/>
                <a:gd name="connsiteY1" fmla="*/ 0 h 6608651"/>
                <a:gd name="connsiteX2" fmla="*/ 9131418 w 18288000"/>
                <a:gd name="connsiteY2" fmla="*/ 0 h 6608651"/>
                <a:gd name="connsiteX3" fmla="*/ 9133780 w 18288000"/>
                <a:gd name="connsiteY3" fmla="*/ 0 h 6608651"/>
                <a:gd name="connsiteX4" fmla="*/ 9136929 w 18288000"/>
                <a:gd name="connsiteY4" fmla="*/ 0 h 6608651"/>
                <a:gd name="connsiteX5" fmla="*/ 9251870 w 18288000"/>
                <a:gd name="connsiteY5" fmla="*/ 0 h 6608651"/>
                <a:gd name="connsiteX6" fmla="*/ 9389642 w 18288000"/>
                <a:gd name="connsiteY6" fmla="*/ 3162 h 6608651"/>
                <a:gd name="connsiteX7" fmla="*/ 11849856 w 18288000"/>
                <a:gd name="connsiteY7" fmla="*/ 2608678 h 6608651"/>
                <a:gd name="connsiteX8" fmla="*/ 10041500 w 18288000"/>
                <a:gd name="connsiteY8" fmla="*/ 5094037 h 6608651"/>
                <a:gd name="connsiteX9" fmla="*/ 9976157 w 18288000"/>
                <a:gd name="connsiteY9" fmla="*/ 5114590 h 6608651"/>
                <a:gd name="connsiteX10" fmla="*/ 9976157 w 18288000"/>
                <a:gd name="connsiteY10" fmla="*/ 5960434 h 6608651"/>
                <a:gd name="connsiteX11" fmla="*/ 9897430 w 18288000"/>
                <a:gd name="connsiteY11" fmla="*/ 6039485 h 6608651"/>
                <a:gd name="connsiteX12" fmla="*/ 9673846 w 18288000"/>
                <a:gd name="connsiteY12" fmla="*/ 6039485 h 6608651"/>
                <a:gd name="connsiteX13" fmla="*/ 9667548 w 18288000"/>
                <a:gd name="connsiteY13" fmla="*/ 6038695 h 6608651"/>
                <a:gd name="connsiteX14" fmla="*/ 9667548 w 18288000"/>
                <a:gd name="connsiteY14" fmla="*/ 6039485 h 6608651"/>
                <a:gd name="connsiteX15" fmla="*/ 9614801 w 18288000"/>
                <a:gd name="connsiteY15" fmla="*/ 6039485 h 6608651"/>
                <a:gd name="connsiteX16" fmla="*/ 9614801 w 18288000"/>
                <a:gd name="connsiteY16" fmla="*/ 6450549 h 6608651"/>
                <a:gd name="connsiteX17" fmla="*/ 12527694 w 18288000"/>
                <a:gd name="connsiteY17" fmla="*/ 6450549 h 6608651"/>
                <a:gd name="connsiteX18" fmla="*/ 12530843 w 18288000"/>
                <a:gd name="connsiteY18" fmla="*/ 6450549 h 6608651"/>
                <a:gd name="connsiteX19" fmla="*/ 12537141 w 18288000"/>
                <a:gd name="connsiteY19" fmla="*/ 6450549 h 6608651"/>
                <a:gd name="connsiteX20" fmla="*/ 17817188 w 18288000"/>
                <a:gd name="connsiteY20" fmla="*/ 6450549 h 6608651"/>
                <a:gd name="connsiteX21" fmla="*/ 18288000 w 18288000"/>
                <a:gd name="connsiteY21" fmla="*/ 6450549 h 6608651"/>
                <a:gd name="connsiteX22" fmla="*/ 18288000 w 18288000"/>
                <a:gd name="connsiteY22" fmla="*/ 6608651 h 6608651"/>
                <a:gd name="connsiteX23" fmla="*/ 18254076 w 18288000"/>
                <a:gd name="connsiteY23" fmla="*/ 6608651 h 6608651"/>
                <a:gd name="connsiteX24" fmla="*/ 12537141 w 18288000"/>
                <a:gd name="connsiteY24" fmla="*/ 6608651 h 6608651"/>
                <a:gd name="connsiteX25" fmla="*/ 12530843 w 18288000"/>
                <a:gd name="connsiteY25" fmla="*/ 6608651 h 6608651"/>
                <a:gd name="connsiteX26" fmla="*/ 12527694 w 18288000"/>
                <a:gd name="connsiteY26" fmla="*/ 6608651 h 6608651"/>
                <a:gd name="connsiteX27" fmla="*/ 9536074 w 18288000"/>
                <a:gd name="connsiteY27" fmla="*/ 6608651 h 6608651"/>
                <a:gd name="connsiteX28" fmla="*/ 9457347 w 18288000"/>
                <a:gd name="connsiteY28" fmla="*/ 6529600 h 6608651"/>
                <a:gd name="connsiteX29" fmla="*/ 9457347 w 18288000"/>
                <a:gd name="connsiteY29" fmla="*/ 5960434 h 6608651"/>
                <a:gd name="connsiteX30" fmla="*/ 9536074 w 18288000"/>
                <a:gd name="connsiteY30" fmla="*/ 5881383 h 6608651"/>
                <a:gd name="connsiteX31" fmla="*/ 9667548 w 18288000"/>
                <a:gd name="connsiteY31" fmla="*/ 5881383 h 6608651"/>
                <a:gd name="connsiteX32" fmla="*/ 9673846 w 18288000"/>
                <a:gd name="connsiteY32" fmla="*/ 5881383 h 6608651"/>
                <a:gd name="connsiteX33" fmla="*/ 9818703 w 18288000"/>
                <a:gd name="connsiteY33" fmla="*/ 5881383 h 6608651"/>
                <a:gd name="connsiteX34" fmla="*/ 9818703 w 18288000"/>
                <a:gd name="connsiteY34" fmla="*/ 5051350 h 6608651"/>
                <a:gd name="connsiteX35" fmla="*/ 9845470 w 18288000"/>
                <a:gd name="connsiteY35" fmla="*/ 4992061 h 6608651"/>
                <a:gd name="connsiteX36" fmla="*/ 9892706 w 18288000"/>
                <a:gd name="connsiteY36" fmla="*/ 4973880 h 6608651"/>
                <a:gd name="connsiteX37" fmla="*/ 9897430 w 18288000"/>
                <a:gd name="connsiteY37" fmla="*/ 4972299 h 6608651"/>
                <a:gd name="connsiteX38" fmla="*/ 10041500 w 18288000"/>
                <a:gd name="connsiteY38" fmla="*/ 4928030 h 6608651"/>
                <a:gd name="connsiteX39" fmla="*/ 11692402 w 18288000"/>
                <a:gd name="connsiteY39" fmla="*/ 2608678 h 6608651"/>
                <a:gd name="connsiteX40" fmla="*/ 9251870 w 18288000"/>
                <a:gd name="connsiteY40" fmla="*/ 158102 h 6608651"/>
                <a:gd name="connsiteX41" fmla="*/ 9136929 w 18288000"/>
                <a:gd name="connsiteY41" fmla="*/ 158102 h 6608651"/>
                <a:gd name="connsiteX42" fmla="*/ 9134567 w 18288000"/>
                <a:gd name="connsiteY42" fmla="*/ 158102 h 6608651"/>
                <a:gd name="connsiteX43" fmla="*/ 9131418 w 18288000"/>
                <a:gd name="connsiteY43" fmla="*/ 158102 h 6608651"/>
                <a:gd name="connsiteX44" fmla="*/ 8770062 w 18288000"/>
                <a:gd name="connsiteY44" fmla="*/ 158102 h 6608651"/>
                <a:gd name="connsiteX45" fmla="*/ 8725975 w 18288000"/>
                <a:gd name="connsiteY45" fmla="*/ 158102 h 6608651"/>
                <a:gd name="connsiteX46" fmla="*/ 8725975 w 18288000"/>
                <a:gd name="connsiteY46" fmla="*/ 189722 h 6608651"/>
                <a:gd name="connsiteX47" fmla="*/ 8770062 w 18288000"/>
                <a:gd name="connsiteY47" fmla="*/ 189722 h 6608651"/>
                <a:gd name="connsiteX48" fmla="*/ 9050329 w 18288000"/>
                <a:gd name="connsiteY48" fmla="*/ 189722 h 6608651"/>
                <a:gd name="connsiteX49" fmla="*/ 9172356 w 18288000"/>
                <a:gd name="connsiteY49" fmla="*/ 189722 h 6608651"/>
                <a:gd name="connsiteX50" fmla="*/ 9173143 w 18288000"/>
                <a:gd name="connsiteY50" fmla="*/ 189722 h 6608651"/>
                <a:gd name="connsiteX51" fmla="*/ 9251870 w 18288000"/>
                <a:gd name="connsiteY51" fmla="*/ 268773 h 6608651"/>
                <a:gd name="connsiteX52" fmla="*/ 9251870 w 18288000"/>
                <a:gd name="connsiteY52" fmla="*/ 458495 h 6608651"/>
                <a:gd name="connsiteX53" fmla="*/ 9173143 w 18288000"/>
                <a:gd name="connsiteY53" fmla="*/ 537546 h 6608651"/>
                <a:gd name="connsiteX54" fmla="*/ 9172356 w 18288000"/>
                <a:gd name="connsiteY54" fmla="*/ 537546 h 6608651"/>
                <a:gd name="connsiteX55" fmla="*/ 9050329 w 18288000"/>
                <a:gd name="connsiteY55" fmla="*/ 537546 h 6608651"/>
                <a:gd name="connsiteX56" fmla="*/ 8150482 w 18288000"/>
                <a:gd name="connsiteY56" fmla="*/ 537546 h 6608651"/>
                <a:gd name="connsiteX57" fmla="*/ 8106394 w 18288000"/>
                <a:gd name="connsiteY57" fmla="*/ 537546 h 6608651"/>
                <a:gd name="connsiteX58" fmla="*/ 8106394 w 18288000"/>
                <a:gd name="connsiteY58" fmla="*/ 569166 h 6608651"/>
                <a:gd name="connsiteX59" fmla="*/ 8150482 w 18288000"/>
                <a:gd name="connsiteY59" fmla="*/ 569166 h 6608651"/>
                <a:gd name="connsiteX60" fmla="*/ 9050329 w 18288000"/>
                <a:gd name="connsiteY60" fmla="*/ 569166 h 6608651"/>
                <a:gd name="connsiteX61" fmla="*/ 9172356 w 18288000"/>
                <a:gd name="connsiteY61" fmla="*/ 569166 h 6608651"/>
                <a:gd name="connsiteX62" fmla="*/ 9173143 w 18288000"/>
                <a:gd name="connsiteY62" fmla="*/ 569166 h 6608651"/>
                <a:gd name="connsiteX63" fmla="*/ 9251870 w 18288000"/>
                <a:gd name="connsiteY63" fmla="*/ 648217 h 6608651"/>
                <a:gd name="connsiteX64" fmla="*/ 9251870 w 18288000"/>
                <a:gd name="connsiteY64" fmla="*/ 837939 h 6608651"/>
                <a:gd name="connsiteX65" fmla="*/ 9173143 w 18288000"/>
                <a:gd name="connsiteY65" fmla="*/ 916990 h 6608651"/>
                <a:gd name="connsiteX66" fmla="*/ 9172356 w 18288000"/>
                <a:gd name="connsiteY66" fmla="*/ 916990 h 6608651"/>
                <a:gd name="connsiteX67" fmla="*/ 9050329 w 18288000"/>
                <a:gd name="connsiteY67" fmla="*/ 916990 h 6608651"/>
                <a:gd name="connsiteX68" fmla="*/ 7637183 w 18288000"/>
                <a:gd name="connsiteY68" fmla="*/ 916990 h 6608651"/>
                <a:gd name="connsiteX69" fmla="*/ 7593883 w 18288000"/>
                <a:gd name="connsiteY69" fmla="*/ 916990 h 6608651"/>
                <a:gd name="connsiteX70" fmla="*/ 7593883 w 18288000"/>
                <a:gd name="connsiteY70" fmla="*/ 948611 h 6608651"/>
                <a:gd name="connsiteX71" fmla="*/ 7637183 w 18288000"/>
                <a:gd name="connsiteY71" fmla="*/ 948611 h 6608651"/>
                <a:gd name="connsiteX72" fmla="*/ 9050329 w 18288000"/>
                <a:gd name="connsiteY72" fmla="*/ 948611 h 6608651"/>
                <a:gd name="connsiteX73" fmla="*/ 9172356 w 18288000"/>
                <a:gd name="connsiteY73" fmla="*/ 948611 h 6608651"/>
                <a:gd name="connsiteX74" fmla="*/ 9173143 w 18288000"/>
                <a:gd name="connsiteY74" fmla="*/ 948611 h 6608651"/>
                <a:gd name="connsiteX75" fmla="*/ 9251870 w 18288000"/>
                <a:gd name="connsiteY75" fmla="*/ 1027661 h 6608651"/>
                <a:gd name="connsiteX76" fmla="*/ 9251870 w 18288000"/>
                <a:gd name="connsiteY76" fmla="*/ 1217383 h 6608651"/>
                <a:gd name="connsiteX77" fmla="*/ 9173143 w 18288000"/>
                <a:gd name="connsiteY77" fmla="*/ 1296434 h 6608651"/>
                <a:gd name="connsiteX78" fmla="*/ 9172356 w 18288000"/>
                <a:gd name="connsiteY78" fmla="*/ 1296434 h 6608651"/>
                <a:gd name="connsiteX79" fmla="*/ 9050329 w 18288000"/>
                <a:gd name="connsiteY79" fmla="*/ 1296434 h 6608651"/>
                <a:gd name="connsiteX80" fmla="*/ 7311254 w 18288000"/>
                <a:gd name="connsiteY80" fmla="*/ 1296434 h 6608651"/>
                <a:gd name="connsiteX81" fmla="*/ 7267167 w 18288000"/>
                <a:gd name="connsiteY81" fmla="*/ 1296434 h 6608651"/>
                <a:gd name="connsiteX82" fmla="*/ 7267167 w 18288000"/>
                <a:gd name="connsiteY82" fmla="*/ 1328054 h 6608651"/>
                <a:gd name="connsiteX83" fmla="*/ 7311254 w 18288000"/>
                <a:gd name="connsiteY83" fmla="*/ 1328054 h 6608651"/>
                <a:gd name="connsiteX84" fmla="*/ 9050329 w 18288000"/>
                <a:gd name="connsiteY84" fmla="*/ 1328054 h 6608651"/>
                <a:gd name="connsiteX85" fmla="*/ 9172356 w 18288000"/>
                <a:gd name="connsiteY85" fmla="*/ 1328054 h 6608651"/>
                <a:gd name="connsiteX86" fmla="*/ 9173143 w 18288000"/>
                <a:gd name="connsiteY86" fmla="*/ 1328054 h 6608651"/>
                <a:gd name="connsiteX87" fmla="*/ 9251870 w 18288000"/>
                <a:gd name="connsiteY87" fmla="*/ 1407105 h 6608651"/>
                <a:gd name="connsiteX88" fmla="*/ 9251870 w 18288000"/>
                <a:gd name="connsiteY88" fmla="*/ 1596827 h 6608651"/>
                <a:gd name="connsiteX89" fmla="*/ 9173143 w 18288000"/>
                <a:gd name="connsiteY89" fmla="*/ 1675878 h 6608651"/>
                <a:gd name="connsiteX90" fmla="*/ 9172356 w 18288000"/>
                <a:gd name="connsiteY90" fmla="*/ 1675878 h 6608651"/>
                <a:gd name="connsiteX91" fmla="*/ 9050329 w 18288000"/>
                <a:gd name="connsiteY91" fmla="*/ 1675878 h 6608651"/>
                <a:gd name="connsiteX92" fmla="*/ 7082159 w 18288000"/>
                <a:gd name="connsiteY92" fmla="*/ 1675878 h 6608651"/>
                <a:gd name="connsiteX93" fmla="*/ 7038072 w 18288000"/>
                <a:gd name="connsiteY93" fmla="*/ 1675878 h 6608651"/>
                <a:gd name="connsiteX94" fmla="*/ 7038072 w 18288000"/>
                <a:gd name="connsiteY94" fmla="*/ 1707499 h 6608651"/>
                <a:gd name="connsiteX95" fmla="*/ 7082159 w 18288000"/>
                <a:gd name="connsiteY95" fmla="*/ 1707499 h 6608651"/>
                <a:gd name="connsiteX96" fmla="*/ 9050329 w 18288000"/>
                <a:gd name="connsiteY96" fmla="*/ 1707499 h 6608651"/>
                <a:gd name="connsiteX97" fmla="*/ 9172356 w 18288000"/>
                <a:gd name="connsiteY97" fmla="*/ 1707499 h 6608651"/>
                <a:gd name="connsiteX98" fmla="*/ 9173143 w 18288000"/>
                <a:gd name="connsiteY98" fmla="*/ 1707499 h 6608651"/>
                <a:gd name="connsiteX99" fmla="*/ 9251870 w 18288000"/>
                <a:gd name="connsiteY99" fmla="*/ 1786550 h 6608651"/>
                <a:gd name="connsiteX100" fmla="*/ 9251870 w 18288000"/>
                <a:gd name="connsiteY100" fmla="*/ 1976271 h 6608651"/>
                <a:gd name="connsiteX101" fmla="*/ 9173143 w 18288000"/>
                <a:gd name="connsiteY101" fmla="*/ 2055322 h 6608651"/>
                <a:gd name="connsiteX102" fmla="*/ 9172356 w 18288000"/>
                <a:gd name="connsiteY102" fmla="*/ 2055322 h 6608651"/>
                <a:gd name="connsiteX103" fmla="*/ 9050329 w 18288000"/>
                <a:gd name="connsiteY103" fmla="*/ 2055322 h 6608651"/>
                <a:gd name="connsiteX104" fmla="*/ 6957771 w 18288000"/>
                <a:gd name="connsiteY104" fmla="*/ 2055322 h 6608651"/>
                <a:gd name="connsiteX105" fmla="*/ 6913684 w 18288000"/>
                <a:gd name="connsiteY105" fmla="*/ 2055322 h 6608651"/>
                <a:gd name="connsiteX106" fmla="*/ 6913684 w 18288000"/>
                <a:gd name="connsiteY106" fmla="*/ 2086943 h 6608651"/>
                <a:gd name="connsiteX107" fmla="*/ 6957771 w 18288000"/>
                <a:gd name="connsiteY107" fmla="*/ 2086943 h 6608651"/>
                <a:gd name="connsiteX108" fmla="*/ 9050329 w 18288000"/>
                <a:gd name="connsiteY108" fmla="*/ 2086943 h 6608651"/>
                <a:gd name="connsiteX109" fmla="*/ 9172356 w 18288000"/>
                <a:gd name="connsiteY109" fmla="*/ 2086943 h 6608651"/>
                <a:gd name="connsiteX110" fmla="*/ 9173143 w 18288000"/>
                <a:gd name="connsiteY110" fmla="*/ 2086943 h 6608651"/>
                <a:gd name="connsiteX111" fmla="*/ 9251870 w 18288000"/>
                <a:gd name="connsiteY111" fmla="*/ 2165993 h 6608651"/>
                <a:gd name="connsiteX112" fmla="*/ 9251870 w 18288000"/>
                <a:gd name="connsiteY112" fmla="*/ 2355715 h 6608651"/>
                <a:gd name="connsiteX113" fmla="*/ 9173143 w 18288000"/>
                <a:gd name="connsiteY113" fmla="*/ 2434766 h 6608651"/>
                <a:gd name="connsiteX114" fmla="*/ 9172356 w 18288000"/>
                <a:gd name="connsiteY114" fmla="*/ 2434766 h 6608651"/>
                <a:gd name="connsiteX115" fmla="*/ 9050329 w 18288000"/>
                <a:gd name="connsiteY115" fmla="*/ 2434766 h 6608651"/>
                <a:gd name="connsiteX116" fmla="*/ 6864873 w 18288000"/>
                <a:gd name="connsiteY116" fmla="*/ 2434766 h 6608651"/>
                <a:gd name="connsiteX117" fmla="*/ 6820785 w 18288000"/>
                <a:gd name="connsiteY117" fmla="*/ 2434766 h 6608651"/>
                <a:gd name="connsiteX118" fmla="*/ 6820785 w 18288000"/>
                <a:gd name="connsiteY118" fmla="*/ 2466387 h 6608651"/>
                <a:gd name="connsiteX119" fmla="*/ 6864873 w 18288000"/>
                <a:gd name="connsiteY119" fmla="*/ 2466387 h 6608651"/>
                <a:gd name="connsiteX120" fmla="*/ 9050329 w 18288000"/>
                <a:gd name="connsiteY120" fmla="*/ 2466387 h 6608651"/>
                <a:gd name="connsiteX121" fmla="*/ 9172356 w 18288000"/>
                <a:gd name="connsiteY121" fmla="*/ 2466387 h 6608651"/>
                <a:gd name="connsiteX122" fmla="*/ 9173143 w 18288000"/>
                <a:gd name="connsiteY122" fmla="*/ 2466387 h 6608651"/>
                <a:gd name="connsiteX123" fmla="*/ 9251870 w 18288000"/>
                <a:gd name="connsiteY123" fmla="*/ 2545437 h 6608651"/>
                <a:gd name="connsiteX124" fmla="*/ 9251870 w 18288000"/>
                <a:gd name="connsiteY124" fmla="*/ 2735160 h 6608651"/>
                <a:gd name="connsiteX125" fmla="*/ 9173143 w 18288000"/>
                <a:gd name="connsiteY125" fmla="*/ 2814210 h 6608651"/>
                <a:gd name="connsiteX126" fmla="*/ 9172356 w 18288000"/>
                <a:gd name="connsiteY126" fmla="*/ 2814210 h 6608651"/>
                <a:gd name="connsiteX127" fmla="*/ 9050329 w 18288000"/>
                <a:gd name="connsiteY127" fmla="*/ 2814210 h 6608651"/>
                <a:gd name="connsiteX128" fmla="*/ 6864873 w 18288000"/>
                <a:gd name="connsiteY128" fmla="*/ 2814210 h 6608651"/>
                <a:gd name="connsiteX129" fmla="*/ 6820785 w 18288000"/>
                <a:gd name="connsiteY129" fmla="*/ 2814210 h 6608651"/>
                <a:gd name="connsiteX130" fmla="*/ 6820785 w 18288000"/>
                <a:gd name="connsiteY130" fmla="*/ 2845831 h 6608651"/>
                <a:gd name="connsiteX131" fmla="*/ 6864873 w 18288000"/>
                <a:gd name="connsiteY131" fmla="*/ 2845831 h 6608651"/>
                <a:gd name="connsiteX132" fmla="*/ 9050329 w 18288000"/>
                <a:gd name="connsiteY132" fmla="*/ 2845831 h 6608651"/>
                <a:gd name="connsiteX133" fmla="*/ 9172356 w 18288000"/>
                <a:gd name="connsiteY133" fmla="*/ 2845831 h 6608651"/>
                <a:gd name="connsiteX134" fmla="*/ 9173143 w 18288000"/>
                <a:gd name="connsiteY134" fmla="*/ 2845831 h 6608651"/>
                <a:gd name="connsiteX135" fmla="*/ 9251870 w 18288000"/>
                <a:gd name="connsiteY135" fmla="*/ 2924882 h 6608651"/>
                <a:gd name="connsiteX136" fmla="*/ 9251870 w 18288000"/>
                <a:gd name="connsiteY136" fmla="*/ 3114604 h 6608651"/>
                <a:gd name="connsiteX137" fmla="*/ 9173143 w 18288000"/>
                <a:gd name="connsiteY137" fmla="*/ 3193654 h 6608651"/>
                <a:gd name="connsiteX138" fmla="*/ 9172356 w 18288000"/>
                <a:gd name="connsiteY138" fmla="*/ 3193654 h 6608651"/>
                <a:gd name="connsiteX139" fmla="*/ 9050329 w 18288000"/>
                <a:gd name="connsiteY139" fmla="*/ 3193654 h 6608651"/>
                <a:gd name="connsiteX140" fmla="*/ 6932578 w 18288000"/>
                <a:gd name="connsiteY140" fmla="*/ 3193654 h 6608651"/>
                <a:gd name="connsiteX141" fmla="*/ 6888491 w 18288000"/>
                <a:gd name="connsiteY141" fmla="*/ 3193654 h 6608651"/>
                <a:gd name="connsiteX142" fmla="*/ 6888491 w 18288000"/>
                <a:gd name="connsiteY142" fmla="*/ 3225275 h 6608651"/>
                <a:gd name="connsiteX143" fmla="*/ 6932578 w 18288000"/>
                <a:gd name="connsiteY143" fmla="*/ 3225275 h 6608651"/>
                <a:gd name="connsiteX144" fmla="*/ 9050329 w 18288000"/>
                <a:gd name="connsiteY144" fmla="*/ 3225275 h 6608651"/>
                <a:gd name="connsiteX145" fmla="*/ 9172356 w 18288000"/>
                <a:gd name="connsiteY145" fmla="*/ 3225275 h 6608651"/>
                <a:gd name="connsiteX146" fmla="*/ 9173143 w 18288000"/>
                <a:gd name="connsiteY146" fmla="*/ 3225275 h 6608651"/>
                <a:gd name="connsiteX147" fmla="*/ 9251870 w 18288000"/>
                <a:gd name="connsiteY147" fmla="*/ 3304326 h 6608651"/>
                <a:gd name="connsiteX148" fmla="*/ 9251870 w 18288000"/>
                <a:gd name="connsiteY148" fmla="*/ 3494048 h 6608651"/>
                <a:gd name="connsiteX149" fmla="*/ 9173143 w 18288000"/>
                <a:gd name="connsiteY149" fmla="*/ 3573099 h 6608651"/>
                <a:gd name="connsiteX150" fmla="*/ 9172356 w 18288000"/>
                <a:gd name="connsiteY150" fmla="*/ 3573099 h 6608651"/>
                <a:gd name="connsiteX151" fmla="*/ 9050329 w 18288000"/>
                <a:gd name="connsiteY151" fmla="*/ 3573099 h 6608651"/>
                <a:gd name="connsiteX152" fmla="*/ 7058541 w 18288000"/>
                <a:gd name="connsiteY152" fmla="*/ 3573099 h 6608651"/>
                <a:gd name="connsiteX153" fmla="*/ 7014454 w 18288000"/>
                <a:gd name="connsiteY153" fmla="*/ 3573099 h 6608651"/>
                <a:gd name="connsiteX154" fmla="*/ 7014454 w 18288000"/>
                <a:gd name="connsiteY154" fmla="*/ 3604719 h 6608651"/>
                <a:gd name="connsiteX155" fmla="*/ 7058541 w 18288000"/>
                <a:gd name="connsiteY155" fmla="*/ 3604719 h 6608651"/>
                <a:gd name="connsiteX156" fmla="*/ 9050329 w 18288000"/>
                <a:gd name="connsiteY156" fmla="*/ 3604719 h 6608651"/>
                <a:gd name="connsiteX157" fmla="*/ 9167632 w 18288000"/>
                <a:gd name="connsiteY157" fmla="*/ 3604719 h 6608651"/>
                <a:gd name="connsiteX158" fmla="*/ 9172356 w 18288000"/>
                <a:gd name="connsiteY158" fmla="*/ 3604719 h 6608651"/>
                <a:gd name="connsiteX159" fmla="*/ 9230614 w 18288000"/>
                <a:gd name="connsiteY159" fmla="*/ 3630806 h 6608651"/>
                <a:gd name="connsiteX160" fmla="*/ 9251870 w 18288000"/>
                <a:gd name="connsiteY160" fmla="*/ 3683770 h 6608651"/>
                <a:gd name="connsiteX161" fmla="*/ 9251870 w 18288000"/>
                <a:gd name="connsiteY161" fmla="*/ 3873492 h 6608651"/>
                <a:gd name="connsiteX162" fmla="*/ 9173143 w 18288000"/>
                <a:gd name="connsiteY162" fmla="*/ 3952543 h 6608651"/>
                <a:gd name="connsiteX163" fmla="*/ 9172356 w 18288000"/>
                <a:gd name="connsiteY163" fmla="*/ 3952543 h 6608651"/>
                <a:gd name="connsiteX164" fmla="*/ 9050329 w 18288000"/>
                <a:gd name="connsiteY164" fmla="*/ 3952543 h 6608651"/>
                <a:gd name="connsiteX165" fmla="*/ 7272678 w 18288000"/>
                <a:gd name="connsiteY165" fmla="*/ 3952543 h 6608651"/>
                <a:gd name="connsiteX166" fmla="*/ 7228590 w 18288000"/>
                <a:gd name="connsiteY166" fmla="*/ 3952543 h 6608651"/>
                <a:gd name="connsiteX167" fmla="*/ 7228590 w 18288000"/>
                <a:gd name="connsiteY167" fmla="*/ 3984163 h 6608651"/>
                <a:gd name="connsiteX168" fmla="*/ 7272678 w 18288000"/>
                <a:gd name="connsiteY168" fmla="*/ 3984163 h 6608651"/>
                <a:gd name="connsiteX169" fmla="*/ 9050329 w 18288000"/>
                <a:gd name="connsiteY169" fmla="*/ 3984163 h 6608651"/>
                <a:gd name="connsiteX170" fmla="*/ 9172356 w 18288000"/>
                <a:gd name="connsiteY170" fmla="*/ 3984163 h 6608651"/>
                <a:gd name="connsiteX171" fmla="*/ 9173143 w 18288000"/>
                <a:gd name="connsiteY171" fmla="*/ 3984163 h 6608651"/>
                <a:gd name="connsiteX172" fmla="*/ 9251870 w 18288000"/>
                <a:gd name="connsiteY172" fmla="*/ 4063214 h 6608651"/>
                <a:gd name="connsiteX173" fmla="*/ 9251870 w 18288000"/>
                <a:gd name="connsiteY173" fmla="*/ 4252936 h 6608651"/>
                <a:gd name="connsiteX174" fmla="*/ 9173143 w 18288000"/>
                <a:gd name="connsiteY174" fmla="*/ 4331987 h 6608651"/>
                <a:gd name="connsiteX175" fmla="*/ 9172356 w 18288000"/>
                <a:gd name="connsiteY175" fmla="*/ 4331987 h 6608651"/>
                <a:gd name="connsiteX176" fmla="*/ 9050329 w 18288000"/>
                <a:gd name="connsiteY176" fmla="*/ 4331987 h 6608651"/>
                <a:gd name="connsiteX177" fmla="*/ 7562393 w 18288000"/>
                <a:gd name="connsiteY177" fmla="*/ 4331987 h 6608651"/>
                <a:gd name="connsiteX178" fmla="*/ 7518306 w 18288000"/>
                <a:gd name="connsiteY178" fmla="*/ 4331987 h 6608651"/>
                <a:gd name="connsiteX179" fmla="*/ 7518306 w 18288000"/>
                <a:gd name="connsiteY179" fmla="*/ 4363607 h 6608651"/>
                <a:gd name="connsiteX180" fmla="*/ 7562393 w 18288000"/>
                <a:gd name="connsiteY180" fmla="*/ 4363607 h 6608651"/>
                <a:gd name="connsiteX181" fmla="*/ 9050329 w 18288000"/>
                <a:gd name="connsiteY181" fmla="*/ 4363607 h 6608651"/>
                <a:gd name="connsiteX182" fmla="*/ 9170781 w 18288000"/>
                <a:gd name="connsiteY182" fmla="*/ 4363607 h 6608651"/>
                <a:gd name="connsiteX183" fmla="*/ 9172356 w 18288000"/>
                <a:gd name="connsiteY183" fmla="*/ 4363607 h 6608651"/>
                <a:gd name="connsiteX184" fmla="*/ 9230614 w 18288000"/>
                <a:gd name="connsiteY184" fmla="*/ 4389694 h 6608651"/>
                <a:gd name="connsiteX185" fmla="*/ 9251870 w 18288000"/>
                <a:gd name="connsiteY185" fmla="*/ 4442658 h 6608651"/>
                <a:gd name="connsiteX186" fmla="*/ 9251870 w 18288000"/>
                <a:gd name="connsiteY186" fmla="*/ 4632380 h 6608651"/>
                <a:gd name="connsiteX187" fmla="*/ 9173143 w 18288000"/>
                <a:gd name="connsiteY187" fmla="*/ 4711431 h 6608651"/>
                <a:gd name="connsiteX188" fmla="*/ 9172356 w 18288000"/>
                <a:gd name="connsiteY188" fmla="*/ 4711431 h 6608651"/>
                <a:gd name="connsiteX189" fmla="*/ 9170781 w 18288000"/>
                <a:gd name="connsiteY189" fmla="*/ 4711431 h 6608651"/>
                <a:gd name="connsiteX190" fmla="*/ 9050329 w 18288000"/>
                <a:gd name="connsiteY190" fmla="*/ 4711431 h 6608651"/>
                <a:gd name="connsiteX191" fmla="*/ 8134736 w 18288000"/>
                <a:gd name="connsiteY191" fmla="*/ 4711431 h 6608651"/>
                <a:gd name="connsiteX192" fmla="*/ 8090650 w 18288000"/>
                <a:gd name="connsiteY192" fmla="*/ 4711431 h 6608651"/>
                <a:gd name="connsiteX193" fmla="*/ 8090650 w 18288000"/>
                <a:gd name="connsiteY193" fmla="*/ 4743051 h 6608651"/>
                <a:gd name="connsiteX194" fmla="*/ 8134736 w 18288000"/>
                <a:gd name="connsiteY194" fmla="*/ 4743051 h 6608651"/>
                <a:gd name="connsiteX195" fmla="*/ 9050329 w 18288000"/>
                <a:gd name="connsiteY195" fmla="*/ 4743051 h 6608651"/>
                <a:gd name="connsiteX196" fmla="*/ 9172356 w 18288000"/>
                <a:gd name="connsiteY196" fmla="*/ 4743051 h 6608651"/>
                <a:gd name="connsiteX197" fmla="*/ 9173143 w 18288000"/>
                <a:gd name="connsiteY197" fmla="*/ 4743051 h 6608651"/>
                <a:gd name="connsiteX198" fmla="*/ 9251870 w 18288000"/>
                <a:gd name="connsiteY198" fmla="*/ 4822102 h 6608651"/>
                <a:gd name="connsiteX199" fmla="*/ 9251870 w 18288000"/>
                <a:gd name="connsiteY199" fmla="*/ 5011824 h 6608651"/>
                <a:gd name="connsiteX200" fmla="*/ 9173143 w 18288000"/>
                <a:gd name="connsiteY200" fmla="*/ 5090875 h 6608651"/>
                <a:gd name="connsiteX201" fmla="*/ 9172356 w 18288000"/>
                <a:gd name="connsiteY201" fmla="*/ 5090875 h 6608651"/>
                <a:gd name="connsiteX202" fmla="*/ 9050329 w 18288000"/>
                <a:gd name="connsiteY202" fmla="*/ 5090875 h 6608651"/>
                <a:gd name="connsiteX203" fmla="*/ 8486645 w 18288000"/>
                <a:gd name="connsiteY203" fmla="*/ 5090875 h 6608651"/>
                <a:gd name="connsiteX204" fmla="*/ 8442558 w 18288000"/>
                <a:gd name="connsiteY204" fmla="*/ 5090875 h 6608651"/>
                <a:gd name="connsiteX205" fmla="*/ 8442558 w 18288000"/>
                <a:gd name="connsiteY205" fmla="*/ 5122495 h 6608651"/>
                <a:gd name="connsiteX206" fmla="*/ 8486645 w 18288000"/>
                <a:gd name="connsiteY206" fmla="*/ 5122495 h 6608651"/>
                <a:gd name="connsiteX207" fmla="*/ 9050329 w 18288000"/>
                <a:gd name="connsiteY207" fmla="*/ 5122495 h 6608651"/>
                <a:gd name="connsiteX208" fmla="*/ 9172356 w 18288000"/>
                <a:gd name="connsiteY208" fmla="*/ 5122495 h 6608651"/>
                <a:gd name="connsiteX209" fmla="*/ 9173143 w 18288000"/>
                <a:gd name="connsiteY209" fmla="*/ 5122495 h 6608651"/>
                <a:gd name="connsiteX210" fmla="*/ 9251870 w 18288000"/>
                <a:gd name="connsiteY210" fmla="*/ 5201546 h 6608651"/>
                <a:gd name="connsiteX211" fmla="*/ 9251870 w 18288000"/>
                <a:gd name="connsiteY211" fmla="*/ 5203127 h 6608651"/>
                <a:gd name="connsiteX212" fmla="*/ 9251870 w 18288000"/>
                <a:gd name="connsiteY212" fmla="*/ 5391268 h 6608651"/>
                <a:gd name="connsiteX213" fmla="*/ 9173143 w 18288000"/>
                <a:gd name="connsiteY213" fmla="*/ 5470319 h 6608651"/>
                <a:gd name="connsiteX214" fmla="*/ 9172356 w 18288000"/>
                <a:gd name="connsiteY214" fmla="*/ 5470319 h 6608651"/>
                <a:gd name="connsiteX215" fmla="*/ 9050329 w 18288000"/>
                <a:gd name="connsiteY215" fmla="*/ 5470319 h 6608651"/>
                <a:gd name="connsiteX216" fmla="*/ 8828320 w 18288000"/>
                <a:gd name="connsiteY216" fmla="*/ 5470319 h 6608651"/>
                <a:gd name="connsiteX217" fmla="*/ 8785020 w 18288000"/>
                <a:gd name="connsiteY217" fmla="*/ 5470319 h 6608651"/>
                <a:gd name="connsiteX218" fmla="*/ 8785020 w 18288000"/>
                <a:gd name="connsiteY218" fmla="*/ 5501939 h 6608651"/>
                <a:gd name="connsiteX219" fmla="*/ 8828320 w 18288000"/>
                <a:gd name="connsiteY219" fmla="*/ 5501939 h 6608651"/>
                <a:gd name="connsiteX220" fmla="*/ 9050329 w 18288000"/>
                <a:gd name="connsiteY220" fmla="*/ 5501939 h 6608651"/>
                <a:gd name="connsiteX221" fmla="*/ 9172356 w 18288000"/>
                <a:gd name="connsiteY221" fmla="*/ 5501939 h 6608651"/>
                <a:gd name="connsiteX222" fmla="*/ 9173143 w 18288000"/>
                <a:gd name="connsiteY222" fmla="*/ 5501939 h 6608651"/>
                <a:gd name="connsiteX223" fmla="*/ 9251870 w 18288000"/>
                <a:gd name="connsiteY223" fmla="*/ 5580990 h 6608651"/>
                <a:gd name="connsiteX224" fmla="*/ 9251870 w 18288000"/>
                <a:gd name="connsiteY224" fmla="*/ 5769922 h 6608651"/>
                <a:gd name="connsiteX225" fmla="*/ 9251870 w 18288000"/>
                <a:gd name="connsiteY225" fmla="*/ 5770712 h 6608651"/>
                <a:gd name="connsiteX226" fmla="*/ 9173143 w 18288000"/>
                <a:gd name="connsiteY226" fmla="*/ 5849763 h 6608651"/>
                <a:gd name="connsiteX227" fmla="*/ 9172356 w 18288000"/>
                <a:gd name="connsiteY227" fmla="*/ 5849763 h 6608651"/>
                <a:gd name="connsiteX228" fmla="*/ 9050329 w 18288000"/>
                <a:gd name="connsiteY228" fmla="*/ 5849763 h 6608651"/>
                <a:gd name="connsiteX229" fmla="*/ 8828320 w 18288000"/>
                <a:gd name="connsiteY229" fmla="*/ 5849763 h 6608651"/>
                <a:gd name="connsiteX230" fmla="*/ 8785020 w 18288000"/>
                <a:gd name="connsiteY230" fmla="*/ 5849763 h 6608651"/>
                <a:gd name="connsiteX231" fmla="*/ 8785020 w 18288000"/>
                <a:gd name="connsiteY231" fmla="*/ 5881383 h 6608651"/>
                <a:gd name="connsiteX232" fmla="*/ 8828320 w 18288000"/>
                <a:gd name="connsiteY232" fmla="*/ 5881383 h 6608651"/>
                <a:gd name="connsiteX233" fmla="*/ 9050329 w 18288000"/>
                <a:gd name="connsiteY233" fmla="*/ 5881383 h 6608651"/>
                <a:gd name="connsiteX234" fmla="*/ 9172356 w 18288000"/>
                <a:gd name="connsiteY234" fmla="*/ 5881383 h 6608651"/>
                <a:gd name="connsiteX235" fmla="*/ 9173143 w 18288000"/>
                <a:gd name="connsiteY235" fmla="*/ 5881383 h 6608651"/>
                <a:gd name="connsiteX236" fmla="*/ 9251870 w 18288000"/>
                <a:gd name="connsiteY236" fmla="*/ 5960434 h 6608651"/>
                <a:gd name="connsiteX237" fmla="*/ 9251870 w 18288000"/>
                <a:gd name="connsiteY237" fmla="*/ 6150156 h 6608651"/>
                <a:gd name="connsiteX238" fmla="*/ 9173143 w 18288000"/>
                <a:gd name="connsiteY238" fmla="*/ 6229207 h 6608651"/>
                <a:gd name="connsiteX239" fmla="*/ 9172356 w 18288000"/>
                <a:gd name="connsiteY239" fmla="*/ 6229207 h 6608651"/>
                <a:gd name="connsiteX240" fmla="*/ 9131418 w 18288000"/>
                <a:gd name="connsiteY240" fmla="*/ 6229207 h 6608651"/>
                <a:gd name="connsiteX241" fmla="*/ 9100714 w 18288000"/>
                <a:gd name="connsiteY241" fmla="*/ 6229207 h 6608651"/>
                <a:gd name="connsiteX242" fmla="*/ 9057415 w 18288000"/>
                <a:gd name="connsiteY242" fmla="*/ 6229207 h 6608651"/>
                <a:gd name="connsiteX243" fmla="*/ 9057415 w 18288000"/>
                <a:gd name="connsiteY243" fmla="*/ 6260827 h 6608651"/>
                <a:gd name="connsiteX244" fmla="*/ 9100714 w 18288000"/>
                <a:gd name="connsiteY244" fmla="*/ 6260827 h 6608651"/>
                <a:gd name="connsiteX245" fmla="*/ 9131418 w 18288000"/>
                <a:gd name="connsiteY245" fmla="*/ 6260827 h 6608651"/>
                <a:gd name="connsiteX246" fmla="*/ 9172356 w 18288000"/>
                <a:gd name="connsiteY246" fmla="*/ 6260827 h 6608651"/>
                <a:gd name="connsiteX247" fmla="*/ 9230614 w 18288000"/>
                <a:gd name="connsiteY247" fmla="*/ 6286914 h 6608651"/>
                <a:gd name="connsiteX248" fmla="*/ 9251870 w 18288000"/>
                <a:gd name="connsiteY248" fmla="*/ 6339878 h 6608651"/>
                <a:gd name="connsiteX249" fmla="*/ 9251870 w 18288000"/>
                <a:gd name="connsiteY249" fmla="*/ 6529600 h 6608651"/>
                <a:gd name="connsiteX250" fmla="*/ 9173143 w 18288000"/>
                <a:gd name="connsiteY250" fmla="*/ 6608651 h 6608651"/>
                <a:gd name="connsiteX251" fmla="*/ 9172356 w 18288000"/>
                <a:gd name="connsiteY251" fmla="*/ 6608651 h 6608651"/>
                <a:gd name="connsiteX252" fmla="*/ 9050329 w 18288000"/>
                <a:gd name="connsiteY252" fmla="*/ 6608651 h 6608651"/>
                <a:gd name="connsiteX253" fmla="*/ 8333128 w 18288000"/>
                <a:gd name="connsiteY253" fmla="*/ 6608651 h 6608651"/>
                <a:gd name="connsiteX254" fmla="*/ 7439579 w 18288000"/>
                <a:gd name="connsiteY254" fmla="*/ 6608651 h 6608651"/>
                <a:gd name="connsiteX255" fmla="*/ 6300401 w 18288000"/>
                <a:gd name="connsiteY255" fmla="*/ 6608651 h 6608651"/>
                <a:gd name="connsiteX256" fmla="*/ 5341509 w 18288000"/>
                <a:gd name="connsiteY256" fmla="*/ 6608651 h 6608651"/>
                <a:gd name="connsiteX257" fmla="*/ 193874 w 18288000"/>
                <a:gd name="connsiteY257" fmla="*/ 6608651 h 6608651"/>
                <a:gd name="connsiteX258" fmla="*/ 0 w 18288000"/>
                <a:gd name="connsiteY258" fmla="*/ 6608651 h 6608651"/>
                <a:gd name="connsiteX259" fmla="*/ 0 w 18288000"/>
                <a:gd name="connsiteY259" fmla="*/ 6450549 h 6608651"/>
                <a:gd name="connsiteX260" fmla="*/ 59097 w 18288000"/>
                <a:gd name="connsiteY260" fmla="*/ 6450549 h 6608651"/>
                <a:gd name="connsiteX261" fmla="*/ 5341509 w 18288000"/>
                <a:gd name="connsiteY261" fmla="*/ 6450549 h 6608651"/>
                <a:gd name="connsiteX262" fmla="*/ 6300401 w 18288000"/>
                <a:gd name="connsiteY262" fmla="*/ 6450549 h 6608651"/>
                <a:gd name="connsiteX263" fmla="*/ 7439579 w 18288000"/>
                <a:gd name="connsiteY263" fmla="*/ 6450549 h 6608651"/>
                <a:gd name="connsiteX264" fmla="*/ 8333128 w 18288000"/>
                <a:gd name="connsiteY264" fmla="*/ 6450549 h 6608651"/>
                <a:gd name="connsiteX265" fmla="*/ 9050329 w 18288000"/>
                <a:gd name="connsiteY265" fmla="*/ 6450549 h 6608651"/>
                <a:gd name="connsiteX266" fmla="*/ 9094416 w 18288000"/>
                <a:gd name="connsiteY266" fmla="*/ 6450549 h 6608651"/>
                <a:gd name="connsiteX267" fmla="*/ 9094416 w 18288000"/>
                <a:gd name="connsiteY267" fmla="*/ 6418929 h 6608651"/>
                <a:gd name="connsiteX268" fmla="*/ 9050329 w 18288000"/>
                <a:gd name="connsiteY268" fmla="*/ 6418929 h 6608651"/>
                <a:gd name="connsiteX269" fmla="*/ 9010966 w 18288000"/>
                <a:gd name="connsiteY269" fmla="*/ 6418929 h 6608651"/>
                <a:gd name="connsiteX270" fmla="*/ 8978688 w 18288000"/>
                <a:gd name="connsiteY270" fmla="*/ 6418929 h 6608651"/>
                <a:gd name="connsiteX271" fmla="*/ 8920430 w 18288000"/>
                <a:gd name="connsiteY271" fmla="*/ 6392842 h 6608651"/>
                <a:gd name="connsiteX272" fmla="*/ 8899961 w 18288000"/>
                <a:gd name="connsiteY272" fmla="*/ 6339087 h 6608651"/>
                <a:gd name="connsiteX273" fmla="*/ 8899961 w 18288000"/>
                <a:gd name="connsiteY273" fmla="*/ 6150156 h 6608651"/>
                <a:gd name="connsiteX274" fmla="*/ 8978688 w 18288000"/>
                <a:gd name="connsiteY274" fmla="*/ 6071105 h 6608651"/>
                <a:gd name="connsiteX275" fmla="*/ 9001519 w 18288000"/>
                <a:gd name="connsiteY275" fmla="*/ 6071105 h 6608651"/>
                <a:gd name="connsiteX276" fmla="*/ 9050329 w 18288000"/>
                <a:gd name="connsiteY276" fmla="*/ 6071105 h 6608651"/>
                <a:gd name="connsiteX277" fmla="*/ 9094416 w 18288000"/>
                <a:gd name="connsiteY277" fmla="*/ 6071105 h 6608651"/>
                <a:gd name="connsiteX278" fmla="*/ 9094416 w 18288000"/>
                <a:gd name="connsiteY278" fmla="*/ 6039485 h 6608651"/>
                <a:gd name="connsiteX279" fmla="*/ 9050329 w 18288000"/>
                <a:gd name="connsiteY279" fmla="*/ 6039485 h 6608651"/>
                <a:gd name="connsiteX280" fmla="*/ 8828320 w 18288000"/>
                <a:gd name="connsiteY280" fmla="*/ 6039485 h 6608651"/>
                <a:gd name="connsiteX281" fmla="*/ 8706293 w 18288000"/>
                <a:gd name="connsiteY281" fmla="*/ 6039485 h 6608651"/>
                <a:gd name="connsiteX282" fmla="*/ 8627566 w 18288000"/>
                <a:gd name="connsiteY282" fmla="*/ 5960434 h 6608651"/>
                <a:gd name="connsiteX283" fmla="*/ 8627566 w 18288000"/>
                <a:gd name="connsiteY283" fmla="*/ 5959644 h 6608651"/>
                <a:gd name="connsiteX284" fmla="*/ 8627566 w 18288000"/>
                <a:gd name="connsiteY284" fmla="*/ 5940672 h 6608651"/>
                <a:gd name="connsiteX285" fmla="*/ 8627566 w 18288000"/>
                <a:gd name="connsiteY285" fmla="*/ 5770712 h 6608651"/>
                <a:gd name="connsiteX286" fmla="*/ 8706293 w 18288000"/>
                <a:gd name="connsiteY286" fmla="*/ 5691661 h 6608651"/>
                <a:gd name="connsiteX287" fmla="*/ 8828320 w 18288000"/>
                <a:gd name="connsiteY287" fmla="*/ 5691661 h 6608651"/>
                <a:gd name="connsiteX288" fmla="*/ 9050329 w 18288000"/>
                <a:gd name="connsiteY288" fmla="*/ 5691661 h 6608651"/>
                <a:gd name="connsiteX289" fmla="*/ 9094416 w 18288000"/>
                <a:gd name="connsiteY289" fmla="*/ 5691661 h 6608651"/>
                <a:gd name="connsiteX290" fmla="*/ 9094416 w 18288000"/>
                <a:gd name="connsiteY290" fmla="*/ 5660041 h 6608651"/>
                <a:gd name="connsiteX291" fmla="*/ 9050329 w 18288000"/>
                <a:gd name="connsiteY291" fmla="*/ 5660041 h 6608651"/>
                <a:gd name="connsiteX292" fmla="*/ 8828320 w 18288000"/>
                <a:gd name="connsiteY292" fmla="*/ 5660041 h 6608651"/>
                <a:gd name="connsiteX293" fmla="*/ 8706293 w 18288000"/>
                <a:gd name="connsiteY293" fmla="*/ 5660041 h 6608651"/>
                <a:gd name="connsiteX294" fmla="*/ 8627566 w 18288000"/>
                <a:gd name="connsiteY294" fmla="*/ 5580990 h 6608651"/>
                <a:gd name="connsiteX295" fmla="*/ 8627566 w 18288000"/>
                <a:gd name="connsiteY295" fmla="*/ 5580200 h 6608651"/>
                <a:gd name="connsiteX296" fmla="*/ 8627566 w 18288000"/>
                <a:gd name="connsiteY296" fmla="*/ 5561227 h 6608651"/>
                <a:gd name="connsiteX297" fmla="*/ 8627566 w 18288000"/>
                <a:gd name="connsiteY297" fmla="*/ 5391268 h 6608651"/>
                <a:gd name="connsiteX298" fmla="*/ 8706293 w 18288000"/>
                <a:gd name="connsiteY298" fmla="*/ 5312217 h 6608651"/>
                <a:gd name="connsiteX299" fmla="*/ 8828320 w 18288000"/>
                <a:gd name="connsiteY299" fmla="*/ 5312217 h 6608651"/>
                <a:gd name="connsiteX300" fmla="*/ 9050329 w 18288000"/>
                <a:gd name="connsiteY300" fmla="*/ 5312217 h 6608651"/>
                <a:gd name="connsiteX301" fmla="*/ 9094416 w 18288000"/>
                <a:gd name="connsiteY301" fmla="*/ 5312217 h 6608651"/>
                <a:gd name="connsiteX302" fmla="*/ 9094416 w 18288000"/>
                <a:gd name="connsiteY302" fmla="*/ 5280597 h 6608651"/>
                <a:gd name="connsiteX303" fmla="*/ 9050329 w 18288000"/>
                <a:gd name="connsiteY303" fmla="*/ 5280597 h 6608651"/>
                <a:gd name="connsiteX304" fmla="*/ 8486645 w 18288000"/>
                <a:gd name="connsiteY304" fmla="*/ 5280597 h 6608651"/>
                <a:gd name="connsiteX305" fmla="*/ 8364620 w 18288000"/>
                <a:gd name="connsiteY305" fmla="*/ 5280597 h 6608651"/>
                <a:gd name="connsiteX306" fmla="*/ 8363832 w 18288000"/>
                <a:gd name="connsiteY306" fmla="*/ 5280597 h 6608651"/>
                <a:gd name="connsiteX307" fmla="*/ 8285104 w 18288000"/>
                <a:gd name="connsiteY307" fmla="*/ 5201546 h 6608651"/>
                <a:gd name="connsiteX308" fmla="*/ 8285104 w 18288000"/>
                <a:gd name="connsiteY308" fmla="*/ 5200756 h 6608651"/>
                <a:gd name="connsiteX309" fmla="*/ 8285104 w 18288000"/>
                <a:gd name="connsiteY309" fmla="*/ 5181783 h 6608651"/>
                <a:gd name="connsiteX310" fmla="*/ 8285104 w 18288000"/>
                <a:gd name="connsiteY310" fmla="*/ 5011824 h 6608651"/>
                <a:gd name="connsiteX311" fmla="*/ 8363832 w 18288000"/>
                <a:gd name="connsiteY311" fmla="*/ 4932773 h 6608651"/>
                <a:gd name="connsiteX312" fmla="*/ 8364620 w 18288000"/>
                <a:gd name="connsiteY312" fmla="*/ 4932773 h 6608651"/>
                <a:gd name="connsiteX313" fmla="*/ 8486645 w 18288000"/>
                <a:gd name="connsiteY313" fmla="*/ 4932773 h 6608651"/>
                <a:gd name="connsiteX314" fmla="*/ 9050329 w 18288000"/>
                <a:gd name="connsiteY314" fmla="*/ 4932773 h 6608651"/>
                <a:gd name="connsiteX315" fmla="*/ 9094416 w 18288000"/>
                <a:gd name="connsiteY315" fmla="*/ 4932773 h 6608651"/>
                <a:gd name="connsiteX316" fmla="*/ 9094416 w 18288000"/>
                <a:gd name="connsiteY316" fmla="*/ 4901153 h 6608651"/>
                <a:gd name="connsiteX317" fmla="*/ 9050329 w 18288000"/>
                <a:gd name="connsiteY317" fmla="*/ 4901153 h 6608651"/>
                <a:gd name="connsiteX318" fmla="*/ 8134736 w 18288000"/>
                <a:gd name="connsiteY318" fmla="*/ 4901153 h 6608651"/>
                <a:gd name="connsiteX319" fmla="*/ 8012710 w 18288000"/>
                <a:gd name="connsiteY319" fmla="*/ 4901153 h 6608651"/>
                <a:gd name="connsiteX320" fmla="*/ 8011922 w 18288000"/>
                <a:gd name="connsiteY320" fmla="*/ 4901153 h 6608651"/>
                <a:gd name="connsiteX321" fmla="*/ 7933196 w 18288000"/>
                <a:gd name="connsiteY321" fmla="*/ 4822102 h 6608651"/>
                <a:gd name="connsiteX322" fmla="*/ 7933196 w 18288000"/>
                <a:gd name="connsiteY322" fmla="*/ 4821312 h 6608651"/>
                <a:gd name="connsiteX323" fmla="*/ 7933196 w 18288000"/>
                <a:gd name="connsiteY323" fmla="*/ 4802339 h 6608651"/>
                <a:gd name="connsiteX324" fmla="*/ 7933196 w 18288000"/>
                <a:gd name="connsiteY324" fmla="*/ 4632380 h 6608651"/>
                <a:gd name="connsiteX325" fmla="*/ 8011922 w 18288000"/>
                <a:gd name="connsiteY325" fmla="*/ 4553329 h 6608651"/>
                <a:gd name="connsiteX326" fmla="*/ 8012710 w 18288000"/>
                <a:gd name="connsiteY326" fmla="*/ 4553329 h 6608651"/>
                <a:gd name="connsiteX327" fmla="*/ 8134736 w 18288000"/>
                <a:gd name="connsiteY327" fmla="*/ 4553329 h 6608651"/>
                <a:gd name="connsiteX328" fmla="*/ 9050329 w 18288000"/>
                <a:gd name="connsiteY328" fmla="*/ 4553329 h 6608651"/>
                <a:gd name="connsiteX329" fmla="*/ 9094416 w 18288000"/>
                <a:gd name="connsiteY329" fmla="*/ 4553329 h 6608651"/>
                <a:gd name="connsiteX330" fmla="*/ 9094416 w 18288000"/>
                <a:gd name="connsiteY330" fmla="*/ 4521709 h 6608651"/>
                <a:gd name="connsiteX331" fmla="*/ 9050329 w 18288000"/>
                <a:gd name="connsiteY331" fmla="*/ 4521709 h 6608651"/>
                <a:gd name="connsiteX332" fmla="*/ 7562393 w 18288000"/>
                <a:gd name="connsiteY332" fmla="*/ 4521709 h 6608651"/>
                <a:gd name="connsiteX333" fmla="*/ 7440366 w 18288000"/>
                <a:gd name="connsiteY333" fmla="*/ 4521709 h 6608651"/>
                <a:gd name="connsiteX334" fmla="*/ 7439579 w 18288000"/>
                <a:gd name="connsiteY334" fmla="*/ 4521709 h 6608651"/>
                <a:gd name="connsiteX335" fmla="*/ 7360852 w 18288000"/>
                <a:gd name="connsiteY335" fmla="*/ 4442658 h 6608651"/>
                <a:gd name="connsiteX336" fmla="*/ 7360852 w 18288000"/>
                <a:gd name="connsiteY336" fmla="*/ 4441867 h 6608651"/>
                <a:gd name="connsiteX337" fmla="*/ 7360852 w 18288000"/>
                <a:gd name="connsiteY337" fmla="*/ 4252936 h 6608651"/>
                <a:gd name="connsiteX338" fmla="*/ 7439579 w 18288000"/>
                <a:gd name="connsiteY338" fmla="*/ 4173885 h 6608651"/>
                <a:gd name="connsiteX339" fmla="*/ 7440366 w 18288000"/>
                <a:gd name="connsiteY339" fmla="*/ 4173885 h 6608651"/>
                <a:gd name="connsiteX340" fmla="*/ 7562393 w 18288000"/>
                <a:gd name="connsiteY340" fmla="*/ 4173885 h 6608651"/>
                <a:gd name="connsiteX341" fmla="*/ 9050329 w 18288000"/>
                <a:gd name="connsiteY341" fmla="*/ 4173885 h 6608651"/>
                <a:gd name="connsiteX342" fmla="*/ 9094416 w 18288000"/>
                <a:gd name="connsiteY342" fmla="*/ 4173885 h 6608651"/>
                <a:gd name="connsiteX343" fmla="*/ 9094416 w 18288000"/>
                <a:gd name="connsiteY343" fmla="*/ 4142265 h 6608651"/>
                <a:gd name="connsiteX344" fmla="*/ 9050329 w 18288000"/>
                <a:gd name="connsiteY344" fmla="*/ 4142265 h 6608651"/>
                <a:gd name="connsiteX345" fmla="*/ 7272678 w 18288000"/>
                <a:gd name="connsiteY345" fmla="*/ 4142265 h 6608651"/>
                <a:gd name="connsiteX346" fmla="*/ 7150651 w 18288000"/>
                <a:gd name="connsiteY346" fmla="*/ 4142265 h 6608651"/>
                <a:gd name="connsiteX347" fmla="*/ 7149864 w 18288000"/>
                <a:gd name="connsiteY347" fmla="*/ 4142265 h 6608651"/>
                <a:gd name="connsiteX348" fmla="*/ 7071137 w 18288000"/>
                <a:gd name="connsiteY348" fmla="*/ 4063214 h 6608651"/>
                <a:gd name="connsiteX349" fmla="*/ 7071137 w 18288000"/>
                <a:gd name="connsiteY349" fmla="*/ 4062423 h 6608651"/>
                <a:gd name="connsiteX350" fmla="*/ 7071137 w 18288000"/>
                <a:gd name="connsiteY350" fmla="*/ 4043451 h 6608651"/>
                <a:gd name="connsiteX351" fmla="*/ 7071137 w 18288000"/>
                <a:gd name="connsiteY351" fmla="*/ 3873492 h 6608651"/>
                <a:gd name="connsiteX352" fmla="*/ 7149864 w 18288000"/>
                <a:gd name="connsiteY352" fmla="*/ 3794441 h 6608651"/>
                <a:gd name="connsiteX353" fmla="*/ 7150651 w 18288000"/>
                <a:gd name="connsiteY353" fmla="*/ 3794441 h 6608651"/>
                <a:gd name="connsiteX354" fmla="*/ 7272678 w 18288000"/>
                <a:gd name="connsiteY354" fmla="*/ 3794441 h 6608651"/>
                <a:gd name="connsiteX355" fmla="*/ 9050329 w 18288000"/>
                <a:gd name="connsiteY355" fmla="*/ 3794441 h 6608651"/>
                <a:gd name="connsiteX356" fmla="*/ 9094416 w 18288000"/>
                <a:gd name="connsiteY356" fmla="*/ 3794441 h 6608651"/>
                <a:gd name="connsiteX357" fmla="*/ 9094416 w 18288000"/>
                <a:gd name="connsiteY357" fmla="*/ 3762821 h 6608651"/>
                <a:gd name="connsiteX358" fmla="*/ 9050329 w 18288000"/>
                <a:gd name="connsiteY358" fmla="*/ 3762821 h 6608651"/>
                <a:gd name="connsiteX359" fmla="*/ 7058541 w 18288000"/>
                <a:gd name="connsiteY359" fmla="*/ 3762821 h 6608651"/>
                <a:gd name="connsiteX360" fmla="*/ 6936514 w 18288000"/>
                <a:gd name="connsiteY360" fmla="*/ 3762821 h 6608651"/>
                <a:gd name="connsiteX361" fmla="*/ 6935727 w 18288000"/>
                <a:gd name="connsiteY361" fmla="*/ 3762821 h 6608651"/>
                <a:gd name="connsiteX362" fmla="*/ 6857000 w 18288000"/>
                <a:gd name="connsiteY362" fmla="*/ 3683770 h 6608651"/>
                <a:gd name="connsiteX363" fmla="*/ 6857000 w 18288000"/>
                <a:gd name="connsiteY363" fmla="*/ 3682979 h 6608651"/>
                <a:gd name="connsiteX364" fmla="*/ 6857000 w 18288000"/>
                <a:gd name="connsiteY364" fmla="*/ 3664007 h 6608651"/>
                <a:gd name="connsiteX365" fmla="*/ 6857000 w 18288000"/>
                <a:gd name="connsiteY365" fmla="*/ 3494048 h 6608651"/>
                <a:gd name="connsiteX366" fmla="*/ 6935727 w 18288000"/>
                <a:gd name="connsiteY366" fmla="*/ 3414997 h 6608651"/>
                <a:gd name="connsiteX367" fmla="*/ 6936514 w 18288000"/>
                <a:gd name="connsiteY367" fmla="*/ 3414997 h 6608651"/>
                <a:gd name="connsiteX368" fmla="*/ 7058541 w 18288000"/>
                <a:gd name="connsiteY368" fmla="*/ 3414997 h 6608651"/>
                <a:gd name="connsiteX369" fmla="*/ 9050329 w 18288000"/>
                <a:gd name="connsiteY369" fmla="*/ 3414997 h 6608651"/>
                <a:gd name="connsiteX370" fmla="*/ 9094416 w 18288000"/>
                <a:gd name="connsiteY370" fmla="*/ 3414997 h 6608651"/>
                <a:gd name="connsiteX371" fmla="*/ 9094416 w 18288000"/>
                <a:gd name="connsiteY371" fmla="*/ 3383376 h 6608651"/>
                <a:gd name="connsiteX372" fmla="*/ 9050329 w 18288000"/>
                <a:gd name="connsiteY372" fmla="*/ 3383376 h 6608651"/>
                <a:gd name="connsiteX373" fmla="*/ 6932578 w 18288000"/>
                <a:gd name="connsiteY373" fmla="*/ 3383376 h 6608651"/>
                <a:gd name="connsiteX374" fmla="*/ 6810551 w 18288000"/>
                <a:gd name="connsiteY374" fmla="*/ 3383376 h 6608651"/>
                <a:gd name="connsiteX375" fmla="*/ 6809764 w 18288000"/>
                <a:gd name="connsiteY375" fmla="*/ 3383376 h 6608651"/>
                <a:gd name="connsiteX376" fmla="*/ 6731037 w 18288000"/>
                <a:gd name="connsiteY376" fmla="*/ 3304326 h 6608651"/>
                <a:gd name="connsiteX377" fmla="*/ 6731037 w 18288000"/>
                <a:gd name="connsiteY377" fmla="*/ 3303535 h 6608651"/>
                <a:gd name="connsiteX378" fmla="*/ 6731037 w 18288000"/>
                <a:gd name="connsiteY378" fmla="*/ 3284563 h 6608651"/>
                <a:gd name="connsiteX379" fmla="*/ 6731037 w 18288000"/>
                <a:gd name="connsiteY379" fmla="*/ 3114604 h 6608651"/>
                <a:gd name="connsiteX380" fmla="*/ 6809764 w 18288000"/>
                <a:gd name="connsiteY380" fmla="*/ 3035553 h 6608651"/>
                <a:gd name="connsiteX381" fmla="*/ 6810551 w 18288000"/>
                <a:gd name="connsiteY381" fmla="*/ 3035553 h 6608651"/>
                <a:gd name="connsiteX382" fmla="*/ 6932578 w 18288000"/>
                <a:gd name="connsiteY382" fmla="*/ 3035553 h 6608651"/>
                <a:gd name="connsiteX383" fmla="*/ 9050329 w 18288000"/>
                <a:gd name="connsiteY383" fmla="*/ 3035553 h 6608651"/>
                <a:gd name="connsiteX384" fmla="*/ 9094416 w 18288000"/>
                <a:gd name="connsiteY384" fmla="*/ 3035553 h 6608651"/>
                <a:gd name="connsiteX385" fmla="*/ 9094416 w 18288000"/>
                <a:gd name="connsiteY385" fmla="*/ 3003932 h 6608651"/>
                <a:gd name="connsiteX386" fmla="*/ 9050329 w 18288000"/>
                <a:gd name="connsiteY386" fmla="*/ 3003932 h 6608651"/>
                <a:gd name="connsiteX387" fmla="*/ 6864873 w 18288000"/>
                <a:gd name="connsiteY387" fmla="*/ 3003932 h 6608651"/>
                <a:gd name="connsiteX388" fmla="*/ 6742846 w 18288000"/>
                <a:gd name="connsiteY388" fmla="*/ 3003932 h 6608651"/>
                <a:gd name="connsiteX389" fmla="*/ 6742059 w 18288000"/>
                <a:gd name="connsiteY389" fmla="*/ 3003932 h 6608651"/>
                <a:gd name="connsiteX390" fmla="*/ 6663332 w 18288000"/>
                <a:gd name="connsiteY390" fmla="*/ 2924882 h 6608651"/>
                <a:gd name="connsiteX391" fmla="*/ 6663332 w 18288000"/>
                <a:gd name="connsiteY391" fmla="*/ 2924091 h 6608651"/>
                <a:gd name="connsiteX392" fmla="*/ 6663332 w 18288000"/>
                <a:gd name="connsiteY392" fmla="*/ 2905119 h 6608651"/>
                <a:gd name="connsiteX393" fmla="*/ 6663332 w 18288000"/>
                <a:gd name="connsiteY393" fmla="*/ 2735160 h 6608651"/>
                <a:gd name="connsiteX394" fmla="*/ 6742059 w 18288000"/>
                <a:gd name="connsiteY394" fmla="*/ 2656109 h 6608651"/>
                <a:gd name="connsiteX395" fmla="*/ 6742846 w 18288000"/>
                <a:gd name="connsiteY395" fmla="*/ 2656109 h 6608651"/>
                <a:gd name="connsiteX396" fmla="*/ 6864873 w 18288000"/>
                <a:gd name="connsiteY396" fmla="*/ 2656109 h 6608651"/>
                <a:gd name="connsiteX397" fmla="*/ 9050329 w 18288000"/>
                <a:gd name="connsiteY397" fmla="*/ 2656109 h 6608651"/>
                <a:gd name="connsiteX398" fmla="*/ 9094416 w 18288000"/>
                <a:gd name="connsiteY398" fmla="*/ 2656109 h 6608651"/>
                <a:gd name="connsiteX399" fmla="*/ 9094416 w 18288000"/>
                <a:gd name="connsiteY399" fmla="*/ 2624488 h 6608651"/>
                <a:gd name="connsiteX400" fmla="*/ 9050329 w 18288000"/>
                <a:gd name="connsiteY400" fmla="*/ 2624488 h 6608651"/>
                <a:gd name="connsiteX401" fmla="*/ 6864873 w 18288000"/>
                <a:gd name="connsiteY401" fmla="*/ 2624488 h 6608651"/>
                <a:gd name="connsiteX402" fmla="*/ 6742846 w 18288000"/>
                <a:gd name="connsiteY402" fmla="*/ 2624488 h 6608651"/>
                <a:gd name="connsiteX403" fmla="*/ 6742059 w 18288000"/>
                <a:gd name="connsiteY403" fmla="*/ 2624488 h 6608651"/>
                <a:gd name="connsiteX404" fmla="*/ 6663332 w 18288000"/>
                <a:gd name="connsiteY404" fmla="*/ 2545437 h 6608651"/>
                <a:gd name="connsiteX405" fmla="*/ 6663332 w 18288000"/>
                <a:gd name="connsiteY405" fmla="*/ 2544647 h 6608651"/>
                <a:gd name="connsiteX406" fmla="*/ 6663332 w 18288000"/>
                <a:gd name="connsiteY406" fmla="*/ 2525675 h 6608651"/>
                <a:gd name="connsiteX407" fmla="*/ 6663332 w 18288000"/>
                <a:gd name="connsiteY407" fmla="*/ 2355715 h 6608651"/>
                <a:gd name="connsiteX408" fmla="*/ 6742059 w 18288000"/>
                <a:gd name="connsiteY408" fmla="*/ 2276665 h 6608651"/>
                <a:gd name="connsiteX409" fmla="*/ 6742846 w 18288000"/>
                <a:gd name="connsiteY409" fmla="*/ 2276665 h 6608651"/>
                <a:gd name="connsiteX410" fmla="*/ 6864873 w 18288000"/>
                <a:gd name="connsiteY410" fmla="*/ 2276665 h 6608651"/>
                <a:gd name="connsiteX411" fmla="*/ 9050329 w 18288000"/>
                <a:gd name="connsiteY411" fmla="*/ 2276665 h 6608651"/>
                <a:gd name="connsiteX412" fmla="*/ 9094416 w 18288000"/>
                <a:gd name="connsiteY412" fmla="*/ 2276665 h 6608651"/>
                <a:gd name="connsiteX413" fmla="*/ 9094416 w 18288000"/>
                <a:gd name="connsiteY413" fmla="*/ 2245044 h 6608651"/>
                <a:gd name="connsiteX414" fmla="*/ 9050329 w 18288000"/>
                <a:gd name="connsiteY414" fmla="*/ 2245044 h 6608651"/>
                <a:gd name="connsiteX415" fmla="*/ 6957771 w 18288000"/>
                <a:gd name="connsiteY415" fmla="*/ 2245044 h 6608651"/>
                <a:gd name="connsiteX416" fmla="*/ 6835744 w 18288000"/>
                <a:gd name="connsiteY416" fmla="*/ 2245044 h 6608651"/>
                <a:gd name="connsiteX417" fmla="*/ 6834957 w 18288000"/>
                <a:gd name="connsiteY417" fmla="*/ 2245044 h 6608651"/>
                <a:gd name="connsiteX418" fmla="*/ 6756230 w 18288000"/>
                <a:gd name="connsiteY418" fmla="*/ 2165993 h 6608651"/>
                <a:gd name="connsiteX419" fmla="*/ 6756230 w 18288000"/>
                <a:gd name="connsiteY419" fmla="*/ 2165203 h 6608651"/>
                <a:gd name="connsiteX420" fmla="*/ 6756230 w 18288000"/>
                <a:gd name="connsiteY420" fmla="*/ 2146231 h 6608651"/>
                <a:gd name="connsiteX421" fmla="*/ 6756230 w 18288000"/>
                <a:gd name="connsiteY421" fmla="*/ 1976271 h 6608651"/>
                <a:gd name="connsiteX422" fmla="*/ 6834957 w 18288000"/>
                <a:gd name="connsiteY422" fmla="*/ 1897221 h 6608651"/>
                <a:gd name="connsiteX423" fmla="*/ 6835744 w 18288000"/>
                <a:gd name="connsiteY423" fmla="*/ 1897221 h 6608651"/>
                <a:gd name="connsiteX424" fmla="*/ 6957771 w 18288000"/>
                <a:gd name="connsiteY424" fmla="*/ 1897221 h 6608651"/>
                <a:gd name="connsiteX425" fmla="*/ 9050329 w 18288000"/>
                <a:gd name="connsiteY425" fmla="*/ 1897221 h 6608651"/>
                <a:gd name="connsiteX426" fmla="*/ 9094416 w 18288000"/>
                <a:gd name="connsiteY426" fmla="*/ 1897221 h 6608651"/>
                <a:gd name="connsiteX427" fmla="*/ 9094416 w 18288000"/>
                <a:gd name="connsiteY427" fmla="*/ 1865600 h 6608651"/>
                <a:gd name="connsiteX428" fmla="*/ 9050329 w 18288000"/>
                <a:gd name="connsiteY428" fmla="*/ 1865600 h 6608651"/>
                <a:gd name="connsiteX429" fmla="*/ 7082159 w 18288000"/>
                <a:gd name="connsiteY429" fmla="*/ 1865600 h 6608651"/>
                <a:gd name="connsiteX430" fmla="*/ 6959345 w 18288000"/>
                <a:gd name="connsiteY430" fmla="*/ 1865600 h 6608651"/>
                <a:gd name="connsiteX431" fmla="*/ 6880618 w 18288000"/>
                <a:gd name="connsiteY431" fmla="*/ 1786550 h 6608651"/>
                <a:gd name="connsiteX432" fmla="*/ 6880618 w 18288000"/>
                <a:gd name="connsiteY432" fmla="*/ 1785759 h 6608651"/>
                <a:gd name="connsiteX433" fmla="*/ 6880618 w 18288000"/>
                <a:gd name="connsiteY433" fmla="*/ 1766787 h 6608651"/>
                <a:gd name="connsiteX434" fmla="*/ 6880618 w 18288000"/>
                <a:gd name="connsiteY434" fmla="*/ 1596827 h 6608651"/>
                <a:gd name="connsiteX435" fmla="*/ 6959345 w 18288000"/>
                <a:gd name="connsiteY435" fmla="*/ 1517777 h 6608651"/>
                <a:gd name="connsiteX436" fmla="*/ 7082159 w 18288000"/>
                <a:gd name="connsiteY436" fmla="*/ 1517777 h 6608651"/>
                <a:gd name="connsiteX437" fmla="*/ 9050329 w 18288000"/>
                <a:gd name="connsiteY437" fmla="*/ 1517777 h 6608651"/>
                <a:gd name="connsiteX438" fmla="*/ 9094416 w 18288000"/>
                <a:gd name="connsiteY438" fmla="*/ 1517777 h 6608651"/>
                <a:gd name="connsiteX439" fmla="*/ 9094416 w 18288000"/>
                <a:gd name="connsiteY439" fmla="*/ 1486156 h 6608651"/>
                <a:gd name="connsiteX440" fmla="*/ 9050329 w 18288000"/>
                <a:gd name="connsiteY440" fmla="*/ 1486156 h 6608651"/>
                <a:gd name="connsiteX441" fmla="*/ 7311254 w 18288000"/>
                <a:gd name="connsiteY441" fmla="*/ 1486156 h 6608651"/>
                <a:gd name="connsiteX442" fmla="*/ 7189228 w 18288000"/>
                <a:gd name="connsiteY442" fmla="*/ 1486156 h 6608651"/>
                <a:gd name="connsiteX443" fmla="*/ 7119948 w 18288000"/>
                <a:gd name="connsiteY443" fmla="*/ 1445840 h 6608651"/>
                <a:gd name="connsiteX444" fmla="*/ 7119948 w 18288000"/>
                <a:gd name="connsiteY444" fmla="*/ 1445050 h 6608651"/>
                <a:gd name="connsiteX445" fmla="*/ 7119161 w 18288000"/>
                <a:gd name="connsiteY445" fmla="*/ 1443469 h 6608651"/>
                <a:gd name="connsiteX446" fmla="*/ 7118373 w 18288000"/>
                <a:gd name="connsiteY446" fmla="*/ 1441097 h 6608651"/>
                <a:gd name="connsiteX447" fmla="*/ 7117586 w 18288000"/>
                <a:gd name="connsiteY447" fmla="*/ 1441097 h 6608651"/>
                <a:gd name="connsiteX448" fmla="*/ 7109713 w 18288000"/>
                <a:gd name="connsiteY448" fmla="*/ 1406315 h 6608651"/>
                <a:gd name="connsiteX449" fmla="*/ 7109713 w 18288000"/>
                <a:gd name="connsiteY449" fmla="*/ 1217383 h 6608651"/>
                <a:gd name="connsiteX450" fmla="*/ 7188440 w 18288000"/>
                <a:gd name="connsiteY450" fmla="*/ 1138333 h 6608651"/>
                <a:gd name="connsiteX451" fmla="*/ 7189228 w 18288000"/>
                <a:gd name="connsiteY451" fmla="*/ 1138333 h 6608651"/>
                <a:gd name="connsiteX452" fmla="*/ 7311254 w 18288000"/>
                <a:gd name="connsiteY452" fmla="*/ 1138333 h 6608651"/>
                <a:gd name="connsiteX453" fmla="*/ 9050329 w 18288000"/>
                <a:gd name="connsiteY453" fmla="*/ 1138333 h 6608651"/>
                <a:gd name="connsiteX454" fmla="*/ 9094416 w 18288000"/>
                <a:gd name="connsiteY454" fmla="*/ 1138333 h 6608651"/>
                <a:gd name="connsiteX455" fmla="*/ 9094416 w 18288000"/>
                <a:gd name="connsiteY455" fmla="*/ 1106712 h 6608651"/>
                <a:gd name="connsiteX456" fmla="*/ 9050329 w 18288000"/>
                <a:gd name="connsiteY456" fmla="*/ 1106712 h 6608651"/>
                <a:gd name="connsiteX457" fmla="*/ 7637183 w 18288000"/>
                <a:gd name="connsiteY457" fmla="*/ 1106712 h 6608651"/>
                <a:gd name="connsiteX458" fmla="*/ 7515156 w 18288000"/>
                <a:gd name="connsiteY458" fmla="*/ 1106712 h 6608651"/>
                <a:gd name="connsiteX459" fmla="*/ 7436429 w 18288000"/>
                <a:gd name="connsiteY459" fmla="*/ 1027661 h 6608651"/>
                <a:gd name="connsiteX460" fmla="*/ 7436429 w 18288000"/>
                <a:gd name="connsiteY460" fmla="*/ 1026871 h 6608651"/>
                <a:gd name="connsiteX461" fmla="*/ 7436429 w 18288000"/>
                <a:gd name="connsiteY461" fmla="*/ 1007898 h 6608651"/>
                <a:gd name="connsiteX462" fmla="*/ 7436429 w 18288000"/>
                <a:gd name="connsiteY462" fmla="*/ 837939 h 6608651"/>
                <a:gd name="connsiteX463" fmla="*/ 7515156 w 18288000"/>
                <a:gd name="connsiteY463" fmla="*/ 758888 h 6608651"/>
                <a:gd name="connsiteX464" fmla="*/ 7637183 w 18288000"/>
                <a:gd name="connsiteY464" fmla="*/ 758888 h 6608651"/>
                <a:gd name="connsiteX465" fmla="*/ 9050329 w 18288000"/>
                <a:gd name="connsiteY465" fmla="*/ 758888 h 6608651"/>
                <a:gd name="connsiteX466" fmla="*/ 9094416 w 18288000"/>
                <a:gd name="connsiteY466" fmla="*/ 758888 h 6608651"/>
                <a:gd name="connsiteX467" fmla="*/ 9094416 w 18288000"/>
                <a:gd name="connsiteY467" fmla="*/ 727268 h 6608651"/>
                <a:gd name="connsiteX468" fmla="*/ 9050329 w 18288000"/>
                <a:gd name="connsiteY468" fmla="*/ 727268 h 6608651"/>
                <a:gd name="connsiteX469" fmla="*/ 8150482 w 18288000"/>
                <a:gd name="connsiteY469" fmla="*/ 727268 h 6608651"/>
                <a:gd name="connsiteX470" fmla="*/ 8028455 w 18288000"/>
                <a:gd name="connsiteY470" fmla="*/ 727268 h 6608651"/>
                <a:gd name="connsiteX471" fmla="*/ 8027668 w 18288000"/>
                <a:gd name="connsiteY471" fmla="*/ 727268 h 6608651"/>
                <a:gd name="connsiteX472" fmla="*/ 7948942 w 18288000"/>
                <a:gd name="connsiteY472" fmla="*/ 648217 h 6608651"/>
                <a:gd name="connsiteX473" fmla="*/ 7948942 w 18288000"/>
                <a:gd name="connsiteY473" fmla="*/ 647427 h 6608651"/>
                <a:gd name="connsiteX474" fmla="*/ 7948942 w 18288000"/>
                <a:gd name="connsiteY474" fmla="*/ 458495 h 6608651"/>
                <a:gd name="connsiteX475" fmla="*/ 8027668 w 18288000"/>
                <a:gd name="connsiteY475" fmla="*/ 379444 h 6608651"/>
                <a:gd name="connsiteX476" fmla="*/ 8028455 w 18288000"/>
                <a:gd name="connsiteY476" fmla="*/ 379444 h 6608651"/>
                <a:gd name="connsiteX477" fmla="*/ 8150482 w 18288000"/>
                <a:gd name="connsiteY477" fmla="*/ 379444 h 6608651"/>
                <a:gd name="connsiteX478" fmla="*/ 9050329 w 18288000"/>
                <a:gd name="connsiteY478" fmla="*/ 379444 h 6608651"/>
                <a:gd name="connsiteX479" fmla="*/ 9094416 w 18288000"/>
                <a:gd name="connsiteY479" fmla="*/ 379444 h 6608651"/>
                <a:gd name="connsiteX480" fmla="*/ 9094416 w 18288000"/>
                <a:gd name="connsiteY480" fmla="*/ 347824 h 6608651"/>
                <a:gd name="connsiteX481" fmla="*/ 9050329 w 18288000"/>
                <a:gd name="connsiteY481" fmla="*/ 347824 h 6608651"/>
                <a:gd name="connsiteX482" fmla="*/ 8770062 w 18288000"/>
                <a:gd name="connsiteY482" fmla="*/ 347824 h 6608651"/>
                <a:gd name="connsiteX483" fmla="*/ 8648035 w 18288000"/>
                <a:gd name="connsiteY483" fmla="*/ 347824 h 6608651"/>
                <a:gd name="connsiteX484" fmla="*/ 8647248 w 18288000"/>
                <a:gd name="connsiteY484" fmla="*/ 347824 h 6608651"/>
                <a:gd name="connsiteX485" fmla="*/ 8588990 w 18288000"/>
                <a:gd name="connsiteY485" fmla="*/ 321737 h 6608651"/>
                <a:gd name="connsiteX486" fmla="*/ 8568521 w 18288000"/>
                <a:gd name="connsiteY486" fmla="*/ 267983 h 6608651"/>
                <a:gd name="connsiteX487" fmla="*/ 8568521 w 18288000"/>
                <a:gd name="connsiteY487" fmla="*/ 79051 h 6608651"/>
                <a:gd name="connsiteX488" fmla="*/ 8647248 w 18288000"/>
                <a:gd name="connsiteY488" fmla="*/ 0 h 660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</a:cxnLst>
              <a:rect l="l" t="t" r="r" b="b"/>
              <a:pathLst>
                <a:path w="18288000" h="6608651">
                  <a:moveTo>
                    <a:pt x="8647248" y="0"/>
                  </a:moveTo>
                  <a:cubicBezTo>
                    <a:pt x="8647248" y="0"/>
                    <a:pt x="8647248" y="0"/>
                    <a:pt x="8770062" y="0"/>
                  </a:cubicBezTo>
                  <a:cubicBezTo>
                    <a:pt x="8770062" y="0"/>
                    <a:pt x="8770062" y="0"/>
                    <a:pt x="9131418" y="0"/>
                  </a:cubicBezTo>
                  <a:cubicBezTo>
                    <a:pt x="9132205" y="0"/>
                    <a:pt x="9132992" y="0"/>
                    <a:pt x="9133780" y="0"/>
                  </a:cubicBezTo>
                  <a:cubicBezTo>
                    <a:pt x="9135354" y="0"/>
                    <a:pt x="9136142" y="0"/>
                    <a:pt x="9136929" y="0"/>
                  </a:cubicBezTo>
                  <a:cubicBezTo>
                    <a:pt x="9136929" y="0"/>
                    <a:pt x="9136929" y="0"/>
                    <a:pt x="9251870" y="0"/>
                  </a:cubicBezTo>
                  <a:cubicBezTo>
                    <a:pt x="9298319" y="0"/>
                    <a:pt x="9343980" y="791"/>
                    <a:pt x="9389642" y="3162"/>
                  </a:cubicBezTo>
                  <a:cubicBezTo>
                    <a:pt x="10760276" y="75099"/>
                    <a:pt x="11849856" y="1214221"/>
                    <a:pt x="11849856" y="2608678"/>
                  </a:cubicBezTo>
                  <a:cubicBezTo>
                    <a:pt x="11849856" y="3773097"/>
                    <a:pt x="11090142" y="4758861"/>
                    <a:pt x="10041500" y="5094037"/>
                  </a:cubicBezTo>
                  <a:cubicBezTo>
                    <a:pt x="10019457" y="5101152"/>
                    <a:pt x="9998200" y="5108266"/>
                    <a:pt x="9976157" y="5114590"/>
                  </a:cubicBezTo>
                  <a:cubicBezTo>
                    <a:pt x="9976157" y="5114590"/>
                    <a:pt x="9976157" y="5114590"/>
                    <a:pt x="9976157" y="5960434"/>
                  </a:cubicBezTo>
                  <a:cubicBezTo>
                    <a:pt x="9976157" y="6003912"/>
                    <a:pt x="9941517" y="6039485"/>
                    <a:pt x="9897430" y="6039485"/>
                  </a:cubicBezTo>
                  <a:cubicBezTo>
                    <a:pt x="9897430" y="6039485"/>
                    <a:pt x="9897430" y="6039485"/>
                    <a:pt x="9673846" y="6039485"/>
                  </a:cubicBezTo>
                  <a:cubicBezTo>
                    <a:pt x="9671484" y="6039485"/>
                    <a:pt x="9669910" y="6039485"/>
                    <a:pt x="9667548" y="6038695"/>
                  </a:cubicBezTo>
                  <a:cubicBezTo>
                    <a:pt x="9667548" y="6038695"/>
                    <a:pt x="9667548" y="6038695"/>
                    <a:pt x="9667548" y="6039485"/>
                  </a:cubicBezTo>
                  <a:cubicBezTo>
                    <a:pt x="9667548" y="6039485"/>
                    <a:pt x="9667548" y="6039485"/>
                    <a:pt x="9614801" y="6039485"/>
                  </a:cubicBezTo>
                  <a:cubicBezTo>
                    <a:pt x="9614801" y="6039485"/>
                    <a:pt x="9614801" y="6039485"/>
                    <a:pt x="9614801" y="6450549"/>
                  </a:cubicBezTo>
                  <a:cubicBezTo>
                    <a:pt x="9614801" y="6450549"/>
                    <a:pt x="9614801" y="6450549"/>
                    <a:pt x="12527694" y="6450549"/>
                  </a:cubicBezTo>
                  <a:cubicBezTo>
                    <a:pt x="12528481" y="6450549"/>
                    <a:pt x="12530056" y="6450549"/>
                    <a:pt x="12530843" y="6450549"/>
                  </a:cubicBezTo>
                  <a:cubicBezTo>
                    <a:pt x="12533205" y="6450549"/>
                    <a:pt x="12534779" y="6450549"/>
                    <a:pt x="12537141" y="6450549"/>
                  </a:cubicBezTo>
                  <a:cubicBezTo>
                    <a:pt x="12537141" y="6450549"/>
                    <a:pt x="12537141" y="6450549"/>
                    <a:pt x="17817188" y="6450549"/>
                  </a:cubicBezTo>
                  <a:lnTo>
                    <a:pt x="18288000" y="6450549"/>
                  </a:lnTo>
                  <a:lnTo>
                    <a:pt x="18288000" y="6608651"/>
                  </a:lnTo>
                  <a:lnTo>
                    <a:pt x="18254076" y="6608651"/>
                  </a:lnTo>
                  <a:cubicBezTo>
                    <a:pt x="17981840" y="6608651"/>
                    <a:pt x="16892900" y="6608651"/>
                    <a:pt x="12537141" y="6608651"/>
                  </a:cubicBezTo>
                  <a:cubicBezTo>
                    <a:pt x="12534779" y="6608651"/>
                    <a:pt x="12533205" y="6608651"/>
                    <a:pt x="12530843" y="6608651"/>
                  </a:cubicBezTo>
                  <a:cubicBezTo>
                    <a:pt x="12529268" y="6608651"/>
                    <a:pt x="12528481" y="6608651"/>
                    <a:pt x="12527694" y="6608651"/>
                  </a:cubicBezTo>
                  <a:cubicBezTo>
                    <a:pt x="12527694" y="6608651"/>
                    <a:pt x="12527694" y="6608651"/>
                    <a:pt x="9536074" y="6608651"/>
                  </a:cubicBezTo>
                  <a:cubicBezTo>
                    <a:pt x="9491987" y="6608651"/>
                    <a:pt x="9457347" y="6573078"/>
                    <a:pt x="9457347" y="6529600"/>
                  </a:cubicBezTo>
                  <a:cubicBezTo>
                    <a:pt x="9457347" y="6529600"/>
                    <a:pt x="9457347" y="6529600"/>
                    <a:pt x="9457347" y="5960434"/>
                  </a:cubicBezTo>
                  <a:cubicBezTo>
                    <a:pt x="9457347" y="5916166"/>
                    <a:pt x="9491987" y="5881383"/>
                    <a:pt x="9536074" y="5881383"/>
                  </a:cubicBezTo>
                  <a:cubicBezTo>
                    <a:pt x="9536074" y="5881383"/>
                    <a:pt x="9536074" y="5881383"/>
                    <a:pt x="9667548" y="5881383"/>
                  </a:cubicBezTo>
                  <a:cubicBezTo>
                    <a:pt x="9669910" y="5881383"/>
                    <a:pt x="9671484" y="5881383"/>
                    <a:pt x="9673846" y="5881383"/>
                  </a:cubicBezTo>
                  <a:cubicBezTo>
                    <a:pt x="9673846" y="5881383"/>
                    <a:pt x="9673846" y="5881383"/>
                    <a:pt x="9818703" y="5881383"/>
                  </a:cubicBezTo>
                  <a:cubicBezTo>
                    <a:pt x="9818703" y="5881383"/>
                    <a:pt x="9818703" y="5881383"/>
                    <a:pt x="9818703" y="5051350"/>
                  </a:cubicBezTo>
                  <a:cubicBezTo>
                    <a:pt x="9818703" y="5027634"/>
                    <a:pt x="9828938" y="5006291"/>
                    <a:pt x="9845470" y="4992061"/>
                  </a:cubicBezTo>
                  <a:cubicBezTo>
                    <a:pt x="9849407" y="4988109"/>
                    <a:pt x="9850194" y="4986528"/>
                    <a:pt x="9892706" y="4973880"/>
                  </a:cubicBezTo>
                  <a:cubicBezTo>
                    <a:pt x="9894281" y="4973089"/>
                    <a:pt x="9895856" y="4972299"/>
                    <a:pt x="9897430" y="4972299"/>
                  </a:cubicBezTo>
                  <a:cubicBezTo>
                    <a:pt x="9946241" y="4958860"/>
                    <a:pt x="9994264" y="4943840"/>
                    <a:pt x="10041500" y="4928030"/>
                  </a:cubicBezTo>
                  <a:cubicBezTo>
                    <a:pt x="11001968" y="4598388"/>
                    <a:pt x="11692402" y="3684560"/>
                    <a:pt x="11692402" y="2608678"/>
                  </a:cubicBezTo>
                  <a:cubicBezTo>
                    <a:pt x="11692402" y="1255328"/>
                    <a:pt x="10599673" y="158102"/>
                    <a:pt x="9251870" y="158102"/>
                  </a:cubicBezTo>
                  <a:cubicBezTo>
                    <a:pt x="9251870" y="158102"/>
                    <a:pt x="9251870" y="158102"/>
                    <a:pt x="9136929" y="158102"/>
                  </a:cubicBezTo>
                  <a:cubicBezTo>
                    <a:pt x="9136142" y="158102"/>
                    <a:pt x="9135354" y="158102"/>
                    <a:pt x="9134567" y="158102"/>
                  </a:cubicBezTo>
                  <a:cubicBezTo>
                    <a:pt x="9132992" y="158102"/>
                    <a:pt x="9132205" y="158102"/>
                    <a:pt x="9131418" y="158102"/>
                  </a:cubicBezTo>
                  <a:cubicBezTo>
                    <a:pt x="9131418" y="158102"/>
                    <a:pt x="9131418" y="158102"/>
                    <a:pt x="8770062" y="158102"/>
                  </a:cubicBezTo>
                  <a:cubicBezTo>
                    <a:pt x="8770062" y="158102"/>
                    <a:pt x="8770062" y="158102"/>
                    <a:pt x="8725975" y="158102"/>
                  </a:cubicBezTo>
                  <a:cubicBezTo>
                    <a:pt x="8725975" y="158102"/>
                    <a:pt x="8725975" y="158102"/>
                    <a:pt x="8725975" y="189722"/>
                  </a:cubicBezTo>
                  <a:cubicBezTo>
                    <a:pt x="8725975" y="189722"/>
                    <a:pt x="8725975" y="189722"/>
                    <a:pt x="8770062" y="189722"/>
                  </a:cubicBezTo>
                  <a:cubicBezTo>
                    <a:pt x="8770062" y="189722"/>
                    <a:pt x="8770062" y="189722"/>
                    <a:pt x="9050329" y="189722"/>
                  </a:cubicBezTo>
                  <a:cubicBezTo>
                    <a:pt x="9050329" y="189722"/>
                    <a:pt x="9050329" y="189722"/>
                    <a:pt x="9172356" y="189722"/>
                  </a:cubicBezTo>
                  <a:cubicBezTo>
                    <a:pt x="9172356" y="189722"/>
                    <a:pt x="9172356" y="189722"/>
                    <a:pt x="9173143" y="189722"/>
                  </a:cubicBezTo>
                  <a:cubicBezTo>
                    <a:pt x="9216443" y="189722"/>
                    <a:pt x="9251870" y="224505"/>
                    <a:pt x="9251870" y="268773"/>
                  </a:cubicBezTo>
                  <a:cubicBezTo>
                    <a:pt x="9251870" y="268773"/>
                    <a:pt x="9251870" y="268773"/>
                    <a:pt x="9251870" y="458495"/>
                  </a:cubicBezTo>
                  <a:cubicBezTo>
                    <a:pt x="9251870" y="501973"/>
                    <a:pt x="9216443" y="537546"/>
                    <a:pt x="9173143" y="537546"/>
                  </a:cubicBezTo>
                  <a:cubicBezTo>
                    <a:pt x="9173143" y="537546"/>
                    <a:pt x="9173143" y="537546"/>
                    <a:pt x="9172356" y="537546"/>
                  </a:cubicBezTo>
                  <a:cubicBezTo>
                    <a:pt x="9172356" y="537546"/>
                    <a:pt x="9172356" y="537546"/>
                    <a:pt x="9050329" y="537546"/>
                  </a:cubicBezTo>
                  <a:cubicBezTo>
                    <a:pt x="9050329" y="537546"/>
                    <a:pt x="9050329" y="537546"/>
                    <a:pt x="8150482" y="537546"/>
                  </a:cubicBezTo>
                  <a:cubicBezTo>
                    <a:pt x="8150482" y="537546"/>
                    <a:pt x="8150482" y="537546"/>
                    <a:pt x="8106394" y="537546"/>
                  </a:cubicBezTo>
                  <a:cubicBezTo>
                    <a:pt x="8106394" y="537546"/>
                    <a:pt x="8106394" y="537546"/>
                    <a:pt x="8106394" y="569166"/>
                  </a:cubicBezTo>
                  <a:cubicBezTo>
                    <a:pt x="8106394" y="569166"/>
                    <a:pt x="8106394" y="569166"/>
                    <a:pt x="8150482" y="569166"/>
                  </a:cubicBezTo>
                  <a:cubicBezTo>
                    <a:pt x="8150482" y="569166"/>
                    <a:pt x="8150482" y="569166"/>
                    <a:pt x="9050329" y="569166"/>
                  </a:cubicBezTo>
                  <a:cubicBezTo>
                    <a:pt x="9050329" y="569166"/>
                    <a:pt x="9050329" y="569166"/>
                    <a:pt x="9172356" y="569166"/>
                  </a:cubicBezTo>
                  <a:cubicBezTo>
                    <a:pt x="9172356" y="569166"/>
                    <a:pt x="9172356" y="569166"/>
                    <a:pt x="9173143" y="569166"/>
                  </a:cubicBezTo>
                  <a:cubicBezTo>
                    <a:pt x="9216443" y="569166"/>
                    <a:pt x="9251870" y="603949"/>
                    <a:pt x="9251870" y="648217"/>
                  </a:cubicBezTo>
                  <a:cubicBezTo>
                    <a:pt x="9251870" y="648217"/>
                    <a:pt x="9251870" y="648217"/>
                    <a:pt x="9251870" y="837939"/>
                  </a:cubicBezTo>
                  <a:cubicBezTo>
                    <a:pt x="9251870" y="881417"/>
                    <a:pt x="9216443" y="916990"/>
                    <a:pt x="9173143" y="916990"/>
                  </a:cubicBezTo>
                  <a:cubicBezTo>
                    <a:pt x="9173143" y="916990"/>
                    <a:pt x="9173143" y="916990"/>
                    <a:pt x="9172356" y="916990"/>
                  </a:cubicBezTo>
                  <a:cubicBezTo>
                    <a:pt x="9172356" y="916990"/>
                    <a:pt x="9172356" y="916990"/>
                    <a:pt x="9050329" y="916990"/>
                  </a:cubicBezTo>
                  <a:cubicBezTo>
                    <a:pt x="9050329" y="916990"/>
                    <a:pt x="9050329" y="916990"/>
                    <a:pt x="7637183" y="916990"/>
                  </a:cubicBezTo>
                  <a:cubicBezTo>
                    <a:pt x="7637183" y="916990"/>
                    <a:pt x="7637183" y="916990"/>
                    <a:pt x="7593883" y="916990"/>
                  </a:cubicBezTo>
                  <a:cubicBezTo>
                    <a:pt x="7593883" y="916990"/>
                    <a:pt x="7593883" y="916990"/>
                    <a:pt x="7593883" y="948611"/>
                  </a:cubicBezTo>
                  <a:cubicBezTo>
                    <a:pt x="7593883" y="948611"/>
                    <a:pt x="7593883" y="948611"/>
                    <a:pt x="7637183" y="948611"/>
                  </a:cubicBezTo>
                  <a:cubicBezTo>
                    <a:pt x="7637183" y="948611"/>
                    <a:pt x="7637183" y="948611"/>
                    <a:pt x="9050329" y="948611"/>
                  </a:cubicBezTo>
                  <a:cubicBezTo>
                    <a:pt x="9050329" y="948611"/>
                    <a:pt x="9050329" y="948611"/>
                    <a:pt x="9172356" y="948611"/>
                  </a:cubicBezTo>
                  <a:cubicBezTo>
                    <a:pt x="9172356" y="948611"/>
                    <a:pt x="9172356" y="948611"/>
                    <a:pt x="9173143" y="948611"/>
                  </a:cubicBezTo>
                  <a:cubicBezTo>
                    <a:pt x="9216443" y="948611"/>
                    <a:pt x="9251870" y="983393"/>
                    <a:pt x="9251870" y="1027661"/>
                  </a:cubicBezTo>
                  <a:cubicBezTo>
                    <a:pt x="9251870" y="1027661"/>
                    <a:pt x="9251870" y="1027661"/>
                    <a:pt x="9251870" y="1217383"/>
                  </a:cubicBezTo>
                  <a:cubicBezTo>
                    <a:pt x="9251870" y="1260861"/>
                    <a:pt x="9216443" y="1296434"/>
                    <a:pt x="9173143" y="1296434"/>
                  </a:cubicBezTo>
                  <a:cubicBezTo>
                    <a:pt x="9173143" y="1296434"/>
                    <a:pt x="9173143" y="1296434"/>
                    <a:pt x="9172356" y="1296434"/>
                  </a:cubicBezTo>
                  <a:cubicBezTo>
                    <a:pt x="9172356" y="1296434"/>
                    <a:pt x="9172356" y="1296434"/>
                    <a:pt x="9050329" y="1296434"/>
                  </a:cubicBezTo>
                  <a:cubicBezTo>
                    <a:pt x="9050329" y="1296434"/>
                    <a:pt x="9050329" y="1296434"/>
                    <a:pt x="7311254" y="1296434"/>
                  </a:cubicBezTo>
                  <a:cubicBezTo>
                    <a:pt x="7311254" y="1296434"/>
                    <a:pt x="7311254" y="1296434"/>
                    <a:pt x="7267167" y="1296434"/>
                  </a:cubicBezTo>
                  <a:cubicBezTo>
                    <a:pt x="7267167" y="1296434"/>
                    <a:pt x="7267167" y="1296434"/>
                    <a:pt x="7267167" y="1328054"/>
                  </a:cubicBezTo>
                  <a:cubicBezTo>
                    <a:pt x="7267167" y="1328054"/>
                    <a:pt x="7267167" y="1328054"/>
                    <a:pt x="7311254" y="1328054"/>
                  </a:cubicBezTo>
                  <a:cubicBezTo>
                    <a:pt x="7311254" y="1328054"/>
                    <a:pt x="7311254" y="1328054"/>
                    <a:pt x="9050329" y="1328054"/>
                  </a:cubicBezTo>
                  <a:cubicBezTo>
                    <a:pt x="9050329" y="1328054"/>
                    <a:pt x="9050329" y="1328054"/>
                    <a:pt x="9172356" y="1328054"/>
                  </a:cubicBezTo>
                  <a:cubicBezTo>
                    <a:pt x="9172356" y="1328054"/>
                    <a:pt x="9172356" y="1328054"/>
                    <a:pt x="9173143" y="1328054"/>
                  </a:cubicBezTo>
                  <a:cubicBezTo>
                    <a:pt x="9216443" y="1328054"/>
                    <a:pt x="9251870" y="1362837"/>
                    <a:pt x="9251870" y="1407105"/>
                  </a:cubicBezTo>
                  <a:cubicBezTo>
                    <a:pt x="9251870" y="1407105"/>
                    <a:pt x="9251870" y="1407105"/>
                    <a:pt x="9251870" y="1596827"/>
                  </a:cubicBezTo>
                  <a:cubicBezTo>
                    <a:pt x="9251870" y="1640305"/>
                    <a:pt x="9216443" y="1675878"/>
                    <a:pt x="9173143" y="1675878"/>
                  </a:cubicBezTo>
                  <a:cubicBezTo>
                    <a:pt x="9173143" y="1675878"/>
                    <a:pt x="9173143" y="1675878"/>
                    <a:pt x="9172356" y="1675878"/>
                  </a:cubicBezTo>
                  <a:cubicBezTo>
                    <a:pt x="9172356" y="1675878"/>
                    <a:pt x="9172356" y="1675878"/>
                    <a:pt x="9050329" y="1675878"/>
                  </a:cubicBezTo>
                  <a:cubicBezTo>
                    <a:pt x="9050329" y="1675878"/>
                    <a:pt x="9050329" y="1675878"/>
                    <a:pt x="7082159" y="1675878"/>
                  </a:cubicBezTo>
                  <a:cubicBezTo>
                    <a:pt x="7082159" y="1675878"/>
                    <a:pt x="7082159" y="1675878"/>
                    <a:pt x="7038072" y="1675878"/>
                  </a:cubicBezTo>
                  <a:cubicBezTo>
                    <a:pt x="7038072" y="1675878"/>
                    <a:pt x="7038072" y="1675878"/>
                    <a:pt x="7038072" y="1707499"/>
                  </a:cubicBezTo>
                  <a:cubicBezTo>
                    <a:pt x="7038072" y="1707499"/>
                    <a:pt x="7038072" y="1707499"/>
                    <a:pt x="7082159" y="1707499"/>
                  </a:cubicBezTo>
                  <a:cubicBezTo>
                    <a:pt x="7082159" y="1707499"/>
                    <a:pt x="7082159" y="1707499"/>
                    <a:pt x="9050329" y="1707499"/>
                  </a:cubicBezTo>
                  <a:cubicBezTo>
                    <a:pt x="9050329" y="1707499"/>
                    <a:pt x="9050329" y="1707499"/>
                    <a:pt x="9172356" y="1707499"/>
                  </a:cubicBezTo>
                  <a:cubicBezTo>
                    <a:pt x="9172356" y="1707499"/>
                    <a:pt x="9172356" y="1707499"/>
                    <a:pt x="9173143" y="1707499"/>
                  </a:cubicBezTo>
                  <a:cubicBezTo>
                    <a:pt x="9216443" y="1707499"/>
                    <a:pt x="9251870" y="1742281"/>
                    <a:pt x="9251870" y="1786550"/>
                  </a:cubicBezTo>
                  <a:cubicBezTo>
                    <a:pt x="9251870" y="1786550"/>
                    <a:pt x="9251870" y="1786550"/>
                    <a:pt x="9251870" y="1976271"/>
                  </a:cubicBezTo>
                  <a:cubicBezTo>
                    <a:pt x="9251870" y="2019749"/>
                    <a:pt x="9216443" y="2055322"/>
                    <a:pt x="9173143" y="2055322"/>
                  </a:cubicBezTo>
                  <a:cubicBezTo>
                    <a:pt x="9173143" y="2055322"/>
                    <a:pt x="9173143" y="2055322"/>
                    <a:pt x="9172356" y="2055322"/>
                  </a:cubicBezTo>
                  <a:cubicBezTo>
                    <a:pt x="9172356" y="2055322"/>
                    <a:pt x="9172356" y="2055322"/>
                    <a:pt x="9050329" y="2055322"/>
                  </a:cubicBezTo>
                  <a:cubicBezTo>
                    <a:pt x="9050329" y="2055322"/>
                    <a:pt x="9050329" y="2055322"/>
                    <a:pt x="6957771" y="2055322"/>
                  </a:cubicBezTo>
                  <a:cubicBezTo>
                    <a:pt x="6957771" y="2055322"/>
                    <a:pt x="6957771" y="2055322"/>
                    <a:pt x="6913684" y="2055322"/>
                  </a:cubicBezTo>
                  <a:cubicBezTo>
                    <a:pt x="6913684" y="2055322"/>
                    <a:pt x="6913684" y="2055322"/>
                    <a:pt x="6913684" y="2086943"/>
                  </a:cubicBezTo>
                  <a:cubicBezTo>
                    <a:pt x="6913684" y="2086943"/>
                    <a:pt x="6913684" y="2086943"/>
                    <a:pt x="6957771" y="2086943"/>
                  </a:cubicBezTo>
                  <a:cubicBezTo>
                    <a:pt x="6957771" y="2086943"/>
                    <a:pt x="6957771" y="2086943"/>
                    <a:pt x="9050329" y="2086943"/>
                  </a:cubicBezTo>
                  <a:cubicBezTo>
                    <a:pt x="9050329" y="2086943"/>
                    <a:pt x="9050329" y="2086943"/>
                    <a:pt x="9172356" y="2086943"/>
                  </a:cubicBezTo>
                  <a:cubicBezTo>
                    <a:pt x="9172356" y="2086943"/>
                    <a:pt x="9172356" y="2086943"/>
                    <a:pt x="9173143" y="2086943"/>
                  </a:cubicBezTo>
                  <a:cubicBezTo>
                    <a:pt x="9216443" y="2086943"/>
                    <a:pt x="9251870" y="2121725"/>
                    <a:pt x="9251870" y="2165993"/>
                  </a:cubicBezTo>
                  <a:cubicBezTo>
                    <a:pt x="9251870" y="2165993"/>
                    <a:pt x="9251870" y="2165993"/>
                    <a:pt x="9251870" y="2355715"/>
                  </a:cubicBezTo>
                  <a:cubicBezTo>
                    <a:pt x="9251870" y="2399193"/>
                    <a:pt x="9216443" y="2434766"/>
                    <a:pt x="9173143" y="2434766"/>
                  </a:cubicBezTo>
                  <a:cubicBezTo>
                    <a:pt x="9173143" y="2434766"/>
                    <a:pt x="9173143" y="2434766"/>
                    <a:pt x="9172356" y="2434766"/>
                  </a:cubicBezTo>
                  <a:cubicBezTo>
                    <a:pt x="9172356" y="2434766"/>
                    <a:pt x="9172356" y="2434766"/>
                    <a:pt x="9050329" y="2434766"/>
                  </a:cubicBezTo>
                  <a:cubicBezTo>
                    <a:pt x="9050329" y="2434766"/>
                    <a:pt x="9050329" y="2434766"/>
                    <a:pt x="6864873" y="2434766"/>
                  </a:cubicBezTo>
                  <a:cubicBezTo>
                    <a:pt x="6864873" y="2434766"/>
                    <a:pt x="6864873" y="2434766"/>
                    <a:pt x="6820785" y="2434766"/>
                  </a:cubicBezTo>
                  <a:cubicBezTo>
                    <a:pt x="6820785" y="2434766"/>
                    <a:pt x="6820785" y="2434766"/>
                    <a:pt x="6820785" y="2466387"/>
                  </a:cubicBezTo>
                  <a:cubicBezTo>
                    <a:pt x="6820785" y="2466387"/>
                    <a:pt x="6820785" y="2466387"/>
                    <a:pt x="6864873" y="2466387"/>
                  </a:cubicBezTo>
                  <a:cubicBezTo>
                    <a:pt x="6864873" y="2466387"/>
                    <a:pt x="6864873" y="2466387"/>
                    <a:pt x="9050329" y="2466387"/>
                  </a:cubicBezTo>
                  <a:cubicBezTo>
                    <a:pt x="9050329" y="2466387"/>
                    <a:pt x="9050329" y="2466387"/>
                    <a:pt x="9172356" y="2466387"/>
                  </a:cubicBezTo>
                  <a:cubicBezTo>
                    <a:pt x="9172356" y="2466387"/>
                    <a:pt x="9172356" y="2466387"/>
                    <a:pt x="9173143" y="2466387"/>
                  </a:cubicBezTo>
                  <a:cubicBezTo>
                    <a:pt x="9216443" y="2466387"/>
                    <a:pt x="9251870" y="2501169"/>
                    <a:pt x="9251870" y="2545437"/>
                  </a:cubicBezTo>
                  <a:cubicBezTo>
                    <a:pt x="9251870" y="2545437"/>
                    <a:pt x="9251870" y="2545437"/>
                    <a:pt x="9251870" y="2735160"/>
                  </a:cubicBezTo>
                  <a:cubicBezTo>
                    <a:pt x="9251870" y="2778637"/>
                    <a:pt x="9216443" y="2814210"/>
                    <a:pt x="9173143" y="2814210"/>
                  </a:cubicBezTo>
                  <a:cubicBezTo>
                    <a:pt x="9173143" y="2814210"/>
                    <a:pt x="9173143" y="2814210"/>
                    <a:pt x="9172356" y="2814210"/>
                  </a:cubicBezTo>
                  <a:cubicBezTo>
                    <a:pt x="9172356" y="2814210"/>
                    <a:pt x="9172356" y="2814210"/>
                    <a:pt x="9050329" y="2814210"/>
                  </a:cubicBezTo>
                  <a:cubicBezTo>
                    <a:pt x="9050329" y="2814210"/>
                    <a:pt x="9050329" y="2814210"/>
                    <a:pt x="6864873" y="2814210"/>
                  </a:cubicBezTo>
                  <a:cubicBezTo>
                    <a:pt x="6864873" y="2814210"/>
                    <a:pt x="6864873" y="2814210"/>
                    <a:pt x="6820785" y="2814210"/>
                  </a:cubicBezTo>
                  <a:cubicBezTo>
                    <a:pt x="6820785" y="2814210"/>
                    <a:pt x="6820785" y="2814210"/>
                    <a:pt x="6820785" y="2845831"/>
                  </a:cubicBezTo>
                  <a:cubicBezTo>
                    <a:pt x="6820785" y="2845831"/>
                    <a:pt x="6820785" y="2845831"/>
                    <a:pt x="6864873" y="2845831"/>
                  </a:cubicBezTo>
                  <a:cubicBezTo>
                    <a:pt x="6864873" y="2845831"/>
                    <a:pt x="6864873" y="2845831"/>
                    <a:pt x="9050329" y="2845831"/>
                  </a:cubicBezTo>
                  <a:cubicBezTo>
                    <a:pt x="9050329" y="2845831"/>
                    <a:pt x="9050329" y="2845831"/>
                    <a:pt x="9172356" y="2845831"/>
                  </a:cubicBezTo>
                  <a:cubicBezTo>
                    <a:pt x="9172356" y="2845831"/>
                    <a:pt x="9172356" y="2845831"/>
                    <a:pt x="9173143" y="2845831"/>
                  </a:cubicBezTo>
                  <a:cubicBezTo>
                    <a:pt x="9216443" y="2845831"/>
                    <a:pt x="9251870" y="2880613"/>
                    <a:pt x="9251870" y="2924882"/>
                  </a:cubicBezTo>
                  <a:cubicBezTo>
                    <a:pt x="9251870" y="2924882"/>
                    <a:pt x="9251870" y="2924882"/>
                    <a:pt x="9251870" y="3114604"/>
                  </a:cubicBezTo>
                  <a:cubicBezTo>
                    <a:pt x="9251870" y="3158082"/>
                    <a:pt x="9216443" y="3193654"/>
                    <a:pt x="9173143" y="3193654"/>
                  </a:cubicBezTo>
                  <a:cubicBezTo>
                    <a:pt x="9173143" y="3193654"/>
                    <a:pt x="9173143" y="3193654"/>
                    <a:pt x="9172356" y="3193654"/>
                  </a:cubicBezTo>
                  <a:cubicBezTo>
                    <a:pt x="9172356" y="3193654"/>
                    <a:pt x="9172356" y="3193654"/>
                    <a:pt x="9050329" y="3193654"/>
                  </a:cubicBezTo>
                  <a:cubicBezTo>
                    <a:pt x="9050329" y="3193654"/>
                    <a:pt x="9050329" y="3193654"/>
                    <a:pt x="6932578" y="3193654"/>
                  </a:cubicBezTo>
                  <a:cubicBezTo>
                    <a:pt x="6932578" y="3193654"/>
                    <a:pt x="6932578" y="3193654"/>
                    <a:pt x="6888491" y="3193654"/>
                  </a:cubicBezTo>
                  <a:cubicBezTo>
                    <a:pt x="6888491" y="3193654"/>
                    <a:pt x="6888491" y="3193654"/>
                    <a:pt x="6888491" y="3225275"/>
                  </a:cubicBezTo>
                  <a:cubicBezTo>
                    <a:pt x="6888491" y="3225275"/>
                    <a:pt x="6888491" y="3225275"/>
                    <a:pt x="6932578" y="3225275"/>
                  </a:cubicBezTo>
                  <a:cubicBezTo>
                    <a:pt x="6932578" y="3225275"/>
                    <a:pt x="6932578" y="3225275"/>
                    <a:pt x="9050329" y="3225275"/>
                  </a:cubicBezTo>
                  <a:cubicBezTo>
                    <a:pt x="9050329" y="3225275"/>
                    <a:pt x="9050329" y="3225275"/>
                    <a:pt x="9172356" y="3225275"/>
                  </a:cubicBezTo>
                  <a:cubicBezTo>
                    <a:pt x="9172356" y="3225275"/>
                    <a:pt x="9172356" y="3225275"/>
                    <a:pt x="9173143" y="3225275"/>
                  </a:cubicBezTo>
                  <a:cubicBezTo>
                    <a:pt x="9216443" y="3225275"/>
                    <a:pt x="9251870" y="3260057"/>
                    <a:pt x="9251870" y="3304326"/>
                  </a:cubicBezTo>
                  <a:cubicBezTo>
                    <a:pt x="9251870" y="3304326"/>
                    <a:pt x="9251870" y="3304326"/>
                    <a:pt x="9251870" y="3494048"/>
                  </a:cubicBezTo>
                  <a:cubicBezTo>
                    <a:pt x="9251870" y="3537526"/>
                    <a:pt x="9216443" y="3573099"/>
                    <a:pt x="9173143" y="3573099"/>
                  </a:cubicBezTo>
                  <a:cubicBezTo>
                    <a:pt x="9173143" y="3573099"/>
                    <a:pt x="9173143" y="3573099"/>
                    <a:pt x="9172356" y="3573099"/>
                  </a:cubicBezTo>
                  <a:cubicBezTo>
                    <a:pt x="9172356" y="3573099"/>
                    <a:pt x="9172356" y="3573099"/>
                    <a:pt x="9050329" y="3573099"/>
                  </a:cubicBezTo>
                  <a:cubicBezTo>
                    <a:pt x="9050329" y="3573099"/>
                    <a:pt x="9050329" y="3573099"/>
                    <a:pt x="7058541" y="3573099"/>
                  </a:cubicBezTo>
                  <a:cubicBezTo>
                    <a:pt x="7058541" y="3573099"/>
                    <a:pt x="7058541" y="3573099"/>
                    <a:pt x="7014454" y="3573099"/>
                  </a:cubicBezTo>
                  <a:cubicBezTo>
                    <a:pt x="7014454" y="3573099"/>
                    <a:pt x="7014454" y="3573099"/>
                    <a:pt x="7014454" y="3604719"/>
                  </a:cubicBezTo>
                  <a:cubicBezTo>
                    <a:pt x="7014454" y="3604719"/>
                    <a:pt x="7014454" y="3604719"/>
                    <a:pt x="7058541" y="3604719"/>
                  </a:cubicBezTo>
                  <a:cubicBezTo>
                    <a:pt x="7058541" y="3604719"/>
                    <a:pt x="7058541" y="3604719"/>
                    <a:pt x="9050329" y="3604719"/>
                  </a:cubicBezTo>
                  <a:cubicBezTo>
                    <a:pt x="9050329" y="3604719"/>
                    <a:pt x="9050329" y="3604719"/>
                    <a:pt x="9167632" y="3604719"/>
                  </a:cubicBezTo>
                  <a:cubicBezTo>
                    <a:pt x="9167632" y="3604719"/>
                    <a:pt x="9167632" y="3604719"/>
                    <a:pt x="9172356" y="3604719"/>
                  </a:cubicBezTo>
                  <a:cubicBezTo>
                    <a:pt x="9195974" y="3604719"/>
                    <a:pt x="9216443" y="3614205"/>
                    <a:pt x="9230614" y="3630806"/>
                  </a:cubicBezTo>
                  <a:cubicBezTo>
                    <a:pt x="9243997" y="3644244"/>
                    <a:pt x="9251870" y="3663216"/>
                    <a:pt x="9251870" y="3683770"/>
                  </a:cubicBezTo>
                  <a:cubicBezTo>
                    <a:pt x="9251870" y="3683770"/>
                    <a:pt x="9251870" y="3683770"/>
                    <a:pt x="9251870" y="3873492"/>
                  </a:cubicBezTo>
                  <a:cubicBezTo>
                    <a:pt x="9251870" y="3916970"/>
                    <a:pt x="9216443" y="3952543"/>
                    <a:pt x="9173143" y="3952543"/>
                  </a:cubicBezTo>
                  <a:cubicBezTo>
                    <a:pt x="9173143" y="3952543"/>
                    <a:pt x="9173143" y="3952543"/>
                    <a:pt x="9172356" y="3952543"/>
                  </a:cubicBezTo>
                  <a:cubicBezTo>
                    <a:pt x="9172356" y="3952543"/>
                    <a:pt x="9172356" y="3952543"/>
                    <a:pt x="9050329" y="3952543"/>
                  </a:cubicBezTo>
                  <a:cubicBezTo>
                    <a:pt x="9050329" y="3952543"/>
                    <a:pt x="9050329" y="3952543"/>
                    <a:pt x="7272678" y="3952543"/>
                  </a:cubicBezTo>
                  <a:cubicBezTo>
                    <a:pt x="7272678" y="3952543"/>
                    <a:pt x="7272678" y="3952543"/>
                    <a:pt x="7228590" y="3952543"/>
                  </a:cubicBezTo>
                  <a:cubicBezTo>
                    <a:pt x="7228590" y="3952543"/>
                    <a:pt x="7228590" y="3952543"/>
                    <a:pt x="7228590" y="3984163"/>
                  </a:cubicBezTo>
                  <a:cubicBezTo>
                    <a:pt x="7228590" y="3984163"/>
                    <a:pt x="7228590" y="3984163"/>
                    <a:pt x="7272678" y="3984163"/>
                  </a:cubicBezTo>
                  <a:cubicBezTo>
                    <a:pt x="7272678" y="3984163"/>
                    <a:pt x="7272678" y="3984163"/>
                    <a:pt x="9050329" y="3984163"/>
                  </a:cubicBezTo>
                  <a:cubicBezTo>
                    <a:pt x="9050329" y="3984163"/>
                    <a:pt x="9050329" y="3984163"/>
                    <a:pt x="9172356" y="3984163"/>
                  </a:cubicBezTo>
                  <a:cubicBezTo>
                    <a:pt x="9172356" y="3984163"/>
                    <a:pt x="9172356" y="3984163"/>
                    <a:pt x="9173143" y="3984163"/>
                  </a:cubicBezTo>
                  <a:cubicBezTo>
                    <a:pt x="9216443" y="3984163"/>
                    <a:pt x="9251870" y="4018945"/>
                    <a:pt x="9251870" y="4063214"/>
                  </a:cubicBezTo>
                  <a:cubicBezTo>
                    <a:pt x="9251870" y="4063214"/>
                    <a:pt x="9251870" y="4063214"/>
                    <a:pt x="9251870" y="4252936"/>
                  </a:cubicBezTo>
                  <a:cubicBezTo>
                    <a:pt x="9251870" y="4296414"/>
                    <a:pt x="9216443" y="4331987"/>
                    <a:pt x="9173143" y="4331987"/>
                  </a:cubicBezTo>
                  <a:cubicBezTo>
                    <a:pt x="9173143" y="4331987"/>
                    <a:pt x="9173143" y="4331987"/>
                    <a:pt x="9172356" y="4331987"/>
                  </a:cubicBezTo>
                  <a:cubicBezTo>
                    <a:pt x="9172356" y="4331987"/>
                    <a:pt x="9172356" y="4331987"/>
                    <a:pt x="9050329" y="4331987"/>
                  </a:cubicBezTo>
                  <a:cubicBezTo>
                    <a:pt x="9050329" y="4331987"/>
                    <a:pt x="9050329" y="4331987"/>
                    <a:pt x="7562393" y="4331987"/>
                  </a:cubicBezTo>
                  <a:cubicBezTo>
                    <a:pt x="7562393" y="4331987"/>
                    <a:pt x="7562393" y="4331987"/>
                    <a:pt x="7518306" y="4331987"/>
                  </a:cubicBezTo>
                  <a:cubicBezTo>
                    <a:pt x="7518306" y="4331987"/>
                    <a:pt x="7518306" y="4331987"/>
                    <a:pt x="7518306" y="4363607"/>
                  </a:cubicBezTo>
                  <a:cubicBezTo>
                    <a:pt x="7518306" y="4363607"/>
                    <a:pt x="7518306" y="4363607"/>
                    <a:pt x="7562393" y="4363607"/>
                  </a:cubicBezTo>
                  <a:cubicBezTo>
                    <a:pt x="7562393" y="4363607"/>
                    <a:pt x="7562393" y="4363607"/>
                    <a:pt x="9050329" y="4363607"/>
                  </a:cubicBezTo>
                  <a:cubicBezTo>
                    <a:pt x="9050329" y="4363607"/>
                    <a:pt x="9050329" y="4363607"/>
                    <a:pt x="9170781" y="4363607"/>
                  </a:cubicBezTo>
                  <a:cubicBezTo>
                    <a:pt x="9170781" y="4363607"/>
                    <a:pt x="9170781" y="4363607"/>
                    <a:pt x="9172356" y="4363607"/>
                  </a:cubicBezTo>
                  <a:cubicBezTo>
                    <a:pt x="9195974" y="4363607"/>
                    <a:pt x="9216443" y="4373093"/>
                    <a:pt x="9230614" y="4389694"/>
                  </a:cubicBezTo>
                  <a:cubicBezTo>
                    <a:pt x="9243997" y="4403133"/>
                    <a:pt x="9251870" y="4422105"/>
                    <a:pt x="9251870" y="4442658"/>
                  </a:cubicBezTo>
                  <a:cubicBezTo>
                    <a:pt x="9251870" y="4442658"/>
                    <a:pt x="9251870" y="4442658"/>
                    <a:pt x="9251870" y="4632380"/>
                  </a:cubicBezTo>
                  <a:cubicBezTo>
                    <a:pt x="9251870" y="4675858"/>
                    <a:pt x="9216443" y="4711431"/>
                    <a:pt x="9173143" y="4711431"/>
                  </a:cubicBezTo>
                  <a:cubicBezTo>
                    <a:pt x="9173143" y="4711431"/>
                    <a:pt x="9173143" y="4711431"/>
                    <a:pt x="9172356" y="4711431"/>
                  </a:cubicBezTo>
                  <a:cubicBezTo>
                    <a:pt x="9172356" y="4711431"/>
                    <a:pt x="9172356" y="4711431"/>
                    <a:pt x="9170781" y="4711431"/>
                  </a:cubicBezTo>
                  <a:cubicBezTo>
                    <a:pt x="9170781" y="4711431"/>
                    <a:pt x="9170781" y="4711431"/>
                    <a:pt x="9050329" y="4711431"/>
                  </a:cubicBezTo>
                  <a:cubicBezTo>
                    <a:pt x="9050329" y="4711431"/>
                    <a:pt x="9050329" y="4711431"/>
                    <a:pt x="8134736" y="4711431"/>
                  </a:cubicBezTo>
                  <a:cubicBezTo>
                    <a:pt x="8134736" y="4711431"/>
                    <a:pt x="8134736" y="4711431"/>
                    <a:pt x="8090650" y="4711431"/>
                  </a:cubicBezTo>
                  <a:cubicBezTo>
                    <a:pt x="8090650" y="4711431"/>
                    <a:pt x="8090650" y="4711431"/>
                    <a:pt x="8090650" y="4743051"/>
                  </a:cubicBezTo>
                  <a:cubicBezTo>
                    <a:pt x="8090650" y="4743051"/>
                    <a:pt x="8090650" y="4743051"/>
                    <a:pt x="8134736" y="4743051"/>
                  </a:cubicBezTo>
                  <a:cubicBezTo>
                    <a:pt x="8134736" y="4743051"/>
                    <a:pt x="8134736" y="4743051"/>
                    <a:pt x="9050329" y="4743051"/>
                  </a:cubicBezTo>
                  <a:cubicBezTo>
                    <a:pt x="9050329" y="4743051"/>
                    <a:pt x="9050329" y="4743051"/>
                    <a:pt x="9172356" y="4743051"/>
                  </a:cubicBezTo>
                  <a:cubicBezTo>
                    <a:pt x="9172356" y="4743051"/>
                    <a:pt x="9172356" y="4743051"/>
                    <a:pt x="9173143" y="4743051"/>
                  </a:cubicBezTo>
                  <a:cubicBezTo>
                    <a:pt x="9216443" y="4743051"/>
                    <a:pt x="9251870" y="4777834"/>
                    <a:pt x="9251870" y="4822102"/>
                  </a:cubicBezTo>
                  <a:cubicBezTo>
                    <a:pt x="9251870" y="4822102"/>
                    <a:pt x="9251870" y="4822102"/>
                    <a:pt x="9251870" y="5011824"/>
                  </a:cubicBezTo>
                  <a:cubicBezTo>
                    <a:pt x="9251870" y="5055302"/>
                    <a:pt x="9216443" y="5090875"/>
                    <a:pt x="9173143" y="5090875"/>
                  </a:cubicBezTo>
                  <a:cubicBezTo>
                    <a:pt x="9173143" y="5090875"/>
                    <a:pt x="9173143" y="5090875"/>
                    <a:pt x="9172356" y="5090875"/>
                  </a:cubicBezTo>
                  <a:cubicBezTo>
                    <a:pt x="9172356" y="5090875"/>
                    <a:pt x="9172356" y="5090875"/>
                    <a:pt x="9050329" y="5090875"/>
                  </a:cubicBezTo>
                  <a:cubicBezTo>
                    <a:pt x="9050329" y="5090875"/>
                    <a:pt x="9050329" y="5090875"/>
                    <a:pt x="8486645" y="5090875"/>
                  </a:cubicBezTo>
                  <a:cubicBezTo>
                    <a:pt x="8486645" y="5090875"/>
                    <a:pt x="8486645" y="5090875"/>
                    <a:pt x="8442558" y="5090875"/>
                  </a:cubicBezTo>
                  <a:cubicBezTo>
                    <a:pt x="8442558" y="5090875"/>
                    <a:pt x="8442558" y="5090875"/>
                    <a:pt x="8442558" y="5122495"/>
                  </a:cubicBezTo>
                  <a:cubicBezTo>
                    <a:pt x="8442558" y="5122495"/>
                    <a:pt x="8442558" y="5122495"/>
                    <a:pt x="8486645" y="5122495"/>
                  </a:cubicBezTo>
                  <a:cubicBezTo>
                    <a:pt x="8486645" y="5122495"/>
                    <a:pt x="8486645" y="5122495"/>
                    <a:pt x="9050329" y="5122495"/>
                  </a:cubicBezTo>
                  <a:cubicBezTo>
                    <a:pt x="9050329" y="5122495"/>
                    <a:pt x="9050329" y="5122495"/>
                    <a:pt x="9172356" y="5122495"/>
                  </a:cubicBezTo>
                  <a:cubicBezTo>
                    <a:pt x="9172356" y="5122495"/>
                    <a:pt x="9172356" y="5122495"/>
                    <a:pt x="9173143" y="5122495"/>
                  </a:cubicBezTo>
                  <a:cubicBezTo>
                    <a:pt x="9216443" y="5122495"/>
                    <a:pt x="9251870" y="5157278"/>
                    <a:pt x="9251870" y="5201546"/>
                  </a:cubicBezTo>
                  <a:cubicBezTo>
                    <a:pt x="9251870" y="5201546"/>
                    <a:pt x="9251870" y="5202337"/>
                    <a:pt x="9251870" y="5203127"/>
                  </a:cubicBezTo>
                  <a:cubicBezTo>
                    <a:pt x="9251870" y="5203127"/>
                    <a:pt x="9251870" y="5203127"/>
                    <a:pt x="9251870" y="5391268"/>
                  </a:cubicBezTo>
                  <a:cubicBezTo>
                    <a:pt x="9251870" y="5434746"/>
                    <a:pt x="9216443" y="5470319"/>
                    <a:pt x="9173143" y="5470319"/>
                  </a:cubicBezTo>
                  <a:cubicBezTo>
                    <a:pt x="9173143" y="5470319"/>
                    <a:pt x="9173143" y="5470319"/>
                    <a:pt x="9172356" y="5470319"/>
                  </a:cubicBezTo>
                  <a:cubicBezTo>
                    <a:pt x="9172356" y="5470319"/>
                    <a:pt x="9172356" y="5470319"/>
                    <a:pt x="9050329" y="5470319"/>
                  </a:cubicBezTo>
                  <a:cubicBezTo>
                    <a:pt x="9050329" y="5470319"/>
                    <a:pt x="9050329" y="5470319"/>
                    <a:pt x="8828320" y="5470319"/>
                  </a:cubicBezTo>
                  <a:cubicBezTo>
                    <a:pt x="8828320" y="5470319"/>
                    <a:pt x="8828320" y="5470319"/>
                    <a:pt x="8785020" y="5470319"/>
                  </a:cubicBezTo>
                  <a:cubicBezTo>
                    <a:pt x="8785020" y="5470319"/>
                    <a:pt x="8785020" y="5470319"/>
                    <a:pt x="8785020" y="5501939"/>
                  </a:cubicBezTo>
                  <a:cubicBezTo>
                    <a:pt x="8785020" y="5501939"/>
                    <a:pt x="8785020" y="5501939"/>
                    <a:pt x="8828320" y="5501939"/>
                  </a:cubicBezTo>
                  <a:cubicBezTo>
                    <a:pt x="8828320" y="5501939"/>
                    <a:pt x="8828320" y="5501939"/>
                    <a:pt x="9050329" y="5501939"/>
                  </a:cubicBezTo>
                  <a:cubicBezTo>
                    <a:pt x="9050329" y="5501939"/>
                    <a:pt x="9050329" y="5501939"/>
                    <a:pt x="9172356" y="5501939"/>
                  </a:cubicBezTo>
                  <a:cubicBezTo>
                    <a:pt x="9172356" y="5501939"/>
                    <a:pt x="9172356" y="5501939"/>
                    <a:pt x="9173143" y="5501939"/>
                  </a:cubicBezTo>
                  <a:cubicBezTo>
                    <a:pt x="9216443" y="5501939"/>
                    <a:pt x="9251870" y="5536722"/>
                    <a:pt x="9251870" y="5580990"/>
                  </a:cubicBezTo>
                  <a:cubicBezTo>
                    <a:pt x="9251870" y="5580990"/>
                    <a:pt x="9251870" y="5580990"/>
                    <a:pt x="9251870" y="5769922"/>
                  </a:cubicBezTo>
                  <a:cubicBezTo>
                    <a:pt x="9251870" y="5769922"/>
                    <a:pt x="9251870" y="5769922"/>
                    <a:pt x="9251870" y="5770712"/>
                  </a:cubicBezTo>
                  <a:cubicBezTo>
                    <a:pt x="9251870" y="5814190"/>
                    <a:pt x="9216443" y="5849763"/>
                    <a:pt x="9173143" y="5849763"/>
                  </a:cubicBezTo>
                  <a:cubicBezTo>
                    <a:pt x="9173143" y="5849763"/>
                    <a:pt x="9173143" y="5849763"/>
                    <a:pt x="9172356" y="5849763"/>
                  </a:cubicBezTo>
                  <a:cubicBezTo>
                    <a:pt x="9172356" y="5849763"/>
                    <a:pt x="9172356" y="5849763"/>
                    <a:pt x="9050329" y="5849763"/>
                  </a:cubicBezTo>
                  <a:cubicBezTo>
                    <a:pt x="9050329" y="5849763"/>
                    <a:pt x="9050329" y="5849763"/>
                    <a:pt x="8828320" y="5849763"/>
                  </a:cubicBezTo>
                  <a:cubicBezTo>
                    <a:pt x="8828320" y="5849763"/>
                    <a:pt x="8828320" y="5849763"/>
                    <a:pt x="8785020" y="5849763"/>
                  </a:cubicBezTo>
                  <a:cubicBezTo>
                    <a:pt x="8785020" y="5849763"/>
                    <a:pt x="8785020" y="5849763"/>
                    <a:pt x="8785020" y="5881383"/>
                  </a:cubicBezTo>
                  <a:cubicBezTo>
                    <a:pt x="8785020" y="5881383"/>
                    <a:pt x="8785020" y="5881383"/>
                    <a:pt x="8828320" y="5881383"/>
                  </a:cubicBezTo>
                  <a:cubicBezTo>
                    <a:pt x="8828320" y="5881383"/>
                    <a:pt x="8828320" y="5881383"/>
                    <a:pt x="9050329" y="5881383"/>
                  </a:cubicBezTo>
                  <a:cubicBezTo>
                    <a:pt x="9050329" y="5881383"/>
                    <a:pt x="9050329" y="5881383"/>
                    <a:pt x="9172356" y="5881383"/>
                  </a:cubicBezTo>
                  <a:cubicBezTo>
                    <a:pt x="9172356" y="5881383"/>
                    <a:pt x="9172356" y="5881383"/>
                    <a:pt x="9173143" y="5881383"/>
                  </a:cubicBezTo>
                  <a:cubicBezTo>
                    <a:pt x="9216443" y="5881383"/>
                    <a:pt x="9251870" y="5916166"/>
                    <a:pt x="9251870" y="5960434"/>
                  </a:cubicBezTo>
                  <a:cubicBezTo>
                    <a:pt x="9251870" y="5960434"/>
                    <a:pt x="9251870" y="5960434"/>
                    <a:pt x="9251870" y="6150156"/>
                  </a:cubicBezTo>
                  <a:cubicBezTo>
                    <a:pt x="9251870" y="6193634"/>
                    <a:pt x="9216443" y="6229207"/>
                    <a:pt x="9173143" y="6229207"/>
                  </a:cubicBezTo>
                  <a:cubicBezTo>
                    <a:pt x="9173143" y="6229207"/>
                    <a:pt x="9173143" y="6229207"/>
                    <a:pt x="9172356" y="6229207"/>
                  </a:cubicBezTo>
                  <a:cubicBezTo>
                    <a:pt x="9172356" y="6229207"/>
                    <a:pt x="9172356" y="6229207"/>
                    <a:pt x="9131418" y="6229207"/>
                  </a:cubicBezTo>
                  <a:cubicBezTo>
                    <a:pt x="9131418" y="6229207"/>
                    <a:pt x="9131418" y="6229207"/>
                    <a:pt x="9100714" y="6229207"/>
                  </a:cubicBezTo>
                  <a:cubicBezTo>
                    <a:pt x="9100714" y="6229207"/>
                    <a:pt x="9100714" y="6229207"/>
                    <a:pt x="9057415" y="6229207"/>
                  </a:cubicBezTo>
                  <a:cubicBezTo>
                    <a:pt x="9057415" y="6229207"/>
                    <a:pt x="9057415" y="6229207"/>
                    <a:pt x="9057415" y="6260827"/>
                  </a:cubicBezTo>
                  <a:cubicBezTo>
                    <a:pt x="9057415" y="6260827"/>
                    <a:pt x="9057415" y="6260827"/>
                    <a:pt x="9100714" y="6260827"/>
                  </a:cubicBezTo>
                  <a:cubicBezTo>
                    <a:pt x="9100714" y="6260827"/>
                    <a:pt x="9100714" y="6260827"/>
                    <a:pt x="9131418" y="6260827"/>
                  </a:cubicBezTo>
                  <a:cubicBezTo>
                    <a:pt x="9131418" y="6260827"/>
                    <a:pt x="9131418" y="6260827"/>
                    <a:pt x="9172356" y="6260827"/>
                  </a:cubicBezTo>
                  <a:cubicBezTo>
                    <a:pt x="9195974" y="6260827"/>
                    <a:pt x="9216443" y="6270313"/>
                    <a:pt x="9230614" y="6286914"/>
                  </a:cubicBezTo>
                  <a:cubicBezTo>
                    <a:pt x="9243997" y="6300353"/>
                    <a:pt x="9251870" y="6319325"/>
                    <a:pt x="9251870" y="6339878"/>
                  </a:cubicBezTo>
                  <a:cubicBezTo>
                    <a:pt x="9251870" y="6339878"/>
                    <a:pt x="9251870" y="6339878"/>
                    <a:pt x="9251870" y="6529600"/>
                  </a:cubicBezTo>
                  <a:cubicBezTo>
                    <a:pt x="9251870" y="6573078"/>
                    <a:pt x="9216443" y="6608651"/>
                    <a:pt x="9173143" y="6608651"/>
                  </a:cubicBezTo>
                  <a:cubicBezTo>
                    <a:pt x="9173143" y="6608651"/>
                    <a:pt x="9173143" y="6608651"/>
                    <a:pt x="9172356" y="6608651"/>
                  </a:cubicBezTo>
                  <a:cubicBezTo>
                    <a:pt x="9172356" y="6608651"/>
                    <a:pt x="9172356" y="6608651"/>
                    <a:pt x="9050329" y="6608651"/>
                  </a:cubicBezTo>
                  <a:cubicBezTo>
                    <a:pt x="9050329" y="6608651"/>
                    <a:pt x="9050329" y="6608651"/>
                    <a:pt x="8333128" y="6608651"/>
                  </a:cubicBezTo>
                  <a:cubicBezTo>
                    <a:pt x="8333128" y="6608651"/>
                    <a:pt x="8333128" y="6608651"/>
                    <a:pt x="7439579" y="6608651"/>
                  </a:cubicBezTo>
                  <a:cubicBezTo>
                    <a:pt x="7439579" y="6608651"/>
                    <a:pt x="7439579" y="6608651"/>
                    <a:pt x="6300401" y="6608651"/>
                  </a:cubicBezTo>
                  <a:cubicBezTo>
                    <a:pt x="6300401" y="6608651"/>
                    <a:pt x="6300401" y="6608651"/>
                    <a:pt x="5341509" y="6608651"/>
                  </a:cubicBezTo>
                  <a:cubicBezTo>
                    <a:pt x="5341509" y="6608651"/>
                    <a:pt x="5341509" y="6608651"/>
                    <a:pt x="193874" y="6608651"/>
                  </a:cubicBezTo>
                  <a:lnTo>
                    <a:pt x="0" y="6608651"/>
                  </a:lnTo>
                  <a:lnTo>
                    <a:pt x="0" y="6450549"/>
                  </a:lnTo>
                  <a:lnTo>
                    <a:pt x="59097" y="6450549"/>
                  </a:lnTo>
                  <a:cubicBezTo>
                    <a:pt x="613931" y="6450549"/>
                    <a:pt x="1979676" y="6450549"/>
                    <a:pt x="5341509" y="6450549"/>
                  </a:cubicBezTo>
                  <a:cubicBezTo>
                    <a:pt x="5341509" y="6450549"/>
                    <a:pt x="5341509" y="6450549"/>
                    <a:pt x="6300401" y="6450549"/>
                  </a:cubicBezTo>
                  <a:cubicBezTo>
                    <a:pt x="6300401" y="6450549"/>
                    <a:pt x="6300401" y="6450549"/>
                    <a:pt x="7439579" y="6450549"/>
                  </a:cubicBezTo>
                  <a:cubicBezTo>
                    <a:pt x="7439579" y="6450549"/>
                    <a:pt x="7439579" y="6450549"/>
                    <a:pt x="8333128" y="6450549"/>
                  </a:cubicBezTo>
                  <a:cubicBezTo>
                    <a:pt x="8333128" y="6450549"/>
                    <a:pt x="8333128" y="6450549"/>
                    <a:pt x="9050329" y="6450549"/>
                  </a:cubicBezTo>
                  <a:cubicBezTo>
                    <a:pt x="9050329" y="6450549"/>
                    <a:pt x="9050329" y="6450549"/>
                    <a:pt x="9094416" y="6450549"/>
                  </a:cubicBezTo>
                  <a:cubicBezTo>
                    <a:pt x="9094416" y="6450549"/>
                    <a:pt x="9094416" y="6450549"/>
                    <a:pt x="9094416" y="6418929"/>
                  </a:cubicBezTo>
                  <a:cubicBezTo>
                    <a:pt x="9094416" y="6418929"/>
                    <a:pt x="9094416" y="6418929"/>
                    <a:pt x="9050329" y="6418929"/>
                  </a:cubicBezTo>
                  <a:cubicBezTo>
                    <a:pt x="9050329" y="6418929"/>
                    <a:pt x="9050329" y="6418929"/>
                    <a:pt x="9010966" y="6418929"/>
                  </a:cubicBezTo>
                  <a:cubicBezTo>
                    <a:pt x="9010966" y="6418929"/>
                    <a:pt x="9010966" y="6418929"/>
                    <a:pt x="8978688" y="6418929"/>
                  </a:cubicBezTo>
                  <a:cubicBezTo>
                    <a:pt x="8955857" y="6418929"/>
                    <a:pt x="8935388" y="6408653"/>
                    <a:pt x="8920430" y="6392842"/>
                  </a:cubicBezTo>
                  <a:cubicBezTo>
                    <a:pt x="8907834" y="6378613"/>
                    <a:pt x="8899961" y="6359641"/>
                    <a:pt x="8899961" y="6339087"/>
                  </a:cubicBezTo>
                  <a:cubicBezTo>
                    <a:pt x="8899961" y="6339087"/>
                    <a:pt x="8899961" y="6339087"/>
                    <a:pt x="8899961" y="6150156"/>
                  </a:cubicBezTo>
                  <a:cubicBezTo>
                    <a:pt x="8899961" y="6105887"/>
                    <a:pt x="8935388" y="6071105"/>
                    <a:pt x="8978688" y="6071105"/>
                  </a:cubicBezTo>
                  <a:cubicBezTo>
                    <a:pt x="8978688" y="6071105"/>
                    <a:pt x="8978688" y="6071105"/>
                    <a:pt x="9001519" y="6071105"/>
                  </a:cubicBezTo>
                  <a:cubicBezTo>
                    <a:pt x="9001519" y="6071105"/>
                    <a:pt x="9001519" y="6071105"/>
                    <a:pt x="9050329" y="6071105"/>
                  </a:cubicBezTo>
                  <a:cubicBezTo>
                    <a:pt x="9050329" y="6071105"/>
                    <a:pt x="9050329" y="6071105"/>
                    <a:pt x="9094416" y="6071105"/>
                  </a:cubicBezTo>
                  <a:cubicBezTo>
                    <a:pt x="9094416" y="6071105"/>
                    <a:pt x="9094416" y="6071105"/>
                    <a:pt x="9094416" y="6039485"/>
                  </a:cubicBezTo>
                  <a:cubicBezTo>
                    <a:pt x="9094416" y="6039485"/>
                    <a:pt x="9094416" y="6039485"/>
                    <a:pt x="9050329" y="6039485"/>
                  </a:cubicBezTo>
                  <a:cubicBezTo>
                    <a:pt x="9050329" y="6039485"/>
                    <a:pt x="9050329" y="6039485"/>
                    <a:pt x="8828320" y="6039485"/>
                  </a:cubicBezTo>
                  <a:cubicBezTo>
                    <a:pt x="8828320" y="6039485"/>
                    <a:pt x="8828320" y="6039485"/>
                    <a:pt x="8706293" y="6039485"/>
                  </a:cubicBezTo>
                  <a:cubicBezTo>
                    <a:pt x="8662993" y="6039485"/>
                    <a:pt x="8627566" y="6003912"/>
                    <a:pt x="8627566" y="5960434"/>
                  </a:cubicBezTo>
                  <a:cubicBezTo>
                    <a:pt x="8627566" y="5960434"/>
                    <a:pt x="8627566" y="5960434"/>
                    <a:pt x="8627566" y="5959644"/>
                  </a:cubicBezTo>
                  <a:cubicBezTo>
                    <a:pt x="8627566" y="5957272"/>
                    <a:pt x="8627566" y="5941462"/>
                    <a:pt x="8627566" y="5940672"/>
                  </a:cubicBezTo>
                  <a:cubicBezTo>
                    <a:pt x="8627566" y="5940672"/>
                    <a:pt x="8627566" y="5940672"/>
                    <a:pt x="8627566" y="5770712"/>
                  </a:cubicBezTo>
                  <a:cubicBezTo>
                    <a:pt x="8627566" y="5726444"/>
                    <a:pt x="8662993" y="5691661"/>
                    <a:pt x="8706293" y="5691661"/>
                  </a:cubicBezTo>
                  <a:cubicBezTo>
                    <a:pt x="8706293" y="5691661"/>
                    <a:pt x="8706293" y="5691661"/>
                    <a:pt x="8828320" y="5691661"/>
                  </a:cubicBezTo>
                  <a:cubicBezTo>
                    <a:pt x="8828320" y="5691661"/>
                    <a:pt x="8828320" y="5691661"/>
                    <a:pt x="9050329" y="5691661"/>
                  </a:cubicBezTo>
                  <a:cubicBezTo>
                    <a:pt x="9050329" y="5691661"/>
                    <a:pt x="9050329" y="5691661"/>
                    <a:pt x="9094416" y="5691661"/>
                  </a:cubicBezTo>
                  <a:cubicBezTo>
                    <a:pt x="9094416" y="5691661"/>
                    <a:pt x="9094416" y="5691661"/>
                    <a:pt x="9094416" y="5660041"/>
                  </a:cubicBezTo>
                  <a:cubicBezTo>
                    <a:pt x="9094416" y="5660041"/>
                    <a:pt x="9094416" y="5660041"/>
                    <a:pt x="9050329" y="5660041"/>
                  </a:cubicBezTo>
                  <a:cubicBezTo>
                    <a:pt x="9050329" y="5660041"/>
                    <a:pt x="9050329" y="5660041"/>
                    <a:pt x="8828320" y="5660041"/>
                  </a:cubicBezTo>
                  <a:cubicBezTo>
                    <a:pt x="8828320" y="5660041"/>
                    <a:pt x="8828320" y="5660041"/>
                    <a:pt x="8706293" y="5660041"/>
                  </a:cubicBezTo>
                  <a:cubicBezTo>
                    <a:pt x="8662993" y="5660041"/>
                    <a:pt x="8627566" y="5624468"/>
                    <a:pt x="8627566" y="5580990"/>
                  </a:cubicBezTo>
                  <a:cubicBezTo>
                    <a:pt x="8627566" y="5580990"/>
                    <a:pt x="8627566" y="5580990"/>
                    <a:pt x="8627566" y="5580200"/>
                  </a:cubicBezTo>
                  <a:cubicBezTo>
                    <a:pt x="8627566" y="5577828"/>
                    <a:pt x="8627566" y="5562018"/>
                    <a:pt x="8627566" y="5561227"/>
                  </a:cubicBezTo>
                  <a:cubicBezTo>
                    <a:pt x="8627566" y="5561227"/>
                    <a:pt x="8627566" y="5561227"/>
                    <a:pt x="8627566" y="5391268"/>
                  </a:cubicBezTo>
                  <a:cubicBezTo>
                    <a:pt x="8627566" y="5347000"/>
                    <a:pt x="8662993" y="5312217"/>
                    <a:pt x="8706293" y="5312217"/>
                  </a:cubicBezTo>
                  <a:cubicBezTo>
                    <a:pt x="8706293" y="5312217"/>
                    <a:pt x="8706293" y="5312217"/>
                    <a:pt x="8828320" y="5312217"/>
                  </a:cubicBezTo>
                  <a:cubicBezTo>
                    <a:pt x="8828320" y="5312217"/>
                    <a:pt x="8828320" y="5312217"/>
                    <a:pt x="9050329" y="5312217"/>
                  </a:cubicBezTo>
                  <a:cubicBezTo>
                    <a:pt x="9050329" y="5312217"/>
                    <a:pt x="9050329" y="5312217"/>
                    <a:pt x="9094416" y="5312217"/>
                  </a:cubicBezTo>
                  <a:cubicBezTo>
                    <a:pt x="9094416" y="5312217"/>
                    <a:pt x="9094416" y="5312217"/>
                    <a:pt x="9094416" y="5280597"/>
                  </a:cubicBezTo>
                  <a:cubicBezTo>
                    <a:pt x="9094416" y="5280597"/>
                    <a:pt x="9094416" y="5280597"/>
                    <a:pt x="9050329" y="5280597"/>
                  </a:cubicBezTo>
                  <a:cubicBezTo>
                    <a:pt x="9050329" y="5280597"/>
                    <a:pt x="9050329" y="5280597"/>
                    <a:pt x="8486645" y="5280597"/>
                  </a:cubicBezTo>
                  <a:cubicBezTo>
                    <a:pt x="8486645" y="5280597"/>
                    <a:pt x="8486645" y="5280597"/>
                    <a:pt x="8364620" y="5280597"/>
                  </a:cubicBezTo>
                  <a:cubicBezTo>
                    <a:pt x="8364620" y="5280597"/>
                    <a:pt x="8364620" y="5280597"/>
                    <a:pt x="8363832" y="5280597"/>
                  </a:cubicBezTo>
                  <a:cubicBezTo>
                    <a:pt x="8320531" y="5280597"/>
                    <a:pt x="8285104" y="5245024"/>
                    <a:pt x="8285104" y="5201546"/>
                  </a:cubicBezTo>
                  <a:cubicBezTo>
                    <a:pt x="8285104" y="5201546"/>
                    <a:pt x="8285104" y="5201546"/>
                    <a:pt x="8285104" y="5200756"/>
                  </a:cubicBezTo>
                  <a:cubicBezTo>
                    <a:pt x="8285104" y="5200756"/>
                    <a:pt x="8285104" y="5200756"/>
                    <a:pt x="8285104" y="5181783"/>
                  </a:cubicBezTo>
                  <a:cubicBezTo>
                    <a:pt x="8285104" y="5181783"/>
                    <a:pt x="8285104" y="5181783"/>
                    <a:pt x="8285104" y="5011824"/>
                  </a:cubicBezTo>
                  <a:cubicBezTo>
                    <a:pt x="8285104" y="4967556"/>
                    <a:pt x="8320531" y="4932773"/>
                    <a:pt x="8363832" y="4932773"/>
                  </a:cubicBezTo>
                  <a:cubicBezTo>
                    <a:pt x="8363832" y="4932773"/>
                    <a:pt x="8364620" y="4932773"/>
                    <a:pt x="8364620" y="4932773"/>
                  </a:cubicBezTo>
                  <a:cubicBezTo>
                    <a:pt x="8364620" y="4932773"/>
                    <a:pt x="8364620" y="4932773"/>
                    <a:pt x="8486645" y="4932773"/>
                  </a:cubicBezTo>
                  <a:cubicBezTo>
                    <a:pt x="8486645" y="4932773"/>
                    <a:pt x="8486645" y="4932773"/>
                    <a:pt x="9050329" y="4932773"/>
                  </a:cubicBezTo>
                  <a:cubicBezTo>
                    <a:pt x="9050329" y="4932773"/>
                    <a:pt x="9050329" y="4932773"/>
                    <a:pt x="9094416" y="4932773"/>
                  </a:cubicBezTo>
                  <a:cubicBezTo>
                    <a:pt x="9094416" y="4932773"/>
                    <a:pt x="9094416" y="4932773"/>
                    <a:pt x="9094416" y="4901153"/>
                  </a:cubicBezTo>
                  <a:cubicBezTo>
                    <a:pt x="9094416" y="4901153"/>
                    <a:pt x="9094416" y="4901153"/>
                    <a:pt x="9050329" y="4901153"/>
                  </a:cubicBezTo>
                  <a:cubicBezTo>
                    <a:pt x="9050329" y="4901153"/>
                    <a:pt x="9050329" y="4901153"/>
                    <a:pt x="8134736" y="4901153"/>
                  </a:cubicBezTo>
                  <a:cubicBezTo>
                    <a:pt x="8134736" y="4901153"/>
                    <a:pt x="8134736" y="4901153"/>
                    <a:pt x="8012710" y="4901153"/>
                  </a:cubicBezTo>
                  <a:cubicBezTo>
                    <a:pt x="8012710" y="4901153"/>
                    <a:pt x="8012710" y="4901153"/>
                    <a:pt x="8011922" y="4901153"/>
                  </a:cubicBezTo>
                  <a:cubicBezTo>
                    <a:pt x="7968623" y="4901153"/>
                    <a:pt x="7933196" y="4865580"/>
                    <a:pt x="7933196" y="4822102"/>
                  </a:cubicBezTo>
                  <a:cubicBezTo>
                    <a:pt x="7933196" y="4822102"/>
                    <a:pt x="7933196" y="4822102"/>
                    <a:pt x="7933196" y="4821312"/>
                  </a:cubicBezTo>
                  <a:cubicBezTo>
                    <a:pt x="7933196" y="4821312"/>
                    <a:pt x="7933196" y="4821312"/>
                    <a:pt x="7933196" y="4802339"/>
                  </a:cubicBezTo>
                  <a:cubicBezTo>
                    <a:pt x="7933196" y="4802339"/>
                    <a:pt x="7933196" y="4802339"/>
                    <a:pt x="7933196" y="4632380"/>
                  </a:cubicBezTo>
                  <a:cubicBezTo>
                    <a:pt x="7933196" y="4588112"/>
                    <a:pt x="7968623" y="4553329"/>
                    <a:pt x="8011922" y="4553329"/>
                  </a:cubicBezTo>
                  <a:cubicBezTo>
                    <a:pt x="8011922" y="4553329"/>
                    <a:pt x="8011922" y="4553329"/>
                    <a:pt x="8012710" y="4553329"/>
                  </a:cubicBezTo>
                  <a:cubicBezTo>
                    <a:pt x="8012710" y="4553329"/>
                    <a:pt x="8012710" y="4553329"/>
                    <a:pt x="8134736" y="4553329"/>
                  </a:cubicBezTo>
                  <a:cubicBezTo>
                    <a:pt x="8134736" y="4553329"/>
                    <a:pt x="8134736" y="4553329"/>
                    <a:pt x="9050329" y="4553329"/>
                  </a:cubicBezTo>
                  <a:cubicBezTo>
                    <a:pt x="9050329" y="4553329"/>
                    <a:pt x="9050329" y="4553329"/>
                    <a:pt x="9094416" y="4553329"/>
                  </a:cubicBezTo>
                  <a:cubicBezTo>
                    <a:pt x="9094416" y="4553329"/>
                    <a:pt x="9094416" y="4553329"/>
                    <a:pt x="9094416" y="4521709"/>
                  </a:cubicBezTo>
                  <a:cubicBezTo>
                    <a:pt x="9094416" y="4521709"/>
                    <a:pt x="9094416" y="4521709"/>
                    <a:pt x="9050329" y="4521709"/>
                  </a:cubicBezTo>
                  <a:cubicBezTo>
                    <a:pt x="9050329" y="4521709"/>
                    <a:pt x="9050329" y="4521709"/>
                    <a:pt x="7562393" y="4521709"/>
                  </a:cubicBezTo>
                  <a:cubicBezTo>
                    <a:pt x="7562393" y="4521709"/>
                    <a:pt x="7562393" y="4521709"/>
                    <a:pt x="7440366" y="4521709"/>
                  </a:cubicBezTo>
                  <a:cubicBezTo>
                    <a:pt x="7440366" y="4521709"/>
                    <a:pt x="7440366" y="4521709"/>
                    <a:pt x="7439579" y="4521709"/>
                  </a:cubicBezTo>
                  <a:cubicBezTo>
                    <a:pt x="7396279" y="4521709"/>
                    <a:pt x="7360852" y="4486136"/>
                    <a:pt x="7360852" y="4442658"/>
                  </a:cubicBezTo>
                  <a:cubicBezTo>
                    <a:pt x="7360852" y="4442658"/>
                    <a:pt x="7360852" y="4441867"/>
                    <a:pt x="7360852" y="4441867"/>
                  </a:cubicBezTo>
                  <a:cubicBezTo>
                    <a:pt x="7360852" y="4441867"/>
                    <a:pt x="7360852" y="4441867"/>
                    <a:pt x="7360852" y="4252936"/>
                  </a:cubicBezTo>
                  <a:cubicBezTo>
                    <a:pt x="7360852" y="4208667"/>
                    <a:pt x="7396279" y="4173885"/>
                    <a:pt x="7439579" y="4173885"/>
                  </a:cubicBezTo>
                  <a:cubicBezTo>
                    <a:pt x="7439579" y="4173885"/>
                    <a:pt x="7439579" y="4173885"/>
                    <a:pt x="7440366" y="4173885"/>
                  </a:cubicBezTo>
                  <a:cubicBezTo>
                    <a:pt x="7440366" y="4173885"/>
                    <a:pt x="7440366" y="4173885"/>
                    <a:pt x="7562393" y="4173885"/>
                  </a:cubicBezTo>
                  <a:cubicBezTo>
                    <a:pt x="7562393" y="4173885"/>
                    <a:pt x="7562393" y="4173885"/>
                    <a:pt x="9050329" y="4173885"/>
                  </a:cubicBezTo>
                  <a:cubicBezTo>
                    <a:pt x="9050329" y="4173885"/>
                    <a:pt x="9050329" y="4173885"/>
                    <a:pt x="9094416" y="4173885"/>
                  </a:cubicBezTo>
                  <a:cubicBezTo>
                    <a:pt x="9094416" y="4173885"/>
                    <a:pt x="9094416" y="4173885"/>
                    <a:pt x="9094416" y="4142265"/>
                  </a:cubicBezTo>
                  <a:cubicBezTo>
                    <a:pt x="9094416" y="4142265"/>
                    <a:pt x="9094416" y="4142265"/>
                    <a:pt x="9050329" y="4142265"/>
                  </a:cubicBezTo>
                  <a:cubicBezTo>
                    <a:pt x="9050329" y="4142265"/>
                    <a:pt x="9050329" y="4142265"/>
                    <a:pt x="7272678" y="4142265"/>
                  </a:cubicBezTo>
                  <a:cubicBezTo>
                    <a:pt x="7272678" y="4142265"/>
                    <a:pt x="7272678" y="4142265"/>
                    <a:pt x="7150651" y="4142265"/>
                  </a:cubicBezTo>
                  <a:cubicBezTo>
                    <a:pt x="7150651" y="4142265"/>
                    <a:pt x="7150651" y="4142265"/>
                    <a:pt x="7149864" y="4142265"/>
                  </a:cubicBezTo>
                  <a:cubicBezTo>
                    <a:pt x="7106564" y="4142265"/>
                    <a:pt x="7071137" y="4106692"/>
                    <a:pt x="7071137" y="4063214"/>
                  </a:cubicBezTo>
                  <a:cubicBezTo>
                    <a:pt x="7071137" y="4063214"/>
                    <a:pt x="7071137" y="4063214"/>
                    <a:pt x="7071137" y="4062423"/>
                  </a:cubicBezTo>
                  <a:cubicBezTo>
                    <a:pt x="7071137" y="4062423"/>
                    <a:pt x="7071137" y="4062423"/>
                    <a:pt x="7071137" y="4043451"/>
                  </a:cubicBezTo>
                  <a:cubicBezTo>
                    <a:pt x="7071137" y="4043451"/>
                    <a:pt x="7071137" y="4043451"/>
                    <a:pt x="7071137" y="3873492"/>
                  </a:cubicBezTo>
                  <a:cubicBezTo>
                    <a:pt x="7071137" y="3829223"/>
                    <a:pt x="7106564" y="3794441"/>
                    <a:pt x="7149864" y="3794441"/>
                  </a:cubicBezTo>
                  <a:cubicBezTo>
                    <a:pt x="7149864" y="3794441"/>
                    <a:pt x="7149864" y="3794441"/>
                    <a:pt x="7150651" y="3794441"/>
                  </a:cubicBezTo>
                  <a:cubicBezTo>
                    <a:pt x="7150651" y="3794441"/>
                    <a:pt x="7150651" y="3794441"/>
                    <a:pt x="7272678" y="3794441"/>
                  </a:cubicBezTo>
                  <a:cubicBezTo>
                    <a:pt x="7272678" y="3794441"/>
                    <a:pt x="7272678" y="3794441"/>
                    <a:pt x="9050329" y="3794441"/>
                  </a:cubicBezTo>
                  <a:cubicBezTo>
                    <a:pt x="9050329" y="3794441"/>
                    <a:pt x="9050329" y="3794441"/>
                    <a:pt x="9094416" y="3794441"/>
                  </a:cubicBezTo>
                  <a:cubicBezTo>
                    <a:pt x="9094416" y="3794441"/>
                    <a:pt x="9094416" y="3794441"/>
                    <a:pt x="9094416" y="3762821"/>
                  </a:cubicBezTo>
                  <a:cubicBezTo>
                    <a:pt x="9094416" y="3762821"/>
                    <a:pt x="9094416" y="3762821"/>
                    <a:pt x="9050329" y="3762821"/>
                  </a:cubicBezTo>
                  <a:cubicBezTo>
                    <a:pt x="9050329" y="3762821"/>
                    <a:pt x="9050329" y="3762821"/>
                    <a:pt x="7058541" y="3762821"/>
                  </a:cubicBezTo>
                  <a:cubicBezTo>
                    <a:pt x="7058541" y="3762821"/>
                    <a:pt x="7058541" y="3762821"/>
                    <a:pt x="6936514" y="3762821"/>
                  </a:cubicBezTo>
                  <a:cubicBezTo>
                    <a:pt x="6936514" y="3762821"/>
                    <a:pt x="6936514" y="3762821"/>
                    <a:pt x="6935727" y="3762821"/>
                  </a:cubicBezTo>
                  <a:cubicBezTo>
                    <a:pt x="6892427" y="3762821"/>
                    <a:pt x="6857000" y="3727248"/>
                    <a:pt x="6857000" y="3683770"/>
                  </a:cubicBezTo>
                  <a:cubicBezTo>
                    <a:pt x="6857000" y="3683770"/>
                    <a:pt x="6857000" y="3683770"/>
                    <a:pt x="6857000" y="3682979"/>
                  </a:cubicBezTo>
                  <a:cubicBezTo>
                    <a:pt x="6857000" y="3682979"/>
                    <a:pt x="6857000" y="3682979"/>
                    <a:pt x="6857000" y="3664007"/>
                  </a:cubicBezTo>
                  <a:cubicBezTo>
                    <a:pt x="6857000" y="3664007"/>
                    <a:pt x="6857000" y="3664007"/>
                    <a:pt x="6857000" y="3494048"/>
                  </a:cubicBezTo>
                  <a:cubicBezTo>
                    <a:pt x="6857000" y="3449779"/>
                    <a:pt x="6892427" y="3414997"/>
                    <a:pt x="6935727" y="3414997"/>
                  </a:cubicBezTo>
                  <a:cubicBezTo>
                    <a:pt x="6935727" y="3414997"/>
                    <a:pt x="6935727" y="3414997"/>
                    <a:pt x="6936514" y="3414997"/>
                  </a:cubicBezTo>
                  <a:cubicBezTo>
                    <a:pt x="6936514" y="3414997"/>
                    <a:pt x="6936514" y="3414997"/>
                    <a:pt x="7058541" y="3414997"/>
                  </a:cubicBezTo>
                  <a:cubicBezTo>
                    <a:pt x="7058541" y="3414997"/>
                    <a:pt x="7058541" y="3414997"/>
                    <a:pt x="9050329" y="3414997"/>
                  </a:cubicBezTo>
                  <a:cubicBezTo>
                    <a:pt x="9050329" y="3414997"/>
                    <a:pt x="9050329" y="3414997"/>
                    <a:pt x="9094416" y="3414997"/>
                  </a:cubicBezTo>
                  <a:cubicBezTo>
                    <a:pt x="9094416" y="3414997"/>
                    <a:pt x="9094416" y="3414997"/>
                    <a:pt x="9094416" y="3383376"/>
                  </a:cubicBezTo>
                  <a:cubicBezTo>
                    <a:pt x="9094416" y="3383376"/>
                    <a:pt x="9094416" y="3383376"/>
                    <a:pt x="9050329" y="3383376"/>
                  </a:cubicBezTo>
                  <a:cubicBezTo>
                    <a:pt x="9050329" y="3383376"/>
                    <a:pt x="9050329" y="3383376"/>
                    <a:pt x="6932578" y="3383376"/>
                  </a:cubicBezTo>
                  <a:cubicBezTo>
                    <a:pt x="6932578" y="3383376"/>
                    <a:pt x="6932578" y="3383376"/>
                    <a:pt x="6810551" y="3383376"/>
                  </a:cubicBezTo>
                  <a:cubicBezTo>
                    <a:pt x="6810551" y="3383376"/>
                    <a:pt x="6810551" y="3383376"/>
                    <a:pt x="6809764" y="3383376"/>
                  </a:cubicBezTo>
                  <a:cubicBezTo>
                    <a:pt x="6766464" y="3383376"/>
                    <a:pt x="6731037" y="3347804"/>
                    <a:pt x="6731037" y="3304326"/>
                  </a:cubicBezTo>
                  <a:cubicBezTo>
                    <a:pt x="6731037" y="3304326"/>
                    <a:pt x="6731037" y="3304326"/>
                    <a:pt x="6731037" y="3303535"/>
                  </a:cubicBezTo>
                  <a:cubicBezTo>
                    <a:pt x="6731037" y="3303535"/>
                    <a:pt x="6731037" y="3303535"/>
                    <a:pt x="6731037" y="3284563"/>
                  </a:cubicBezTo>
                  <a:cubicBezTo>
                    <a:pt x="6731037" y="3284563"/>
                    <a:pt x="6731037" y="3284563"/>
                    <a:pt x="6731037" y="3114604"/>
                  </a:cubicBezTo>
                  <a:cubicBezTo>
                    <a:pt x="6731037" y="3070335"/>
                    <a:pt x="6766464" y="3035553"/>
                    <a:pt x="6809764" y="3035553"/>
                  </a:cubicBezTo>
                  <a:cubicBezTo>
                    <a:pt x="6809764" y="3035553"/>
                    <a:pt x="6809764" y="3035553"/>
                    <a:pt x="6810551" y="3035553"/>
                  </a:cubicBezTo>
                  <a:cubicBezTo>
                    <a:pt x="6810551" y="3035553"/>
                    <a:pt x="6810551" y="3035553"/>
                    <a:pt x="6932578" y="3035553"/>
                  </a:cubicBezTo>
                  <a:cubicBezTo>
                    <a:pt x="6932578" y="3035553"/>
                    <a:pt x="6932578" y="3035553"/>
                    <a:pt x="9050329" y="3035553"/>
                  </a:cubicBezTo>
                  <a:cubicBezTo>
                    <a:pt x="9050329" y="3035553"/>
                    <a:pt x="9050329" y="3035553"/>
                    <a:pt x="9094416" y="3035553"/>
                  </a:cubicBezTo>
                  <a:cubicBezTo>
                    <a:pt x="9094416" y="3035553"/>
                    <a:pt x="9094416" y="3035553"/>
                    <a:pt x="9094416" y="3003932"/>
                  </a:cubicBezTo>
                  <a:cubicBezTo>
                    <a:pt x="9094416" y="3003932"/>
                    <a:pt x="9094416" y="3003932"/>
                    <a:pt x="9050329" y="3003932"/>
                  </a:cubicBezTo>
                  <a:cubicBezTo>
                    <a:pt x="9050329" y="3003932"/>
                    <a:pt x="9050329" y="3003932"/>
                    <a:pt x="6864873" y="3003932"/>
                  </a:cubicBezTo>
                  <a:cubicBezTo>
                    <a:pt x="6864873" y="3003932"/>
                    <a:pt x="6864873" y="3003932"/>
                    <a:pt x="6742846" y="3003932"/>
                  </a:cubicBezTo>
                  <a:cubicBezTo>
                    <a:pt x="6742846" y="3003932"/>
                    <a:pt x="6742846" y="3003932"/>
                    <a:pt x="6742059" y="3003932"/>
                  </a:cubicBezTo>
                  <a:cubicBezTo>
                    <a:pt x="6698759" y="3003932"/>
                    <a:pt x="6663332" y="2968360"/>
                    <a:pt x="6663332" y="2924882"/>
                  </a:cubicBezTo>
                  <a:cubicBezTo>
                    <a:pt x="6663332" y="2924882"/>
                    <a:pt x="6663332" y="2924882"/>
                    <a:pt x="6663332" y="2924091"/>
                  </a:cubicBezTo>
                  <a:cubicBezTo>
                    <a:pt x="6663332" y="2924091"/>
                    <a:pt x="6663332" y="2924091"/>
                    <a:pt x="6663332" y="2905119"/>
                  </a:cubicBezTo>
                  <a:cubicBezTo>
                    <a:pt x="6663332" y="2905119"/>
                    <a:pt x="6663332" y="2905119"/>
                    <a:pt x="6663332" y="2735160"/>
                  </a:cubicBezTo>
                  <a:cubicBezTo>
                    <a:pt x="6663332" y="2690891"/>
                    <a:pt x="6698759" y="2656109"/>
                    <a:pt x="6742059" y="2656109"/>
                  </a:cubicBezTo>
                  <a:cubicBezTo>
                    <a:pt x="6742846" y="2656109"/>
                    <a:pt x="6742846" y="2656109"/>
                    <a:pt x="6742846" y="2656109"/>
                  </a:cubicBezTo>
                  <a:cubicBezTo>
                    <a:pt x="6742846" y="2656109"/>
                    <a:pt x="6742846" y="2656109"/>
                    <a:pt x="6864873" y="2656109"/>
                  </a:cubicBezTo>
                  <a:cubicBezTo>
                    <a:pt x="6864873" y="2656109"/>
                    <a:pt x="6864873" y="2656109"/>
                    <a:pt x="9050329" y="2656109"/>
                  </a:cubicBezTo>
                  <a:cubicBezTo>
                    <a:pt x="9050329" y="2656109"/>
                    <a:pt x="9050329" y="2656109"/>
                    <a:pt x="9094416" y="2656109"/>
                  </a:cubicBezTo>
                  <a:cubicBezTo>
                    <a:pt x="9094416" y="2656109"/>
                    <a:pt x="9094416" y="2656109"/>
                    <a:pt x="9094416" y="2624488"/>
                  </a:cubicBezTo>
                  <a:cubicBezTo>
                    <a:pt x="9094416" y="2624488"/>
                    <a:pt x="9094416" y="2624488"/>
                    <a:pt x="9050329" y="2624488"/>
                  </a:cubicBezTo>
                  <a:cubicBezTo>
                    <a:pt x="9050329" y="2624488"/>
                    <a:pt x="9050329" y="2624488"/>
                    <a:pt x="6864873" y="2624488"/>
                  </a:cubicBezTo>
                  <a:cubicBezTo>
                    <a:pt x="6864873" y="2624488"/>
                    <a:pt x="6864873" y="2624488"/>
                    <a:pt x="6742846" y="2624488"/>
                  </a:cubicBezTo>
                  <a:cubicBezTo>
                    <a:pt x="6742846" y="2624488"/>
                    <a:pt x="6742846" y="2624488"/>
                    <a:pt x="6742059" y="2624488"/>
                  </a:cubicBezTo>
                  <a:cubicBezTo>
                    <a:pt x="6698759" y="2624488"/>
                    <a:pt x="6663332" y="2588915"/>
                    <a:pt x="6663332" y="2545437"/>
                  </a:cubicBezTo>
                  <a:cubicBezTo>
                    <a:pt x="6663332" y="2545437"/>
                    <a:pt x="6663332" y="2545437"/>
                    <a:pt x="6663332" y="2544647"/>
                  </a:cubicBezTo>
                  <a:cubicBezTo>
                    <a:pt x="6663332" y="2544647"/>
                    <a:pt x="6663332" y="2544647"/>
                    <a:pt x="6663332" y="2525675"/>
                  </a:cubicBezTo>
                  <a:cubicBezTo>
                    <a:pt x="6663332" y="2525675"/>
                    <a:pt x="6663332" y="2525675"/>
                    <a:pt x="6663332" y="2355715"/>
                  </a:cubicBezTo>
                  <a:cubicBezTo>
                    <a:pt x="6663332" y="2311447"/>
                    <a:pt x="6698759" y="2276665"/>
                    <a:pt x="6742059" y="2276665"/>
                  </a:cubicBezTo>
                  <a:cubicBezTo>
                    <a:pt x="6742846" y="2276665"/>
                    <a:pt x="6742846" y="2276665"/>
                    <a:pt x="6742846" y="2276665"/>
                  </a:cubicBezTo>
                  <a:cubicBezTo>
                    <a:pt x="6742846" y="2276665"/>
                    <a:pt x="6742846" y="2276665"/>
                    <a:pt x="6864873" y="2276665"/>
                  </a:cubicBezTo>
                  <a:cubicBezTo>
                    <a:pt x="6864873" y="2276665"/>
                    <a:pt x="6864873" y="2276665"/>
                    <a:pt x="9050329" y="2276665"/>
                  </a:cubicBezTo>
                  <a:cubicBezTo>
                    <a:pt x="9050329" y="2276665"/>
                    <a:pt x="9050329" y="2276665"/>
                    <a:pt x="9094416" y="2276665"/>
                  </a:cubicBezTo>
                  <a:cubicBezTo>
                    <a:pt x="9094416" y="2276665"/>
                    <a:pt x="9094416" y="2276665"/>
                    <a:pt x="9094416" y="2245044"/>
                  </a:cubicBezTo>
                  <a:cubicBezTo>
                    <a:pt x="9094416" y="2245044"/>
                    <a:pt x="9094416" y="2245044"/>
                    <a:pt x="9050329" y="2245044"/>
                  </a:cubicBezTo>
                  <a:cubicBezTo>
                    <a:pt x="9050329" y="2245044"/>
                    <a:pt x="9050329" y="2245044"/>
                    <a:pt x="6957771" y="2245044"/>
                  </a:cubicBezTo>
                  <a:cubicBezTo>
                    <a:pt x="6957771" y="2245044"/>
                    <a:pt x="6957771" y="2245044"/>
                    <a:pt x="6835744" y="2245044"/>
                  </a:cubicBezTo>
                  <a:cubicBezTo>
                    <a:pt x="6835744" y="2245044"/>
                    <a:pt x="6835744" y="2245044"/>
                    <a:pt x="6834957" y="2245044"/>
                  </a:cubicBezTo>
                  <a:cubicBezTo>
                    <a:pt x="6791657" y="2245044"/>
                    <a:pt x="6756230" y="2209471"/>
                    <a:pt x="6756230" y="2165993"/>
                  </a:cubicBezTo>
                  <a:cubicBezTo>
                    <a:pt x="6756230" y="2165993"/>
                    <a:pt x="6756230" y="2165993"/>
                    <a:pt x="6756230" y="2165203"/>
                  </a:cubicBezTo>
                  <a:cubicBezTo>
                    <a:pt x="6756230" y="2165203"/>
                    <a:pt x="6756230" y="2165203"/>
                    <a:pt x="6756230" y="2146231"/>
                  </a:cubicBezTo>
                  <a:cubicBezTo>
                    <a:pt x="6756230" y="2146231"/>
                    <a:pt x="6756230" y="2146231"/>
                    <a:pt x="6756230" y="1976271"/>
                  </a:cubicBezTo>
                  <a:cubicBezTo>
                    <a:pt x="6756230" y="1932003"/>
                    <a:pt x="6791657" y="1897221"/>
                    <a:pt x="6834957" y="1897221"/>
                  </a:cubicBezTo>
                  <a:cubicBezTo>
                    <a:pt x="6834957" y="1897221"/>
                    <a:pt x="6834957" y="1897221"/>
                    <a:pt x="6835744" y="1897221"/>
                  </a:cubicBezTo>
                  <a:cubicBezTo>
                    <a:pt x="6835744" y="1897221"/>
                    <a:pt x="6835744" y="1897221"/>
                    <a:pt x="6957771" y="1897221"/>
                  </a:cubicBezTo>
                  <a:cubicBezTo>
                    <a:pt x="6957771" y="1897221"/>
                    <a:pt x="6957771" y="1897221"/>
                    <a:pt x="9050329" y="1897221"/>
                  </a:cubicBezTo>
                  <a:cubicBezTo>
                    <a:pt x="9050329" y="1897221"/>
                    <a:pt x="9050329" y="1897221"/>
                    <a:pt x="9094416" y="1897221"/>
                  </a:cubicBezTo>
                  <a:cubicBezTo>
                    <a:pt x="9094416" y="1897221"/>
                    <a:pt x="9094416" y="1897221"/>
                    <a:pt x="9094416" y="1865600"/>
                  </a:cubicBezTo>
                  <a:cubicBezTo>
                    <a:pt x="9094416" y="1865600"/>
                    <a:pt x="9094416" y="1865600"/>
                    <a:pt x="9050329" y="1865600"/>
                  </a:cubicBezTo>
                  <a:cubicBezTo>
                    <a:pt x="9050329" y="1865600"/>
                    <a:pt x="9050329" y="1865600"/>
                    <a:pt x="7082159" y="1865600"/>
                  </a:cubicBezTo>
                  <a:cubicBezTo>
                    <a:pt x="7082159" y="1865600"/>
                    <a:pt x="7082159" y="1865600"/>
                    <a:pt x="6959345" y="1865600"/>
                  </a:cubicBezTo>
                  <a:cubicBezTo>
                    <a:pt x="6916045" y="1865600"/>
                    <a:pt x="6880618" y="1830027"/>
                    <a:pt x="6880618" y="1786550"/>
                  </a:cubicBezTo>
                  <a:cubicBezTo>
                    <a:pt x="6880618" y="1786550"/>
                    <a:pt x="6880618" y="1786550"/>
                    <a:pt x="6880618" y="1785759"/>
                  </a:cubicBezTo>
                  <a:cubicBezTo>
                    <a:pt x="6880618" y="1785759"/>
                    <a:pt x="6880618" y="1785759"/>
                    <a:pt x="6880618" y="1766787"/>
                  </a:cubicBezTo>
                  <a:cubicBezTo>
                    <a:pt x="6880618" y="1766787"/>
                    <a:pt x="6880618" y="1766787"/>
                    <a:pt x="6880618" y="1596827"/>
                  </a:cubicBezTo>
                  <a:cubicBezTo>
                    <a:pt x="6880618" y="1552559"/>
                    <a:pt x="6916045" y="1517777"/>
                    <a:pt x="6959345" y="1517777"/>
                  </a:cubicBezTo>
                  <a:cubicBezTo>
                    <a:pt x="6959345" y="1517777"/>
                    <a:pt x="6959345" y="1517777"/>
                    <a:pt x="7082159" y="1517777"/>
                  </a:cubicBezTo>
                  <a:cubicBezTo>
                    <a:pt x="7082159" y="1517777"/>
                    <a:pt x="7082159" y="1517777"/>
                    <a:pt x="9050329" y="1517777"/>
                  </a:cubicBezTo>
                  <a:cubicBezTo>
                    <a:pt x="9050329" y="1517777"/>
                    <a:pt x="9050329" y="1517777"/>
                    <a:pt x="9094416" y="1517777"/>
                  </a:cubicBezTo>
                  <a:cubicBezTo>
                    <a:pt x="9094416" y="1517777"/>
                    <a:pt x="9094416" y="1517777"/>
                    <a:pt x="9094416" y="1486156"/>
                  </a:cubicBezTo>
                  <a:cubicBezTo>
                    <a:pt x="9094416" y="1486156"/>
                    <a:pt x="9094416" y="1486156"/>
                    <a:pt x="9050329" y="1486156"/>
                  </a:cubicBezTo>
                  <a:cubicBezTo>
                    <a:pt x="9050329" y="1486156"/>
                    <a:pt x="9050329" y="1486156"/>
                    <a:pt x="7311254" y="1486156"/>
                  </a:cubicBezTo>
                  <a:cubicBezTo>
                    <a:pt x="7311254" y="1486156"/>
                    <a:pt x="7311254" y="1486156"/>
                    <a:pt x="7189228" y="1486156"/>
                  </a:cubicBezTo>
                  <a:cubicBezTo>
                    <a:pt x="7159311" y="1486156"/>
                    <a:pt x="7134118" y="1469556"/>
                    <a:pt x="7119948" y="1445840"/>
                  </a:cubicBezTo>
                  <a:cubicBezTo>
                    <a:pt x="7119948" y="1445840"/>
                    <a:pt x="7119948" y="1445840"/>
                    <a:pt x="7119948" y="1445050"/>
                  </a:cubicBezTo>
                  <a:cubicBezTo>
                    <a:pt x="7119948" y="1445050"/>
                    <a:pt x="7119161" y="1444259"/>
                    <a:pt x="7119161" y="1443469"/>
                  </a:cubicBezTo>
                  <a:cubicBezTo>
                    <a:pt x="7118373" y="1442678"/>
                    <a:pt x="7118373" y="1441888"/>
                    <a:pt x="7118373" y="1441097"/>
                  </a:cubicBezTo>
                  <a:cubicBezTo>
                    <a:pt x="7117586" y="1441097"/>
                    <a:pt x="7117586" y="1441097"/>
                    <a:pt x="7117586" y="1441097"/>
                  </a:cubicBezTo>
                  <a:cubicBezTo>
                    <a:pt x="7112863" y="1430821"/>
                    <a:pt x="7109713" y="1418963"/>
                    <a:pt x="7109713" y="1406315"/>
                  </a:cubicBezTo>
                  <a:cubicBezTo>
                    <a:pt x="7109713" y="1406315"/>
                    <a:pt x="7109713" y="1406315"/>
                    <a:pt x="7109713" y="1217383"/>
                  </a:cubicBezTo>
                  <a:cubicBezTo>
                    <a:pt x="7109713" y="1173115"/>
                    <a:pt x="7145141" y="1138333"/>
                    <a:pt x="7188440" y="1138333"/>
                  </a:cubicBezTo>
                  <a:cubicBezTo>
                    <a:pt x="7188440" y="1138333"/>
                    <a:pt x="7188440" y="1138333"/>
                    <a:pt x="7189228" y="1138333"/>
                  </a:cubicBezTo>
                  <a:cubicBezTo>
                    <a:pt x="7189228" y="1138333"/>
                    <a:pt x="7189228" y="1138333"/>
                    <a:pt x="7311254" y="1138333"/>
                  </a:cubicBezTo>
                  <a:cubicBezTo>
                    <a:pt x="7311254" y="1138333"/>
                    <a:pt x="7311254" y="1138333"/>
                    <a:pt x="9050329" y="1138333"/>
                  </a:cubicBezTo>
                  <a:cubicBezTo>
                    <a:pt x="9050329" y="1138333"/>
                    <a:pt x="9050329" y="1138333"/>
                    <a:pt x="9094416" y="1138333"/>
                  </a:cubicBezTo>
                  <a:cubicBezTo>
                    <a:pt x="9094416" y="1138333"/>
                    <a:pt x="9094416" y="1138333"/>
                    <a:pt x="9094416" y="1106712"/>
                  </a:cubicBezTo>
                  <a:cubicBezTo>
                    <a:pt x="9094416" y="1106712"/>
                    <a:pt x="9094416" y="1106712"/>
                    <a:pt x="9050329" y="1106712"/>
                  </a:cubicBezTo>
                  <a:cubicBezTo>
                    <a:pt x="9050329" y="1106712"/>
                    <a:pt x="9050329" y="1106712"/>
                    <a:pt x="7637183" y="1106712"/>
                  </a:cubicBezTo>
                  <a:cubicBezTo>
                    <a:pt x="7637183" y="1106712"/>
                    <a:pt x="7637183" y="1106712"/>
                    <a:pt x="7515156" y="1106712"/>
                  </a:cubicBezTo>
                  <a:cubicBezTo>
                    <a:pt x="7471069" y="1106712"/>
                    <a:pt x="7436429" y="1071139"/>
                    <a:pt x="7436429" y="1027661"/>
                  </a:cubicBezTo>
                  <a:cubicBezTo>
                    <a:pt x="7436429" y="1027661"/>
                    <a:pt x="7436429" y="1027661"/>
                    <a:pt x="7436429" y="1026871"/>
                  </a:cubicBezTo>
                  <a:cubicBezTo>
                    <a:pt x="7436429" y="1026871"/>
                    <a:pt x="7436429" y="1026871"/>
                    <a:pt x="7436429" y="1007898"/>
                  </a:cubicBezTo>
                  <a:cubicBezTo>
                    <a:pt x="7436429" y="1007898"/>
                    <a:pt x="7436429" y="1007898"/>
                    <a:pt x="7436429" y="837939"/>
                  </a:cubicBezTo>
                  <a:cubicBezTo>
                    <a:pt x="7436429" y="793671"/>
                    <a:pt x="7471069" y="758888"/>
                    <a:pt x="7515156" y="758888"/>
                  </a:cubicBezTo>
                  <a:cubicBezTo>
                    <a:pt x="7515156" y="758888"/>
                    <a:pt x="7515156" y="758888"/>
                    <a:pt x="7637183" y="758888"/>
                  </a:cubicBezTo>
                  <a:cubicBezTo>
                    <a:pt x="7637183" y="758888"/>
                    <a:pt x="7637183" y="758888"/>
                    <a:pt x="9050329" y="758888"/>
                  </a:cubicBezTo>
                  <a:cubicBezTo>
                    <a:pt x="9050329" y="758888"/>
                    <a:pt x="9050329" y="758888"/>
                    <a:pt x="9094416" y="758888"/>
                  </a:cubicBezTo>
                  <a:cubicBezTo>
                    <a:pt x="9094416" y="758888"/>
                    <a:pt x="9094416" y="758888"/>
                    <a:pt x="9094416" y="727268"/>
                  </a:cubicBezTo>
                  <a:cubicBezTo>
                    <a:pt x="9094416" y="727268"/>
                    <a:pt x="9094416" y="727268"/>
                    <a:pt x="9050329" y="727268"/>
                  </a:cubicBezTo>
                  <a:cubicBezTo>
                    <a:pt x="9050329" y="727268"/>
                    <a:pt x="9050329" y="727268"/>
                    <a:pt x="8150482" y="727268"/>
                  </a:cubicBezTo>
                  <a:cubicBezTo>
                    <a:pt x="8150482" y="727268"/>
                    <a:pt x="8150482" y="727268"/>
                    <a:pt x="8028455" y="727268"/>
                  </a:cubicBezTo>
                  <a:cubicBezTo>
                    <a:pt x="8028455" y="727268"/>
                    <a:pt x="8028455" y="727268"/>
                    <a:pt x="8027668" y="727268"/>
                  </a:cubicBezTo>
                  <a:cubicBezTo>
                    <a:pt x="7984368" y="727268"/>
                    <a:pt x="7948942" y="691695"/>
                    <a:pt x="7948942" y="648217"/>
                  </a:cubicBezTo>
                  <a:cubicBezTo>
                    <a:pt x="7948942" y="647427"/>
                    <a:pt x="7948942" y="647427"/>
                    <a:pt x="7948942" y="647427"/>
                  </a:cubicBezTo>
                  <a:cubicBezTo>
                    <a:pt x="7948942" y="647427"/>
                    <a:pt x="7948942" y="647427"/>
                    <a:pt x="7948942" y="458495"/>
                  </a:cubicBezTo>
                  <a:cubicBezTo>
                    <a:pt x="7948942" y="414227"/>
                    <a:pt x="7984368" y="379444"/>
                    <a:pt x="8027668" y="379444"/>
                  </a:cubicBezTo>
                  <a:cubicBezTo>
                    <a:pt x="8027668" y="379444"/>
                    <a:pt x="8027668" y="379444"/>
                    <a:pt x="8028455" y="379444"/>
                  </a:cubicBezTo>
                  <a:cubicBezTo>
                    <a:pt x="8028455" y="379444"/>
                    <a:pt x="8028455" y="379444"/>
                    <a:pt x="8150482" y="379444"/>
                  </a:cubicBezTo>
                  <a:cubicBezTo>
                    <a:pt x="8150482" y="379444"/>
                    <a:pt x="8150482" y="379444"/>
                    <a:pt x="9050329" y="379444"/>
                  </a:cubicBezTo>
                  <a:cubicBezTo>
                    <a:pt x="9050329" y="379444"/>
                    <a:pt x="9050329" y="379444"/>
                    <a:pt x="9094416" y="379444"/>
                  </a:cubicBezTo>
                  <a:cubicBezTo>
                    <a:pt x="9094416" y="379444"/>
                    <a:pt x="9094416" y="379444"/>
                    <a:pt x="9094416" y="347824"/>
                  </a:cubicBezTo>
                  <a:cubicBezTo>
                    <a:pt x="9094416" y="347824"/>
                    <a:pt x="9094416" y="347824"/>
                    <a:pt x="9050329" y="347824"/>
                  </a:cubicBezTo>
                  <a:cubicBezTo>
                    <a:pt x="9050329" y="347824"/>
                    <a:pt x="9050329" y="347824"/>
                    <a:pt x="8770062" y="347824"/>
                  </a:cubicBezTo>
                  <a:cubicBezTo>
                    <a:pt x="8770062" y="347824"/>
                    <a:pt x="8770062" y="347824"/>
                    <a:pt x="8648035" y="347824"/>
                  </a:cubicBezTo>
                  <a:cubicBezTo>
                    <a:pt x="8648035" y="347824"/>
                    <a:pt x="8648035" y="347824"/>
                    <a:pt x="8647248" y="347824"/>
                  </a:cubicBezTo>
                  <a:cubicBezTo>
                    <a:pt x="8624417" y="347824"/>
                    <a:pt x="8603948" y="337547"/>
                    <a:pt x="8588990" y="321737"/>
                  </a:cubicBezTo>
                  <a:cubicBezTo>
                    <a:pt x="8576394" y="307508"/>
                    <a:pt x="8568521" y="288536"/>
                    <a:pt x="8568521" y="267983"/>
                  </a:cubicBezTo>
                  <a:cubicBezTo>
                    <a:pt x="8568521" y="267983"/>
                    <a:pt x="8568521" y="267983"/>
                    <a:pt x="8568521" y="79051"/>
                  </a:cubicBezTo>
                  <a:cubicBezTo>
                    <a:pt x="8568521" y="34783"/>
                    <a:pt x="8603948" y="0"/>
                    <a:pt x="8647248" y="0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7" name="iŝľíde"/>
            <p:cNvGrpSpPr/>
            <p:nvPr/>
          </p:nvGrpSpPr>
          <p:grpSpPr>
            <a:xfrm>
              <a:off x="3093463" y="1653267"/>
              <a:ext cx="489858" cy="489858"/>
              <a:chOff x="1427243" y="1987229"/>
              <a:chExt cx="1016000" cy="1016000"/>
            </a:xfrm>
            <a:effectLst/>
          </p:grpSpPr>
          <p:sp>
            <p:nvSpPr>
              <p:cNvPr id="51" name="îṣḻïḑé"/>
              <p:cNvSpPr/>
              <p:nvPr/>
            </p:nvSpPr>
            <p:spPr>
              <a:xfrm>
                <a:off x="1427243" y="1987229"/>
                <a:ext cx="1016000" cy="10160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iṩ1ídê"/>
              <p:cNvSpPr/>
              <p:nvPr/>
            </p:nvSpPr>
            <p:spPr bwMode="auto">
              <a:xfrm>
                <a:off x="1748604" y="2300569"/>
                <a:ext cx="373276" cy="373276"/>
              </a:xfrm>
              <a:custGeom>
                <a:avLst/>
                <a:gdLst>
                  <a:gd name="T0" fmla="*/ 177354294 w 21600"/>
                  <a:gd name="T1" fmla="*/ 119619947 h 21600"/>
                  <a:gd name="T2" fmla="*/ 181994773 w 21600"/>
                  <a:gd name="T3" fmla="*/ 90970153 h 21600"/>
                  <a:gd name="T4" fmla="*/ 90997440 w 21600"/>
                  <a:gd name="T5" fmla="*/ 0 h 21600"/>
                  <a:gd name="T6" fmla="*/ 0 w 21600"/>
                  <a:gd name="T7" fmla="*/ 90970153 h 21600"/>
                  <a:gd name="T8" fmla="*/ 90997440 w 21600"/>
                  <a:gd name="T9" fmla="*/ 181941690 h 21600"/>
                  <a:gd name="T10" fmla="*/ 119632265 w 21600"/>
                  <a:gd name="T11" fmla="*/ 177314796 h 21600"/>
                  <a:gd name="T12" fmla="*/ 140353873 w 21600"/>
                  <a:gd name="T13" fmla="*/ 198036404 h 21600"/>
                  <a:gd name="T14" fmla="*/ 184433669 w 21600"/>
                  <a:gd name="T15" fmla="*/ 198036404 h 21600"/>
                  <a:gd name="T16" fmla="*/ 184433669 w 21600"/>
                  <a:gd name="T17" fmla="*/ 242088912 h 21600"/>
                  <a:gd name="T18" fmla="*/ 184513921 w 21600"/>
                  <a:gd name="T19" fmla="*/ 242169283 h 21600"/>
                  <a:gd name="T20" fmla="*/ 228567695 w 21600"/>
                  <a:gd name="T21" fmla="*/ 242169283 h 21600"/>
                  <a:gd name="T22" fmla="*/ 228567695 w 21600"/>
                  <a:gd name="T23" fmla="*/ 286223057 h 21600"/>
                  <a:gd name="T24" fmla="*/ 228660384 w 21600"/>
                  <a:gd name="T25" fmla="*/ 286302043 h 21600"/>
                  <a:gd name="T26" fmla="*/ 286355233 w 21600"/>
                  <a:gd name="T27" fmla="*/ 286302043 h 21600"/>
                  <a:gd name="T28" fmla="*/ 286355233 w 21600"/>
                  <a:gd name="T29" fmla="*/ 286355233 h 21600"/>
                  <a:gd name="T30" fmla="*/ 286355233 w 21600"/>
                  <a:gd name="T31" fmla="*/ 228580132 h 21600"/>
                  <a:gd name="T32" fmla="*/ 177354294 w 21600"/>
                  <a:gd name="T33" fmla="*/ 119619947 h 21600"/>
                  <a:gd name="T34" fmla="*/ 72066037 w 21600"/>
                  <a:gd name="T35" fmla="*/ 102106942 h 21600"/>
                  <a:gd name="T36" fmla="*/ 41349250 w 21600"/>
                  <a:gd name="T37" fmla="*/ 71416187 h 21600"/>
                  <a:gd name="T38" fmla="*/ 72066037 w 21600"/>
                  <a:gd name="T39" fmla="*/ 40712996 h 21600"/>
                  <a:gd name="T40" fmla="*/ 102769110 w 21600"/>
                  <a:gd name="T41" fmla="*/ 71416187 h 21600"/>
                  <a:gd name="T42" fmla="*/ 72066037 w 21600"/>
                  <a:gd name="T43" fmla="*/ 102106942 h 21600"/>
                  <a:gd name="T44" fmla="*/ 72066037 w 21600"/>
                  <a:gd name="T45" fmla="*/ 102106942 h 2160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1600" h="21600">
                    <a:moveTo>
                      <a:pt x="13378" y="9023"/>
                    </a:moveTo>
                    <a:cubicBezTo>
                      <a:pt x="13604" y="8343"/>
                      <a:pt x="13728" y="7617"/>
                      <a:pt x="13728" y="6862"/>
                    </a:cubicBezTo>
                    <a:cubicBezTo>
                      <a:pt x="13728" y="3072"/>
                      <a:pt x="10655" y="0"/>
                      <a:pt x="6864" y="0"/>
                    </a:cubicBezTo>
                    <a:cubicBezTo>
                      <a:pt x="3073" y="0"/>
                      <a:pt x="0" y="3072"/>
                      <a:pt x="0" y="6862"/>
                    </a:cubicBezTo>
                    <a:cubicBezTo>
                      <a:pt x="0" y="10652"/>
                      <a:pt x="3073" y="13724"/>
                      <a:pt x="6864" y="13724"/>
                    </a:cubicBezTo>
                    <a:cubicBezTo>
                      <a:pt x="7619" y="13724"/>
                      <a:pt x="8345" y="13600"/>
                      <a:pt x="9024" y="13375"/>
                    </a:cubicBezTo>
                    <a:lnTo>
                      <a:pt x="10587" y="14938"/>
                    </a:lnTo>
                    <a:lnTo>
                      <a:pt x="13912" y="14938"/>
                    </a:lnTo>
                    <a:lnTo>
                      <a:pt x="13912" y="18261"/>
                    </a:lnTo>
                    <a:lnTo>
                      <a:pt x="13918" y="18267"/>
                    </a:lnTo>
                    <a:lnTo>
                      <a:pt x="17241" y="18267"/>
                    </a:lnTo>
                    <a:lnTo>
                      <a:pt x="17241" y="21590"/>
                    </a:lnTo>
                    <a:lnTo>
                      <a:pt x="17248" y="21596"/>
                    </a:lnTo>
                    <a:lnTo>
                      <a:pt x="21600" y="21596"/>
                    </a:lnTo>
                    <a:lnTo>
                      <a:pt x="21600" y="21600"/>
                    </a:lnTo>
                    <a:lnTo>
                      <a:pt x="21600" y="17242"/>
                    </a:lnTo>
                    <a:lnTo>
                      <a:pt x="13378" y="9023"/>
                    </a:lnTo>
                    <a:close/>
                    <a:moveTo>
                      <a:pt x="5436" y="7702"/>
                    </a:moveTo>
                    <a:cubicBezTo>
                      <a:pt x="4157" y="7702"/>
                      <a:pt x="3119" y="6665"/>
                      <a:pt x="3119" y="5387"/>
                    </a:cubicBezTo>
                    <a:cubicBezTo>
                      <a:pt x="3119" y="4108"/>
                      <a:pt x="4157" y="3071"/>
                      <a:pt x="5436" y="3071"/>
                    </a:cubicBezTo>
                    <a:cubicBezTo>
                      <a:pt x="6715" y="3071"/>
                      <a:pt x="7752" y="4108"/>
                      <a:pt x="7752" y="5387"/>
                    </a:cubicBezTo>
                    <a:cubicBezTo>
                      <a:pt x="7751" y="6665"/>
                      <a:pt x="6715" y="7702"/>
                      <a:pt x="5436" y="7702"/>
                    </a:cubicBezTo>
                    <a:close/>
                    <a:moveTo>
                      <a:pt x="5436" y="7702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8" name="iṧḷïde"/>
            <p:cNvGrpSpPr/>
            <p:nvPr/>
          </p:nvGrpSpPr>
          <p:grpSpPr>
            <a:xfrm>
              <a:off x="3093463" y="3392284"/>
              <a:ext cx="489858" cy="489858"/>
              <a:chOff x="1427243" y="3314803"/>
              <a:chExt cx="1016000" cy="1016000"/>
            </a:xfrm>
            <a:effectLst/>
          </p:grpSpPr>
          <p:sp>
            <p:nvSpPr>
              <p:cNvPr id="49" name="íṥḻîḓè"/>
              <p:cNvSpPr/>
              <p:nvPr/>
            </p:nvSpPr>
            <p:spPr>
              <a:xfrm>
                <a:off x="1427243" y="3314803"/>
                <a:ext cx="1016000" cy="10160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íS1íďè"/>
              <p:cNvSpPr/>
              <p:nvPr/>
            </p:nvSpPr>
            <p:spPr bwMode="auto">
              <a:xfrm>
                <a:off x="1754561" y="3643499"/>
                <a:ext cx="327256" cy="373276"/>
              </a:xfrm>
              <a:custGeom>
                <a:avLst/>
                <a:gdLst>
                  <a:gd name="T0" fmla="*/ 145512959 w 21600"/>
                  <a:gd name="T1" fmla="*/ 203073433 h 21600"/>
                  <a:gd name="T2" fmla="*/ 145802623 w 21600"/>
                  <a:gd name="T3" fmla="*/ 194761133 h 21600"/>
                  <a:gd name="T4" fmla="*/ 145802623 w 21600"/>
                  <a:gd name="T5" fmla="*/ 125373600 h 21600"/>
                  <a:gd name="T6" fmla="*/ 104926995 w 21600"/>
                  <a:gd name="T7" fmla="*/ 39943277 h 21600"/>
                  <a:gd name="T8" fmla="*/ 105749513 w 21600"/>
                  <a:gd name="T9" fmla="*/ 31392540 h 21600"/>
                  <a:gd name="T10" fmla="*/ 84532065 w 21600"/>
                  <a:gd name="T11" fmla="*/ 0 h 21600"/>
                  <a:gd name="T12" fmla="*/ 63314533 w 21600"/>
                  <a:gd name="T13" fmla="*/ 31392540 h 21600"/>
                  <a:gd name="T14" fmla="*/ 64145452 w 21600"/>
                  <a:gd name="T15" fmla="*/ 39996478 h 21600"/>
                  <a:gd name="T16" fmla="*/ 23363023 w 21600"/>
                  <a:gd name="T17" fmla="*/ 125385918 h 21600"/>
                  <a:gd name="T18" fmla="*/ 23363023 w 21600"/>
                  <a:gd name="T19" fmla="*/ 194761133 h 21600"/>
                  <a:gd name="T20" fmla="*/ 23645246 w 21600"/>
                  <a:gd name="T21" fmla="*/ 203100602 h 21600"/>
                  <a:gd name="T22" fmla="*/ 0 w 21600"/>
                  <a:gd name="T23" fmla="*/ 236998693 h 21600"/>
                  <a:gd name="T24" fmla="*/ 9272957 w 21600"/>
                  <a:gd name="T25" fmla="*/ 250706436 h 21600"/>
                  <a:gd name="T26" fmla="*/ 63534281 w 21600"/>
                  <a:gd name="T27" fmla="*/ 250706436 h 21600"/>
                  <a:gd name="T28" fmla="*/ 63314533 w 21600"/>
                  <a:gd name="T29" fmla="*/ 254962705 h 21600"/>
                  <a:gd name="T30" fmla="*/ 84532065 w 21600"/>
                  <a:gd name="T31" fmla="*/ 286355233 h 21600"/>
                  <a:gd name="T32" fmla="*/ 105749513 w 21600"/>
                  <a:gd name="T33" fmla="*/ 254962705 h 21600"/>
                  <a:gd name="T34" fmla="*/ 105529766 w 21600"/>
                  <a:gd name="T35" fmla="*/ 250706436 h 21600"/>
                  <a:gd name="T36" fmla="*/ 159908522 w 21600"/>
                  <a:gd name="T37" fmla="*/ 250706436 h 21600"/>
                  <a:gd name="T38" fmla="*/ 169173962 w 21600"/>
                  <a:gd name="T39" fmla="*/ 236998693 h 21600"/>
                  <a:gd name="T40" fmla="*/ 145512959 w 21600"/>
                  <a:gd name="T41" fmla="*/ 203073433 h 21600"/>
                  <a:gd name="T42" fmla="*/ 72721479 w 21600"/>
                  <a:gd name="T43" fmla="*/ 31392540 h 21600"/>
                  <a:gd name="T44" fmla="*/ 84532065 w 21600"/>
                  <a:gd name="T45" fmla="*/ 13920288 h 21600"/>
                  <a:gd name="T46" fmla="*/ 96343451 w 21600"/>
                  <a:gd name="T47" fmla="*/ 31392540 h 21600"/>
                  <a:gd name="T48" fmla="*/ 95802281 w 21600"/>
                  <a:gd name="T49" fmla="*/ 36338135 h 21600"/>
                  <a:gd name="T50" fmla="*/ 84587024 w 21600"/>
                  <a:gd name="T51" fmla="*/ 34799986 h 21600"/>
                  <a:gd name="T52" fmla="*/ 73269292 w 21600"/>
                  <a:gd name="T53" fmla="*/ 36364156 h 21600"/>
                  <a:gd name="T54" fmla="*/ 72721479 w 21600"/>
                  <a:gd name="T55" fmla="*/ 31392540 h 21600"/>
                  <a:gd name="T56" fmla="*/ 72721479 w 21600"/>
                  <a:gd name="T57" fmla="*/ 31392540 h 2160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1600" h="21600">
                    <a:moveTo>
                      <a:pt x="18579" y="15318"/>
                    </a:moveTo>
                    <a:cubicBezTo>
                      <a:pt x="18603" y="15119"/>
                      <a:pt x="18616" y="14912"/>
                      <a:pt x="18616" y="14691"/>
                    </a:cubicBezTo>
                    <a:lnTo>
                      <a:pt x="18616" y="9457"/>
                    </a:lnTo>
                    <a:cubicBezTo>
                      <a:pt x="18616" y="6480"/>
                      <a:pt x="16437" y="3949"/>
                      <a:pt x="13397" y="3013"/>
                    </a:cubicBezTo>
                    <a:cubicBezTo>
                      <a:pt x="13464" y="2807"/>
                      <a:pt x="13502" y="2592"/>
                      <a:pt x="13502" y="2368"/>
                    </a:cubicBezTo>
                    <a:cubicBezTo>
                      <a:pt x="13502" y="1061"/>
                      <a:pt x="12289" y="0"/>
                      <a:pt x="10793" y="0"/>
                    </a:cubicBezTo>
                    <a:cubicBezTo>
                      <a:pt x="9297" y="0"/>
                      <a:pt x="8084" y="1060"/>
                      <a:pt x="8084" y="2368"/>
                    </a:cubicBezTo>
                    <a:cubicBezTo>
                      <a:pt x="8084" y="2593"/>
                      <a:pt x="8122" y="2810"/>
                      <a:pt x="8190" y="3017"/>
                    </a:cubicBezTo>
                    <a:cubicBezTo>
                      <a:pt x="5156" y="3956"/>
                      <a:pt x="2983" y="6484"/>
                      <a:pt x="2983" y="9458"/>
                    </a:cubicBezTo>
                    <a:lnTo>
                      <a:pt x="2983" y="14691"/>
                    </a:lnTo>
                    <a:cubicBezTo>
                      <a:pt x="2983" y="14912"/>
                      <a:pt x="2996" y="15121"/>
                      <a:pt x="3019" y="15320"/>
                    </a:cubicBezTo>
                    <a:lnTo>
                      <a:pt x="0" y="17877"/>
                    </a:lnTo>
                    <a:cubicBezTo>
                      <a:pt x="0" y="18448"/>
                      <a:pt x="530" y="18911"/>
                      <a:pt x="1184" y="18911"/>
                    </a:cubicBezTo>
                    <a:lnTo>
                      <a:pt x="8112" y="18911"/>
                    </a:lnTo>
                    <a:cubicBezTo>
                      <a:pt x="8096" y="19017"/>
                      <a:pt x="8084" y="19123"/>
                      <a:pt x="8084" y="19232"/>
                    </a:cubicBezTo>
                    <a:cubicBezTo>
                      <a:pt x="8084" y="20540"/>
                      <a:pt x="9297" y="21600"/>
                      <a:pt x="10793" y="21600"/>
                    </a:cubicBezTo>
                    <a:cubicBezTo>
                      <a:pt x="12289" y="21600"/>
                      <a:pt x="13502" y="20540"/>
                      <a:pt x="13502" y="19232"/>
                    </a:cubicBezTo>
                    <a:cubicBezTo>
                      <a:pt x="13502" y="19123"/>
                      <a:pt x="13490" y="19016"/>
                      <a:pt x="13474" y="18911"/>
                    </a:cubicBezTo>
                    <a:lnTo>
                      <a:pt x="20417" y="18911"/>
                    </a:lnTo>
                    <a:cubicBezTo>
                      <a:pt x="21070" y="18911"/>
                      <a:pt x="21600" y="18448"/>
                      <a:pt x="21600" y="17877"/>
                    </a:cubicBezTo>
                    <a:lnTo>
                      <a:pt x="18579" y="15318"/>
                    </a:lnTo>
                    <a:close/>
                    <a:moveTo>
                      <a:pt x="9285" y="2368"/>
                    </a:moveTo>
                    <a:cubicBezTo>
                      <a:pt x="9285" y="1641"/>
                      <a:pt x="9962" y="1050"/>
                      <a:pt x="10793" y="1050"/>
                    </a:cubicBezTo>
                    <a:cubicBezTo>
                      <a:pt x="11624" y="1050"/>
                      <a:pt x="12301" y="1641"/>
                      <a:pt x="12301" y="2368"/>
                    </a:cubicBezTo>
                    <a:cubicBezTo>
                      <a:pt x="12301" y="2498"/>
                      <a:pt x="12272" y="2622"/>
                      <a:pt x="12232" y="2741"/>
                    </a:cubicBezTo>
                    <a:cubicBezTo>
                      <a:pt x="11767" y="2666"/>
                      <a:pt x="11289" y="2625"/>
                      <a:pt x="10800" y="2625"/>
                    </a:cubicBezTo>
                    <a:cubicBezTo>
                      <a:pt x="10306" y="2625"/>
                      <a:pt x="9824" y="2666"/>
                      <a:pt x="9355" y="2743"/>
                    </a:cubicBezTo>
                    <a:cubicBezTo>
                      <a:pt x="9314" y="2623"/>
                      <a:pt x="9285" y="2499"/>
                      <a:pt x="9285" y="2368"/>
                    </a:cubicBezTo>
                    <a:close/>
                    <a:moveTo>
                      <a:pt x="9285" y="2368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9" name="íṧlïďê"/>
            <p:cNvGrpSpPr/>
            <p:nvPr/>
          </p:nvGrpSpPr>
          <p:grpSpPr>
            <a:xfrm>
              <a:off x="3093463" y="5074916"/>
              <a:ext cx="489858" cy="489858"/>
              <a:chOff x="1427243" y="4599335"/>
              <a:chExt cx="1016000" cy="1016000"/>
            </a:xfrm>
            <a:effectLst/>
          </p:grpSpPr>
          <p:sp>
            <p:nvSpPr>
              <p:cNvPr id="47" name="iṧľidé"/>
              <p:cNvSpPr/>
              <p:nvPr/>
            </p:nvSpPr>
            <p:spPr>
              <a:xfrm>
                <a:off x="1427243" y="4599335"/>
                <a:ext cx="1016000" cy="10160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iṩ1iḑe"/>
              <p:cNvSpPr/>
              <p:nvPr/>
            </p:nvSpPr>
            <p:spPr bwMode="auto">
              <a:xfrm>
                <a:off x="1761388" y="4912675"/>
                <a:ext cx="347709" cy="373276"/>
              </a:xfrm>
              <a:custGeom>
                <a:avLst/>
                <a:gdLst>
                  <a:gd name="T0" fmla="*/ 201595705 w 21600"/>
                  <a:gd name="T1" fmla="*/ 190811269 h 21600"/>
                  <a:gd name="T2" fmla="*/ 187592182 w 21600"/>
                  <a:gd name="T3" fmla="*/ 208164918 h 21600"/>
                  <a:gd name="T4" fmla="*/ 187752038 w 21600"/>
                  <a:gd name="T5" fmla="*/ 210192294 h 21600"/>
                  <a:gd name="T6" fmla="*/ 161460495 w 21600"/>
                  <a:gd name="T7" fmla="*/ 231219137 h 21600"/>
                  <a:gd name="T8" fmla="*/ 128262652 w 21600"/>
                  <a:gd name="T9" fmla="*/ 238391082 h 21600"/>
                  <a:gd name="T10" fmla="*/ 119149403 w 21600"/>
                  <a:gd name="T11" fmla="*/ 185693870 h 21600"/>
                  <a:gd name="T12" fmla="*/ 117292923 w 21600"/>
                  <a:gd name="T13" fmla="*/ 120030070 h 21600"/>
                  <a:gd name="T14" fmla="*/ 154692970 w 21600"/>
                  <a:gd name="T15" fmla="*/ 120030070 h 21600"/>
                  <a:gd name="T16" fmla="*/ 169246679 w 21600"/>
                  <a:gd name="T17" fmla="*/ 116013538 h 21600"/>
                  <a:gd name="T18" fmla="*/ 178309081 w 21600"/>
                  <a:gd name="T19" fmla="*/ 121846296 h 21600"/>
                  <a:gd name="T20" fmla="*/ 189438676 w 21600"/>
                  <a:gd name="T21" fmla="*/ 108059450 h 21600"/>
                  <a:gd name="T22" fmla="*/ 178309081 w 21600"/>
                  <a:gd name="T23" fmla="*/ 94259126 h 21600"/>
                  <a:gd name="T24" fmla="*/ 168947157 w 21600"/>
                  <a:gd name="T25" fmla="*/ 100649045 h 21600"/>
                  <a:gd name="T26" fmla="*/ 116743727 w 21600"/>
                  <a:gd name="T27" fmla="*/ 100649045 h 21600"/>
                  <a:gd name="T28" fmla="*/ 115795006 w 21600"/>
                  <a:gd name="T29" fmla="*/ 67360039 h 21600"/>
                  <a:gd name="T30" fmla="*/ 135378766 w 21600"/>
                  <a:gd name="T31" fmla="*/ 34455253 h 21600"/>
                  <a:gd name="T32" fmla="*/ 107580421 w 21600"/>
                  <a:gd name="T33" fmla="*/ 0 h 21600"/>
                  <a:gd name="T34" fmla="*/ 79792072 w 21600"/>
                  <a:gd name="T35" fmla="*/ 34455253 h 21600"/>
                  <a:gd name="T36" fmla="*/ 99795237 w 21600"/>
                  <a:gd name="T37" fmla="*/ 67505810 h 21600"/>
                  <a:gd name="T38" fmla="*/ 98846616 w 21600"/>
                  <a:gd name="T39" fmla="*/ 100649045 h 21600"/>
                  <a:gd name="T40" fmla="*/ 46543272 w 21600"/>
                  <a:gd name="T41" fmla="*/ 100649045 h 21600"/>
                  <a:gd name="T42" fmla="*/ 37181348 w 21600"/>
                  <a:gd name="T43" fmla="*/ 94271445 h 21600"/>
                  <a:gd name="T44" fmla="*/ 26051763 w 21600"/>
                  <a:gd name="T45" fmla="*/ 108059450 h 21600"/>
                  <a:gd name="T46" fmla="*/ 37181348 w 21600"/>
                  <a:gd name="T47" fmla="*/ 121846296 h 21600"/>
                  <a:gd name="T48" fmla="*/ 46294607 w 21600"/>
                  <a:gd name="T49" fmla="*/ 115934434 h 21600"/>
                  <a:gd name="T50" fmla="*/ 60897374 w 21600"/>
                  <a:gd name="T51" fmla="*/ 120030070 h 21600"/>
                  <a:gd name="T52" fmla="*/ 98307316 w 21600"/>
                  <a:gd name="T53" fmla="*/ 120030070 h 21600"/>
                  <a:gd name="T54" fmla="*/ 96440941 w 21600"/>
                  <a:gd name="T55" fmla="*/ 185706188 h 21600"/>
                  <a:gd name="T56" fmla="*/ 87507319 w 21600"/>
                  <a:gd name="T57" fmla="*/ 237382914 h 21600"/>
                  <a:gd name="T58" fmla="*/ 47661734 w 21600"/>
                  <a:gd name="T59" fmla="*/ 226048548 h 21600"/>
                  <a:gd name="T60" fmla="*/ 27788349 w 21600"/>
                  <a:gd name="T61" fmla="*/ 210828560 h 21600"/>
                  <a:gd name="T62" fmla="*/ 28008047 w 21600"/>
                  <a:gd name="T63" fmla="*/ 208177236 h 21600"/>
                  <a:gd name="T64" fmla="*/ 14004523 w 21600"/>
                  <a:gd name="T65" fmla="*/ 190811269 h 21600"/>
                  <a:gd name="T66" fmla="*/ 0 w 21600"/>
                  <a:gd name="T67" fmla="*/ 208177236 h 21600"/>
                  <a:gd name="T68" fmla="*/ 14004523 w 21600"/>
                  <a:gd name="T69" fmla="*/ 225530885 h 21600"/>
                  <a:gd name="T70" fmla="*/ 17118241 w 21600"/>
                  <a:gd name="T71" fmla="*/ 225067560 h 21600"/>
                  <a:gd name="T72" fmla="*/ 39067705 w 21600"/>
                  <a:gd name="T73" fmla="*/ 245456871 h 21600"/>
                  <a:gd name="T74" fmla="*/ 82057973 w 21600"/>
                  <a:gd name="T75" fmla="*/ 270977155 h 21600"/>
                  <a:gd name="T76" fmla="*/ 108229521 w 21600"/>
                  <a:gd name="T77" fmla="*/ 286355233 h 21600"/>
                  <a:gd name="T78" fmla="*/ 133132946 w 21600"/>
                  <a:gd name="T79" fmla="*/ 271308186 h 21600"/>
                  <a:gd name="T80" fmla="*/ 176652419 w 21600"/>
                  <a:gd name="T81" fmla="*/ 245456871 h 21600"/>
                  <a:gd name="T82" fmla="*/ 198492083 w 21600"/>
                  <a:gd name="T83" fmla="*/ 225067560 h 21600"/>
                  <a:gd name="T84" fmla="*/ 201595705 w 21600"/>
                  <a:gd name="T85" fmla="*/ 225530885 h 21600"/>
                  <a:gd name="T86" fmla="*/ 215600229 w 21600"/>
                  <a:gd name="T87" fmla="*/ 208177236 h 21600"/>
                  <a:gd name="T88" fmla="*/ 201595705 w 21600"/>
                  <a:gd name="T89" fmla="*/ 190811269 h 21600"/>
                  <a:gd name="T90" fmla="*/ 92817999 w 21600"/>
                  <a:gd name="T91" fmla="*/ 34455253 h 21600"/>
                  <a:gd name="T92" fmla="*/ 107580421 w 21600"/>
                  <a:gd name="T93" fmla="*/ 16147786 h 21600"/>
                  <a:gd name="T94" fmla="*/ 122352929 w 21600"/>
                  <a:gd name="T95" fmla="*/ 34455253 h 21600"/>
                  <a:gd name="T96" fmla="*/ 107580421 w 21600"/>
                  <a:gd name="T97" fmla="*/ 52750402 h 21600"/>
                  <a:gd name="T98" fmla="*/ 92817999 w 21600"/>
                  <a:gd name="T99" fmla="*/ 34455253 h 21600"/>
                  <a:gd name="T100" fmla="*/ 92817999 w 21600"/>
                  <a:gd name="T101" fmla="*/ 34455253 h 2160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21600" h="21600">
                    <a:moveTo>
                      <a:pt x="20197" y="14393"/>
                    </a:moveTo>
                    <a:cubicBezTo>
                      <a:pt x="19422" y="14393"/>
                      <a:pt x="18794" y="14979"/>
                      <a:pt x="18794" y="15702"/>
                    </a:cubicBezTo>
                    <a:cubicBezTo>
                      <a:pt x="18794" y="15755"/>
                      <a:pt x="18804" y="15804"/>
                      <a:pt x="18810" y="15855"/>
                    </a:cubicBezTo>
                    <a:cubicBezTo>
                      <a:pt x="18191" y="16270"/>
                      <a:pt x="17267" y="16825"/>
                      <a:pt x="16176" y="17441"/>
                    </a:cubicBezTo>
                    <a:cubicBezTo>
                      <a:pt x="15167" y="18013"/>
                      <a:pt x="14017" y="18040"/>
                      <a:pt x="12850" y="17982"/>
                    </a:cubicBezTo>
                    <a:lnTo>
                      <a:pt x="11937" y="14007"/>
                    </a:lnTo>
                    <a:cubicBezTo>
                      <a:pt x="11937" y="14007"/>
                      <a:pt x="11842" y="11487"/>
                      <a:pt x="11751" y="9054"/>
                    </a:cubicBezTo>
                    <a:lnTo>
                      <a:pt x="15498" y="9054"/>
                    </a:lnTo>
                    <a:lnTo>
                      <a:pt x="16956" y="8751"/>
                    </a:lnTo>
                    <a:cubicBezTo>
                      <a:pt x="17159" y="9017"/>
                      <a:pt x="17489" y="9191"/>
                      <a:pt x="17864" y="9191"/>
                    </a:cubicBezTo>
                    <a:cubicBezTo>
                      <a:pt x="18479" y="9191"/>
                      <a:pt x="18979" y="8725"/>
                      <a:pt x="18979" y="8151"/>
                    </a:cubicBezTo>
                    <a:cubicBezTo>
                      <a:pt x="18979" y="7576"/>
                      <a:pt x="18479" y="7110"/>
                      <a:pt x="17864" y="7110"/>
                    </a:cubicBezTo>
                    <a:cubicBezTo>
                      <a:pt x="17469" y="7110"/>
                      <a:pt x="17124" y="7303"/>
                      <a:pt x="16926" y="7592"/>
                    </a:cubicBezTo>
                    <a:lnTo>
                      <a:pt x="11696" y="7592"/>
                    </a:lnTo>
                    <a:cubicBezTo>
                      <a:pt x="11656" y="6536"/>
                      <a:pt x="11622" y="5616"/>
                      <a:pt x="11601" y="5081"/>
                    </a:cubicBezTo>
                    <a:cubicBezTo>
                      <a:pt x="12737" y="4753"/>
                      <a:pt x="13563" y="3766"/>
                      <a:pt x="13563" y="2599"/>
                    </a:cubicBezTo>
                    <a:cubicBezTo>
                      <a:pt x="13563" y="1163"/>
                      <a:pt x="12316" y="0"/>
                      <a:pt x="10778" y="0"/>
                    </a:cubicBezTo>
                    <a:cubicBezTo>
                      <a:pt x="9240" y="0"/>
                      <a:pt x="7994" y="1163"/>
                      <a:pt x="7994" y="2599"/>
                    </a:cubicBezTo>
                    <a:cubicBezTo>
                      <a:pt x="7994" y="3781"/>
                      <a:pt x="8840" y="4777"/>
                      <a:pt x="9998" y="5092"/>
                    </a:cubicBezTo>
                    <a:cubicBezTo>
                      <a:pt x="9978" y="5628"/>
                      <a:pt x="9943" y="6543"/>
                      <a:pt x="9903" y="7592"/>
                    </a:cubicBezTo>
                    <a:lnTo>
                      <a:pt x="4663" y="7592"/>
                    </a:lnTo>
                    <a:cubicBezTo>
                      <a:pt x="4465" y="7303"/>
                      <a:pt x="4120" y="7111"/>
                      <a:pt x="3725" y="7111"/>
                    </a:cubicBezTo>
                    <a:cubicBezTo>
                      <a:pt x="3109" y="7111"/>
                      <a:pt x="2610" y="7576"/>
                      <a:pt x="2610" y="8151"/>
                    </a:cubicBezTo>
                    <a:cubicBezTo>
                      <a:pt x="2610" y="8725"/>
                      <a:pt x="3109" y="9191"/>
                      <a:pt x="3725" y="9191"/>
                    </a:cubicBezTo>
                    <a:cubicBezTo>
                      <a:pt x="4104" y="9191"/>
                      <a:pt x="4437" y="9014"/>
                      <a:pt x="4638" y="8745"/>
                    </a:cubicBezTo>
                    <a:lnTo>
                      <a:pt x="6101" y="9054"/>
                    </a:lnTo>
                    <a:lnTo>
                      <a:pt x="9849" y="9054"/>
                    </a:lnTo>
                    <a:cubicBezTo>
                      <a:pt x="9758" y="11487"/>
                      <a:pt x="9662" y="14008"/>
                      <a:pt x="9662" y="14008"/>
                    </a:cubicBezTo>
                    <a:lnTo>
                      <a:pt x="8767" y="17906"/>
                    </a:lnTo>
                    <a:cubicBezTo>
                      <a:pt x="7327" y="17896"/>
                      <a:pt x="5923" y="17761"/>
                      <a:pt x="4775" y="17051"/>
                    </a:cubicBezTo>
                    <a:cubicBezTo>
                      <a:pt x="3962" y="16551"/>
                      <a:pt x="3276" y="16270"/>
                      <a:pt x="2784" y="15903"/>
                    </a:cubicBezTo>
                    <a:cubicBezTo>
                      <a:pt x="2795" y="15837"/>
                      <a:pt x="2806" y="15771"/>
                      <a:pt x="2806" y="15703"/>
                    </a:cubicBezTo>
                    <a:cubicBezTo>
                      <a:pt x="2806" y="14980"/>
                      <a:pt x="2178" y="14393"/>
                      <a:pt x="1403" y="14393"/>
                    </a:cubicBezTo>
                    <a:cubicBezTo>
                      <a:pt x="628" y="14393"/>
                      <a:pt x="0" y="14980"/>
                      <a:pt x="0" y="15703"/>
                    </a:cubicBezTo>
                    <a:cubicBezTo>
                      <a:pt x="0" y="16426"/>
                      <a:pt x="628" y="17012"/>
                      <a:pt x="1403" y="17012"/>
                    </a:cubicBezTo>
                    <a:cubicBezTo>
                      <a:pt x="1510" y="17012"/>
                      <a:pt x="1614" y="16998"/>
                      <a:pt x="1715" y="16977"/>
                    </a:cubicBezTo>
                    <a:cubicBezTo>
                      <a:pt x="2247" y="17399"/>
                      <a:pt x="3003" y="17955"/>
                      <a:pt x="3914" y="18515"/>
                    </a:cubicBezTo>
                    <a:cubicBezTo>
                      <a:pt x="5121" y="19253"/>
                      <a:pt x="6602" y="20007"/>
                      <a:pt x="8221" y="20440"/>
                    </a:cubicBezTo>
                    <a:cubicBezTo>
                      <a:pt x="8477" y="20583"/>
                      <a:pt x="10318" y="21600"/>
                      <a:pt x="10843" y="21600"/>
                    </a:cubicBezTo>
                    <a:cubicBezTo>
                      <a:pt x="11346" y="21600"/>
                      <a:pt x="12980" y="20671"/>
                      <a:pt x="13338" y="20465"/>
                    </a:cubicBezTo>
                    <a:cubicBezTo>
                      <a:pt x="14974" y="20035"/>
                      <a:pt x="16475" y="19266"/>
                      <a:pt x="17698" y="18515"/>
                    </a:cubicBezTo>
                    <a:cubicBezTo>
                      <a:pt x="18603" y="17955"/>
                      <a:pt x="19354" y="17398"/>
                      <a:pt x="19886" y="16977"/>
                    </a:cubicBezTo>
                    <a:cubicBezTo>
                      <a:pt x="19986" y="16999"/>
                      <a:pt x="20090" y="17012"/>
                      <a:pt x="20197" y="17012"/>
                    </a:cubicBezTo>
                    <a:cubicBezTo>
                      <a:pt x="20972" y="17012"/>
                      <a:pt x="21600" y="16426"/>
                      <a:pt x="21600" y="15703"/>
                    </a:cubicBezTo>
                    <a:cubicBezTo>
                      <a:pt x="21600" y="14979"/>
                      <a:pt x="20972" y="14393"/>
                      <a:pt x="20197" y="14393"/>
                    </a:cubicBezTo>
                    <a:close/>
                    <a:moveTo>
                      <a:pt x="9299" y="2599"/>
                    </a:moveTo>
                    <a:cubicBezTo>
                      <a:pt x="9299" y="1837"/>
                      <a:pt x="9963" y="1218"/>
                      <a:pt x="10778" y="1218"/>
                    </a:cubicBezTo>
                    <a:cubicBezTo>
                      <a:pt x="11594" y="1218"/>
                      <a:pt x="12258" y="1837"/>
                      <a:pt x="12258" y="2599"/>
                    </a:cubicBezTo>
                    <a:cubicBezTo>
                      <a:pt x="12258" y="3360"/>
                      <a:pt x="11595" y="3979"/>
                      <a:pt x="10778" y="3979"/>
                    </a:cubicBezTo>
                    <a:cubicBezTo>
                      <a:pt x="9963" y="3979"/>
                      <a:pt x="9299" y="3360"/>
                      <a:pt x="9299" y="2599"/>
                    </a:cubicBezTo>
                    <a:close/>
                    <a:moveTo>
                      <a:pt x="9299" y="2599"/>
                    </a:move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0" name="ïSlídê"/>
            <p:cNvGrpSpPr/>
            <p:nvPr/>
          </p:nvGrpSpPr>
          <p:grpSpPr>
            <a:xfrm>
              <a:off x="8608681" y="3392284"/>
              <a:ext cx="489858" cy="489858"/>
              <a:chOff x="6262908" y="3314803"/>
              <a:chExt cx="1016000" cy="1016000"/>
            </a:xfrm>
            <a:effectLst/>
          </p:grpSpPr>
          <p:sp>
            <p:nvSpPr>
              <p:cNvPr id="40" name="îṥḻïďé"/>
              <p:cNvSpPr/>
              <p:nvPr/>
            </p:nvSpPr>
            <p:spPr>
              <a:xfrm>
                <a:off x="6262908" y="3314803"/>
                <a:ext cx="1016000" cy="10160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41" name="ïṩľiďé"/>
              <p:cNvGrpSpPr/>
              <p:nvPr/>
            </p:nvGrpSpPr>
            <p:grpSpPr bwMode="auto">
              <a:xfrm>
                <a:off x="6582682" y="3643500"/>
                <a:ext cx="373277" cy="373278"/>
                <a:chOff x="0" y="0"/>
                <a:chExt cx="577" cy="574"/>
              </a:xfrm>
              <a:solidFill>
                <a:srgbClr val="FFFFFF"/>
              </a:solidFill>
            </p:grpSpPr>
            <p:sp>
              <p:nvSpPr>
                <p:cNvPr id="42" name="îṣľíḓé"/>
                <p:cNvSpPr/>
                <p:nvPr/>
              </p:nvSpPr>
              <p:spPr bwMode="auto">
                <a:xfrm>
                  <a:off x="368" y="368"/>
                  <a:ext cx="205" cy="204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w 21600"/>
                    <a:gd name="T23" fmla="*/ 0 h 21600"/>
                    <a:gd name="T24" fmla="*/ 0 w 21600"/>
                    <a:gd name="T25" fmla="*/ 0 h 21600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21600" h="21600">
                      <a:moveTo>
                        <a:pt x="18447" y="8564"/>
                      </a:moveTo>
                      <a:lnTo>
                        <a:pt x="6893" y="0"/>
                      </a:lnTo>
                      <a:lnTo>
                        <a:pt x="0" y="6909"/>
                      </a:lnTo>
                      <a:lnTo>
                        <a:pt x="8514" y="18507"/>
                      </a:lnTo>
                      <a:cubicBezTo>
                        <a:pt x="10541" y="16972"/>
                        <a:pt x="14706" y="18290"/>
                        <a:pt x="18327" y="21600"/>
                      </a:cubicBezTo>
                      <a:lnTo>
                        <a:pt x="21600" y="18319"/>
                      </a:lnTo>
                      <a:cubicBezTo>
                        <a:pt x="18344" y="14739"/>
                        <a:pt x="17015" y="10625"/>
                        <a:pt x="18447" y="8564"/>
                      </a:cubicBezTo>
                      <a:close/>
                      <a:moveTo>
                        <a:pt x="14477" y="14461"/>
                      </a:moveTo>
                      <a:cubicBezTo>
                        <a:pt x="13723" y="15214"/>
                        <a:pt x="12501" y="15214"/>
                        <a:pt x="11748" y="14461"/>
                      </a:cubicBezTo>
                      <a:cubicBezTo>
                        <a:pt x="10995" y="13705"/>
                        <a:pt x="10995" y="12479"/>
                        <a:pt x="11749" y="11725"/>
                      </a:cubicBezTo>
                      <a:cubicBezTo>
                        <a:pt x="12502" y="10969"/>
                        <a:pt x="13724" y="10969"/>
                        <a:pt x="14477" y="11725"/>
                      </a:cubicBezTo>
                      <a:cubicBezTo>
                        <a:pt x="15230" y="12479"/>
                        <a:pt x="15230" y="13705"/>
                        <a:pt x="14477" y="14461"/>
                      </a:cubicBezTo>
                      <a:close/>
                      <a:moveTo>
                        <a:pt x="14477" y="14461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ïSļíďè"/>
                <p:cNvSpPr/>
                <p:nvPr/>
              </p:nvSpPr>
              <p:spPr bwMode="auto">
                <a:xfrm>
                  <a:off x="328" y="304"/>
                  <a:ext cx="107" cy="130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600" h="21600">
                      <a:moveTo>
                        <a:pt x="14544" y="0"/>
                      </a:moveTo>
                      <a:lnTo>
                        <a:pt x="13967" y="562"/>
                      </a:lnTo>
                      <a:cubicBezTo>
                        <a:pt x="14018" y="3961"/>
                        <a:pt x="12593" y="7264"/>
                        <a:pt x="9866" y="9922"/>
                      </a:cubicBezTo>
                      <a:lnTo>
                        <a:pt x="24" y="19504"/>
                      </a:lnTo>
                      <a:cubicBezTo>
                        <a:pt x="18" y="19554"/>
                        <a:pt x="6" y="19602"/>
                        <a:pt x="0" y="19652"/>
                      </a:cubicBezTo>
                      <a:lnTo>
                        <a:pt x="2371" y="21600"/>
                      </a:lnTo>
                      <a:lnTo>
                        <a:pt x="21600" y="5798"/>
                      </a:lnTo>
                      <a:lnTo>
                        <a:pt x="14544" y="0"/>
                      </a:lnTo>
                      <a:close/>
                      <a:moveTo>
                        <a:pt x="14544" y="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isḷíḑê"/>
                <p:cNvSpPr/>
                <p:nvPr/>
              </p:nvSpPr>
              <p:spPr bwMode="auto">
                <a:xfrm>
                  <a:off x="0" y="0"/>
                  <a:ext cx="297" cy="289"/>
                </a:xfrm>
                <a:custGeom>
                  <a:avLst/>
                  <a:gdLst>
                    <a:gd name="T0" fmla="*/ 0 w 21222"/>
                    <a:gd name="T1" fmla="*/ 0 h 21211"/>
                    <a:gd name="T2" fmla="*/ 0 w 21222"/>
                    <a:gd name="T3" fmla="*/ 0 h 21211"/>
                    <a:gd name="T4" fmla="*/ 0 w 21222"/>
                    <a:gd name="T5" fmla="*/ 0 h 21211"/>
                    <a:gd name="T6" fmla="*/ 0 w 21222"/>
                    <a:gd name="T7" fmla="*/ 0 h 21211"/>
                    <a:gd name="T8" fmla="*/ 0 w 21222"/>
                    <a:gd name="T9" fmla="*/ 0 h 21211"/>
                    <a:gd name="T10" fmla="*/ 0 w 21222"/>
                    <a:gd name="T11" fmla="*/ 0 h 21211"/>
                    <a:gd name="T12" fmla="*/ 0 w 21222"/>
                    <a:gd name="T13" fmla="*/ 0 h 21211"/>
                    <a:gd name="T14" fmla="*/ 0 w 21222"/>
                    <a:gd name="T15" fmla="*/ 0 h 21211"/>
                    <a:gd name="T16" fmla="*/ 0 w 21222"/>
                    <a:gd name="T17" fmla="*/ 0 h 21211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222" h="21211">
                      <a:moveTo>
                        <a:pt x="15153" y="21211"/>
                      </a:moveTo>
                      <a:lnTo>
                        <a:pt x="17409" y="18463"/>
                      </a:lnTo>
                      <a:cubicBezTo>
                        <a:pt x="18368" y="17292"/>
                        <a:pt x="19694" y="16530"/>
                        <a:pt x="21146" y="16293"/>
                      </a:cubicBezTo>
                      <a:lnTo>
                        <a:pt x="21222" y="16201"/>
                      </a:lnTo>
                      <a:lnTo>
                        <a:pt x="6603" y="1165"/>
                      </a:lnTo>
                      <a:cubicBezTo>
                        <a:pt x="5093" y="-389"/>
                        <a:pt x="2643" y="-389"/>
                        <a:pt x="1133" y="1165"/>
                      </a:cubicBezTo>
                      <a:cubicBezTo>
                        <a:pt x="-378" y="2718"/>
                        <a:pt x="-378" y="5237"/>
                        <a:pt x="1133" y="6791"/>
                      </a:cubicBezTo>
                      <a:lnTo>
                        <a:pt x="15153" y="21211"/>
                      </a:lnTo>
                      <a:close/>
                      <a:moveTo>
                        <a:pt x="15153" y="21211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isľídé"/>
                <p:cNvSpPr/>
                <p:nvPr/>
              </p:nvSpPr>
              <p:spPr bwMode="auto">
                <a:xfrm>
                  <a:off x="0" y="328"/>
                  <a:ext cx="298" cy="246"/>
                </a:xfrm>
                <a:custGeom>
                  <a:avLst/>
                  <a:gdLst>
                    <a:gd name="T0" fmla="*/ 0 w 21116"/>
                    <a:gd name="T1" fmla="*/ 0 h 21374"/>
                    <a:gd name="T2" fmla="*/ 0 w 21116"/>
                    <a:gd name="T3" fmla="*/ 0 h 21374"/>
                    <a:gd name="T4" fmla="*/ 0 w 21116"/>
                    <a:gd name="T5" fmla="*/ 0 h 21374"/>
                    <a:gd name="T6" fmla="*/ 0 w 21116"/>
                    <a:gd name="T7" fmla="*/ 0 h 21374"/>
                    <a:gd name="T8" fmla="*/ 0 w 21116"/>
                    <a:gd name="T9" fmla="*/ 0 h 21374"/>
                    <a:gd name="T10" fmla="*/ 0 w 21116"/>
                    <a:gd name="T11" fmla="*/ 0 h 21374"/>
                    <a:gd name="T12" fmla="*/ 0 w 21116"/>
                    <a:gd name="T13" fmla="*/ 0 h 21374"/>
                    <a:gd name="T14" fmla="*/ 0 w 21116"/>
                    <a:gd name="T15" fmla="*/ 0 h 21374"/>
                    <a:gd name="T16" fmla="*/ 0 w 21116"/>
                    <a:gd name="T17" fmla="*/ 0 h 2137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1116" h="21374">
                      <a:moveTo>
                        <a:pt x="17024" y="721"/>
                      </a:moveTo>
                      <a:cubicBezTo>
                        <a:pt x="16543" y="427"/>
                        <a:pt x="16052" y="191"/>
                        <a:pt x="15571" y="0"/>
                      </a:cubicBezTo>
                      <a:cubicBezTo>
                        <a:pt x="13915" y="235"/>
                        <a:pt x="7378" y="2037"/>
                        <a:pt x="6834" y="8291"/>
                      </a:cubicBezTo>
                      <a:cubicBezTo>
                        <a:pt x="6063" y="17146"/>
                        <a:pt x="1254" y="15657"/>
                        <a:pt x="153" y="15771"/>
                      </a:cubicBezTo>
                      <a:cubicBezTo>
                        <a:pt x="-484" y="15837"/>
                        <a:pt x="743" y="21126"/>
                        <a:pt x="6046" y="21364"/>
                      </a:cubicBezTo>
                      <a:cubicBezTo>
                        <a:pt x="11298" y="21600"/>
                        <a:pt x="20647" y="17485"/>
                        <a:pt x="21032" y="7006"/>
                      </a:cubicBezTo>
                      <a:lnTo>
                        <a:pt x="21116" y="6884"/>
                      </a:lnTo>
                      <a:cubicBezTo>
                        <a:pt x="20449" y="3612"/>
                        <a:pt x="18811" y="1844"/>
                        <a:pt x="17024" y="721"/>
                      </a:cubicBezTo>
                      <a:close/>
                      <a:moveTo>
                        <a:pt x="17024" y="721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ïśḻïde"/>
                <p:cNvSpPr/>
                <p:nvPr/>
              </p:nvSpPr>
              <p:spPr bwMode="auto">
                <a:xfrm>
                  <a:off x="240" y="0"/>
                  <a:ext cx="337" cy="385"/>
                </a:xfrm>
                <a:custGeom>
                  <a:avLst/>
                  <a:gdLst>
                    <a:gd name="T0" fmla="*/ 0 w 21345"/>
                    <a:gd name="T1" fmla="*/ 0 h 21376"/>
                    <a:gd name="T2" fmla="*/ 0 w 21345"/>
                    <a:gd name="T3" fmla="*/ 0 h 21376"/>
                    <a:gd name="T4" fmla="*/ 0 w 21345"/>
                    <a:gd name="T5" fmla="*/ 0 h 21376"/>
                    <a:gd name="T6" fmla="*/ 0 w 21345"/>
                    <a:gd name="T7" fmla="*/ 0 h 21376"/>
                    <a:gd name="T8" fmla="*/ 0 w 21345"/>
                    <a:gd name="T9" fmla="*/ 0 h 21376"/>
                    <a:gd name="T10" fmla="*/ 0 w 21345"/>
                    <a:gd name="T11" fmla="*/ 0 h 21376"/>
                    <a:gd name="T12" fmla="*/ 0 w 21345"/>
                    <a:gd name="T13" fmla="*/ 0 h 21376"/>
                    <a:gd name="T14" fmla="*/ 0 w 21345"/>
                    <a:gd name="T15" fmla="*/ 0 h 21376"/>
                    <a:gd name="T16" fmla="*/ 0 w 21345"/>
                    <a:gd name="T17" fmla="*/ 0 h 21376"/>
                    <a:gd name="T18" fmla="*/ 0 w 21345"/>
                    <a:gd name="T19" fmla="*/ 0 h 21376"/>
                    <a:gd name="T20" fmla="*/ 0 w 21345"/>
                    <a:gd name="T21" fmla="*/ 0 h 21376"/>
                    <a:gd name="T22" fmla="*/ 0 w 21345"/>
                    <a:gd name="T23" fmla="*/ 0 h 2137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21345" h="21376">
                      <a:moveTo>
                        <a:pt x="7963" y="16438"/>
                      </a:moveTo>
                      <a:lnTo>
                        <a:pt x="20844" y="3060"/>
                      </a:lnTo>
                      <a:cubicBezTo>
                        <a:pt x="21600" y="2274"/>
                        <a:pt x="21488" y="1102"/>
                        <a:pt x="20592" y="438"/>
                      </a:cubicBezTo>
                      <a:cubicBezTo>
                        <a:pt x="19696" y="-224"/>
                        <a:pt x="18359" y="-125"/>
                        <a:pt x="17602" y="661"/>
                      </a:cubicBezTo>
                      <a:lnTo>
                        <a:pt x="4720" y="14039"/>
                      </a:lnTo>
                      <a:cubicBezTo>
                        <a:pt x="3698" y="14005"/>
                        <a:pt x="2666" y="14368"/>
                        <a:pt x="1957" y="15106"/>
                      </a:cubicBezTo>
                      <a:lnTo>
                        <a:pt x="0" y="17139"/>
                      </a:lnTo>
                      <a:cubicBezTo>
                        <a:pt x="266" y="17232"/>
                        <a:pt x="533" y="17334"/>
                        <a:pt x="800" y="17450"/>
                      </a:cubicBezTo>
                      <a:cubicBezTo>
                        <a:pt x="2456" y="18154"/>
                        <a:pt x="4079" y="19406"/>
                        <a:pt x="4942" y="21376"/>
                      </a:cubicBezTo>
                      <a:lnTo>
                        <a:pt x="7225" y="19005"/>
                      </a:lnTo>
                      <a:cubicBezTo>
                        <a:pt x="7936" y="18266"/>
                        <a:pt x="8172" y="17316"/>
                        <a:pt x="7963" y="16438"/>
                      </a:cubicBezTo>
                      <a:close/>
                      <a:moveTo>
                        <a:pt x="7963" y="16438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11" name="ïSļiḋê"/>
            <p:cNvGrpSpPr/>
            <p:nvPr/>
          </p:nvGrpSpPr>
          <p:grpSpPr>
            <a:xfrm>
              <a:off x="8608681" y="1653267"/>
              <a:ext cx="489858" cy="489858"/>
              <a:chOff x="6262908" y="1987229"/>
              <a:chExt cx="1016000" cy="1016000"/>
            </a:xfrm>
            <a:effectLst/>
          </p:grpSpPr>
          <p:sp>
            <p:nvSpPr>
              <p:cNvPr id="30" name="íṡ1íďè"/>
              <p:cNvSpPr/>
              <p:nvPr/>
            </p:nvSpPr>
            <p:spPr>
              <a:xfrm>
                <a:off x="6262908" y="1987229"/>
                <a:ext cx="1016000" cy="10160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31" name="îşliďé"/>
              <p:cNvGrpSpPr/>
              <p:nvPr/>
            </p:nvGrpSpPr>
            <p:grpSpPr bwMode="auto">
              <a:xfrm>
                <a:off x="6581713" y="2281761"/>
                <a:ext cx="378392" cy="370722"/>
                <a:chOff x="0" y="0"/>
                <a:chExt cx="581" cy="573"/>
              </a:xfrm>
              <a:solidFill>
                <a:srgbClr val="FFFFFF"/>
              </a:solidFill>
            </p:grpSpPr>
            <p:sp>
              <p:nvSpPr>
                <p:cNvPr id="32" name="ïṧ1îḋê"/>
                <p:cNvSpPr/>
                <p:nvPr/>
              </p:nvSpPr>
              <p:spPr bwMode="auto">
                <a:xfrm>
                  <a:off x="256" y="0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3" name="iṧļïďé"/>
                <p:cNvSpPr/>
                <p:nvPr/>
              </p:nvSpPr>
              <p:spPr bwMode="auto">
                <a:xfrm>
                  <a:off x="256" y="392"/>
                  <a:ext cx="72" cy="18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0799" y="0"/>
                      </a:moveTo>
                      <a:cubicBezTo>
                        <a:pt x="4833" y="0"/>
                        <a:pt x="0" y="1476"/>
                        <a:pt x="0" y="3295"/>
                      </a:cubicBezTo>
                      <a:lnTo>
                        <a:pt x="0" y="18305"/>
                      </a:lnTo>
                      <a:cubicBezTo>
                        <a:pt x="0" y="20125"/>
                        <a:pt x="4833" y="21600"/>
                        <a:pt x="10799" y="21600"/>
                      </a:cubicBezTo>
                      <a:cubicBezTo>
                        <a:pt x="16762" y="21600"/>
                        <a:pt x="21600" y="20125"/>
                        <a:pt x="21600" y="18305"/>
                      </a:cubicBezTo>
                      <a:lnTo>
                        <a:pt x="21600" y="3295"/>
                      </a:lnTo>
                      <a:cubicBezTo>
                        <a:pt x="21600" y="1476"/>
                        <a:pt x="16762" y="0"/>
                        <a:pt x="10799" y="0"/>
                      </a:cubicBezTo>
                      <a:close/>
                      <a:moveTo>
                        <a:pt x="10799" y="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4" name="í$1iḓê"/>
                <p:cNvSpPr/>
                <p:nvPr/>
              </p:nvSpPr>
              <p:spPr bwMode="auto">
                <a:xfrm>
                  <a:off x="40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18305" y="0"/>
                      </a:move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5" y="21600"/>
                      </a:lnTo>
                      <a:cubicBezTo>
                        <a:pt x="20124" y="21600"/>
                        <a:pt x="21600" y="16762"/>
                        <a:pt x="21600" y="10798"/>
                      </a:cubicBezTo>
                      <a:cubicBezTo>
                        <a:pt x="21600" y="4834"/>
                        <a:pt x="20124" y="0"/>
                        <a:pt x="18305" y="0"/>
                      </a:cubicBezTo>
                      <a:close/>
                      <a:moveTo>
                        <a:pt x="18305" y="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5" name="iSľïḑè"/>
                <p:cNvSpPr/>
                <p:nvPr/>
              </p:nvSpPr>
              <p:spPr bwMode="auto">
                <a:xfrm>
                  <a:off x="0" y="248"/>
                  <a:ext cx="181" cy="72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1600" h="21600">
                      <a:moveTo>
                        <a:pt x="21600" y="10798"/>
                      </a:moveTo>
                      <a:cubicBezTo>
                        <a:pt x="21600" y="4834"/>
                        <a:pt x="20124" y="0"/>
                        <a:pt x="18304" y="0"/>
                      </a:cubicBezTo>
                      <a:lnTo>
                        <a:pt x="3295" y="0"/>
                      </a:lnTo>
                      <a:cubicBezTo>
                        <a:pt x="1475" y="0"/>
                        <a:pt x="0" y="4834"/>
                        <a:pt x="0" y="10798"/>
                      </a:cubicBezTo>
                      <a:cubicBezTo>
                        <a:pt x="0" y="16762"/>
                        <a:pt x="1475" y="21600"/>
                        <a:pt x="3295" y="21600"/>
                      </a:cubicBezTo>
                      <a:lnTo>
                        <a:pt x="18304" y="21600"/>
                      </a:lnTo>
                      <a:cubicBezTo>
                        <a:pt x="20124" y="21600"/>
                        <a:pt x="21600" y="16764"/>
                        <a:pt x="21600" y="10798"/>
                      </a:cubicBezTo>
                      <a:close/>
                      <a:moveTo>
                        <a:pt x="21600" y="10798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6" name="ïSḻídè"/>
                <p:cNvSpPr/>
                <p:nvPr/>
              </p:nvSpPr>
              <p:spPr bwMode="auto">
                <a:xfrm>
                  <a:off x="352" y="64"/>
                  <a:ext cx="153" cy="153"/>
                </a:xfrm>
                <a:custGeom>
                  <a:avLst/>
                  <a:gdLst>
                    <a:gd name="T0" fmla="*/ 0 w 20488"/>
                    <a:gd name="T1" fmla="*/ 0 h 20489"/>
                    <a:gd name="T2" fmla="*/ 0 w 20488"/>
                    <a:gd name="T3" fmla="*/ 0 h 20489"/>
                    <a:gd name="T4" fmla="*/ 0 w 20488"/>
                    <a:gd name="T5" fmla="*/ 0 h 20489"/>
                    <a:gd name="T6" fmla="*/ 0 w 20488"/>
                    <a:gd name="T7" fmla="*/ 0 h 20489"/>
                    <a:gd name="T8" fmla="*/ 0 w 20488"/>
                    <a:gd name="T9" fmla="*/ 0 h 20489"/>
                    <a:gd name="T10" fmla="*/ 0 w 20488"/>
                    <a:gd name="T11" fmla="*/ 0 h 20489"/>
                    <a:gd name="T12" fmla="*/ 0 w 20488"/>
                    <a:gd name="T13" fmla="*/ 0 h 20489"/>
                    <a:gd name="T14" fmla="*/ 0 w 20488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8" h="20489">
                      <a:moveTo>
                        <a:pt x="7697" y="19601"/>
                      </a:moveTo>
                      <a:lnTo>
                        <a:pt x="19601" y="7697"/>
                      </a:lnTo>
                      <a:cubicBezTo>
                        <a:pt x="21044" y="6253"/>
                        <a:pt x="20690" y="3557"/>
                        <a:pt x="18809" y="1678"/>
                      </a:cubicBezTo>
                      <a:cubicBezTo>
                        <a:pt x="16928" y="-203"/>
                        <a:pt x="14234" y="-555"/>
                        <a:pt x="12792" y="887"/>
                      </a:cubicBezTo>
                      <a:lnTo>
                        <a:pt x="888" y="12791"/>
                      </a:lnTo>
                      <a:cubicBezTo>
                        <a:pt x="-556" y="14235"/>
                        <a:pt x="-202" y="16928"/>
                        <a:pt x="1679" y="18809"/>
                      </a:cubicBezTo>
                      <a:cubicBezTo>
                        <a:pt x="3558" y="20690"/>
                        <a:pt x="6252" y="21045"/>
                        <a:pt x="7697" y="19601"/>
                      </a:cubicBezTo>
                      <a:close/>
                      <a:moveTo>
                        <a:pt x="7697" y="19601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7" name="išlíḍê"/>
                <p:cNvSpPr/>
                <p:nvPr/>
              </p:nvSpPr>
              <p:spPr bwMode="auto">
                <a:xfrm>
                  <a:off x="7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8"/>
                    <a:gd name="T2" fmla="*/ 0 w 20489"/>
                    <a:gd name="T3" fmla="*/ 0 h 20488"/>
                    <a:gd name="T4" fmla="*/ 0 w 20489"/>
                    <a:gd name="T5" fmla="*/ 0 h 20488"/>
                    <a:gd name="T6" fmla="*/ 0 w 20489"/>
                    <a:gd name="T7" fmla="*/ 0 h 20488"/>
                    <a:gd name="T8" fmla="*/ 0 w 20489"/>
                    <a:gd name="T9" fmla="*/ 0 h 20488"/>
                    <a:gd name="T10" fmla="*/ 0 w 20489"/>
                    <a:gd name="T11" fmla="*/ 0 h 20488"/>
                    <a:gd name="T12" fmla="*/ 0 w 20489"/>
                    <a:gd name="T13" fmla="*/ 0 h 20488"/>
                    <a:gd name="T14" fmla="*/ 0 w 20489"/>
                    <a:gd name="T15" fmla="*/ 0 h 2048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8">
                      <a:moveTo>
                        <a:pt x="12792" y="888"/>
                      </a:moveTo>
                      <a:lnTo>
                        <a:pt x="888" y="12792"/>
                      </a:lnTo>
                      <a:cubicBezTo>
                        <a:pt x="-556" y="14236"/>
                        <a:pt x="-202" y="16929"/>
                        <a:pt x="1679" y="18809"/>
                      </a:cubicBezTo>
                      <a:cubicBezTo>
                        <a:pt x="3558" y="20689"/>
                        <a:pt x="6253" y="21044"/>
                        <a:pt x="7697" y="19601"/>
                      </a:cubicBezTo>
                      <a:lnTo>
                        <a:pt x="19601" y="7697"/>
                      </a:lnTo>
                      <a:cubicBezTo>
                        <a:pt x="21044" y="6254"/>
                        <a:pt x="20690" y="3559"/>
                        <a:pt x="18810" y="1679"/>
                      </a:cubicBezTo>
                      <a:cubicBezTo>
                        <a:pt x="16929" y="-203"/>
                        <a:pt x="14235" y="-556"/>
                        <a:pt x="12792" y="888"/>
                      </a:cubicBezTo>
                      <a:close/>
                      <a:moveTo>
                        <a:pt x="12792" y="888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ïṥḻíḍè"/>
                <p:cNvSpPr/>
                <p:nvPr/>
              </p:nvSpPr>
              <p:spPr bwMode="auto">
                <a:xfrm>
                  <a:off x="352" y="344"/>
                  <a:ext cx="153" cy="153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7696" y="888"/>
                      </a:moveTo>
                      <a:cubicBezTo>
                        <a:pt x="6251" y="-556"/>
                        <a:pt x="3559" y="-202"/>
                        <a:pt x="1679" y="1678"/>
                      </a:cubicBezTo>
                      <a:cubicBezTo>
                        <a:pt x="-201" y="3558"/>
                        <a:pt x="-556" y="6251"/>
                        <a:pt x="888" y="7697"/>
                      </a:cubicBezTo>
                      <a:lnTo>
                        <a:pt x="12792" y="19601"/>
                      </a:lnTo>
                      <a:cubicBezTo>
                        <a:pt x="14236" y="21044"/>
                        <a:pt x="16932" y="20690"/>
                        <a:pt x="18811" y="18810"/>
                      </a:cubicBezTo>
                      <a:cubicBezTo>
                        <a:pt x="20691" y="16929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lose/>
                      <a:moveTo>
                        <a:pt x="7696" y="888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9" name="isľíḍê"/>
                <p:cNvSpPr/>
                <p:nvPr/>
              </p:nvSpPr>
              <p:spPr bwMode="auto">
                <a:xfrm>
                  <a:off x="71" y="71"/>
                  <a:ext cx="154" cy="154"/>
                </a:xfrm>
                <a:custGeom>
                  <a:avLst/>
                  <a:gdLst>
                    <a:gd name="T0" fmla="*/ 0 w 20489"/>
                    <a:gd name="T1" fmla="*/ 0 h 20489"/>
                    <a:gd name="T2" fmla="*/ 0 w 20489"/>
                    <a:gd name="T3" fmla="*/ 0 h 20489"/>
                    <a:gd name="T4" fmla="*/ 0 w 20489"/>
                    <a:gd name="T5" fmla="*/ 0 h 20489"/>
                    <a:gd name="T6" fmla="*/ 0 w 20489"/>
                    <a:gd name="T7" fmla="*/ 0 h 20489"/>
                    <a:gd name="T8" fmla="*/ 0 w 20489"/>
                    <a:gd name="T9" fmla="*/ 0 h 20489"/>
                    <a:gd name="T10" fmla="*/ 0 w 20489"/>
                    <a:gd name="T11" fmla="*/ 0 h 20489"/>
                    <a:gd name="T12" fmla="*/ 0 w 20489"/>
                    <a:gd name="T13" fmla="*/ 0 h 20489"/>
                    <a:gd name="T14" fmla="*/ 0 w 20489"/>
                    <a:gd name="T15" fmla="*/ 0 h 2048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0489" h="20489">
                      <a:moveTo>
                        <a:pt x="12792" y="19602"/>
                      </a:moveTo>
                      <a:cubicBezTo>
                        <a:pt x="14235" y="21045"/>
                        <a:pt x="16930" y="20691"/>
                        <a:pt x="18811" y="18810"/>
                      </a:cubicBezTo>
                      <a:cubicBezTo>
                        <a:pt x="20691" y="16930"/>
                        <a:pt x="21044" y="14236"/>
                        <a:pt x="19601" y="12793"/>
                      </a:cubicBezTo>
                      <a:lnTo>
                        <a:pt x="7696" y="888"/>
                      </a:lnTo>
                      <a:cubicBezTo>
                        <a:pt x="6252" y="-555"/>
                        <a:pt x="3560" y="-202"/>
                        <a:pt x="1679" y="1679"/>
                      </a:cubicBezTo>
                      <a:cubicBezTo>
                        <a:pt x="-201" y="3559"/>
                        <a:pt x="-556" y="6254"/>
                        <a:pt x="887" y="7697"/>
                      </a:cubicBezTo>
                      <a:lnTo>
                        <a:pt x="12792" y="19602"/>
                      </a:lnTo>
                      <a:close/>
                      <a:moveTo>
                        <a:pt x="12792" y="19602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grpSp>
          <p:nvGrpSpPr>
            <p:cNvPr id="12" name="iṧļiďê"/>
            <p:cNvGrpSpPr/>
            <p:nvPr/>
          </p:nvGrpSpPr>
          <p:grpSpPr>
            <a:xfrm>
              <a:off x="8608681" y="5074916"/>
              <a:ext cx="489858" cy="489858"/>
              <a:chOff x="6262908" y="4599335"/>
              <a:chExt cx="1016000" cy="1016000"/>
            </a:xfrm>
            <a:effectLst/>
          </p:grpSpPr>
          <p:sp>
            <p:nvSpPr>
              <p:cNvPr id="25" name="iśļidê"/>
              <p:cNvSpPr/>
              <p:nvPr/>
            </p:nvSpPr>
            <p:spPr>
              <a:xfrm>
                <a:off x="6262908" y="4599335"/>
                <a:ext cx="1016000" cy="1016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6" name="iSļïḋe"/>
              <p:cNvGrpSpPr/>
              <p:nvPr/>
            </p:nvGrpSpPr>
            <p:grpSpPr bwMode="auto">
              <a:xfrm>
                <a:off x="6591562" y="4912675"/>
                <a:ext cx="373277" cy="373276"/>
                <a:chOff x="0" y="0"/>
                <a:chExt cx="571" cy="576"/>
              </a:xfrm>
              <a:solidFill>
                <a:srgbClr val="FFFFFF"/>
              </a:solidFill>
            </p:grpSpPr>
            <p:sp>
              <p:nvSpPr>
                <p:cNvPr id="27" name="ïSlîḓe"/>
                <p:cNvSpPr/>
                <p:nvPr/>
              </p:nvSpPr>
              <p:spPr bwMode="auto">
                <a:xfrm>
                  <a:off x="88" y="368"/>
                  <a:ext cx="182" cy="208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w 21600"/>
                    <a:gd name="T13" fmla="*/ 0 h 21600"/>
                    <a:gd name="T14" fmla="*/ 0 w 21600"/>
                    <a:gd name="T15" fmla="*/ 0 h 21600"/>
                    <a:gd name="T16" fmla="*/ 0 w 21600"/>
                    <a:gd name="T17" fmla="*/ 0 h 21600"/>
                    <a:gd name="T18" fmla="*/ 0 w 21600"/>
                    <a:gd name="T19" fmla="*/ 0 h 21600"/>
                    <a:gd name="T20" fmla="*/ 0 w 21600"/>
                    <a:gd name="T21" fmla="*/ 0 h 2160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1600" h="21600">
                      <a:moveTo>
                        <a:pt x="0" y="0"/>
                      </a:moveTo>
                      <a:lnTo>
                        <a:pt x="4113" y="5025"/>
                      </a:lnTo>
                      <a:lnTo>
                        <a:pt x="4113" y="18406"/>
                      </a:lnTo>
                      <a:cubicBezTo>
                        <a:pt x="4113" y="20169"/>
                        <a:pt x="5748" y="21600"/>
                        <a:pt x="7763" y="21600"/>
                      </a:cubicBezTo>
                      <a:lnTo>
                        <a:pt x="17951" y="21600"/>
                      </a:lnTo>
                      <a:cubicBezTo>
                        <a:pt x="19966" y="21600"/>
                        <a:pt x="21600" y="20169"/>
                        <a:pt x="21600" y="18406"/>
                      </a:cubicBezTo>
                      <a:lnTo>
                        <a:pt x="17434" y="5025"/>
                      </a:lnTo>
                      <a:lnTo>
                        <a:pt x="19779" y="1821"/>
                      </a:lnTo>
                      <a:cubicBezTo>
                        <a:pt x="14571" y="906"/>
                        <a:pt x="9477" y="313"/>
                        <a:pt x="5095" y="313"/>
                      </a:cubicBezTo>
                      <a:cubicBezTo>
                        <a:pt x="3263" y="313"/>
                        <a:pt x="1571" y="201"/>
                        <a:pt x="0" y="0"/>
                      </a:cubicBezTo>
                      <a:close/>
                      <a:moveTo>
                        <a:pt x="0" y="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8" name="iŝḷiḑe"/>
                <p:cNvSpPr/>
                <p:nvPr/>
              </p:nvSpPr>
              <p:spPr bwMode="auto">
                <a:xfrm>
                  <a:off x="176" y="0"/>
                  <a:ext cx="395" cy="437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w 21600"/>
                    <a:gd name="T11" fmla="*/ 0 h 2160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600" h="21600">
                      <a:moveTo>
                        <a:pt x="0" y="15750"/>
                      </a:moveTo>
                      <a:cubicBezTo>
                        <a:pt x="8522" y="16492"/>
                        <a:pt x="20175" y="20356"/>
                        <a:pt x="21600" y="21600"/>
                      </a:cubicBezTo>
                      <a:lnTo>
                        <a:pt x="21600" y="0"/>
                      </a:lnTo>
                      <a:cubicBezTo>
                        <a:pt x="19877" y="1348"/>
                        <a:pt x="8354" y="5075"/>
                        <a:pt x="0" y="5783"/>
                      </a:cubicBezTo>
                      <a:lnTo>
                        <a:pt x="0" y="15750"/>
                      </a:lnTo>
                      <a:close/>
                      <a:moveTo>
                        <a:pt x="0" y="1575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9" name="íšḷiḋe"/>
                <p:cNvSpPr/>
                <p:nvPr/>
              </p:nvSpPr>
              <p:spPr bwMode="auto">
                <a:xfrm>
                  <a:off x="0" y="120"/>
                  <a:ext cx="114" cy="19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w 21600"/>
                    <a:gd name="T9" fmla="*/ 0 h 216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600" h="21600">
                      <a:moveTo>
                        <a:pt x="21600" y="21600"/>
                      </a:moveTo>
                      <a:lnTo>
                        <a:pt x="21600" y="0"/>
                      </a:lnTo>
                      <a:cubicBezTo>
                        <a:pt x="4123" y="761"/>
                        <a:pt x="0" y="7019"/>
                        <a:pt x="0" y="10870"/>
                      </a:cubicBezTo>
                      <a:cubicBezTo>
                        <a:pt x="0" y="15025"/>
                        <a:pt x="3935" y="20934"/>
                        <a:pt x="21600" y="21600"/>
                      </a:cubicBezTo>
                      <a:close/>
                      <a:moveTo>
                        <a:pt x="21600" y="21600"/>
                      </a:moveTo>
                    </a:path>
                  </a:pathLst>
                </a:custGeom>
                <a:grpFill/>
                <a:ln>
                  <a:noFill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</p:grpSp>
        <p:sp>
          <p:nvSpPr>
            <p:cNvPr id="13" name="ïṧḷiďè"/>
            <p:cNvSpPr/>
            <p:nvPr/>
          </p:nvSpPr>
          <p:spPr bwMode="auto">
            <a:xfrm>
              <a:off x="9169213" y="1791598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4" name="iṩļïḋê"/>
            <p:cNvSpPr txBox="1"/>
            <p:nvPr/>
          </p:nvSpPr>
          <p:spPr bwMode="auto">
            <a:xfrm>
              <a:off x="9169213" y="1404000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5" name="ïSḷíḓè"/>
            <p:cNvSpPr/>
            <p:nvPr/>
          </p:nvSpPr>
          <p:spPr bwMode="auto">
            <a:xfrm>
              <a:off x="9169213" y="3530615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6" name="îsḷîḍé"/>
            <p:cNvSpPr txBox="1"/>
            <p:nvPr/>
          </p:nvSpPr>
          <p:spPr bwMode="auto">
            <a:xfrm>
              <a:off x="9169213" y="3143017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7" name="îşļídè"/>
            <p:cNvSpPr/>
            <p:nvPr/>
          </p:nvSpPr>
          <p:spPr bwMode="auto">
            <a:xfrm>
              <a:off x="9169213" y="5213247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8" name="išḻíḋè"/>
            <p:cNvSpPr txBox="1"/>
            <p:nvPr/>
          </p:nvSpPr>
          <p:spPr bwMode="auto">
            <a:xfrm>
              <a:off x="9169213" y="4825649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9" name="iṣlïḑè"/>
            <p:cNvSpPr/>
            <p:nvPr/>
          </p:nvSpPr>
          <p:spPr bwMode="auto">
            <a:xfrm>
              <a:off x="676675" y="1791598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0" name="îsľïdé"/>
            <p:cNvSpPr txBox="1"/>
            <p:nvPr/>
          </p:nvSpPr>
          <p:spPr bwMode="auto">
            <a:xfrm>
              <a:off x="676675" y="1404000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1" name="íšlíḓe"/>
            <p:cNvSpPr/>
            <p:nvPr/>
          </p:nvSpPr>
          <p:spPr bwMode="auto">
            <a:xfrm>
              <a:off x="676675" y="3530615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2" name="íśľiḍê"/>
            <p:cNvSpPr txBox="1"/>
            <p:nvPr/>
          </p:nvSpPr>
          <p:spPr bwMode="auto">
            <a:xfrm>
              <a:off x="676675" y="3143017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23" name="ïṣľiḓè"/>
            <p:cNvSpPr/>
            <p:nvPr/>
          </p:nvSpPr>
          <p:spPr bwMode="auto">
            <a:xfrm>
              <a:off x="676675" y="5213247"/>
              <a:ext cx="2327132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4" name="ïṥḷíḋe"/>
            <p:cNvSpPr txBox="1"/>
            <p:nvPr/>
          </p:nvSpPr>
          <p:spPr bwMode="auto">
            <a:xfrm>
              <a:off x="676675" y="4825649"/>
              <a:ext cx="2327132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</p:grpSp>
      <p:pic>
        <p:nvPicPr>
          <p:cNvPr id="53" name="图片 52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680d3f6f-d5f1-4382-b936-45a6fb4fd8a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130300"/>
            <a:ext cx="10858500" cy="5014087"/>
            <a:chOff x="660400" y="1130300"/>
            <a:chExt cx="10858500" cy="5014087"/>
          </a:xfrm>
        </p:grpSpPr>
        <p:sp>
          <p:nvSpPr>
            <p:cNvPr id="6" name="íṣľîḍe"/>
            <p:cNvSpPr/>
            <p:nvPr/>
          </p:nvSpPr>
          <p:spPr>
            <a:xfrm>
              <a:off x="5448301" y="1130300"/>
              <a:ext cx="1293018" cy="281530"/>
            </a:xfrm>
            <a:prstGeom prst="trapezoid">
              <a:avLst>
                <a:gd name="adj" fmla="val 4699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7" name="íṩľïḋe"/>
            <p:cNvSpPr/>
            <p:nvPr/>
          </p:nvSpPr>
          <p:spPr>
            <a:xfrm>
              <a:off x="9226153" y="1800450"/>
              <a:ext cx="1293018" cy="281530"/>
            </a:xfrm>
            <a:prstGeom prst="trapezoid">
              <a:avLst>
                <a:gd name="adj" fmla="val 4699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íṩ1ïdè"/>
            <p:cNvSpPr/>
            <p:nvPr/>
          </p:nvSpPr>
          <p:spPr>
            <a:xfrm>
              <a:off x="1672829" y="1800450"/>
              <a:ext cx="1293018" cy="281530"/>
            </a:xfrm>
            <a:prstGeom prst="trapezoid">
              <a:avLst>
                <a:gd name="adj" fmla="val 46991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ïşlídê"/>
            <p:cNvSpPr/>
            <p:nvPr/>
          </p:nvSpPr>
          <p:spPr>
            <a:xfrm>
              <a:off x="8016875" y="2038574"/>
              <a:ext cx="3502025" cy="35383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STEP 03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îṡḻîde"/>
            <p:cNvSpPr/>
            <p:nvPr/>
          </p:nvSpPr>
          <p:spPr>
            <a:xfrm>
              <a:off x="660400" y="2038574"/>
              <a:ext cx="3502025" cy="35383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STEP 02</a:t>
              </a:r>
              <a:endPara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íṥḻïďê"/>
            <p:cNvSpPr/>
            <p:nvPr/>
          </p:nvSpPr>
          <p:spPr>
            <a:xfrm>
              <a:off x="4162425" y="1411829"/>
              <a:ext cx="3867150" cy="4732558"/>
            </a:xfrm>
            <a:prstGeom prst="rect">
              <a:avLst/>
            </a:prstGeom>
            <a:solidFill>
              <a:schemeClr val="bg1">
                <a:lumMod val="8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b" anchorCtr="0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BD374A"/>
                  </a:solidFill>
                  <a:effectLst/>
                  <a:uLnTx/>
                  <a:uFillTx/>
                </a:rPr>
                <a:t>STEP 01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D374A"/>
                </a:solidFill>
                <a:effectLst/>
                <a:uLnTx/>
                <a:uFillTx/>
              </a:endParaRPr>
            </a:p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BD374A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îslíḓé"/>
            <p:cNvSpPr/>
            <p:nvPr/>
          </p:nvSpPr>
          <p:spPr>
            <a:xfrm>
              <a:off x="5581650" y="1130300"/>
              <a:ext cx="1028700" cy="10287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iŝḷiḓê"/>
            <p:cNvSpPr/>
            <p:nvPr/>
          </p:nvSpPr>
          <p:spPr bwMode="auto">
            <a:xfrm>
              <a:off x="5883515" y="1428969"/>
              <a:ext cx="424971" cy="431365"/>
            </a:xfrm>
            <a:custGeom>
              <a:avLst/>
              <a:gdLst>
                <a:gd name="connsiteX0" fmla="*/ 221980 w 592223"/>
                <a:gd name="connsiteY0" fmla="*/ 389269 h 601134"/>
                <a:gd name="connsiteX1" fmla="*/ 206643 w 592223"/>
                <a:gd name="connsiteY1" fmla="*/ 390881 h 601134"/>
                <a:gd name="connsiteX2" fmla="*/ 139645 w 592223"/>
                <a:gd name="connsiteY2" fmla="*/ 469057 h 601134"/>
                <a:gd name="connsiteX3" fmla="*/ 98478 w 592223"/>
                <a:gd name="connsiteY3" fmla="*/ 438431 h 601134"/>
                <a:gd name="connsiteX4" fmla="*/ 83142 w 592223"/>
                <a:gd name="connsiteY4" fmla="*/ 440043 h 601134"/>
                <a:gd name="connsiteX5" fmla="*/ 85563 w 592223"/>
                <a:gd name="connsiteY5" fmla="*/ 455356 h 601134"/>
                <a:gd name="connsiteX6" fmla="*/ 134802 w 592223"/>
                <a:gd name="connsiteY6" fmla="*/ 492429 h 601134"/>
                <a:gd name="connsiteX7" fmla="*/ 141260 w 592223"/>
                <a:gd name="connsiteY7" fmla="*/ 494041 h 601134"/>
                <a:gd name="connsiteX8" fmla="*/ 149332 w 592223"/>
                <a:gd name="connsiteY8" fmla="*/ 490817 h 601134"/>
                <a:gd name="connsiteX9" fmla="*/ 222787 w 592223"/>
                <a:gd name="connsiteY9" fmla="*/ 404581 h 601134"/>
                <a:gd name="connsiteX10" fmla="*/ 221980 w 592223"/>
                <a:gd name="connsiteY10" fmla="*/ 389269 h 601134"/>
                <a:gd name="connsiteX11" fmla="*/ 439075 w 592223"/>
                <a:gd name="connsiteY11" fmla="*/ 344088 h 601134"/>
                <a:gd name="connsiteX12" fmla="*/ 344643 w 592223"/>
                <a:gd name="connsiteY12" fmla="*/ 438365 h 601134"/>
                <a:gd name="connsiteX13" fmla="*/ 439075 w 592223"/>
                <a:gd name="connsiteY13" fmla="*/ 532642 h 601134"/>
                <a:gd name="connsiteX14" fmla="*/ 534313 w 592223"/>
                <a:gd name="connsiteY14" fmla="*/ 438365 h 601134"/>
                <a:gd name="connsiteX15" fmla="*/ 439075 w 592223"/>
                <a:gd name="connsiteY15" fmla="*/ 344088 h 601134"/>
                <a:gd name="connsiteX16" fmla="*/ 439075 w 592223"/>
                <a:gd name="connsiteY16" fmla="*/ 322332 h 601134"/>
                <a:gd name="connsiteX17" fmla="*/ 555298 w 592223"/>
                <a:gd name="connsiteY17" fmla="*/ 438365 h 601134"/>
                <a:gd name="connsiteX18" fmla="*/ 525435 w 592223"/>
                <a:gd name="connsiteY18" fmla="*/ 516527 h 601134"/>
                <a:gd name="connsiteX19" fmla="*/ 589197 w 592223"/>
                <a:gd name="connsiteY19" fmla="*/ 583407 h 601134"/>
                <a:gd name="connsiteX20" fmla="*/ 589197 w 592223"/>
                <a:gd name="connsiteY20" fmla="*/ 598717 h 601134"/>
                <a:gd name="connsiteX21" fmla="*/ 581933 w 592223"/>
                <a:gd name="connsiteY21" fmla="*/ 601134 h 601134"/>
                <a:gd name="connsiteX22" fmla="*/ 573861 w 592223"/>
                <a:gd name="connsiteY22" fmla="*/ 597911 h 601134"/>
                <a:gd name="connsiteX23" fmla="*/ 509293 w 592223"/>
                <a:gd name="connsiteY23" fmla="*/ 531031 h 601134"/>
                <a:gd name="connsiteX24" fmla="*/ 439075 w 592223"/>
                <a:gd name="connsiteY24" fmla="*/ 554399 h 601134"/>
                <a:gd name="connsiteX25" fmla="*/ 322851 w 592223"/>
                <a:gd name="connsiteY25" fmla="*/ 438365 h 601134"/>
                <a:gd name="connsiteX26" fmla="*/ 439075 w 592223"/>
                <a:gd name="connsiteY26" fmla="*/ 322332 h 601134"/>
                <a:gd name="connsiteX27" fmla="*/ 221980 w 592223"/>
                <a:gd name="connsiteY27" fmla="*/ 228081 h 601134"/>
                <a:gd name="connsiteX28" fmla="*/ 206643 w 592223"/>
                <a:gd name="connsiteY28" fmla="*/ 229693 h 601134"/>
                <a:gd name="connsiteX29" fmla="*/ 139645 w 592223"/>
                <a:gd name="connsiteY29" fmla="*/ 307869 h 601134"/>
                <a:gd name="connsiteX30" fmla="*/ 98478 w 592223"/>
                <a:gd name="connsiteY30" fmla="*/ 277243 h 601134"/>
                <a:gd name="connsiteX31" fmla="*/ 83142 w 592223"/>
                <a:gd name="connsiteY31" fmla="*/ 278855 h 601134"/>
                <a:gd name="connsiteX32" fmla="*/ 85563 w 592223"/>
                <a:gd name="connsiteY32" fmla="*/ 294168 h 601134"/>
                <a:gd name="connsiteX33" fmla="*/ 134802 w 592223"/>
                <a:gd name="connsiteY33" fmla="*/ 331241 h 601134"/>
                <a:gd name="connsiteX34" fmla="*/ 141260 w 592223"/>
                <a:gd name="connsiteY34" fmla="*/ 332853 h 601134"/>
                <a:gd name="connsiteX35" fmla="*/ 149332 w 592223"/>
                <a:gd name="connsiteY35" fmla="*/ 329629 h 601134"/>
                <a:gd name="connsiteX36" fmla="*/ 222787 w 592223"/>
                <a:gd name="connsiteY36" fmla="*/ 243394 h 601134"/>
                <a:gd name="connsiteX37" fmla="*/ 221980 w 592223"/>
                <a:gd name="connsiteY37" fmla="*/ 228081 h 601134"/>
                <a:gd name="connsiteX38" fmla="*/ 290592 w 592223"/>
                <a:gd name="connsiteY38" fmla="*/ 128950 h 601134"/>
                <a:gd name="connsiteX39" fmla="*/ 280098 w 592223"/>
                <a:gd name="connsiteY39" fmla="*/ 139428 h 601134"/>
                <a:gd name="connsiteX40" fmla="*/ 290592 w 592223"/>
                <a:gd name="connsiteY40" fmla="*/ 150711 h 601134"/>
                <a:gd name="connsiteX41" fmla="*/ 484319 w 592223"/>
                <a:gd name="connsiteY41" fmla="*/ 150711 h 601134"/>
                <a:gd name="connsiteX42" fmla="*/ 495620 w 592223"/>
                <a:gd name="connsiteY42" fmla="*/ 139428 h 601134"/>
                <a:gd name="connsiteX43" fmla="*/ 484319 w 592223"/>
                <a:gd name="connsiteY43" fmla="*/ 128950 h 601134"/>
                <a:gd name="connsiteX44" fmla="*/ 221980 w 592223"/>
                <a:gd name="connsiteY44" fmla="*/ 78176 h 601134"/>
                <a:gd name="connsiteX45" fmla="*/ 206643 w 592223"/>
                <a:gd name="connsiteY45" fmla="*/ 78982 h 601134"/>
                <a:gd name="connsiteX46" fmla="*/ 139645 w 592223"/>
                <a:gd name="connsiteY46" fmla="*/ 157158 h 601134"/>
                <a:gd name="connsiteX47" fmla="*/ 98478 w 592223"/>
                <a:gd name="connsiteY47" fmla="*/ 126533 h 601134"/>
                <a:gd name="connsiteX48" fmla="*/ 83142 w 592223"/>
                <a:gd name="connsiteY48" fmla="*/ 128950 h 601134"/>
                <a:gd name="connsiteX49" fmla="*/ 85563 w 592223"/>
                <a:gd name="connsiteY49" fmla="*/ 143457 h 601134"/>
                <a:gd name="connsiteX50" fmla="*/ 134802 w 592223"/>
                <a:gd name="connsiteY50" fmla="*/ 180530 h 601134"/>
                <a:gd name="connsiteX51" fmla="*/ 141260 w 592223"/>
                <a:gd name="connsiteY51" fmla="*/ 182948 h 601134"/>
                <a:gd name="connsiteX52" fmla="*/ 149332 w 592223"/>
                <a:gd name="connsiteY52" fmla="*/ 178919 h 601134"/>
                <a:gd name="connsiteX53" fmla="*/ 222787 w 592223"/>
                <a:gd name="connsiteY53" fmla="*/ 92683 h 601134"/>
                <a:gd name="connsiteX54" fmla="*/ 221980 w 592223"/>
                <a:gd name="connsiteY54" fmla="*/ 78176 h 601134"/>
                <a:gd name="connsiteX55" fmla="*/ 131573 w 592223"/>
                <a:gd name="connsiteY55" fmla="*/ 0 h 601134"/>
                <a:gd name="connsiteX56" fmla="*/ 450417 w 592223"/>
                <a:gd name="connsiteY56" fmla="*/ 0 h 601134"/>
                <a:gd name="connsiteX57" fmla="*/ 581183 w 592223"/>
                <a:gd name="connsiteY57" fmla="*/ 130562 h 601134"/>
                <a:gd name="connsiteX58" fmla="*/ 581183 w 592223"/>
                <a:gd name="connsiteY58" fmla="*/ 395716 h 601134"/>
                <a:gd name="connsiteX59" fmla="*/ 489970 w 592223"/>
                <a:gd name="connsiteY59" fmla="*/ 299003 h 601134"/>
                <a:gd name="connsiteX60" fmla="*/ 495620 w 592223"/>
                <a:gd name="connsiteY60" fmla="*/ 290138 h 601134"/>
                <a:gd name="connsiteX61" fmla="*/ 484319 w 592223"/>
                <a:gd name="connsiteY61" fmla="*/ 279661 h 601134"/>
                <a:gd name="connsiteX62" fmla="*/ 290592 w 592223"/>
                <a:gd name="connsiteY62" fmla="*/ 279661 h 601134"/>
                <a:gd name="connsiteX63" fmla="*/ 280098 w 592223"/>
                <a:gd name="connsiteY63" fmla="*/ 290138 h 601134"/>
                <a:gd name="connsiteX64" fmla="*/ 290592 w 592223"/>
                <a:gd name="connsiteY64" fmla="*/ 300615 h 601134"/>
                <a:gd name="connsiteX65" fmla="*/ 384227 w 592223"/>
                <a:gd name="connsiteY65" fmla="*/ 300615 h 601134"/>
                <a:gd name="connsiteX66" fmla="*/ 290592 w 592223"/>
                <a:gd name="connsiteY66" fmla="*/ 438431 h 601134"/>
                <a:gd name="connsiteX67" fmla="*/ 291399 w 592223"/>
                <a:gd name="connsiteY67" fmla="*/ 440849 h 601134"/>
                <a:gd name="connsiteX68" fmla="*/ 290592 w 592223"/>
                <a:gd name="connsiteY68" fmla="*/ 440849 h 601134"/>
                <a:gd name="connsiteX69" fmla="*/ 293013 w 592223"/>
                <a:gd name="connsiteY69" fmla="*/ 461803 h 601134"/>
                <a:gd name="connsiteX70" fmla="*/ 396335 w 592223"/>
                <a:gd name="connsiteY70" fmla="*/ 580276 h 601134"/>
                <a:gd name="connsiteX71" fmla="*/ 131573 w 592223"/>
                <a:gd name="connsiteY71" fmla="*/ 580276 h 601134"/>
                <a:gd name="connsiteX72" fmla="*/ 0 w 592223"/>
                <a:gd name="connsiteY72" fmla="*/ 449714 h 601134"/>
                <a:gd name="connsiteX73" fmla="*/ 0 w 592223"/>
                <a:gd name="connsiteY73" fmla="*/ 130562 h 601134"/>
                <a:gd name="connsiteX74" fmla="*/ 131573 w 592223"/>
                <a:gd name="connsiteY74" fmla="*/ 0 h 601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592223" h="601134">
                  <a:moveTo>
                    <a:pt x="221980" y="389269"/>
                  </a:moveTo>
                  <a:cubicBezTo>
                    <a:pt x="217136" y="385239"/>
                    <a:pt x="210679" y="386045"/>
                    <a:pt x="206643" y="390881"/>
                  </a:cubicBezTo>
                  <a:lnTo>
                    <a:pt x="139645" y="469057"/>
                  </a:lnTo>
                  <a:lnTo>
                    <a:pt x="98478" y="438431"/>
                  </a:lnTo>
                  <a:cubicBezTo>
                    <a:pt x="93635" y="434401"/>
                    <a:pt x="87178" y="435207"/>
                    <a:pt x="83142" y="440043"/>
                  </a:cubicBezTo>
                  <a:cubicBezTo>
                    <a:pt x="79913" y="444878"/>
                    <a:pt x="80720" y="452132"/>
                    <a:pt x="85563" y="455356"/>
                  </a:cubicBezTo>
                  <a:lnTo>
                    <a:pt x="134802" y="492429"/>
                  </a:lnTo>
                  <a:cubicBezTo>
                    <a:pt x="136417" y="493235"/>
                    <a:pt x="138838" y="494041"/>
                    <a:pt x="141260" y="494041"/>
                  </a:cubicBezTo>
                  <a:cubicBezTo>
                    <a:pt x="143681" y="494041"/>
                    <a:pt x="146910" y="493235"/>
                    <a:pt x="149332" y="490817"/>
                  </a:cubicBezTo>
                  <a:lnTo>
                    <a:pt x="222787" y="404581"/>
                  </a:lnTo>
                  <a:cubicBezTo>
                    <a:pt x="226823" y="399746"/>
                    <a:pt x="226016" y="393298"/>
                    <a:pt x="221980" y="389269"/>
                  </a:cubicBezTo>
                  <a:close/>
                  <a:moveTo>
                    <a:pt x="439075" y="344088"/>
                  </a:moveTo>
                  <a:cubicBezTo>
                    <a:pt x="387420" y="344088"/>
                    <a:pt x="344643" y="385989"/>
                    <a:pt x="344643" y="438365"/>
                  </a:cubicBezTo>
                  <a:cubicBezTo>
                    <a:pt x="344643" y="490741"/>
                    <a:pt x="387420" y="532642"/>
                    <a:pt x="439075" y="532642"/>
                  </a:cubicBezTo>
                  <a:cubicBezTo>
                    <a:pt x="491537" y="532642"/>
                    <a:pt x="534313" y="490741"/>
                    <a:pt x="534313" y="438365"/>
                  </a:cubicBezTo>
                  <a:cubicBezTo>
                    <a:pt x="534313" y="385989"/>
                    <a:pt x="491537" y="344088"/>
                    <a:pt x="439075" y="344088"/>
                  </a:cubicBezTo>
                  <a:close/>
                  <a:moveTo>
                    <a:pt x="439075" y="322332"/>
                  </a:moveTo>
                  <a:cubicBezTo>
                    <a:pt x="503643" y="322332"/>
                    <a:pt x="555298" y="374708"/>
                    <a:pt x="555298" y="438365"/>
                  </a:cubicBezTo>
                  <a:cubicBezTo>
                    <a:pt x="555298" y="468179"/>
                    <a:pt x="543999" y="495576"/>
                    <a:pt x="525435" y="516527"/>
                  </a:cubicBezTo>
                  <a:lnTo>
                    <a:pt x="589197" y="583407"/>
                  </a:lnTo>
                  <a:cubicBezTo>
                    <a:pt x="593232" y="587436"/>
                    <a:pt x="593232" y="594688"/>
                    <a:pt x="589197" y="598717"/>
                  </a:cubicBezTo>
                  <a:cubicBezTo>
                    <a:pt x="586775" y="600328"/>
                    <a:pt x="584354" y="601134"/>
                    <a:pt x="581933" y="601134"/>
                  </a:cubicBezTo>
                  <a:cubicBezTo>
                    <a:pt x="578704" y="601134"/>
                    <a:pt x="576283" y="600328"/>
                    <a:pt x="573861" y="597911"/>
                  </a:cubicBezTo>
                  <a:lnTo>
                    <a:pt x="509293" y="531031"/>
                  </a:lnTo>
                  <a:cubicBezTo>
                    <a:pt x="489922" y="545535"/>
                    <a:pt x="465709" y="554399"/>
                    <a:pt x="439075" y="554399"/>
                  </a:cubicBezTo>
                  <a:cubicBezTo>
                    <a:pt x="375313" y="554399"/>
                    <a:pt x="322851" y="502022"/>
                    <a:pt x="322851" y="438365"/>
                  </a:cubicBezTo>
                  <a:cubicBezTo>
                    <a:pt x="322851" y="374708"/>
                    <a:pt x="375313" y="322332"/>
                    <a:pt x="439075" y="322332"/>
                  </a:cubicBezTo>
                  <a:close/>
                  <a:moveTo>
                    <a:pt x="221980" y="228081"/>
                  </a:moveTo>
                  <a:cubicBezTo>
                    <a:pt x="217136" y="224051"/>
                    <a:pt x="210679" y="224857"/>
                    <a:pt x="206643" y="229693"/>
                  </a:cubicBezTo>
                  <a:lnTo>
                    <a:pt x="139645" y="307869"/>
                  </a:lnTo>
                  <a:lnTo>
                    <a:pt x="98478" y="277243"/>
                  </a:lnTo>
                  <a:cubicBezTo>
                    <a:pt x="93635" y="273213"/>
                    <a:pt x="87178" y="274019"/>
                    <a:pt x="83142" y="278855"/>
                  </a:cubicBezTo>
                  <a:cubicBezTo>
                    <a:pt x="79913" y="283691"/>
                    <a:pt x="80720" y="290944"/>
                    <a:pt x="85563" y="294168"/>
                  </a:cubicBezTo>
                  <a:lnTo>
                    <a:pt x="134802" y="331241"/>
                  </a:lnTo>
                  <a:cubicBezTo>
                    <a:pt x="136417" y="332047"/>
                    <a:pt x="138838" y="332853"/>
                    <a:pt x="141260" y="332853"/>
                  </a:cubicBezTo>
                  <a:cubicBezTo>
                    <a:pt x="143681" y="332853"/>
                    <a:pt x="146910" y="332047"/>
                    <a:pt x="149332" y="329629"/>
                  </a:cubicBezTo>
                  <a:lnTo>
                    <a:pt x="222787" y="243394"/>
                  </a:lnTo>
                  <a:cubicBezTo>
                    <a:pt x="226823" y="238558"/>
                    <a:pt x="226016" y="232111"/>
                    <a:pt x="221980" y="228081"/>
                  </a:cubicBezTo>
                  <a:close/>
                  <a:moveTo>
                    <a:pt x="290592" y="128950"/>
                  </a:moveTo>
                  <a:cubicBezTo>
                    <a:pt x="284941" y="128950"/>
                    <a:pt x="280098" y="133786"/>
                    <a:pt x="280098" y="139428"/>
                  </a:cubicBezTo>
                  <a:cubicBezTo>
                    <a:pt x="280098" y="145875"/>
                    <a:pt x="284941" y="150711"/>
                    <a:pt x="290592" y="150711"/>
                  </a:cubicBezTo>
                  <a:lnTo>
                    <a:pt x="484319" y="150711"/>
                  </a:lnTo>
                  <a:cubicBezTo>
                    <a:pt x="490777" y="150711"/>
                    <a:pt x="495620" y="145875"/>
                    <a:pt x="495620" y="139428"/>
                  </a:cubicBezTo>
                  <a:cubicBezTo>
                    <a:pt x="495620" y="133786"/>
                    <a:pt x="490777" y="128950"/>
                    <a:pt x="484319" y="128950"/>
                  </a:cubicBezTo>
                  <a:close/>
                  <a:moveTo>
                    <a:pt x="221980" y="78176"/>
                  </a:moveTo>
                  <a:cubicBezTo>
                    <a:pt x="217136" y="74147"/>
                    <a:pt x="210679" y="74147"/>
                    <a:pt x="206643" y="78982"/>
                  </a:cubicBezTo>
                  <a:lnTo>
                    <a:pt x="139645" y="157158"/>
                  </a:lnTo>
                  <a:lnTo>
                    <a:pt x="98478" y="126533"/>
                  </a:lnTo>
                  <a:cubicBezTo>
                    <a:pt x="93635" y="123309"/>
                    <a:pt x="87178" y="124115"/>
                    <a:pt x="83142" y="128950"/>
                  </a:cubicBezTo>
                  <a:cubicBezTo>
                    <a:pt x="79913" y="133786"/>
                    <a:pt x="80720" y="140233"/>
                    <a:pt x="85563" y="143457"/>
                  </a:cubicBezTo>
                  <a:lnTo>
                    <a:pt x="134802" y="180530"/>
                  </a:lnTo>
                  <a:cubicBezTo>
                    <a:pt x="136417" y="182142"/>
                    <a:pt x="138838" y="182948"/>
                    <a:pt x="141260" y="182948"/>
                  </a:cubicBezTo>
                  <a:cubicBezTo>
                    <a:pt x="143681" y="182948"/>
                    <a:pt x="146910" y="181336"/>
                    <a:pt x="149332" y="178919"/>
                  </a:cubicBezTo>
                  <a:lnTo>
                    <a:pt x="222787" y="92683"/>
                  </a:lnTo>
                  <a:cubicBezTo>
                    <a:pt x="226823" y="88653"/>
                    <a:pt x="226016" y="81400"/>
                    <a:pt x="221980" y="78176"/>
                  </a:cubicBezTo>
                  <a:close/>
                  <a:moveTo>
                    <a:pt x="131573" y="0"/>
                  </a:moveTo>
                  <a:lnTo>
                    <a:pt x="450417" y="0"/>
                  </a:lnTo>
                  <a:cubicBezTo>
                    <a:pt x="523065" y="0"/>
                    <a:pt x="581183" y="58834"/>
                    <a:pt x="581183" y="130562"/>
                  </a:cubicBezTo>
                  <a:lnTo>
                    <a:pt x="581183" y="395716"/>
                  </a:lnTo>
                  <a:cubicBezTo>
                    <a:pt x="568268" y="350584"/>
                    <a:pt x="533558" y="315122"/>
                    <a:pt x="489970" y="299003"/>
                  </a:cubicBezTo>
                  <a:cubicBezTo>
                    <a:pt x="493198" y="297392"/>
                    <a:pt x="495620" y="294168"/>
                    <a:pt x="495620" y="290138"/>
                  </a:cubicBezTo>
                  <a:cubicBezTo>
                    <a:pt x="495620" y="284497"/>
                    <a:pt x="490777" y="279661"/>
                    <a:pt x="484319" y="279661"/>
                  </a:cubicBezTo>
                  <a:lnTo>
                    <a:pt x="290592" y="279661"/>
                  </a:lnTo>
                  <a:cubicBezTo>
                    <a:pt x="284941" y="279661"/>
                    <a:pt x="280098" y="284497"/>
                    <a:pt x="280098" y="290138"/>
                  </a:cubicBezTo>
                  <a:cubicBezTo>
                    <a:pt x="280098" y="295780"/>
                    <a:pt x="284941" y="300615"/>
                    <a:pt x="290592" y="300615"/>
                  </a:cubicBezTo>
                  <a:lnTo>
                    <a:pt x="384227" y="300615"/>
                  </a:lnTo>
                  <a:cubicBezTo>
                    <a:pt x="329337" y="323182"/>
                    <a:pt x="290592" y="376374"/>
                    <a:pt x="290592" y="438431"/>
                  </a:cubicBezTo>
                  <a:cubicBezTo>
                    <a:pt x="290592" y="439237"/>
                    <a:pt x="291399" y="440043"/>
                    <a:pt x="291399" y="440849"/>
                  </a:cubicBezTo>
                  <a:lnTo>
                    <a:pt x="290592" y="440849"/>
                  </a:lnTo>
                  <a:cubicBezTo>
                    <a:pt x="290592" y="448908"/>
                    <a:pt x="293013" y="461803"/>
                    <a:pt x="293013" y="461803"/>
                  </a:cubicBezTo>
                  <a:cubicBezTo>
                    <a:pt x="301892" y="518219"/>
                    <a:pt x="343059" y="564157"/>
                    <a:pt x="396335" y="580276"/>
                  </a:cubicBezTo>
                  <a:lnTo>
                    <a:pt x="131573" y="580276"/>
                  </a:lnTo>
                  <a:cubicBezTo>
                    <a:pt x="58926" y="580276"/>
                    <a:pt x="0" y="521443"/>
                    <a:pt x="0" y="449714"/>
                  </a:cubicBezTo>
                  <a:lnTo>
                    <a:pt x="0" y="130562"/>
                  </a:lnTo>
                  <a:cubicBezTo>
                    <a:pt x="0" y="58834"/>
                    <a:pt x="58926" y="0"/>
                    <a:pt x="13157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ïṣ1ïḍê"/>
            <p:cNvSpPr/>
            <p:nvPr/>
          </p:nvSpPr>
          <p:spPr>
            <a:xfrm>
              <a:off x="9358312" y="1800450"/>
              <a:ext cx="1028700" cy="10287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íšļîďe"/>
            <p:cNvSpPr/>
            <p:nvPr/>
          </p:nvSpPr>
          <p:spPr bwMode="auto">
            <a:xfrm>
              <a:off x="9660176" y="2098616"/>
              <a:ext cx="424971" cy="431365"/>
            </a:xfrm>
            <a:custGeom>
              <a:avLst/>
              <a:gdLst>
                <a:gd name="connsiteX0" fmla="*/ 221980 w 592223"/>
                <a:gd name="connsiteY0" fmla="*/ 389269 h 601134"/>
                <a:gd name="connsiteX1" fmla="*/ 206643 w 592223"/>
                <a:gd name="connsiteY1" fmla="*/ 390881 h 601134"/>
                <a:gd name="connsiteX2" fmla="*/ 139645 w 592223"/>
                <a:gd name="connsiteY2" fmla="*/ 469057 h 601134"/>
                <a:gd name="connsiteX3" fmla="*/ 98478 w 592223"/>
                <a:gd name="connsiteY3" fmla="*/ 438431 h 601134"/>
                <a:gd name="connsiteX4" fmla="*/ 83142 w 592223"/>
                <a:gd name="connsiteY4" fmla="*/ 440043 h 601134"/>
                <a:gd name="connsiteX5" fmla="*/ 85563 w 592223"/>
                <a:gd name="connsiteY5" fmla="*/ 455356 h 601134"/>
                <a:gd name="connsiteX6" fmla="*/ 134802 w 592223"/>
                <a:gd name="connsiteY6" fmla="*/ 492429 h 601134"/>
                <a:gd name="connsiteX7" fmla="*/ 141260 w 592223"/>
                <a:gd name="connsiteY7" fmla="*/ 494041 h 601134"/>
                <a:gd name="connsiteX8" fmla="*/ 149332 w 592223"/>
                <a:gd name="connsiteY8" fmla="*/ 490817 h 601134"/>
                <a:gd name="connsiteX9" fmla="*/ 222787 w 592223"/>
                <a:gd name="connsiteY9" fmla="*/ 404581 h 601134"/>
                <a:gd name="connsiteX10" fmla="*/ 221980 w 592223"/>
                <a:gd name="connsiteY10" fmla="*/ 389269 h 601134"/>
                <a:gd name="connsiteX11" fmla="*/ 439075 w 592223"/>
                <a:gd name="connsiteY11" fmla="*/ 344088 h 601134"/>
                <a:gd name="connsiteX12" fmla="*/ 344643 w 592223"/>
                <a:gd name="connsiteY12" fmla="*/ 438365 h 601134"/>
                <a:gd name="connsiteX13" fmla="*/ 439075 w 592223"/>
                <a:gd name="connsiteY13" fmla="*/ 532642 h 601134"/>
                <a:gd name="connsiteX14" fmla="*/ 534313 w 592223"/>
                <a:gd name="connsiteY14" fmla="*/ 438365 h 601134"/>
                <a:gd name="connsiteX15" fmla="*/ 439075 w 592223"/>
                <a:gd name="connsiteY15" fmla="*/ 344088 h 601134"/>
                <a:gd name="connsiteX16" fmla="*/ 439075 w 592223"/>
                <a:gd name="connsiteY16" fmla="*/ 322332 h 601134"/>
                <a:gd name="connsiteX17" fmla="*/ 555298 w 592223"/>
                <a:gd name="connsiteY17" fmla="*/ 438365 h 601134"/>
                <a:gd name="connsiteX18" fmla="*/ 525435 w 592223"/>
                <a:gd name="connsiteY18" fmla="*/ 516527 h 601134"/>
                <a:gd name="connsiteX19" fmla="*/ 589197 w 592223"/>
                <a:gd name="connsiteY19" fmla="*/ 583407 h 601134"/>
                <a:gd name="connsiteX20" fmla="*/ 589197 w 592223"/>
                <a:gd name="connsiteY20" fmla="*/ 598717 h 601134"/>
                <a:gd name="connsiteX21" fmla="*/ 581933 w 592223"/>
                <a:gd name="connsiteY21" fmla="*/ 601134 h 601134"/>
                <a:gd name="connsiteX22" fmla="*/ 573861 w 592223"/>
                <a:gd name="connsiteY22" fmla="*/ 597911 h 601134"/>
                <a:gd name="connsiteX23" fmla="*/ 509293 w 592223"/>
                <a:gd name="connsiteY23" fmla="*/ 531031 h 601134"/>
                <a:gd name="connsiteX24" fmla="*/ 439075 w 592223"/>
                <a:gd name="connsiteY24" fmla="*/ 554399 h 601134"/>
                <a:gd name="connsiteX25" fmla="*/ 322851 w 592223"/>
                <a:gd name="connsiteY25" fmla="*/ 438365 h 601134"/>
                <a:gd name="connsiteX26" fmla="*/ 439075 w 592223"/>
                <a:gd name="connsiteY26" fmla="*/ 322332 h 601134"/>
                <a:gd name="connsiteX27" fmla="*/ 221980 w 592223"/>
                <a:gd name="connsiteY27" fmla="*/ 228081 h 601134"/>
                <a:gd name="connsiteX28" fmla="*/ 206643 w 592223"/>
                <a:gd name="connsiteY28" fmla="*/ 229693 h 601134"/>
                <a:gd name="connsiteX29" fmla="*/ 139645 w 592223"/>
                <a:gd name="connsiteY29" fmla="*/ 307869 h 601134"/>
                <a:gd name="connsiteX30" fmla="*/ 98478 w 592223"/>
                <a:gd name="connsiteY30" fmla="*/ 277243 h 601134"/>
                <a:gd name="connsiteX31" fmla="*/ 83142 w 592223"/>
                <a:gd name="connsiteY31" fmla="*/ 278855 h 601134"/>
                <a:gd name="connsiteX32" fmla="*/ 85563 w 592223"/>
                <a:gd name="connsiteY32" fmla="*/ 294168 h 601134"/>
                <a:gd name="connsiteX33" fmla="*/ 134802 w 592223"/>
                <a:gd name="connsiteY33" fmla="*/ 331241 h 601134"/>
                <a:gd name="connsiteX34" fmla="*/ 141260 w 592223"/>
                <a:gd name="connsiteY34" fmla="*/ 332853 h 601134"/>
                <a:gd name="connsiteX35" fmla="*/ 149332 w 592223"/>
                <a:gd name="connsiteY35" fmla="*/ 329629 h 601134"/>
                <a:gd name="connsiteX36" fmla="*/ 222787 w 592223"/>
                <a:gd name="connsiteY36" fmla="*/ 243394 h 601134"/>
                <a:gd name="connsiteX37" fmla="*/ 221980 w 592223"/>
                <a:gd name="connsiteY37" fmla="*/ 228081 h 601134"/>
                <a:gd name="connsiteX38" fmla="*/ 290592 w 592223"/>
                <a:gd name="connsiteY38" fmla="*/ 128950 h 601134"/>
                <a:gd name="connsiteX39" fmla="*/ 280098 w 592223"/>
                <a:gd name="connsiteY39" fmla="*/ 139428 h 601134"/>
                <a:gd name="connsiteX40" fmla="*/ 290592 w 592223"/>
                <a:gd name="connsiteY40" fmla="*/ 150711 h 601134"/>
                <a:gd name="connsiteX41" fmla="*/ 484319 w 592223"/>
                <a:gd name="connsiteY41" fmla="*/ 150711 h 601134"/>
                <a:gd name="connsiteX42" fmla="*/ 495620 w 592223"/>
                <a:gd name="connsiteY42" fmla="*/ 139428 h 601134"/>
                <a:gd name="connsiteX43" fmla="*/ 484319 w 592223"/>
                <a:gd name="connsiteY43" fmla="*/ 128950 h 601134"/>
                <a:gd name="connsiteX44" fmla="*/ 221980 w 592223"/>
                <a:gd name="connsiteY44" fmla="*/ 78176 h 601134"/>
                <a:gd name="connsiteX45" fmla="*/ 206643 w 592223"/>
                <a:gd name="connsiteY45" fmla="*/ 78982 h 601134"/>
                <a:gd name="connsiteX46" fmla="*/ 139645 w 592223"/>
                <a:gd name="connsiteY46" fmla="*/ 157158 h 601134"/>
                <a:gd name="connsiteX47" fmla="*/ 98478 w 592223"/>
                <a:gd name="connsiteY47" fmla="*/ 126533 h 601134"/>
                <a:gd name="connsiteX48" fmla="*/ 83142 w 592223"/>
                <a:gd name="connsiteY48" fmla="*/ 128950 h 601134"/>
                <a:gd name="connsiteX49" fmla="*/ 85563 w 592223"/>
                <a:gd name="connsiteY49" fmla="*/ 143457 h 601134"/>
                <a:gd name="connsiteX50" fmla="*/ 134802 w 592223"/>
                <a:gd name="connsiteY50" fmla="*/ 180530 h 601134"/>
                <a:gd name="connsiteX51" fmla="*/ 141260 w 592223"/>
                <a:gd name="connsiteY51" fmla="*/ 182948 h 601134"/>
                <a:gd name="connsiteX52" fmla="*/ 149332 w 592223"/>
                <a:gd name="connsiteY52" fmla="*/ 178919 h 601134"/>
                <a:gd name="connsiteX53" fmla="*/ 222787 w 592223"/>
                <a:gd name="connsiteY53" fmla="*/ 92683 h 601134"/>
                <a:gd name="connsiteX54" fmla="*/ 221980 w 592223"/>
                <a:gd name="connsiteY54" fmla="*/ 78176 h 601134"/>
                <a:gd name="connsiteX55" fmla="*/ 131573 w 592223"/>
                <a:gd name="connsiteY55" fmla="*/ 0 h 601134"/>
                <a:gd name="connsiteX56" fmla="*/ 450417 w 592223"/>
                <a:gd name="connsiteY56" fmla="*/ 0 h 601134"/>
                <a:gd name="connsiteX57" fmla="*/ 581183 w 592223"/>
                <a:gd name="connsiteY57" fmla="*/ 130562 h 601134"/>
                <a:gd name="connsiteX58" fmla="*/ 581183 w 592223"/>
                <a:gd name="connsiteY58" fmla="*/ 395716 h 601134"/>
                <a:gd name="connsiteX59" fmla="*/ 489970 w 592223"/>
                <a:gd name="connsiteY59" fmla="*/ 299003 h 601134"/>
                <a:gd name="connsiteX60" fmla="*/ 495620 w 592223"/>
                <a:gd name="connsiteY60" fmla="*/ 290138 h 601134"/>
                <a:gd name="connsiteX61" fmla="*/ 484319 w 592223"/>
                <a:gd name="connsiteY61" fmla="*/ 279661 h 601134"/>
                <a:gd name="connsiteX62" fmla="*/ 290592 w 592223"/>
                <a:gd name="connsiteY62" fmla="*/ 279661 h 601134"/>
                <a:gd name="connsiteX63" fmla="*/ 280098 w 592223"/>
                <a:gd name="connsiteY63" fmla="*/ 290138 h 601134"/>
                <a:gd name="connsiteX64" fmla="*/ 290592 w 592223"/>
                <a:gd name="connsiteY64" fmla="*/ 300615 h 601134"/>
                <a:gd name="connsiteX65" fmla="*/ 384227 w 592223"/>
                <a:gd name="connsiteY65" fmla="*/ 300615 h 601134"/>
                <a:gd name="connsiteX66" fmla="*/ 290592 w 592223"/>
                <a:gd name="connsiteY66" fmla="*/ 438431 h 601134"/>
                <a:gd name="connsiteX67" fmla="*/ 291399 w 592223"/>
                <a:gd name="connsiteY67" fmla="*/ 440849 h 601134"/>
                <a:gd name="connsiteX68" fmla="*/ 290592 w 592223"/>
                <a:gd name="connsiteY68" fmla="*/ 440849 h 601134"/>
                <a:gd name="connsiteX69" fmla="*/ 293013 w 592223"/>
                <a:gd name="connsiteY69" fmla="*/ 461803 h 601134"/>
                <a:gd name="connsiteX70" fmla="*/ 396335 w 592223"/>
                <a:gd name="connsiteY70" fmla="*/ 580276 h 601134"/>
                <a:gd name="connsiteX71" fmla="*/ 131573 w 592223"/>
                <a:gd name="connsiteY71" fmla="*/ 580276 h 601134"/>
                <a:gd name="connsiteX72" fmla="*/ 0 w 592223"/>
                <a:gd name="connsiteY72" fmla="*/ 449714 h 601134"/>
                <a:gd name="connsiteX73" fmla="*/ 0 w 592223"/>
                <a:gd name="connsiteY73" fmla="*/ 130562 h 601134"/>
                <a:gd name="connsiteX74" fmla="*/ 131573 w 592223"/>
                <a:gd name="connsiteY74" fmla="*/ 0 h 601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592223" h="601134">
                  <a:moveTo>
                    <a:pt x="221980" y="389269"/>
                  </a:moveTo>
                  <a:cubicBezTo>
                    <a:pt x="217136" y="385239"/>
                    <a:pt x="210679" y="386045"/>
                    <a:pt x="206643" y="390881"/>
                  </a:cubicBezTo>
                  <a:lnTo>
                    <a:pt x="139645" y="469057"/>
                  </a:lnTo>
                  <a:lnTo>
                    <a:pt x="98478" y="438431"/>
                  </a:lnTo>
                  <a:cubicBezTo>
                    <a:pt x="93635" y="434401"/>
                    <a:pt x="87178" y="435207"/>
                    <a:pt x="83142" y="440043"/>
                  </a:cubicBezTo>
                  <a:cubicBezTo>
                    <a:pt x="79913" y="444878"/>
                    <a:pt x="80720" y="452132"/>
                    <a:pt x="85563" y="455356"/>
                  </a:cubicBezTo>
                  <a:lnTo>
                    <a:pt x="134802" y="492429"/>
                  </a:lnTo>
                  <a:cubicBezTo>
                    <a:pt x="136417" y="493235"/>
                    <a:pt x="138838" y="494041"/>
                    <a:pt x="141260" y="494041"/>
                  </a:cubicBezTo>
                  <a:cubicBezTo>
                    <a:pt x="143681" y="494041"/>
                    <a:pt x="146910" y="493235"/>
                    <a:pt x="149332" y="490817"/>
                  </a:cubicBezTo>
                  <a:lnTo>
                    <a:pt x="222787" y="404581"/>
                  </a:lnTo>
                  <a:cubicBezTo>
                    <a:pt x="226823" y="399746"/>
                    <a:pt x="226016" y="393298"/>
                    <a:pt x="221980" y="389269"/>
                  </a:cubicBezTo>
                  <a:close/>
                  <a:moveTo>
                    <a:pt x="439075" y="344088"/>
                  </a:moveTo>
                  <a:cubicBezTo>
                    <a:pt x="387420" y="344088"/>
                    <a:pt x="344643" y="385989"/>
                    <a:pt x="344643" y="438365"/>
                  </a:cubicBezTo>
                  <a:cubicBezTo>
                    <a:pt x="344643" y="490741"/>
                    <a:pt x="387420" y="532642"/>
                    <a:pt x="439075" y="532642"/>
                  </a:cubicBezTo>
                  <a:cubicBezTo>
                    <a:pt x="491537" y="532642"/>
                    <a:pt x="534313" y="490741"/>
                    <a:pt x="534313" y="438365"/>
                  </a:cubicBezTo>
                  <a:cubicBezTo>
                    <a:pt x="534313" y="385989"/>
                    <a:pt x="491537" y="344088"/>
                    <a:pt x="439075" y="344088"/>
                  </a:cubicBezTo>
                  <a:close/>
                  <a:moveTo>
                    <a:pt x="439075" y="322332"/>
                  </a:moveTo>
                  <a:cubicBezTo>
                    <a:pt x="503643" y="322332"/>
                    <a:pt x="555298" y="374708"/>
                    <a:pt x="555298" y="438365"/>
                  </a:cubicBezTo>
                  <a:cubicBezTo>
                    <a:pt x="555298" y="468179"/>
                    <a:pt x="543999" y="495576"/>
                    <a:pt x="525435" y="516527"/>
                  </a:cubicBezTo>
                  <a:lnTo>
                    <a:pt x="589197" y="583407"/>
                  </a:lnTo>
                  <a:cubicBezTo>
                    <a:pt x="593232" y="587436"/>
                    <a:pt x="593232" y="594688"/>
                    <a:pt x="589197" y="598717"/>
                  </a:cubicBezTo>
                  <a:cubicBezTo>
                    <a:pt x="586775" y="600328"/>
                    <a:pt x="584354" y="601134"/>
                    <a:pt x="581933" y="601134"/>
                  </a:cubicBezTo>
                  <a:cubicBezTo>
                    <a:pt x="578704" y="601134"/>
                    <a:pt x="576283" y="600328"/>
                    <a:pt x="573861" y="597911"/>
                  </a:cubicBezTo>
                  <a:lnTo>
                    <a:pt x="509293" y="531031"/>
                  </a:lnTo>
                  <a:cubicBezTo>
                    <a:pt x="489922" y="545535"/>
                    <a:pt x="465709" y="554399"/>
                    <a:pt x="439075" y="554399"/>
                  </a:cubicBezTo>
                  <a:cubicBezTo>
                    <a:pt x="375313" y="554399"/>
                    <a:pt x="322851" y="502022"/>
                    <a:pt x="322851" y="438365"/>
                  </a:cubicBezTo>
                  <a:cubicBezTo>
                    <a:pt x="322851" y="374708"/>
                    <a:pt x="375313" y="322332"/>
                    <a:pt x="439075" y="322332"/>
                  </a:cubicBezTo>
                  <a:close/>
                  <a:moveTo>
                    <a:pt x="221980" y="228081"/>
                  </a:moveTo>
                  <a:cubicBezTo>
                    <a:pt x="217136" y="224051"/>
                    <a:pt x="210679" y="224857"/>
                    <a:pt x="206643" y="229693"/>
                  </a:cubicBezTo>
                  <a:lnTo>
                    <a:pt x="139645" y="307869"/>
                  </a:lnTo>
                  <a:lnTo>
                    <a:pt x="98478" y="277243"/>
                  </a:lnTo>
                  <a:cubicBezTo>
                    <a:pt x="93635" y="273213"/>
                    <a:pt x="87178" y="274019"/>
                    <a:pt x="83142" y="278855"/>
                  </a:cubicBezTo>
                  <a:cubicBezTo>
                    <a:pt x="79913" y="283691"/>
                    <a:pt x="80720" y="290944"/>
                    <a:pt x="85563" y="294168"/>
                  </a:cubicBezTo>
                  <a:lnTo>
                    <a:pt x="134802" y="331241"/>
                  </a:lnTo>
                  <a:cubicBezTo>
                    <a:pt x="136417" y="332047"/>
                    <a:pt x="138838" y="332853"/>
                    <a:pt x="141260" y="332853"/>
                  </a:cubicBezTo>
                  <a:cubicBezTo>
                    <a:pt x="143681" y="332853"/>
                    <a:pt x="146910" y="332047"/>
                    <a:pt x="149332" y="329629"/>
                  </a:cubicBezTo>
                  <a:lnTo>
                    <a:pt x="222787" y="243394"/>
                  </a:lnTo>
                  <a:cubicBezTo>
                    <a:pt x="226823" y="238558"/>
                    <a:pt x="226016" y="232111"/>
                    <a:pt x="221980" y="228081"/>
                  </a:cubicBezTo>
                  <a:close/>
                  <a:moveTo>
                    <a:pt x="290592" y="128950"/>
                  </a:moveTo>
                  <a:cubicBezTo>
                    <a:pt x="284941" y="128950"/>
                    <a:pt x="280098" y="133786"/>
                    <a:pt x="280098" y="139428"/>
                  </a:cubicBezTo>
                  <a:cubicBezTo>
                    <a:pt x="280098" y="145875"/>
                    <a:pt x="284941" y="150711"/>
                    <a:pt x="290592" y="150711"/>
                  </a:cubicBezTo>
                  <a:lnTo>
                    <a:pt x="484319" y="150711"/>
                  </a:lnTo>
                  <a:cubicBezTo>
                    <a:pt x="490777" y="150711"/>
                    <a:pt x="495620" y="145875"/>
                    <a:pt x="495620" y="139428"/>
                  </a:cubicBezTo>
                  <a:cubicBezTo>
                    <a:pt x="495620" y="133786"/>
                    <a:pt x="490777" y="128950"/>
                    <a:pt x="484319" y="128950"/>
                  </a:cubicBezTo>
                  <a:close/>
                  <a:moveTo>
                    <a:pt x="221980" y="78176"/>
                  </a:moveTo>
                  <a:cubicBezTo>
                    <a:pt x="217136" y="74147"/>
                    <a:pt x="210679" y="74147"/>
                    <a:pt x="206643" y="78982"/>
                  </a:cubicBezTo>
                  <a:lnTo>
                    <a:pt x="139645" y="157158"/>
                  </a:lnTo>
                  <a:lnTo>
                    <a:pt x="98478" y="126533"/>
                  </a:lnTo>
                  <a:cubicBezTo>
                    <a:pt x="93635" y="123309"/>
                    <a:pt x="87178" y="124115"/>
                    <a:pt x="83142" y="128950"/>
                  </a:cubicBezTo>
                  <a:cubicBezTo>
                    <a:pt x="79913" y="133786"/>
                    <a:pt x="80720" y="140233"/>
                    <a:pt x="85563" y="143457"/>
                  </a:cubicBezTo>
                  <a:lnTo>
                    <a:pt x="134802" y="180530"/>
                  </a:lnTo>
                  <a:cubicBezTo>
                    <a:pt x="136417" y="182142"/>
                    <a:pt x="138838" y="182948"/>
                    <a:pt x="141260" y="182948"/>
                  </a:cubicBezTo>
                  <a:cubicBezTo>
                    <a:pt x="143681" y="182948"/>
                    <a:pt x="146910" y="181336"/>
                    <a:pt x="149332" y="178919"/>
                  </a:cubicBezTo>
                  <a:lnTo>
                    <a:pt x="222787" y="92683"/>
                  </a:lnTo>
                  <a:cubicBezTo>
                    <a:pt x="226823" y="88653"/>
                    <a:pt x="226016" y="81400"/>
                    <a:pt x="221980" y="78176"/>
                  </a:cubicBezTo>
                  <a:close/>
                  <a:moveTo>
                    <a:pt x="131573" y="0"/>
                  </a:moveTo>
                  <a:lnTo>
                    <a:pt x="450417" y="0"/>
                  </a:lnTo>
                  <a:cubicBezTo>
                    <a:pt x="523065" y="0"/>
                    <a:pt x="581183" y="58834"/>
                    <a:pt x="581183" y="130562"/>
                  </a:cubicBezTo>
                  <a:lnTo>
                    <a:pt x="581183" y="395716"/>
                  </a:lnTo>
                  <a:cubicBezTo>
                    <a:pt x="568268" y="350584"/>
                    <a:pt x="533558" y="315122"/>
                    <a:pt x="489970" y="299003"/>
                  </a:cubicBezTo>
                  <a:cubicBezTo>
                    <a:pt x="493198" y="297392"/>
                    <a:pt x="495620" y="294168"/>
                    <a:pt x="495620" y="290138"/>
                  </a:cubicBezTo>
                  <a:cubicBezTo>
                    <a:pt x="495620" y="284497"/>
                    <a:pt x="490777" y="279661"/>
                    <a:pt x="484319" y="279661"/>
                  </a:cubicBezTo>
                  <a:lnTo>
                    <a:pt x="290592" y="279661"/>
                  </a:lnTo>
                  <a:cubicBezTo>
                    <a:pt x="284941" y="279661"/>
                    <a:pt x="280098" y="284497"/>
                    <a:pt x="280098" y="290138"/>
                  </a:cubicBezTo>
                  <a:cubicBezTo>
                    <a:pt x="280098" y="295780"/>
                    <a:pt x="284941" y="300615"/>
                    <a:pt x="290592" y="300615"/>
                  </a:cubicBezTo>
                  <a:lnTo>
                    <a:pt x="384227" y="300615"/>
                  </a:lnTo>
                  <a:cubicBezTo>
                    <a:pt x="329337" y="323182"/>
                    <a:pt x="290592" y="376374"/>
                    <a:pt x="290592" y="438431"/>
                  </a:cubicBezTo>
                  <a:cubicBezTo>
                    <a:pt x="290592" y="439237"/>
                    <a:pt x="291399" y="440043"/>
                    <a:pt x="291399" y="440849"/>
                  </a:cubicBezTo>
                  <a:lnTo>
                    <a:pt x="290592" y="440849"/>
                  </a:lnTo>
                  <a:cubicBezTo>
                    <a:pt x="290592" y="448908"/>
                    <a:pt x="293013" y="461803"/>
                    <a:pt x="293013" y="461803"/>
                  </a:cubicBezTo>
                  <a:cubicBezTo>
                    <a:pt x="301892" y="518219"/>
                    <a:pt x="343059" y="564157"/>
                    <a:pt x="396335" y="580276"/>
                  </a:cubicBezTo>
                  <a:lnTo>
                    <a:pt x="131573" y="580276"/>
                  </a:lnTo>
                  <a:cubicBezTo>
                    <a:pt x="58926" y="580276"/>
                    <a:pt x="0" y="521443"/>
                    <a:pt x="0" y="449714"/>
                  </a:cubicBezTo>
                  <a:lnTo>
                    <a:pt x="0" y="130562"/>
                  </a:lnTo>
                  <a:cubicBezTo>
                    <a:pt x="0" y="58834"/>
                    <a:pt x="58926" y="0"/>
                    <a:pt x="13157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išľiḍê"/>
            <p:cNvSpPr/>
            <p:nvPr/>
          </p:nvSpPr>
          <p:spPr>
            <a:xfrm>
              <a:off x="1804988" y="1800450"/>
              <a:ext cx="1028700" cy="1028700"/>
            </a:xfrm>
            <a:prstGeom prst="round2SameRect">
              <a:avLst>
                <a:gd name="adj1" fmla="val 0"/>
                <a:gd name="adj2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iṥļídê"/>
            <p:cNvSpPr/>
            <p:nvPr/>
          </p:nvSpPr>
          <p:spPr bwMode="auto">
            <a:xfrm>
              <a:off x="2106852" y="2098616"/>
              <a:ext cx="424971" cy="431365"/>
            </a:xfrm>
            <a:custGeom>
              <a:avLst/>
              <a:gdLst>
                <a:gd name="connsiteX0" fmla="*/ 221980 w 592223"/>
                <a:gd name="connsiteY0" fmla="*/ 389269 h 601134"/>
                <a:gd name="connsiteX1" fmla="*/ 206643 w 592223"/>
                <a:gd name="connsiteY1" fmla="*/ 390881 h 601134"/>
                <a:gd name="connsiteX2" fmla="*/ 139645 w 592223"/>
                <a:gd name="connsiteY2" fmla="*/ 469057 h 601134"/>
                <a:gd name="connsiteX3" fmla="*/ 98478 w 592223"/>
                <a:gd name="connsiteY3" fmla="*/ 438431 h 601134"/>
                <a:gd name="connsiteX4" fmla="*/ 83142 w 592223"/>
                <a:gd name="connsiteY4" fmla="*/ 440043 h 601134"/>
                <a:gd name="connsiteX5" fmla="*/ 85563 w 592223"/>
                <a:gd name="connsiteY5" fmla="*/ 455356 h 601134"/>
                <a:gd name="connsiteX6" fmla="*/ 134802 w 592223"/>
                <a:gd name="connsiteY6" fmla="*/ 492429 h 601134"/>
                <a:gd name="connsiteX7" fmla="*/ 141260 w 592223"/>
                <a:gd name="connsiteY7" fmla="*/ 494041 h 601134"/>
                <a:gd name="connsiteX8" fmla="*/ 149332 w 592223"/>
                <a:gd name="connsiteY8" fmla="*/ 490817 h 601134"/>
                <a:gd name="connsiteX9" fmla="*/ 222787 w 592223"/>
                <a:gd name="connsiteY9" fmla="*/ 404581 h 601134"/>
                <a:gd name="connsiteX10" fmla="*/ 221980 w 592223"/>
                <a:gd name="connsiteY10" fmla="*/ 389269 h 601134"/>
                <a:gd name="connsiteX11" fmla="*/ 439075 w 592223"/>
                <a:gd name="connsiteY11" fmla="*/ 344088 h 601134"/>
                <a:gd name="connsiteX12" fmla="*/ 344643 w 592223"/>
                <a:gd name="connsiteY12" fmla="*/ 438365 h 601134"/>
                <a:gd name="connsiteX13" fmla="*/ 439075 w 592223"/>
                <a:gd name="connsiteY13" fmla="*/ 532642 h 601134"/>
                <a:gd name="connsiteX14" fmla="*/ 534313 w 592223"/>
                <a:gd name="connsiteY14" fmla="*/ 438365 h 601134"/>
                <a:gd name="connsiteX15" fmla="*/ 439075 w 592223"/>
                <a:gd name="connsiteY15" fmla="*/ 344088 h 601134"/>
                <a:gd name="connsiteX16" fmla="*/ 439075 w 592223"/>
                <a:gd name="connsiteY16" fmla="*/ 322332 h 601134"/>
                <a:gd name="connsiteX17" fmla="*/ 555298 w 592223"/>
                <a:gd name="connsiteY17" fmla="*/ 438365 h 601134"/>
                <a:gd name="connsiteX18" fmla="*/ 525435 w 592223"/>
                <a:gd name="connsiteY18" fmla="*/ 516527 h 601134"/>
                <a:gd name="connsiteX19" fmla="*/ 589197 w 592223"/>
                <a:gd name="connsiteY19" fmla="*/ 583407 h 601134"/>
                <a:gd name="connsiteX20" fmla="*/ 589197 w 592223"/>
                <a:gd name="connsiteY20" fmla="*/ 598717 h 601134"/>
                <a:gd name="connsiteX21" fmla="*/ 581933 w 592223"/>
                <a:gd name="connsiteY21" fmla="*/ 601134 h 601134"/>
                <a:gd name="connsiteX22" fmla="*/ 573861 w 592223"/>
                <a:gd name="connsiteY22" fmla="*/ 597911 h 601134"/>
                <a:gd name="connsiteX23" fmla="*/ 509293 w 592223"/>
                <a:gd name="connsiteY23" fmla="*/ 531031 h 601134"/>
                <a:gd name="connsiteX24" fmla="*/ 439075 w 592223"/>
                <a:gd name="connsiteY24" fmla="*/ 554399 h 601134"/>
                <a:gd name="connsiteX25" fmla="*/ 322851 w 592223"/>
                <a:gd name="connsiteY25" fmla="*/ 438365 h 601134"/>
                <a:gd name="connsiteX26" fmla="*/ 439075 w 592223"/>
                <a:gd name="connsiteY26" fmla="*/ 322332 h 601134"/>
                <a:gd name="connsiteX27" fmla="*/ 221980 w 592223"/>
                <a:gd name="connsiteY27" fmla="*/ 228081 h 601134"/>
                <a:gd name="connsiteX28" fmla="*/ 206643 w 592223"/>
                <a:gd name="connsiteY28" fmla="*/ 229693 h 601134"/>
                <a:gd name="connsiteX29" fmla="*/ 139645 w 592223"/>
                <a:gd name="connsiteY29" fmla="*/ 307869 h 601134"/>
                <a:gd name="connsiteX30" fmla="*/ 98478 w 592223"/>
                <a:gd name="connsiteY30" fmla="*/ 277243 h 601134"/>
                <a:gd name="connsiteX31" fmla="*/ 83142 w 592223"/>
                <a:gd name="connsiteY31" fmla="*/ 278855 h 601134"/>
                <a:gd name="connsiteX32" fmla="*/ 85563 w 592223"/>
                <a:gd name="connsiteY32" fmla="*/ 294168 h 601134"/>
                <a:gd name="connsiteX33" fmla="*/ 134802 w 592223"/>
                <a:gd name="connsiteY33" fmla="*/ 331241 h 601134"/>
                <a:gd name="connsiteX34" fmla="*/ 141260 w 592223"/>
                <a:gd name="connsiteY34" fmla="*/ 332853 h 601134"/>
                <a:gd name="connsiteX35" fmla="*/ 149332 w 592223"/>
                <a:gd name="connsiteY35" fmla="*/ 329629 h 601134"/>
                <a:gd name="connsiteX36" fmla="*/ 222787 w 592223"/>
                <a:gd name="connsiteY36" fmla="*/ 243394 h 601134"/>
                <a:gd name="connsiteX37" fmla="*/ 221980 w 592223"/>
                <a:gd name="connsiteY37" fmla="*/ 228081 h 601134"/>
                <a:gd name="connsiteX38" fmla="*/ 290592 w 592223"/>
                <a:gd name="connsiteY38" fmla="*/ 128950 h 601134"/>
                <a:gd name="connsiteX39" fmla="*/ 280098 w 592223"/>
                <a:gd name="connsiteY39" fmla="*/ 139428 h 601134"/>
                <a:gd name="connsiteX40" fmla="*/ 290592 w 592223"/>
                <a:gd name="connsiteY40" fmla="*/ 150711 h 601134"/>
                <a:gd name="connsiteX41" fmla="*/ 484319 w 592223"/>
                <a:gd name="connsiteY41" fmla="*/ 150711 h 601134"/>
                <a:gd name="connsiteX42" fmla="*/ 495620 w 592223"/>
                <a:gd name="connsiteY42" fmla="*/ 139428 h 601134"/>
                <a:gd name="connsiteX43" fmla="*/ 484319 w 592223"/>
                <a:gd name="connsiteY43" fmla="*/ 128950 h 601134"/>
                <a:gd name="connsiteX44" fmla="*/ 221980 w 592223"/>
                <a:gd name="connsiteY44" fmla="*/ 78176 h 601134"/>
                <a:gd name="connsiteX45" fmla="*/ 206643 w 592223"/>
                <a:gd name="connsiteY45" fmla="*/ 78982 h 601134"/>
                <a:gd name="connsiteX46" fmla="*/ 139645 w 592223"/>
                <a:gd name="connsiteY46" fmla="*/ 157158 h 601134"/>
                <a:gd name="connsiteX47" fmla="*/ 98478 w 592223"/>
                <a:gd name="connsiteY47" fmla="*/ 126533 h 601134"/>
                <a:gd name="connsiteX48" fmla="*/ 83142 w 592223"/>
                <a:gd name="connsiteY48" fmla="*/ 128950 h 601134"/>
                <a:gd name="connsiteX49" fmla="*/ 85563 w 592223"/>
                <a:gd name="connsiteY49" fmla="*/ 143457 h 601134"/>
                <a:gd name="connsiteX50" fmla="*/ 134802 w 592223"/>
                <a:gd name="connsiteY50" fmla="*/ 180530 h 601134"/>
                <a:gd name="connsiteX51" fmla="*/ 141260 w 592223"/>
                <a:gd name="connsiteY51" fmla="*/ 182948 h 601134"/>
                <a:gd name="connsiteX52" fmla="*/ 149332 w 592223"/>
                <a:gd name="connsiteY52" fmla="*/ 178919 h 601134"/>
                <a:gd name="connsiteX53" fmla="*/ 222787 w 592223"/>
                <a:gd name="connsiteY53" fmla="*/ 92683 h 601134"/>
                <a:gd name="connsiteX54" fmla="*/ 221980 w 592223"/>
                <a:gd name="connsiteY54" fmla="*/ 78176 h 601134"/>
                <a:gd name="connsiteX55" fmla="*/ 131573 w 592223"/>
                <a:gd name="connsiteY55" fmla="*/ 0 h 601134"/>
                <a:gd name="connsiteX56" fmla="*/ 450417 w 592223"/>
                <a:gd name="connsiteY56" fmla="*/ 0 h 601134"/>
                <a:gd name="connsiteX57" fmla="*/ 581183 w 592223"/>
                <a:gd name="connsiteY57" fmla="*/ 130562 h 601134"/>
                <a:gd name="connsiteX58" fmla="*/ 581183 w 592223"/>
                <a:gd name="connsiteY58" fmla="*/ 395716 h 601134"/>
                <a:gd name="connsiteX59" fmla="*/ 489970 w 592223"/>
                <a:gd name="connsiteY59" fmla="*/ 299003 h 601134"/>
                <a:gd name="connsiteX60" fmla="*/ 495620 w 592223"/>
                <a:gd name="connsiteY60" fmla="*/ 290138 h 601134"/>
                <a:gd name="connsiteX61" fmla="*/ 484319 w 592223"/>
                <a:gd name="connsiteY61" fmla="*/ 279661 h 601134"/>
                <a:gd name="connsiteX62" fmla="*/ 290592 w 592223"/>
                <a:gd name="connsiteY62" fmla="*/ 279661 h 601134"/>
                <a:gd name="connsiteX63" fmla="*/ 280098 w 592223"/>
                <a:gd name="connsiteY63" fmla="*/ 290138 h 601134"/>
                <a:gd name="connsiteX64" fmla="*/ 290592 w 592223"/>
                <a:gd name="connsiteY64" fmla="*/ 300615 h 601134"/>
                <a:gd name="connsiteX65" fmla="*/ 384227 w 592223"/>
                <a:gd name="connsiteY65" fmla="*/ 300615 h 601134"/>
                <a:gd name="connsiteX66" fmla="*/ 290592 w 592223"/>
                <a:gd name="connsiteY66" fmla="*/ 438431 h 601134"/>
                <a:gd name="connsiteX67" fmla="*/ 291399 w 592223"/>
                <a:gd name="connsiteY67" fmla="*/ 440849 h 601134"/>
                <a:gd name="connsiteX68" fmla="*/ 290592 w 592223"/>
                <a:gd name="connsiteY68" fmla="*/ 440849 h 601134"/>
                <a:gd name="connsiteX69" fmla="*/ 293013 w 592223"/>
                <a:gd name="connsiteY69" fmla="*/ 461803 h 601134"/>
                <a:gd name="connsiteX70" fmla="*/ 396335 w 592223"/>
                <a:gd name="connsiteY70" fmla="*/ 580276 h 601134"/>
                <a:gd name="connsiteX71" fmla="*/ 131573 w 592223"/>
                <a:gd name="connsiteY71" fmla="*/ 580276 h 601134"/>
                <a:gd name="connsiteX72" fmla="*/ 0 w 592223"/>
                <a:gd name="connsiteY72" fmla="*/ 449714 h 601134"/>
                <a:gd name="connsiteX73" fmla="*/ 0 w 592223"/>
                <a:gd name="connsiteY73" fmla="*/ 130562 h 601134"/>
                <a:gd name="connsiteX74" fmla="*/ 131573 w 592223"/>
                <a:gd name="connsiteY74" fmla="*/ 0 h 601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592223" h="601134">
                  <a:moveTo>
                    <a:pt x="221980" y="389269"/>
                  </a:moveTo>
                  <a:cubicBezTo>
                    <a:pt x="217136" y="385239"/>
                    <a:pt x="210679" y="386045"/>
                    <a:pt x="206643" y="390881"/>
                  </a:cubicBezTo>
                  <a:lnTo>
                    <a:pt x="139645" y="469057"/>
                  </a:lnTo>
                  <a:lnTo>
                    <a:pt x="98478" y="438431"/>
                  </a:lnTo>
                  <a:cubicBezTo>
                    <a:pt x="93635" y="434401"/>
                    <a:pt x="87178" y="435207"/>
                    <a:pt x="83142" y="440043"/>
                  </a:cubicBezTo>
                  <a:cubicBezTo>
                    <a:pt x="79913" y="444878"/>
                    <a:pt x="80720" y="452132"/>
                    <a:pt x="85563" y="455356"/>
                  </a:cubicBezTo>
                  <a:lnTo>
                    <a:pt x="134802" y="492429"/>
                  </a:lnTo>
                  <a:cubicBezTo>
                    <a:pt x="136417" y="493235"/>
                    <a:pt x="138838" y="494041"/>
                    <a:pt x="141260" y="494041"/>
                  </a:cubicBezTo>
                  <a:cubicBezTo>
                    <a:pt x="143681" y="494041"/>
                    <a:pt x="146910" y="493235"/>
                    <a:pt x="149332" y="490817"/>
                  </a:cubicBezTo>
                  <a:lnTo>
                    <a:pt x="222787" y="404581"/>
                  </a:lnTo>
                  <a:cubicBezTo>
                    <a:pt x="226823" y="399746"/>
                    <a:pt x="226016" y="393298"/>
                    <a:pt x="221980" y="389269"/>
                  </a:cubicBezTo>
                  <a:close/>
                  <a:moveTo>
                    <a:pt x="439075" y="344088"/>
                  </a:moveTo>
                  <a:cubicBezTo>
                    <a:pt x="387420" y="344088"/>
                    <a:pt x="344643" y="385989"/>
                    <a:pt x="344643" y="438365"/>
                  </a:cubicBezTo>
                  <a:cubicBezTo>
                    <a:pt x="344643" y="490741"/>
                    <a:pt x="387420" y="532642"/>
                    <a:pt x="439075" y="532642"/>
                  </a:cubicBezTo>
                  <a:cubicBezTo>
                    <a:pt x="491537" y="532642"/>
                    <a:pt x="534313" y="490741"/>
                    <a:pt x="534313" y="438365"/>
                  </a:cubicBezTo>
                  <a:cubicBezTo>
                    <a:pt x="534313" y="385989"/>
                    <a:pt x="491537" y="344088"/>
                    <a:pt x="439075" y="344088"/>
                  </a:cubicBezTo>
                  <a:close/>
                  <a:moveTo>
                    <a:pt x="439075" y="322332"/>
                  </a:moveTo>
                  <a:cubicBezTo>
                    <a:pt x="503643" y="322332"/>
                    <a:pt x="555298" y="374708"/>
                    <a:pt x="555298" y="438365"/>
                  </a:cubicBezTo>
                  <a:cubicBezTo>
                    <a:pt x="555298" y="468179"/>
                    <a:pt x="543999" y="495576"/>
                    <a:pt x="525435" y="516527"/>
                  </a:cubicBezTo>
                  <a:lnTo>
                    <a:pt x="589197" y="583407"/>
                  </a:lnTo>
                  <a:cubicBezTo>
                    <a:pt x="593232" y="587436"/>
                    <a:pt x="593232" y="594688"/>
                    <a:pt x="589197" y="598717"/>
                  </a:cubicBezTo>
                  <a:cubicBezTo>
                    <a:pt x="586775" y="600328"/>
                    <a:pt x="584354" y="601134"/>
                    <a:pt x="581933" y="601134"/>
                  </a:cubicBezTo>
                  <a:cubicBezTo>
                    <a:pt x="578704" y="601134"/>
                    <a:pt x="576283" y="600328"/>
                    <a:pt x="573861" y="597911"/>
                  </a:cubicBezTo>
                  <a:lnTo>
                    <a:pt x="509293" y="531031"/>
                  </a:lnTo>
                  <a:cubicBezTo>
                    <a:pt x="489922" y="545535"/>
                    <a:pt x="465709" y="554399"/>
                    <a:pt x="439075" y="554399"/>
                  </a:cubicBezTo>
                  <a:cubicBezTo>
                    <a:pt x="375313" y="554399"/>
                    <a:pt x="322851" y="502022"/>
                    <a:pt x="322851" y="438365"/>
                  </a:cubicBezTo>
                  <a:cubicBezTo>
                    <a:pt x="322851" y="374708"/>
                    <a:pt x="375313" y="322332"/>
                    <a:pt x="439075" y="322332"/>
                  </a:cubicBezTo>
                  <a:close/>
                  <a:moveTo>
                    <a:pt x="221980" y="228081"/>
                  </a:moveTo>
                  <a:cubicBezTo>
                    <a:pt x="217136" y="224051"/>
                    <a:pt x="210679" y="224857"/>
                    <a:pt x="206643" y="229693"/>
                  </a:cubicBezTo>
                  <a:lnTo>
                    <a:pt x="139645" y="307869"/>
                  </a:lnTo>
                  <a:lnTo>
                    <a:pt x="98478" y="277243"/>
                  </a:lnTo>
                  <a:cubicBezTo>
                    <a:pt x="93635" y="273213"/>
                    <a:pt x="87178" y="274019"/>
                    <a:pt x="83142" y="278855"/>
                  </a:cubicBezTo>
                  <a:cubicBezTo>
                    <a:pt x="79913" y="283691"/>
                    <a:pt x="80720" y="290944"/>
                    <a:pt x="85563" y="294168"/>
                  </a:cubicBezTo>
                  <a:lnTo>
                    <a:pt x="134802" y="331241"/>
                  </a:lnTo>
                  <a:cubicBezTo>
                    <a:pt x="136417" y="332047"/>
                    <a:pt x="138838" y="332853"/>
                    <a:pt x="141260" y="332853"/>
                  </a:cubicBezTo>
                  <a:cubicBezTo>
                    <a:pt x="143681" y="332853"/>
                    <a:pt x="146910" y="332047"/>
                    <a:pt x="149332" y="329629"/>
                  </a:cubicBezTo>
                  <a:lnTo>
                    <a:pt x="222787" y="243394"/>
                  </a:lnTo>
                  <a:cubicBezTo>
                    <a:pt x="226823" y="238558"/>
                    <a:pt x="226016" y="232111"/>
                    <a:pt x="221980" y="228081"/>
                  </a:cubicBezTo>
                  <a:close/>
                  <a:moveTo>
                    <a:pt x="290592" y="128950"/>
                  </a:moveTo>
                  <a:cubicBezTo>
                    <a:pt x="284941" y="128950"/>
                    <a:pt x="280098" y="133786"/>
                    <a:pt x="280098" y="139428"/>
                  </a:cubicBezTo>
                  <a:cubicBezTo>
                    <a:pt x="280098" y="145875"/>
                    <a:pt x="284941" y="150711"/>
                    <a:pt x="290592" y="150711"/>
                  </a:cubicBezTo>
                  <a:lnTo>
                    <a:pt x="484319" y="150711"/>
                  </a:lnTo>
                  <a:cubicBezTo>
                    <a:pt x="490777" y="150711"/>
                    <a:pt x="495620" y="145875"/>
                    <a:pt x="495620" y="139428"/>
                  </a:cubicBezTo>
                  <a:cubicBezTo>
                    <a:pt x="495620" y="133786"/>
                    <a:pt x="490777" y="128950"/>
                    <a:pt x="484319" y="128950"/>
                  </a:cubicBezTo>
                  <a:close/>
                  <a:moveTo>
                    <a:pt x="221980" y="78176"/>
                  </a:moveTo>
                  <a:cubicBezTo>
                    <a:pt x="217136" y="74147"/>
                    <a:pt x="210679" y="74147"/>
                    <a:pt x="206643" y="78982"/>
                  </a:cubicBezTo>
                  <a:lnTo>
                    <a:pt x="139645" y="157158"/>
                  </a:lnTo>
                  <a:lnTo>
                    <a:pt x="98478" y="126533"/>
                  </a:lnTo>
                  <a:cubicBezTo>
                    <a:pt x="93635" y="123309"/>
                    <a:pt x="87178" y="124115"/>
                    <a:pt x="83142" y="128950"/>
                  </a:cubicBezTo>
                  <a:cubicBezTo>
                    <a:pt x="79913" y="133786"/>
                    <a:pt x="80720" y="140233"/>
                    <a:pt x="85563" y="143457"/>
                  </a:cubicBezTo>
                  <a:lnTo>
                    <a:pt x="134802" y="180530"/>
                  </a:lnTo>
                  <a:cubicBezTo>
                    <a:pt x="136417" y="182142"/>
                    <a:pt x="138838" y="182948"/>
                    <a:pt x="141260" y="182948"/>
                  </a:cubicBezTo>
                  <a:cubicBezTo>
                    <a:pt x="143681" y="182948"/>
                    <a:pt x="146910" y="181336"/>
                    <a:pt x="149332" y="178919"/>
                  </a:cubicBezTo>
                  <a:lnTo>
                    <a:pt x="222787" y="92683"/>
                  </a:lnTo>
                  <a:cubicBezTo>
                    <a:pt x="226823" y="88653"/>
                    <a:pt x="226016" y="81400"/>
                    <a:pt x="221980" y="78176"/>
                  </a:cubicBezTo>
                  <a:close/>
                  <a:moveTo>
                    <a:pt x="131573" y="0"/>
                  </a:moveTo>
                  <a:lnTo>
                    <a:pt x="450417" y="0"/>
                  </a:lnTo>
                  <a:cubicBezTo>
                    <a:pt x="523065" y="0"/>
                    <a:pt x="581183" y="58834"/>
                    <a:pt x="581183" y="130562"/>
                  </a:cubicBezTo>
                  <a:lnTo>
                    <a:pt x="581183" y="395716"/>
                  </a:lnTo>
                  <a:cubicBezTo>
                    <a:pt x="568268" y="350584"/>
                    <a:pt x="533558" y="315122"/>
                    <a:pt x="489970" y="299003"/>
                  </a:cubicBezTo>
                  <a:cubicBezTo>
                    <a:pt x="493198" y="297392"/>
                    <a:pt x="495620" y="294168"/>
                    <a:pt x="495620" y="290138"/>
                  </a:cubicBezTo>
                  <a:cubicBezTo>
                    <a:pt x="495620" y="284497"/>
                    <a:pt x="490777" y="279661"/>
                    <a:pt x="484319" y="279661"/>
                  </a:cubicBezTo>
                  <a:lnTo>
                    <a:pt x="290592" y="279661"/>
                  </a:lnTo>
                  <a:cubicBezTo>
                    <a:pt x="284941" y="279661"/>
                    <a:pt x="280098" y="284497"/>
                    <a:pt x="280098" y="290138"/>
                  </a:cubicBezTo>
                  <a:cubicBezTo>
                    <a:pt x="280098" y="295780"/>
                    <a:pt x="284941" y="300615"/>
                    <a:pt x="290592" y="300615"/>
                  </a:cubicBezTo>
                  <a:lnTo>
                    <a:pt x="384227" y="300615"/>
                  </a:lnTo>
                  <a:cubicBezTo>
                    <a:pt x="329337" y="323182"/>
                    <a:pt x="290592" y="376374"/>
                    <a:pt x="290592" y="438431"/>
                  </a:cubicBezTo>
                  <a:cubicBezTo>
                    <a:pt x="290592" y="439237"/>
                    <a:pt x="291399" y="440043"/>
                    <a:pt x="291399" y="440849"/>
                  </a:cubicBezTo>
                  <a:lnTo>
                    <a:pt x="290592" y="440849"/>
                  </a:lnTo>
                  <a:cubicBezTo>
                    <a:pt x="290592" y="448908"/>
                    <a:pt x="293013" y="461803"/>
                    <a:pt x="293013" y="461803"/>
                  </a:cubicBezTo>
                  <a:cubicBezTo>
                    <a:pt x="301892" y="518219"/>
                    <a:pt x="343059" y="564157"/>
                    <a:pt x="396335" y="580276"/>
                  </a:cubicBezTo>
                  <a:lnTo>
                    <a:pt x="131573" y="580276"/>
                  </a:lnTo>
                  <a:cubicBezTo>
                    <a:pt x="58926" y="580276"/>
                    <a:pt x="0" y="521443"/>
                    <a:pt x="0" y="449714"/>
                  </a:cubicBezTo>
                  <a:lnTo>
                    <a:pt x="0" y="130562"/>
                  </a:lnTo>
                  <a:cubicBezTo>
                    <a:pt x="0" y="58834"/>
                    <a:pt x="58926" y="0"/>
                    <a:pt x="13157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iṡlîḍè"/>
            <p:cNvSpPr/>
            <p:nvPr/>
          </p:nvSpPr>
          <p:spPr bwMode="auto">
            <a:xfrm>
              <a:off x="4162426" y="2547578"/>
              <a:ext cx="3867150" cy="2019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Unified fonts make reading more fluent. Theme color makes PPT more convenient to change. Adjust the spacing to adapt to Chinese typesetting, use the reference line in PPT.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ïṩļïḓé"/>
            <p:cNvSpPr/>
            <p:nvPr/>
          </p:nvSpPr>
          <p:spPr bwMode="auto">
            <a:xfrm>
              <a:off x="829901" y="2931937"/>
              <a:ext cx="3175722" cy="2019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Unified fonts make reading more fluent. Theme color makes PPT more convenient to change. Adjust the spacing to adapt to Chinese typesetting, use the reference line in PPT.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iṥ1ïḍe"/>
            <p:cNvSpPr/>
            <p:nvPr/>
          </p:nvSpPr>
          <p:spPr bwMode="auto">
            <a:xfrm>
              <a:off x="8186377" y="2931937"/>
              <a:ext cx="3175722" cy="20195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Unified fonts make reading more fluent. Theme color makes PPT more convenient to change. Adjust the spacing to adapt to Chinese typesetting, use the reference line in PPT.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D374A"/>
                </a:buClr>
                <a:buSzPct val="150000"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1" name="图片 20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25614a77-0ddb-4449-a9ba-0f861133a66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099" y="1256408"/>
            <a:ext cx="10847389" cy="4751584"/>
            <a:chOff x="673099" y="1256408"/>
            <a:chExt cx="10847389" cy="4751584"/>
          </a:xfrm>
        </p:grpSpPr>
        <p:sp>
          <p:nvSpPr>
            <p:cNvPr id="6" name="is1iḋê"/>
            <p:cNvSpPr/>
            <p:nvPr/>
          </p:nvSpPr>
          <p:spPr bwMode="auto">
            <a:xfrm>
              <a:off x="6892297" y="4688413"/>
              <a:ext cx="1322336" cy="1319579"/>
            </a:xfrm>
            <a:custGeom>
              <a:avLst/>
              <a:gdLst>
                <a:gd name="T0" fmla="*/ 259 w 453"/>
                <a:gd name="T1" fmla="*/ 452 h 452"/>
                <a:gd name="T2" fmla="*/ 269 w 453"/>
                <a:gd name="T3" fmla="*/ 393 h 452"/>
                <a:gd name="T4" fmla="*/ 314 w 453"/>
                <a:gd name="T5" fmla="*/ 374 h 452"/>
                <a:gd name="T6" fmla="*/ 363 w 453"/>
                <a:gd name="T7" fmla="*/ 409 h 452"/>
                <a:gd name="T8" fmla="*/ 409 w 453"/>
                <a:gd name="T9" fmla="*/ 363 h 452"/>
                <a:gd name="T10" fmla="*/ 375 w 453"/>
                <a:gd name="T11" fmla="*/ 313 h 452"/>
                <a:gd name="T12" fmla="*/ 393 w 453"/>
                <a:gd name="T13" fmla="*/ 269 h 452"/>
                <a:gd name="T14" fmla="*/ 453 w 453"/>
                <a:gd name="T15" fmla="*/ 258 h 452"/>
                <a:gd name="T16" fmla="*/ 452 w 453"/>
                <a:gd name="T17" fmla="*/ 193 h 452"/>
                <a:gd name="T18" fmla="*/ 393 w 453"/>
                <a:gd name="T19" fmla="*/ 183 h 452"/>
                <a:gd name="T20" fmla="*/ 391 w 453"/>
                <a:gd name="T21" fmla="*/ 178 h 452"/>
                <a:gd name="T22" fmla="*/ 391 w 453"/>
                <a:gd name="T23" fmla="*/ 178 h 452"/>
                <a:gd name="T24" fmla="*/ 384 w 453"/>
                <a:gd name="T25" fmla="*/ 161 h 452"/>
                <a:gd name="T26" fmla="*/ 381 w 453"/>
                <a:gd name="T27" fmla="*/ 152 h 452"/>
                <a:gd name="T28" fmla="*/ 381 w 453"/>
                <a:gd name="T29" fmla="*/ 152 h 452"/>
                <a:gd name="T30" fmla="*/ 375 w 453"/>
                <a:gd name="T31" fmla="*/ 139 h 452"/>
                <a:gd name="T32" fmla="*/ 409 w 453"/>
                <a:gd name="T33" fmla="*/ 89 h 452"/>
                <a:gd name="T34" fmla="*/ 363 w 453"/>
                <a:gd name="T35" fmla="*/ 43 h 452"/>
                <a:gd name="T36" fmla="*/ 314 w 453"/>
                <a:gd name="T37" fmla="*/ 78 h 452"/>
                <a:gd name="T38" fmla="*/ 269 w 453"/>
                <a:gd name="T39" fmla="*/ 59 h 452"/>
                <a:gd name="T40" fmla="*/ 259 w 453"/>
                <a:gd name="T41" fmla="*/ 0 h 452"/>
                <a:gd name="T42" fmla="*/ 194 w 453"/>
                <a:gd name="T43" fmla="*/ 0 h 452"/>
                <a:gd name="T44" fmla="*/ 183 w 453"/>
                <a:gd name="T45" fmla="*/ 59 h 452"/>
                <a:gd name="T46" fmla="*/ 139 w 453"/>
                <a:gd name="T47" fmla="*/ 78 h 452"/>
                <a:gd name="T48" fmla="*/ 90 w 453"/>
                <a:gd name="T49" fmla="*/ 43 h 452"/>
                <a:gd name="T50" fmla="*/ 43 w 453"/>
                <a:gd name="T51" fmla="*/ 89 h 452"/>
                <a:gd name="T52" fmla="*/ 78 w 453"/>
                <a:gd name="T53" fmla="*/ 139 h 452"/>
                <a:gd name="T54" fmla="*/ 59 w 453"/>
                <a:gd name="T55" fmla="*/ 183 h 452"/>
                <a:gd name="T56" fmla="*/ 0 w 453"/>
                <a:gd name="T57" fmla="*/ 193 h 452"/>
                <a:gd name="T58" fmla="*/ 0 w 453"/>
                <a:gd name="T59" fmla="*/ 259 h 452"/>
                <a:gd name="T60" fmla="*/ 60 w 453"/>
                <a:gd name="T61" fmla="*/ 269 h 452"/>
                <a:gd name="T62" fmla="*/ 78 w 453"/>
                <a:gd name="T63" fmla="*/ 314 h 452"/>
                <a:gd name="T64" fmla="*/ 44 w 453"/>
                <a:gd name="T65" fmla="*/ 363 h 452"/>
                <a:gd name="T66" fmla="*/ 90 w 453"/>
                <a:gd name="T67" fmla="*/ 409 h 452"/>
                <a:gd name="T68" fmla="*/ 139 w 453"/>
                <a:gd name="T69" fmla="*/ 374 h 452"/>
                <a:gd name="T70" fmla="*/ 184 w 453"/>
                <a:gd name="T71" fmla="*/ 393 h 452"/>
                <a:gd name="T72" fmla="*/ 194 w 453"/>
                <a:gd name="T73" fmla="*/ 452 h 452"/>
                <a:gd name="T74" fmla="*/ 259 w 453"/>
                <a:gd name="T75" fmla="*/ 452 h 452"/>
                <a:gd name="T76" fmla="*/ 346 w 453"/>
                <a:gd name="T77" fmla="*/ 210 h 452"/>
                <a:gd name="T78" fmla="*/ 243 w 453"/>
                <a:gd name="T79" fmla="*/ 346 h 452"/>
                <a:gd name="T80" fmla="*/ 106 w 453"/>
                <a:gd name="T81" fmla="*/ 242 h 452"/>
                <a:gd name="T82" fmla="*/ 210 w 453"/>
                <a:gd name="T83" fmla="*/ 106 h 452"/>
                <a:gd name="T84" fmla="*/ 266 w 453"/>
                <a:gd name="T85" fmla="*/ 111 h 452"/>
                <a:gd name="T86" fmla="*/ 266 w 453"/>
                <a:gd name="T87" fmla="*/ 111 h 452"/>
                <a:gd name="T88" fmla="*/ 312 w 453"/>
                <a:gd name="T89" fmla="*/ 140 h 452"/>
                <a:gd name="T90" fmla="*/ 331 w 453"/>
                <a:gd name="T91" fmla="*/ 165 h 452"/>
                <a:gd name="T92" fmla="*/ 346 w 453"/>
                <a:gd name="T93" fmla="*/ 21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53" h="452">
                  <a:moveTo>
                    <a:pt x="259" y="452"/>
                  </a:moveTo>
                  <a:cubicBezTo>
                    <a:pt x="269" y="393"/>
                    <a:pt x="269" y="393"/>
                    <a:pt x="269" y="393"/>
                  </a:cubicBezTo>
                  <a:cubicBezTo>
                    <a:pt x="314" y="374"/>
                    <a:pt x="314" y="374"/>
                    <a:pt x="314" y="374"/>
                  </a:cubicBezTo>
                  <a:cubicBezTo>
                    <a:pt x="363" y="409"/>
                    <a:pt x="363" y="409"/>
                    <a:pt x="363" y="409"/>
                  </a:cubicBezTo>
                  <a:cubicBezTo>
                    <a:pt x="409" y="363"/>
                    <a:pt x="409" y="363"/>
                    <a:pt x="409" y="363"/>
                  </a:cubicBezTo>
                  <a:cubicBezTo>
                    <a:pt x="375" y="313"/>
                    <a:pt x="375" y="313"/>
                    <a:pt x="375" y="313"/>
                  </a:cubicBezTo>
                  <a:cubicBezTo>
                    <a:pt x="393" y="269"/>
                    <a:pt x="393" y="269"/>
                    <a:pt x="393" y="269"/>
                  </a:cubicBezTo>
                  <a:cubicBezTo>
                    <a:pt x="453" y="258"/>
                    <a:pt x="453" y="258"/>
                    <a:pt x="453" y="258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393" y="183"/>
                    <a:pt x="393" y="183"/>
                    <a:pt x="393" y="183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84" y="161"/>
                    <a:pt x="384" y="161"/>
                    <a:pt x="384" y="161"/>
                  </a:cubicBezTo>
                  <a:cubicBezTo>
                    <a:pt x="381" y="152"/>
                    <a:pt x="381" y="152"/>
                    <a:pt x="381" y="152"/>
                  </a:cubicBezTo>
                  <a:cubicBezTo>
                    <a:pt x="381" y="152"/>
                    <a:pt x="381" y="152"/>
                    <a:pt x="381" y="152"/>
                  </a:cubicBezTo>
                  <a:cubicBezTo>
                    <a:pt x="375" y="139"/>
                    <a:pt x="375" y="139"/>
                    <a:pt x="375" y="139"/>
                  </a:cubicBezTo>
                  <a:cubicBezTo>
                    <a:pt x="409" y="89"/>
                    <a:pt x="409" y="89"/>
                    <a:pt x="409" y="89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14" y="78"/>
                    <a:pt x="314" y="78"/>
                    <a:pt x="314" y="78"/>
                  </a:cubicBezTo>
                  <a:cubicBezTo>
                    <a:pt x="269" y="59"/>
                    <a:pt x="269" y="59"/>
                    <a:pt x="269" y="59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194" y="0"/>
                    <a:pt x="194" y="0"/>
                    <a:pt x="194" y="0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39" y="78"/>
                    <a:pt x="139" y="78"/>
                    <a:pt x="139" y="78"/>
                  </a:cubicBezTo>
                  <a:cubicBezTo>
                    <a:pt x="90" y="43"/>
                    <a:pt x="90" y="43"/>
                    <a:pt x="90" y="43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59" y="183"/>
                    <a:pt x="59" y="183"/>
                    <a:pt x="59" y="18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78" y="314"/>
                    <a:pt x="78" y="314"/>
                    <a:pt x="78" y="314"/>
                  </a:cubicBezTo>
                  <a:cubicBezTo>
                    <a:pt x="44" y="363"/>
                    <a:pt x="44" y="363"/>
                    <a:pt x="44" y="363"/>
                  </a:cubicBezTo>
                  <a:cubicBezTo>
                    <a:pt x="90" y="409"/>
                    <a:pt x="90" y="409"/>
                    <a:pt x="90" y="409"/>
                  </a:cubicBezTo>
                  <a:cubicBezTo>
                    <a:pt x="139" y="374"/>
                    <a:pt x="139" y="374"/>
                    <a:pt x="139" y="374"/>
                  </a:cubicBezTo>
                  <a:cubicBezTo>
                    <a:pt x="184" y="393"/>
                    <a:pt x="184" y="393"/>
                    <a:pt x="184" y="393"/>
                  </a:cubicBezTo>
                  <a:cubicBezTo>
                    <a:pt x="194" y="452"/>
                    <a:pt x="194" y="452"/>
                    <a:pt x="194" y="452"/>
                  </a:cubicBezTo>
                  <a:cubicBezTo>
                    <a:pt x="259" y="452"/>
                    <a:pt x="259" y="452"/>
                    <a:pt x="259" y="452"/>
                  </a:cubicBezTo>
                  <a:close/>
                  <a:moveTo>
                    <a:pt x="346" y="210"/>
                  </a:moveTo>
                  <a:cubicBezTo>
                    <a:pt x="355" y="276"/>
                    <a:pt x="309" y="337"/>
                    <a:pt x="243" y="346"/>
                  </a:cubicBezTo>
                  <a:cubicBezTo>
                    <a:pt x="177" y="355"/>
                    <a:pt x="115" y="308"/>
                    <a:pt x="106" y="242"/>
                  </a:cubicBezTo>
                  <a:cubicBezTo>
                    <a:pt x="97" y="176"/>
                    <a:pt x="144" y="115"/>
                    <a:pt x="210" y="106"/>
                  </a:cubicBezTo>
                  <a:cubicBezTo>
                    <a:pt x="229" y="103"/>
                    <a:pt x="248" y="105"/>
                    <a:pt x="266" y="111"/>
                  </a:cubicBezTo>
                  <a:cubicBezTo>
                    <a:pt x="266" y="111"/>
                    <a:pt x="266" y="111"/>
                    <a:pt x="266" y="111"/>
                  </a:cubicBezTo>
                  <a:cubicBezTo>
                    <a:pt x="283" y="117"/>
                    <a:pt x="299" y="127"/>
                    <a:pt x="312" y="140"/>
                  </a:cubicBezTo>
                  <a:cubicBezTo>
                    <a:pt x="319" y="148"/>
                    <a:pt x="326" y="156"/>
                    <a:pt x="331" y="165"/>
                  </a:cubicBezTo>
                  <a:cubicBezTo>
                    <a:pt x="339" y="179"/>
                    <a:pt x="344" y="194"/>
                    <a:pt x="346" y="2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iṧľiďè"/>
            <p:cNvSpPr/>
            <p:nvPr/>
          </p:nvSpPr>
          <p:spPr bwMode="auto">
            <a:xfrm>
              <a:off x="6886783" y="1697645"/>
              <a:ext cx="1318199" cy="1319579"/>
            </a:xfrm>
            <a:custGeom>
              <a:avLst/>
              <a:gdLst>
                <a:gd name="T0" fmla="*/ 259 w 452"/>
                <a:gd name="T1" fmla="*/ 452 h 452"/>
                <a:gd name="T2" fmla="*/ 269 w 452"/>
                <a:gd name="T3" fmla="*/ 393 h 452"/>
                <a:gd name="T4" fmla="*/ 314 w 452"/>
                <a:gd name="T5" fmla="*/ 374 h 452"/>
                <a:gd name="T6" fmla="*/ 363 w 452"/>
                <a:gd name="T7" fmla="*/ 409 h 452"/>
                <a:gd name="T8" fmla="*/ 409 w 452"/>
                <a:gd name="T9" fmla="*/ 363 h 452"/>
                <a:gd name="T10" fmla="*/ 375 w 452"/>
                <a:gd name="T11" fmla="*/ 313 h 452"/>
                <a:gd name="T12" fmla="*/ 393 w 452"/>
                <a:gd name="T13" fmla="*/ 269 h 452"/>
                <a:gd name="T14" fmla="*/ 452 w 452"/>
                <a:gd name="T15" fmla="*/ 259 h 452"/>
                <a:gd name="T16" fmla="*/ 452 w 452"/>
                <a:gd name="T17" fmla="*/ 193 h 452"/>
                <a:gd name="T18" fmla="*/ 393 w 452"/>
                <a:gd name="T19" fmla="*/ 183 h 452"/>
                <a:gd name="T20" fmla="*/ 391 w 452"/>
                <a:gd name="T21" fmla="*/ 178 h 452"/>
                <a:gd name="T22" fmla="*/ 391 w 452"/>
                <a:gd name="T23" fmla="*/ 178 h 452"/>
                <a:gd name="T24" fmla="*/ 384 w 452"/>
                <a:gd name="T25" fmla="*/ 161 h 452"/>
                <a:gd name="T26" fmla="*/ 380 w 452"/>
                <a:gd name="T27" fmla="*/ 152 h 452"/>
                <a:gd name="T28" fmla="*/ 380 w 452"/>
                <a:gd name="T29" fmla="*/ 152 h 452"/>
                <a:gd name="T30" fmla="*/ 375 w 452"/>
                <a:gd name="T31" fmla="*/ 139 h 452"/>
                <a:gd name="T32" fmla="*/ 409 w 452"/>
                <a:gd name="T33" fmla="*/ 89 h 452"/>
                <a:gd name="T34" fmla="*/ 363 w 452"/>
                <a:gd name="T35" fmla="*/ 43 h 452"/>
                <a:gd name="T36" fmla="*/ 314 w 452"/>
                <a:gd name="T37" fmla="*/ 78 h 452"/>
                <a:gd name="T38" fmla="*/ 269 w 452"/>
                <a:gd name="T39" fmla="*/ 59 h 452"/>
                <a:gd name="T40" fmla="*/ 259 w 452"/>
                <a:gd name="T41" fmla="*/ 0 h 452"/>
                <a:gd name="T42" fmla="*/ 193 w 452"/>
                <a:gd name="T43" fmla="*/ 0 h 452"/>
                <a:gd name="T44" fmla="*/ 183 w 452"/>
                <a:gd name="T45" fmla="*/ 59 h 452"/>
                <a:gd name="T46" fmla="*/ 138 w 452"/>
                <a:gd name="T47" fmla="*/ 78 h 452"/>
                <a:gd name="T48" fmla="*/ 89 w 452"/>
                <a:gd name="T49" fmla="*/ 43 h 452"/>
                <a:gd name="T50" fmla="*/ 43 w 452"/>
                <a:gd name="T51" fmla="*/ 89 h 452"/>
                <a:gd name="T52" fmla="*/ 78 w 452"/>
                <a:gd name="T53" fmla="*/ 139 h 452"/>
                <a:gd name="T54" fmla="*/ 59 w 452"/>
                <a:gd name="T55" fmla="*/ 183 h 452"/>
                <a:gd name="T56" fmla="*/ 0 w 452"/>
                <a:gd name="T57" fmla="*/ 193 h 452"/>
                <a:gd name="T58" fmla="*/ 0 w 452"/>
                <a:gd name="T59" fmla="*/ 259 h 452"/>
                <a:gd name="T60" fmla="*/ 60 w 452"/>
                <a:gd name="T61" fmla="*/ 269 h 452"/>
                <a:gd name="T62" fmla="*/ 78 w 452"/>
                <a:gd name="T63" fmla="*/ 314 h 452"/>
                <a:gd name="T64" fmla="*/ 43 w 452"/>
                <a:gd name="T65" fmla="*/ 363 h 452"/>
                <a:gd name="T66" fmla="*/ 90 w 452"/>
                <a:gd name="T67" fmla="*/ 409 h 452"/>
                <a:gd name="T68" fmla="*/ 139 w 452"/>
                <a:gd name="T69" fmla="*/ 374 h 452"/>
                <a:gd name="T70" fmla="*/ 183 w 452"/>
                <a:gd name="T71" fmla="*/ 393 h 452"/>
                <a:gd name="T72" fmla="*/ 194 w 452"/>
                <a:gd name="T73" fmla="*/ 452 h 452"/>
                <a:gd name="T74" fmla="*/ 259 w 452"/>
                <a:gd name="T75" fmla="*/ 452 h 452"/>
                <a:gd name="T76" fmla="*/ 346 w 452"/>
                <a:gd name="T77" fmla="*/ 210 h 452"/>
                <a:gd name="T78" fmla="*/ 243 w 452"/>
                <a:gd name="T79" fmla="*/ 346 h 452"/>
                <a:gd name="T80" fmla="*/ 106 w 452"/>
                <a:gd name="T81" fmla="*/ 242 h 452"/>
                <a:gd name="T82" fmla="*/ 210 w 452"/>
                <a:gd name="T83" fmla="*/ 106 h 452"/>
                <a:gd name="T84" fmla="*/ 266 w 452"/>
                <a:gd name="T85" fmla="*/ 111 h 452"/>
                <a:gd name="T86" fmla="*/ 266 w 452"/>
                <a:gd name="T87" fmla="*/ 111 h 452"/>
                <a:gd name="T88" fmla="*/ 312 w 452"/>
                <a:gd name="T89" fmla="*/ 140 h 452"/>
                <a:gd name="T90" fmla="*/ 331 w 452"/>
                <a:gd name="T91" fmla="*/ 165 h 452"/>
                <a:gd name="T92" fmla="*/ 346 w 452"/>
                <a:gd name="T93" fmla="*/ 210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52" h="452">
                  <a:moveTo>
                    <a:pt x="259" y="452"/>
                  </a:moveTo>
                  <a:cubicBezTo>
                    <a:pt x="269" y="393"/>
                    <a:pt x="269" y="393"/>
                    <a:pt x="269" y="393"/>
                  </a:cubicBezTo>
                  <a:cubicBezTo>
                    <a:pt x="314" y="374"/>
                    <a:pt x="314" y="374"/>
                    <a:pt x="314" y="374"/>
                  </a:cubicBezTo>
                  <a:cubicBezTo>
                    <a:pt x="363" y="409"/>
                    <a:pt x="363" y="409"/>
                    <a:pt x="363" y="409"/>
                  </a:cubicBezTo>
                  <a:cubicBezTo>
                    <a:pt x="409" y="363"/>
                    <a:pt x="409" y="363"/>
                    <a:pt x="409" y="363"/>
                  </a:cubicBezTo>
                  <a:cubicBezTo>
                    <a:pt x="375" y="313"/>
                    <a:pt x="375" y="313"/>
                    <a:pt x="375" y="313"/>
                  </a:cubicBezTo>
                  <a:cubicBezTo>
                    <a:pt x="393" y="269"/>
                    <a:pt x="393" y="269"/>
                    <a:pt x="393" y="269"/>
                  </a:cubicBezTo>
                  <a:cubicBezTo>
                    <a:pt x="452" y="259"/>
                    <a:pt x="452" y="259"/>
                    <a:pt x="452" y="259"/>
                  </a:cubicBezTo>
                  <a:cubicBezTo>
                    <a:pt x="452" y="193"/>
                    <a:pt x="452" y="193"/>
                    <a:pt x="452" y="193"/>
                  </a:cubicBezTo>
                  <a:cubicBezTo>
                    <a:pt x="393" y="183"/>
                    <a:pt x="393" y="183"/>
                    <a:pt x="393" y="183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91" y="178"/>
                    <a:pt x="391" y="178"/>
                    <a:pt x="391" y="178"/>
                  </a:cubicBezTo>
                  <a:cubicBezTo>
                    <a:pt x="384" y="161"/>
                    <a:pt x="384" y="161"/>
                    <a:pt x="384" y="161"/>
                  </a:cubicBezTo>
                  <a:cubicBezTo>
                    <a:pt x="380" y="152"/>
                    <a:pt x="380" y="152"/>
                    <a:pt x="380" y="152"/>
                  </a:cubicBezTo>
                  <a:cubicBezTo>
                    <a:pt x="380" y="152"/>
                    <a:pt x="380" y="152"/>
                    <a:pt x="380" y="152"/>
                  </a:cubicBezTo>
                  <a:cubicBezTo>
                    <a:pt x="375" y="139"/>
                    <a:pt x="375" y="139"/>
                    <a:pt x="375" y="139"/>
                  </a:cubicBezTo>
                  <a:cubicBezTo>
                    <a:pt x="409" y="89"/>
                    <a:pt x="409" y="89"/>
                    <a:pt x="409" y="89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14" y="78"/>
                    <a:pt x="314" y="78"/>
                    <a:pt x="314" y="78"/>
                  </a:cubicBezTo>
                  <a:cubicBezTo>
                    <a:pt x="269" y="59"/>
                    <a:pt x="269" y="59"/>
                    <a:pt x="269" y="59"/>
                  </a:cubicBezTo>
                  <a:cubicBezTo>
                    <a:pt x="259" y="0"/>
                    <a:pt x="259" y="0"/>
                    <a:pt x="259" y="0"/>
                  </a:cubicBezTo>
                  <a:cubicBezTo>
                    <a:pt x="193" y="0"/>
                    <a:pt x="193" y="0"/>
                    <a:pt x="193" y="0"/>
                  </a:cubicBezTo>
                  <a:cubicBezTo>
                    <a:pt x="183" y="59"/>
                    <a:pt x="183" y="59"/>
                    <a:pt x="183" y="59"/>
                  </a:cubicBezTo>
                  <a:cubicBezTo>
                    <a:pt x="138" y="78"/>
                    <a:pt x="138" y="78"/>
                    <a:pt x="138" y="78"/>
                  </a:cubicBezTo>
                  <a:cubicBezTo>
                    <a:pt x="89" y="43"/>
                    <a:pt x="89" y="43"/>
                    <a:pt x="89" y="43"/>
                  </a:cubicBezTo>
                  <a:cubicBezTo>
                    <a:pt x="43" y="89"/>
                    <a:pt x="43" y="89"/>
                    <a:pt x="43" y="89"/>
                  </a:cubicBezTo>
                  <a:cubicBezTo>
                    <a:pt x="78" y="139"/>
                    <a:pt x="78" y="139"/>
                    <a:pt x="78" y="139"/>
                  </a:cubicBezTo>
                  <a:cubicBezTo>
                    <a:pt x="59" y="183"/>
                    <a:pt x="59" y="183"/>
                    <a:pt x="59" y="18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60" y="269"/>
                    <a:pt x="60" y="269"/>
                    <a:pt x="60" y="269"/>
                  </a:cubicBezTo>
                  <a:cubicBezTo>
                    <a:pt x="78" y="314"/>
                    <a:pt x="78" y="314"/>
                    <a:pt x="78" y="314"/>
                  </a:cubicBezTo>
                  <a:cubicBezTo>
                    <a:pt x="43" y="363"/>
                    <a:pt x="43" y="363"/>
                    <a:pt x="43" y="363"/>
                  </a:cubicBezTo>
                  <a:cubicBezTo>
                    <a:pt x="90" y="409"/>
                    <a:pt x="90" y="409"/>
                    <a:pt x="90" y="409"/>
                  </a:cubicBezTo>
                  <a:cubicBezTo>
                    <a:pt x="139" y="374"/>
                    <a:pt x="139" y="374"/>
                    <a:pt x="139" y="374"/>
                  </a:cubicBezTo>
                  <a:cubicBezTo>
                    <a:pt x="183" y="393"/>
                    <a:pt x="183" y="393"/>
                    <a:pt x="183" y="393"/>
                  </a:cubicBezTo>
                  <a:cubicBezTo>
                    <a:pt x="194" y="452"/>
                    <a:pt x="194" y="452"/>
                    <a:pt x="194" y="452"/>
                  </a:cubicBezTo>
                  <a:cubicBezTo>
                    <a:pt x="259" y="452"/>
                    <a:pt x="259" y="452"/>
                    <a:pt x="259" y="452"/>
                  </a:cubicBezTo>
                  <a:close/>
                  <a:moveTo>
                    <a:pt x="346" y="210"/>
                  </a:moveTo>
                  <a:cubicBezTo>
                    <a:pt x="355" y="276"/>
                    <a:pt x="309" y="337"/>
                    <a:pt x="243" y="346"/>
                  </a:cubicBezTo>
                  <a:cubicBezTo>
                    <a:pt x="176" y="355"/>
                    <a:pt x="115" y="308"/>
                    <a:pt x="106" y="242"/>
                  </a:cubicBezTo>
                  <a:cubicBezTo>
                    <a:pt x="97" y="176"/>
                    <a:pt x="144" y="115"/>
                    <a:pt x="210" y="106"/>
                  </a:cubicBezTo>
                  <a:cubicBezTo>
                    <a:pt x="229" y="103"/>
                    <a:pt x="248" y="105"/>
                    <a:pt x="266" y="111"/>
                  </a:cubicBezTo>
                  <a:cubicBezTo>
                    <a:pt x="266" y="111"/>
                    <a:pt x="266" y="111"/>
                    <a:pt x="266" y="111"/>
                  </a:cubicBezTo>
                  <a:cubicBezTo>
                    <a:pt x="283" y="117"/>
                    <a:pt x="299" y="127"/>
                    <a:pt x="312" y="140"/>
                  </a:cubicBezTo>
                  <a:cubicBezTo>
                    <a:pt x="319" y="148"/>
                    <a:pt x="326" y="156"/>
                    <a:pt x="331" y="165"/>
                  </a:cubicBezTo>
                  <a:cubicBezTo>
                    <a:pt x="339" y="179"/>
                    <a:pt x="344" y="194"/>
                    <a:pt x="346" y="21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íṩľiḓe"/>
            <p:cNvSpPr/>
            <p:nvPr/>
          </p:nvSpPr>
          <p:spPr bwMode="auto">
            <a:xfrm>
              <a:off x="5491368" y="2763512"/>
              <a:ext cx="2177235" cy="2178615"/>
            </a:xfrm>
            <a:custGeom>
              <a:avLst/>
              <a:gdLst>
                <a:gd name="T0" fmla="*/ 427 w 746"/>
                <a:gd name="T1" fmla="*/ 746 h 746"/>
                <a:gd name="T2" fmla="*/ 444 w 746"/>
                <a:gd name="T3" fmla="*/ 648 h 746"/>
                <a:gd name="T4" fmla="*/ 518 w 746"/>
                <a:gd name="T5" fmla="*/ 618 h 746"/>
                <a:gd name="T6" fmla="*/ 599 w 746"/>
                <a:gd name="T7" fmla="*/ 675 h 746"/>
                <a:gd name="T8" fmla="*/ 675 w 746"/>
                <a:gd name="T9" fmla="*/ 598 h 746"/>
                <a:gd name="T10" fmla="*/ 618 w 746"/>
                <a:gd name="T11" fmla="*/ 517 h 746"/>
                <a:gd name="T12" fmla="*/ 649 w 746"/>
                <a:gd name="T13" fmla="*/ 444 h 746"/>
                <a:gd name="T14" fmla="*/ 746 w 746"/>
                <a:gd name="T15" fmla="*/ 427 h 746"/>
                <a:gd name="T16" fmla="*/ 746 w 746"/>
                <a:gd name="T17" fmla="*/ 319 h 746"/>
                <a:gd name="T18" fmla="*/ 648 w 746"/>
                <a:gd name="T19" fmla="*/ 302 h 746"/>
                <a:gd name="T20" fmla="*/ 645 w 746"/>
                <a:gd name="T21" fmla="*/ 294 h 746"/>
                <a:gd name="T22" fmla="*/ 645 w 746"/>
                <a:gd name="T23" fmla="*/ 294 h 746"/>
                <a:gd name="T24" fmla="*/ 633 w 746"/>
                <a:gd name="T25" fmla="*/ 266 h 746"/>
                <a:gd name="T26" fmla="*/ 628 w 746"/>
                <a:gd name="T27" fmla="*/ 252 h 746"/>
                <a:gd name="T28" fmla="*/ 628 w 746"/>
                <a:gd name="T29" fmla="*/ 252 h 746"/>
                <a:gd name="T30" fmla="*/ 618 w 746"/>
                <a:gd name="T31" fmla="*/ 229 h 746"/>
                <a:gd name="T32" fmla="*/ 675 w 746"/>
                <a:gd name="T33" fmla="*/ 147 h 746"/>
                <a:gd name="T34" fmla="*/ 599 w 746"/>
                <a:gd name="T35" fmla="*/ 71 h 746"/>
                <a:gd name="T36" fmla="*/ 518 w 746"/>
                <a:gd name="T37" fmla="*/ 128 h 746"/>
                <a:gd name="T38" fmla="*/ 444 w 746"/>
                <a:gd name="T39" fmla="*/ 97 h 746"/>
                <a:gd name="T40" fmla="*/ 427 w 746"/>
                <a:gd name="T41" fmla="*/ 0 h 746"/>
                <a:gd name="T42" fmla="*/ 319 w 746"/>
                <a:gd name="T43" fmla="*/ 0 h 746"/>
                <a:gd name="T44" fmla="*/ 302 w 746"/>
                <a:gd name="T45" fmla="*/ 98 h 746"/>
                <a:gd name="T46" fmla="*/ 229 w 746"/>
                <a:gd name="T47" fmla="*/ 128 h 746"/>
                <a:gd name="T48" fmla="*/ 148 w 746"/>
                <a:gd name="T49" fmla="*/ 71 h 746"/>
                <a:gd name="T50" fmla="*/ 71 w 746"/>
                <a:gd name="T51" fmla="*/ 147 h 746"/>
                <a:gd name="T52" fmla="*/ 129 w 746"/>
                <a:gd name="T53" fmla="*/ 229 h 746"/>
                <a:gd name="T54" fmla="*/ 98 w 746"/>
                <a:gd name="T55" fmla="*/ 302 h 746"/>
                <a:gd name="T56" fmla="*/ 0 w 746"/>
                <a:gd name="T57" fmla="*/ 319 h 746"/>
                <a:gd name="T58" fmla="*/ 0 w 746"/>
                <a:gd name="T59" fmla="*/ 427 h 746"/>
                <a:gd name="T60" fmla="*/ 98 w 746"/>
                <a:gd name="T61" fmla="*/ 444 h 746"/>
                <a:gd name="T62" fmla="*/ 129 w 746"/>
                <a:gd name="T63" fmla="*/ 518 h 746"/>
                <a:gd name="T64" fmla="*/ 72 w 746"/>
                <a:gd name="T65" fmla="*/ 599 h 746"/>
                <a:gd name="T66" fmla="*/ 148 w 746"/>
                <a:gd name="T67" fmla="*/ 675 h 746"/>
                <a:gd name="T68" fmla="*/ 229 w 746"/>
                <a:gd name="T69" fmla="*/ 618 h 746"/>
                <a:gd name="T70" fmla="*/ 303 w 746"/>
                <a:gd name="T71" fmla="*/ 648 h 746"/>
                <a:gd name="T72" fmla="*/ 320 w 746"/>
                <a:gd name="T73" fmla="*/ 746 h 746"/>
                <a:gd name="T74" fmla="*/ 427 w 746"/>
                <a:gd name="T75" fmla="*/ 746 h 746"/>
                <a:gd name="T76" fmla="*/ 571 w 746"/>
                <a:gd name="T77" fmla="*/ 346 h 746"/>
                <a:gd name="T78" fmla="*/ 400 w 746"/>
                <a:gd name="T79" fmla="*/ 571 h 746"/>
                <a:gd name="T80" fmla="*/ 175 w 746"/>
                <a:gd name="T81" fmla="*/ 400 h 746"/>
                <a:gd name="T82" fmla="*/ 346 w 746"/>
                <a:gd name="T83" fmla="*/ 175 h 746"/>
                <a:gd name="T84" fmla="*/ 438 w 746"/>
                <a:gd name="T85" fmla="*/ 184 h 746"/>
                <a:gd name="T86" fmla="*/ 438 w 746"/>
                <a:gd name="T87" fmla="*/ 184 h 746"/>
                <a:gd name="T88" fmla="*/ 514 w 746"/>
                <a:gd name="T89" fmla="*/ 232 h 746"/>
                <a:gd name="T90" fmla="*/ 546 w 746"/>
                <a:gd name="T91" fmla="*/ 273 h 746"/>
                <a:gd name="T92" fmla="*/ 571 w 746"/>
                <a:gd name="T93" fmla="*/ 346 h 7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46" h="746">
                  <a:moveTo>
                    <a:pt x="427" y="746"/>
                  </a:moveTo>
                  <a:cubicBezTo>
                    <a:pt x="444" y="648"/>
                    <a:pt x="444" y="648"/>
                    <a:pt x="444" y="648"/>
                  </a:cubicBezTo>
                  <a:cubicBezTo>
                    <a:pt x="518" y="618"/>
                    <a:pt x="518" y="618"/>
                    <a:pt x="518" y="618"/>
                  </a:cubicBezTo>
                  <a:cubicBezTo>
                    <a:pt x="599" y="675"/>
                    <a:pt x="599" y="675"/>
                    <a:pt x="599" y="675"/>
                  </a:cubicBezTo>
                  <a:cubicBezTo>
                    <a:pt x="675" y="598"/>
                    <a:pt x="675" y="598"/>
                    <a:pt x="675" y="598"/>
                  </a:cubicBezTo>
                  <a:cubicBezTo>
                    <a:pt x="618" y="517"/>
                    <a:pt x="618" y="517"/>
                    <a:pt x="618" y="517"/>
                  </a:cubicBezTo>
                  <a:cubicBezTo>
                    <a:pt x="649" y="444"/>
                    <a:pt x="649" y="444"/>
                    <a:pt x="649" y="444"/>
                  </a:cubicBezTo>
                  <a:cubicBezTo>
                    <a:pt x="746" y="427"/>
                    <a:pt x="746" y="427"/>
                    <a:pt x="746" y="427"/>
                  </a:cubicBezTo>
                  <a:cubicBezTo>
                    <a:pt x="746" y="319"/>
                    <a:pt x="746" y="319"/>
                    <a:pt x="746" y="319"/>
                  </a:cubicBezTo>
                  <a:cubicBezTo>
                    <a:pt x="648" y="302"/>
                    <a:pt x="648" y="302"/>
                    <a:pt x="648" y="302"/>
                  </a:cubicBezTo>
                  <a:cubicBezTo>
                    <a:pt x="645" y="294"/>
                    <a:pt x="645" y="294"/>
                    <a:pt x="645" y="294"/>
                  </a:cubicBezTo>
                  <a:cubicBezTo>
                    <a:pt x="645" y="294"/>
                    <a:pt x="645" y="294"/>
                    <a:pt x="645" y="294"/>
                  </a:cubicBezTo>
                  <a:cubicBezTo>
                    <a:pt x="633" y="266"/>
                    <a:pt x="633" y="266"/>
                    <a:pt x="633" y="266"/>
                  </a:cubicBezTo>
                  <a:cubicBezTo>
                    <a:pt x="628" y="252"/>
                    <a:pt x="628" y="252"/>
                    <a:pt x="628" y="252"/>
                  </a:cubicBezTo>
                  <a:cubicBezTo>
                    <a:pt x="628" y="252"/>
                    <a:pt x="628" y="252"/>
                    <a:pt x="628" y="252"/>
                  </a:cubicBezTo>
                  <a:cubicBezTo>
                    <a:pt x="618" y="229"/>
                    <a:pt x="618" y="229"/>
                    <a:pt x="618" y="229"/>
                  </a:cubicBezTo>
                  <a:cubicBezTo>
                    <a:pt x="675" y="147"/>
                    <a:pt x="675" y="147"/>
                    <a:pt x="675" y="147"/>
                  </a:cubicBezTo>
                  <a:cubicBezTo>
                    <a:pt x="599" y="71"/>
                    <a:pt x="599" y="71"/>
                    <a:pt x="599" y="71"/>
                  </a:cubicBezTo>
                  <a:cubicBezTo>
                    <a:pt x="518" y="128"/>
                    <a:pt x="518" y="128"/>
                    <a:pt x="518" y="128"/>
                  </a:cubicBezTo>
                  <a:cubicBezTo>
                    <a:pt x="444" y="97"/>
                    <a:pt x="444" y="97"/>
                    <a:pt x="444" y="97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02" y="98"/>
                    <a:pt x="302" y="98"/>
                    <a:pt x="302" y="98"/>
                  </a:cubicBezTo>
                  <a:cubicBezTo>
                    <a:pt x="229" y="128"/>
                    <a:pt x="229" y="128"/>
                    <a:pt x="229" y="128"/>
                  </a:cubicBezTo>
                  <a:cubicBezTo>
                    <a:pt x="148" y="71"/>
                    <a:pt x="148" y="71"/>
                    <a:pt x="148" y="71"/>
                  </a:cubicBezTo>
                  <a:cubicBezTo>
                    <a:pt x="71" y="147"/>
                    <a:pt x="71" y="147"/>
                    <a:pt x="71" y="147"/>
                  </a:cubicBezTo>
                  <a:cubicBezTo>
                    <a:pt x="129" y="229"/>
                    <a:pt x="129" y="229"/>
                    <a:pt x="129" y="229"/>
                  </a:cubicBezTo>
                  <a:cubicBezTo>
                    <a:pt x="98" y="302"/>
                    <a:pt x="98" y="302"/>
                    <a:pt x="98" y="302"/>
                  </a:cubicBezTo>
                  <a:cubicBezTo>
                    <a:pt x="0" y="319"/>
                    <a:pt x="0" y="319"/>
                    <a:pt x="0" y="319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98" y="444"/>
                    <a:pt x="98" y="444"/>
                    <a:pt x="98" y="444"/>
                  </a:cubicBezTo>
                  <a:cubicBezTo>
                    <a:pt x="129" y="518"/>
                    <a:pt x="129" y="518"/>
                    <a:pt x="129" y="518"/>
                  </a:cubicBezTo>
                  <a:cubicBezTo>
                    <a:pt x="72" y="599"/>
                    <a:pt x="72" y="599"/>
                    <a:pt x="72" y="599"/>
                  </a:cubicBezTo>
                  <a:cubicBezTo>
                    <a:pt x="148" y="675"/>
                    <a:pt x="148" y="675"/>
                    <a:pt x="148" y="675"/>
                  </a:cubicBezTo>
                  <a:cubicBezTo>
                    <a:pt x="229" y="618"/>
                    <a:pt x="229" y="618"/>
                    <a:pt x="229" y="618"/>
                  </a:cubicBezTo>
                  <a:cubicBezTo>
                    <a:pt x="303" y="648"/>
                    <a:pt x="303" y="648"/>
                    <a:pt x="303" y="648"/>
                  </a:cubicBezTo>
                  <a:cubicBezTo>
                    <a:pt x="320" y="746"/>
                    <a:pt x="320" y="746"/>
                    <a:pt x="320" y="746"/>
                  </a:cubicBezTo>
                  <a:cubicBezTo>
                    <a:pt x="427" y="746"/>
                    <a:pt x="427" y="746"/>
                    <a:pt x="427" y="746"/>
                  </a:cubicBezTo>
                  <a:close/>
                  <a:moveTo>
                    <a:pt x="571" y="346"/>
                  </a:moveTo>
                  <a:cubicBezTo>
                    <a:pt x="586" y="455"/>
                    <a:pt x="509" y="556"/>
                    <a:pt x="400" y="571"/>
                  </a:cubicBezTo>
                  <a:cubicBezTo>
                    <a:pt x="291" y="586"/>
                    <a:pt x="190" y="509"/>
                    <a:pt x="175" y="400"/>
                  </a:cubicBezTo>
                  <a:cubicBezTo>
                    <a:pt x="160" y="291"/>
                    <a:pt x="237" y="190"/>
                    <a:pt x="346" y="175"/>
                  </a:cubicBezTo>
                  <a:cubicBezTo>
                    <a:pt x="378" y="171"/>
                    <a:pt x="410" y="174"/>
                    <a:pt x="438" y="184"/>
                  </a:cubicBezTo>
                  <a:cubicBezTo>
                    <a:pt x="438" y="184"/>
                    <a:pt x="438" y="184"/>
                    <a:pt x="438" y="184"/>
                  </a:cubicBezTo>
                  <a:cubicBezTo>
                    <a:pt x="467" y="194"/>
                    <a:pt x="493" y="210"/>
                    <a:pt x="514" y="232"/>
                  </a:cubicBezTo>
                  <a:cubicBezTo>
                    <a:pt x="527" y="244"/>
                    <a:pt x="537" y="258"/>
                    <a:pt x="546" y="273"/>
                  </a:cubicBezTo>
                  <a:cubicBezTo>
                    <a:pt x="559" y="295"/>
                    <a:pt x="568" y="320"/>
                    <a:pt x="571" y="346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8100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îṧľiḑé"/>
            <p:cNvSpPr/>
            <p:nvPr/>
          </p:nvSpPr>
          <p:spPr bwMode="auto">
            <a:xfrm>
              <a:off x="6230442" y="3417096"/>
              <a:ext cx="703223" cy="809397"/>
            </a:xfrm>
            <a:custGeom>
              <a:avLst/>
              <a:gdLst>
                <a:gd name="T0" fmla="*/ 120 w 241"/>
                <a:gd name="T1" fmla="*/ 0 h 277"/>
                <a:gd name="T2" fmla="*/ 187 w 241"/>
                <a:gd name="T3" fmla="*/ 66 h 277"/>
                <a:gd name="T4" fmla="*/ 120 w 241"/>
                <a:gd name="T5" fmla="*/ 132 h 277"/>
                <a:gd name="T6" fmla="*/ 54 w 241"/>
                <a:gd name="T7" fmla="*/ 66 h 277"/>
                <a:gd name="T8" fmla="*/ 120 w 241"/>
                <a:gd name="T9" fmla="*/ 0 h 277"/>
                <a:gd name="T10" fmla="*/ 49 w 241"/>
                <a:gd name="T11" fmla="*/ 148 h 277"/>
                <a:gd name="T12" fmla="*/ 79 w 241"/>
                <a:gd name="T13" fmla="*/ 148 h 277"/>
                <a:gd name="T14" fmla="*/ 106 w 241"/>
                <a:gd name="T15" fmla="*/ 193 h 277"/>
                <a:gd name="T16" fmla="*/ 134 w 241"/>
                <a:gd name="T17" fmla="*/ 193 h 277"/>
                <a:gd name="T18" fmla="*/ 161 w 241"/>
                <a:gd name="T19" fmla="*/ 148 h 277"/>
                <a:gd name="T20" fmla="*/ 192 w 241"/>
                <a:gd name="T21" fmla="*/ 148 h 277"/>
                <a:gd name="T22" fmla="*/ 241 w 241"/>
                <a:gd name="T23" fmla="*/ 197 h 277"/>
                <a:gd name="T24" fmla="*/ 241 w 241"/>
                <a:gd name="T25" fmla="*/ 277 h 277"/>
                <a:gd name="T26" fmla="*/ 0 w 241"/>
                <a:gd name="T27" fmla="*/ 277 h 277"/>
                <a:gd name="T28" fmla="*/ 0 w 241"/>
                <a:gd name="T29" fmla="*/ 197 h 277"/>
                <a:gd name="T30" fmla="*/ 49 w 241"/>
                <a:gd name="T31" fmla="*/ 148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277">
                  <a:moveTo>
                    <a:pt x="120" y="0"/>
                  </a:moveTo>
                  <a:cubicBezTo>
                    <a:pt x="157" y="0"/>
                    <a:pt x="187" y="29"/>
                    <a:pt x="187" y="66"/>
                  </a:cubicBezTo>
                  <a:cubicBezTo>
                    <a:pt x="187" y="102"/>
                    <a:pt x="157" y="132"/>
                    <a:pt x="120" y="132"/>
                  </a:cubicBezTo>
                  <a:cubicBezTo>
                    <a:pt x="84" y="132"/>
                    <a:pt x="54" y="102"/>
                    <a:pt x="54" y="66"/>
                  </a:cubicBezTo>
                  <a:cubicBezTo>
                    <a:pt x="54" y="29"/>
                    <a:pt x="84" y="0"/>
                    <a:pt x="120" y="0"/>
                  </a:cubicBezTo>
                  <a:close/>
                  <a:moveTo>
                    <a:pt x="49" y="148"/>
                  </a:moveTo>
                  <a:cubicBezTo>
                    <a:pt x="79" y="148"/>
                    <a:pt x="79" y="148"/>
                    <a:pt x="79" y="148"/>
                  </a:cubicBezTo>
                  <a:cubicBezTo>
                    <a:pt x="106" y="193"/>
                    <a:pt x="106" y="193"/>
                    <a:pt x="106" y="193"/>
                  </a:cubicBezTo>
                  <a:cubicBezTo>
                    <a:pt x="114" y="206"/>
                    <a:pt x="127" y="206"/>
                    <a:pt x="134" y="193"/>
                  </a:cubicBezTo>
                  <a:cubicBezTo>
                    <a:pt x="161" y="148"/>
                    <a:pt x="161" y="148"/>
                    <a:pt x="161" y="148"/>
                  </a:cubicBezTo>
                  <a:cubicBezTo>
                    <a:pt x="192" y="148"/>
                    <a:pt x="192" y="148"/>
                    <a:pt x="192" y="148"/>
                  </a:cubicBezTo>
                  <a:cubicBezTo>
                    <a:pt x="219" y="148"/>
                    <a:pt x="241" y="171"/>
                    <a:pt x="241" y="197"/>
                  </a:cubicBezTo>
                  <a:cubicBezTo>
                    <a:pt x="241" y="277"/>
                    <a:pt x="241" y="277"/>
                    <a:pt x="241" y="277"/>
                  </a:cubicBezTo>
                  <a:cubicBezTo>
                    <a:pt x="202" y="277"/>
                    <a:pt x="39" y="277"/>
                    <a:pt x="0" y="277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0" y="171"/>
                    <a:pt x="22" y="148"/>
                    <a:pt x="49" y="148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îs1ïdê"/>
            <p:cNvSpPr/>
            <p:nvPr/>
          </p:nvSpPr>
          <p:spPr bwMode="auto">
            <a:xfrm>
              <a:off x="3977368" y="1256408"/>
              <a:ext cx="2261347" cy="2254452"/>
            </a:xfrm>
            <a:custGeom>
              <a:avLst/>
              <a:gdLst>
                <a:gd name="T0" fmla="*/ 630 w 775"/>
                <a:gd name="T1" fmla="*/ 746 h 772"/>
                <a:gd name="T2" fmla="*/ 628 w 775"/>
                <a:gd name="T3" fmla="*/ 747 h 772"/>
                <a:gd name="T4" fmla="*/ 533 w 775"/>
                <a:gd name="T5" fmla="*/ 772 h 772"/>
                <a:gd name="T6" fmla="*/ 385 w 775"/>
                <a:gd name="T7" fmla="*/ 641 h 772"/>
                <a:gd name="T8" fmla="*/ 418 w 775"/>
                <a:gd name="T9" fmla="*/ 537 h 772"/>
                <a:gd name="T10" fmla="*/ 421 w 775"/>
                <a:gd name="T11" fmla="*/ 529 h 772"/>
                <a:gd name="T12" fmla="*/ 34 w 775"/>
                <a:gd name="T13" fmla="*/ 159 h 772"/>
                <a:gd name="T14" fmla="*/ 37 w 775"/>
                <a:gd name="T15" fmla="*/ 37 h 772"/>
                <a:gd name="T16" fmla="*/ 37 w 775"/>
                <a:gd name="T17" fmla="*/ 37 h 772"/>
                <a:gd name="T18" fmla="*/ 159 w 775"/>
                <a:gd name="T19" fmla="*/ 34 h 772"/>
                <a:gd name="T20" fmla="*/ 527 w 775"/>
                <a:gd name="T21" fmla="*/ 419 h 772"/>
                <a:gd name="T22" fmla="*/ 540 w 775"/>
                <a:gd name="T23" fmla="*/ 416 h 772"/>
                <a:gd name="T24" fmla="*/ 643 w 775"/>
                <a:gd name="T25" fmla="*/ 382 h 772"/>
                <a:gd name="T26" fmla="*/ 775 w 775"/>
                <a:gd name="T27" fmla="*/ 530 h 772"/>
                <a:gd name="T28" fmla="*/ 749 w 775"/>
                <a:gd name="T29" fmla="*/ 625 h 772"/>
                <a:gd name="T30" fmla="*/ 749 w 775"/>
                <a:gd name="T31" fmla="*/ 627 h 772"/>
                <a:gd name="T32" fmla="*/ 745 w 775"/>
                <a:gd name="T33" fmla="*/ 623 h 772"/>
                <a:gd name="T34" fmla="*/ 646 w 775"/>
                <a:gd name="T35" fmla="*/ 524 h 772"/>
                <a:gd name="T36" fmla="*/ 567 w 775"/>
                <a:gd name="T37" fmla="*/ 564 h 772"/>
                <a:gd name="T38" fmla="*/ 527 w 775"/>
                <a:gd name="T39" fmla="*/ 644 h 772"/>
                <a:gd name="T40" fmla="*/ 625 w 775"/>
                <a:gd name="T41" fmla="*/ 742 h 772"/>
                <a:gd name="T42" fmla="*/ 630 w 775"/>
                <a:gd name="T43" fmla="*/ 746 h 772"/>
                <a:gd name="T44" fmla="*/ 129 w 775"/>
                <a:gd name="T45" fmla="*/ 129 h 772"/>
                <a:gd name="T46" fmla="*/ 71 w 775"/>
                <a:gd name="T47" fmla="*/ 129 h 772"/>
                <a:gd name="T48" fmla="*/ 71 w 775"/>
                <a:gd name="T49" fmla="*/ 70 h 772"/>
                <a:gd name="T50" fmla="*/ 129 w 775"/>
                <a:gd name="T51" fmla="*/ 70 h 772"/>
                <a:gd name="T52" fmla="*/ 129 w 775"/>
                <a:gd name="T53" fmla="*/ 129 h 7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75" h="772">
                  <a:moveTo>
                    <a:pt x="630" y="746"/>
                  </a:moveTo>
                  <a:cubicBezTo>
                    <a:pt x="628" y="747"/>
                    <a:pt x="628" y="747"/>
                    <a:pt x="628" y="747"/>
                  </a:cubicBezTo>
                  <a:cubicBezTo>
                    <a:pt x="533" y="772"/>
                    <a:pt x="533" y="772"/>
                    <a:pt x="533" y="772"/>
                  </a:cubicBezTo>
                  <a:cubicBezTo>
                    <a:pt x="385" y="641"/>
                    <a:pt x="385" y="641"/>
                    <a:pt x="385" y="641"/>
                  </a:cubicBezTo>
                  <a:cubicBezTo>
                    <a:pt x="418" y="537"/>
                    <a:pt x="418" y="537"/>
                    <a:pt x="418" y="537"/>
                  </a:cubicBezTo>
                  <a:cubicBezTo>
                    <a:pt x="421" y="529"/>
                    <a:pt x="421" y="529"/>
                    <a:pt x="421" y="529"/>
                  </a:cubicBezTo>
                  <a:cubicBezTo>
                    <a:pt x="34" y="159"/>
                    <a:pt x="34" y="159"/>
                    <a:pt x="34" y="159"/>
                  </a:cubicBezTo>
                  <a:cubicBezTo>
                    <a:pt x="0" y="127"/>
                    <a:pt x="4" y="70"/>
                    <a:pt x="37" y="37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70" y="4"/>
                    <a:pt x="127" y="0"/>
                    <a:pt x="159" y="34"/>
                  </a:cubicBezTo>
                  <a:cubicBezTo>
                    <a:pt x="527" y="419"/>
                    <a:pt x="527" y="419"/>
                    <a:pt x="527" y="419"/>
                  </a:cubicBezTo>
                  <a:cubicBezTo>
                    <a:pt x="540" y="416"/>
                    <a:pt x="540" y="416"/>
                    <a:pt x="540" y="416"/>
                  </a:cubicBezTo>
                  <a:cubicBezTo>
                    <a:pt x="643" y="382"/>
                    <a:pt x="643" y="382"/>
                    <a:pt x="643" y="382"/>
                  </a:cubicBezTo>
                  <a:cubicBezTo>
                    <a:pt x="775" y="530"/>
                    <a:pt x="775" y="530"/>
                    <a:pt x="775" y="530"/>
                  </a:cubicBezTo>
                  <a:cubicBezTo>
                    <a:pt x="749" y="625"/>
                    <a:pt x="749" y="625"/>
                    <a:pt x="749" y="625"/>
                  </a:cubicBezTo>
                  <a:cubicBezTo>
                    <a:pt x="749" y="627"/>
                    <a:pt x="749" y="627"/>
                    <a:pt x="749" y="627"/>
                  </a:cubicBezTo>
                  <a:cubicBezTo>
                    <a:pt x="745" y="623"/>
                    <a:pt x="745" y="623"/>
                    <a:pt x="745" y="623"/>
                  </a:cubicBezTo>
                  <a:cubicBezTo>
                    <a:pt x="646" y="524"/>
                    <a:pt x="646" y="524"/>
                    <a:pt x="646" y="524"/>
                  </a:cubicBezTo>
                  <a:cubicBezTo>
                    <a:pt x="567" y="564"/>
                    <a:pt x="567" y="564"/>
                    <a:pt x="567" y="564"/>
                  </a:cubicBezTo>
                  <a:cubicBezTo>
                    <a:pt x="527" y="644"/>
                    <a:pt x="527" y="644"/>
                    <a:pt x="527" y="644"/>
                  </a:cubicBezTo>
                  <a:cubicBezTo>
                    <a:pt x="625" y="742"/>
                    <a:pt x="625" y="742"/>
                    <a:pt x="625" y="742"/>
                  </a:cubicBezTo>
                  <a:cubicBezTo>
                    <a:pt x="630" y="746"/>
                    <a:pt x="630" y="746"/>
                    <a:pt x="630" y="746"/>
                  </a:cubicBezTo>
                  <a:close/>
                  <a:moveTo>
                    <a:pt x="129" y="129"/>
                  </a:moveTo>
                  <a:cubicBezTo>
                    <a:pt x="113" y="145"/>
                    <a:pt x="87" y="145"/>
                    <a:pt x="71" y="129"/>
                  </a:cubicBezTo>
                  <a:cubicBezTo>
                    <a:pt x="55" y="113"/>
                    <a:pt x="55" y="86"/>
                    <a:pt x="71" y="70"/>
                  </a:cubicBezTo>
                  <a:cubicBezTo>
                    <a:pt x="87" y="54"/>
                    <a:pt x="113" y="54"/>
                    <a:pt x="129" y="70"/>
                  </a:cubicBezTo>
                  <a:cubicBezTo>
                    <a:pt x="145" y="86"/>
                    <a:pt x="145" y="113"/>
                    <a:pt x="129" y="1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îślíḋe"/>
            <p:cNvSpPr/>
            <p:nvPr/>
          </p:nvSpPr>
          <p:spPr bwMode="auto">
            <a:xfrm>
              <a:off x="7403877" y="2087251"/>
              <a:ext cx="299176" cy="563737"/>
            </a:xfrm>
            <a:custGeom>
              <a:avLst/>
              <a:gdLst>
                <a:gd name="T0" fmla="*/ 21 w 51"/>
                <a:gd name="T1" fmla="*/ 72 h 94"/>
                <a:gd name="T2" fmla="*/ 22 w 51"/>
                <a:gd name="T3" fmla="*/ 50 h 94"/>
                <a:gd name="T4" fmla="*/ 7 w 51"/>
                <a:gd name="T5" fmla="*/ 40 h 94"/>
                <a:gd name="T6" fmla="*/ 3 w 51"/>
                <a:gd name="T7" fmla="*/ 26 h 94"/>
                <a:gd name="T8" fmla="*/ 9 w 51"/>
                <a:gd name="T9" fmla="*/ 11 h 94"/>
                <a:gd name="T10" fmla="*/ 23 w 51"/>
                <a:gd name="T11" fmla="*/ 5 h 94"/>
                <a:gd name="T12" fmla="*/ 23 w 51"/>
                <a:gd name="T13" fmla="*/ 0 h 94"/>
                <a:gd name="T14" fmla="*/ 31 w 51"/>
                <a:gd name="T15" fmla="*/ 0 h 94"/>
                <a:gd name="T16" fmla="*/ 31 w 51"/>
                <a:gd name="T17" fmla="*/ 5 h 94"/>
                <a:gd name="T18" fmla="*/ 44 w 51"/>
                <a:gd name="T19" fmla="*/ 11 h 94"/>
                <a:gd name="T20" fmla="*/ 50 w 51"/>
                <a:gd name="T21" fmla="*/ 24 h 94"/>
                <a:gd name="T22" fmla="*/ 37 w 51"/>
                <a:gd name="T23" fmla="*/ 25 h 94"/>
                <a:gd name="T24" fmla="*/ 30 w 51"/>
                <a:gd name="T25" fmla="*/ 17 h 94"/>
                <a:gd name="T26" fmla="*/ 30 w 51"/>
                <a:gd name="T27" fmla="*/ 37 h 94"/>
                <a:gd name="T28" fmla="*/ 47 w 51"/>
                <a:gd name="T29" fmla="*/ 47 h 94"/>
                <a:gd name="T30" fmla="*/ 51 w 51"/>
                <a:gd name="T31" fmla="*/ 61 h 94"/>
                <a:gd name="T32" fmla="*/ 45 w 51"/>
                <a:gd name="T33" fmla="*/ 76 h 94"/>
                <a:gd name="T34" fmla="*/ 29 w 51"/>
                <a:gd name="T35" fmla="*/ 84 h 94"/>
                <a:gd name="T36" fmla="*/ 28 w 51"/>
                <a:gd name="T37" fmla="*/ 94 h 94"/>
                <a:gd name="T38" fmla="*/ 21 w 51"/>
                <a:gd name="T39" fmla="*/ 94 h 94"/>
                <a:gd name="T40" fmla="*/ 21 w 51"/>
                <a:gd name="T41" fmla="*/ 84 h 94"/>
                <a:gd name="T42" fmla="*/ 6 w 51"/>
                <a:gd name="T43" fmla="*/ 77 h 94"/>
                <a:gd name="T44" fmla="*/ 0 w 51"/>
                <a:gd name="T45" fmla="*/ 61 h 94"/>
                <a:gd name="T46" fmla="*/ 14 w 51"/>
                <a:gd name="T47" fmla="*/ 60 h 94"/>
                <a:gd name="T48" fmla="*/ 16 w 51"/>
                <a:gd name="T49" fmla="*/ 67 h 94"/>
                <a:gd name="T50" fmla="*/ 21 w 51"/>
                <a:gd name="T51" fmla="*/ 72 h 94"/>
                <a:gd name="T52" fmla="*/ 23 w 51"/>
                <a:gd name="T53" fmla="*/ 17 h 94"/>
                <a:gd name="T54" fmla="*/ 18 w 51"/>
                <a:gd name="T55" fmla="*/ 20 h 94"/>
                <a:gd name="T56" fmla="*/ 16 w 51"/>
                <a:gd name="T57" fmla="*/ 25 h 94"/>
                <a:gd name="T58" fmla="*/ 17 w 51"/>
                <a:gd name="T59" fmla="*/ 31 h 94"/>
                <a:gd name="T60" fmla="*/ 22 w 51"/>
                <a:gd name="T61" fmla="*/ 35 h 94"/>
                <a:gd name="T62" fmla="*/ 23 w 51"/>
                <a:gd name="T63" fmla="*/ 17 h 94"/>
                <a:gd name="T64" fmla="*/ 29 w 51"/>
                <a:gd name="T65" fmla="*/ 72 h 94"/>
                <a:gd name="T66" fmla="*/ 35 w 51"/>
                <a:gd name="T67" fmla="*/ 69 h 94"/>
                <a:gd name="T68" fmla="*/ 38 w 51"/>
                <a:gd name="T69" fmla="*/ 62 h 94"/>
                <a:gd name="T70" fmla="*/ 36 w 51"/>
                <a:gd name="T71" fmla="*/ 56 h 94"/>
                <a:gd name="T72" fmla="*/ 29 w 51"/>
                <a:gd name="T73" fmla="*/ 52 h 94"/>
                <a:gd name="T74" fmla="*/ 29 w 51"/>
                <a:gd name="T75" fmla="*/ 72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94">
                  <a:moveTo>
                    <a:pt x="21" y="72"/>
                  </a:moveTo>
                  <a:cubicBezTo>
                    <a:pt x="22" y="50"/>
                    <a:pt x="22" y="50"/>
                    <a:pt x="22" y="50"/>
                  </a:cubicBezTo>
                  <a:cubicBezTo>
                    <a:pt x="15" y="47"/>
                    <a:pt x="10" y="44"/>
                    <a:pt x="7" y="40"/>
                  </a:cubicBezTo>
                  <a:cubicBezTo>
                    <a:pt x="4" y="36"/>
                    <a:pt x="3" y="31"/>
                    <a:pt x="3" y="26"/>
                  </a:cubicBezTo>
                  <a:cubicBezTo>
                    <a:pt x="3" y="20"/>
                    <a:pt x="5" y="15"/>
                    <a:pt x="9" y="11"/>
                  </a:cubicBezTo>
                  <a:cubicBezTo>
                    <a:pt x="12" y="8"/>
                    <a:pt x="17" y="6"/>
                    <a:pt x="23" y="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36" y="6"/>
                    <a:pt x="41" y="8"/>
                    <a:pt x="44" y="11"/>
                  </a:cubicBezTo>
                  <a:cubicBezTo>
                    <a:pt x="47" y="15"/>
                    <a:pt x="49" y="19"/>
                    <a:pt x="50" y="24"/>
                  </a:cubicBezTo>
                  <a:cubicBezTo>
                    <a:pt x="37" y="25"/>
                    <a:pt x="37" y="25"/>
                    <a:pt x="37" y="25"/>
                  </a:cubicBezTo>
                  <a:cubicBezTo>
                    <a:pt x="36" y="21"/>
                    <a:pt x="34" y="18"/>
                    <a:pt x="30" y="17"/>
                  </a:cubicBezTo>
                  <a:cubicBezTo>
                    <a:pt x="30" y="37"/>
                    <a:pt x="30" y="37"/>
                    <a:pt x="30" y="37"/>
                  </a:cubicBezTo>
                  <a:cubicBezTo>
                    <a:pt x="38" y="40"/>
                    <a:pt x="44" y="43"/>
                    <a:pt x="47" y="47"/>
                  </a:cubicBezTo>
                  <a:cubicBezTo>
                    <a:pt x="50" y="50"/>
                    <a:pt x="51" y="55"/>
                    <a:pt x="51" y="61"/>
                  </a:cubicBezTo>
                  <a:cubicBezTo>
                    <a:pt x="51" y="67"/>
                    <a:pt x="49" y="72"/>
                    <a:pt x="45" y="76"/>
                  </a:cubicBezTo>
                  <a:cubicBezTo>
                    <a:pt x="41" y="81"/>
                    <a:pt x="36" y="83"/>
                    <a:pt x="29" y="84"/>
                  </a:cubicBezTo>
                  <a:cubicBezTo>
                    <a:pt x="28" y="94"/>
                    <a:pt x="28" y="94"/>
                    <a:pt x="28" y="94"/>
                  </a:cubicBezTo>
                  <a:cubicBezTo>
                    <a:pt x="21" y="94"/>
                    <a:pt x="21" y="94"/>
                    <a:pt x="21" y="94"/>
                  </a:cubicBezTo>
                  <a:cubicBezTo>
                    <a:pt x="21" y="84"/>
                    <a:pt x="21" y="84"/>
                    <a:pt x="21" y="84"/>
                  </a:cubicBezTo>
                  <a:cubicBezTo>
                    <a:pt x="15" y="83"/>
                    <a:pt x="10" y="81"/>
                    <a:pt x="6" y="77"/>
                  </a:cubicBezTo>
                  <a:cubicBezTo>
                    <a:pt x="3" y="73"/>
                    <a:pt x="1" y="68"/>
                    <a:pt x="0" y="61"/>
                  </a:cubicBezTo>
                  <a:cubicBezTo>
                    <a:pt x="14" y="60"/>
                    <a:pt x="14" y="60"/>
                    <a:pt x="14" y="60"/>
                  </a:cubicBezTo>
                  <a:cubicBezTo>
                    <a:pt x="14" y="62"/>
                    <a:pt x="15" y="65"/>
                    <a:pt x="16" y="67"/>
                  </a:cubicBezTo>
                  <a:cubicBezTo>
                    <a:pt x="18" y="69"/>
                    <a:pt x="19" y="71"/>
                    <a:pt x="21" y="72"/>
                  </a:cubicBezTo>
                  <a:close/>
                  <a:moveTo>
                    <a:pt x="23" y="17"/>
                  </a:moveTo>
                  <a:cubicBezTo>
                    <a:pt x="21" y="17"/>
                    <a:pt x="19" y="18"/>
                    <a:pt x="18" y="20"/>
                  </a:cubicBezTo>
                  <a:cubicBezTo>
                    <a:pt x="16" y="22"/>
                    <a:pt x="16" y="23"/>
                    <a:pt x="16" y="25"/>
                  </a:cubicBezTo>
                  <a:cubicBezTo>
                    <a:pt x="16" y="27"/>
                    <a:pt x="16" y="29"/>
                    <a:pt x="17" y="31"/>
                  </a:cubicBezTo>
                  <a:cubicBezTo>
                    <a:pt x="18" y="32"/>
                    <a:pt x="20" y="34"/>
                    <a:pt x="22" y="35"/>
                  </a:cubicBezTo>
                  <a:lnTo>
                    <a:pt x="23" y="17"/>
                  </a:lnTo>
                  <a:close/>
                  <a:moveTo>
                    <a:pt x="29" y="72"/>
                  </a:moveTo>
                  <a:cubicBezTo>
                    <a:pt x="32" y="72"/>
                    <a:pt x="34" y="71"/>
                    <a:pt x="35" y="69"/>
                  </a:cubicBezTo>
                  <a:cubicBezTo>
                    <a:pt x="37" y="67"/>
                    <a:pt x="38" y="65"/>
                    <a:pt x="38" y="62"/>
                  </a:cubicBezTo>
                  <a:cubicBezTo>
                    <a:pt x="38" y="60"/>
                    <a:pt x="38" y="58"/>
                    <a:pt x="36" y="56"/>
                  </a:cubicBezTo>
                  <a:cubicBezTo>
                    <a:pt x="35" y="54"/>
                    <a:pt x="33" y="53"/>
                    <a:pt x="29" y="52"/>
                  </a:cubicBezTo>
                  <a:lnTo>
                    <a:pt x="29" y="72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ï$líḍé"/>
            <p:cNvSpPr/>
            <p:nvPr/>
          </p:nvSpPr>
          <p:spPr bwMode="auto">
            <a:xfrm>
              <a:off x="7348855" y="5100861"/>
              <a:ext cx="409223" cy="494684"/>
            </a:xfrm>
            <a:custGeom>
              <a:avLst/>
              <a:gdLst>
                <a:gd name="T0" fmla="*/ 186 w 498"/>
                <a:gd name="T1" fmla="*/ 490 h 602"/>
                <a:gd name="T2" fmla="*/ 412 w 498"/>
                <a:gd name="T3" fmla="*/ 138 h 602"/>
                <a:gd name="T4" fmla="*/ 422 w 498"/>
                <a:gd name="T5" fmla="*/ 150 h 602"/>
                <a:gd name="T6" fmla="*/ 440 w 498"/>
                <a:gd name="T7" fmla="*/ 180 h 602"/>
                <a:gd name="T8" fmla="*/ 192 w 498"/>
                <a:gd name="T9" fmla="*/ 516 h 602"/>
                <a:gd name="T10" fmla="*/ 102 w 498"/>
                <a:gd name="T11" fmla="*/ 550 h 602"/>
                <a:gd name="T12" fmla="*/ 62 w 498"/>
                <a:gd name="T13" fmla="*/ 568 h 602"/>
                <a:gd name="T14" fmla="*/ 42 w 498"/>
                <a:gd name="T15" fmla="*/ 572 h 602"/>
                <a:gd name="T16" fmla="*/ 38 w 498"/>
                <a:gd name="T17" fmla="*/ 570 h 602"/>
                <a:gd name="T18" fmla="*/ 32 w 498"/>
                <a:gd name="T19" fmla="*/ 560 h 602"/>
                <a:gd name="T20" fmla="*/ 30 w 498"/>
                <a:gd name="T21" fmla="*/ 536 h 602"/>
                <a:gd name="T22" fmla="*/ 32 w 498"/>
                <a:gd name="T23" fmla="*/ 502 h 602"/>
                <a:gd name="T24" fmla="*/ 34 w 498"/>
                <a:gd name="T25" fmla="*/ 502 h 602"/>
                <a:gd name="T26" fmla="*/ 34 w 498"/>
                <a:gd name="T27" fmla="*/ 500 h 602"/>
                <a:gd name="T28" fmla="*/ 48 w 498"/>
                <a:gd name="T29" fmla="*/ 500 h 602"/>
                <a:gd name="T30" fmla="*/ 56 w 498"/>
                <a:gd name="T31" fmla="*/ 504 h 602"/>
                <a:gd name="T32" fmla="*/ 76 w 498"/>
                <a:gd name="T33" fmla="*/ 516 h 602"/>
                <a:gd name="T34" fmla="*/ 90 w 498"/>
                <a:gd name="T35" fmla="*/ 530 h 602"/>
                <a:gd name="T36" fmla="*/ 100 w 498"/>
                <a:gd name="T37" fmla="*/ 540 h 602"/>
                <a:gd name="T38" fmla="*/ 102 w 498"/>
                <a:gd name="T39" fmla="*/ 550 h 602"/>
                <a:gd name="T40" fmla="*/ 288 w 498"/>
                <a:gd name="T41" fmla="*/ 72 h 602"/>
                <a:gd name="T42" fmla="*/ 308 w 498"/>
                <a:gd name="T43" fmla="*/ 76 h 602"/>
                <a:gd name="T44" fmla="*/ 334 w 498"/>
                <a:gd name="T45" fmla="*/ 86 h 602"/>
                <a:gd name="T46" fmla="*/ 70 w 498"/>
                <a:gd name="T47" fmla="*/ 396 h 602"/>
                <a:gd name="T48" fmla="*/ 288 w 498"/>
                <a:gd name="T49" fmla="*/ 72 h 602"/>
                <a:gd name="T50" fmla="*/ 130 w 498"/>
                <a:gd name="T51" fmla="*/ 480 h 602"/>
                <a:gd name="T52" fmla="*/ 130 w 498"/>
                <a:gd name="T53" fmla="*/ 444 h 602"/>
                <a:gd name="T54" fmla="*/ 130 w 498"/>
                <a:gd name="T55" fmla="*/ 442 h 602"/>
                <a:gd name="T56" fmla="*/ 118 w 498"/>
                <a:gd name="T57" fmla="*/ 442 h 602"/>
                <a:gd name="T58" fmla="*/ 356 w 498"/>
                <a:gd name="T59" fmla="*/ 96 h 602"/>
                <a:gd name="T60" fmla="*/ 378 w 498"/>
                <a:gd name="T61" fmla="*/ 108 h 602"/>
                <a:gd name="T62" fmla="*/ 396 w 498"/>
                <a:gd name="T63" fmla="*/ 122 h 602"/>
                <a:gd name="T64" fmla="*/ 130 w 498"/>
                <a:gd name="T65" fmla="*/ 480 h 602"/>
                <a:gd name="T66" fmla="*/ 432 w 498"/>
                <a:gd name="T67" fmla="*/ 38 h 602"/>
                <a:gd name="T68" fmla="*/ 388 w 498"/>
                <a:gd name="T69" fmla="*/ 14 h 602"/>
                <a:gd name="T70" fmla="*/ 350 w 498"/>
                <a:gd name="T71" fmla="*/ 2 h 602"/>
                <a:gd name="T72" fmla="*/ 322 w 498"/>
                <a:gd name="T73" fmla="*/ 0 h 602"/>
                <a:gd name="T74" fmla="*/ 308 w 498"/>
                <a:gd name="T75" fmla="*/ 4 h 602"/>
                <a:gd name="T76" fmla="*/ 260 w 498"/>
                <a:gd name="T77" fmla="*/ 70 h 602"/>
                <a:gd name="T78" fmla="*/ 8 w 498"/>
                <a:gd name="T79" fmla="*/ 408 h 602"/>
                <a:gd name="T80" fmla="*/ 2 w 498"/>
                <a:gd name="T81" fmla="*/ 450 h 602"/>
                <a:gd name="T82" fmla="*/ 0 w 498"/>
                <a:gd name="T83" fmla="*/ 516 h 602"/>
                <a:gd name="T84" fmla="*/ 0 w 498"/>
                <a:gd name="T85" fmla="*/ 538 h 602"/>
                <a:gd name="T86" fmla="*/ 6 w 498"/>
                <a:gd name="T87" fmla="*/ 578 h 602"/>
                <a:gd name="T88" fmla="*/ 12 w 498"/>
                <a:gd name="T89" fmla="*/ 598 h 602"/>
                <a:gd name="T90" fmla="*/ 14 w 498"/>
                <a:gd name="T91" fmla="*/ 602 h 602"/>
                <a:gd name="T92" fmla="*/ 24 w 498"/>
                <a:gd name="T93" fmla="*/ 602 h 602"/>
                <a:gd name="T94" fmla="*/ 62 w 498"/>
                <a:gd name="T95" fmla="*/ 596 h 602"/>
                <a:gd name="T96" fmla="*/ 448 w 498"/>
                <a:gd name="T97" fmla="*/ 210 h 602"/>
                <a:gd name="T98" fmla="*/ 478 w 498"/>
                <a:gd name="T99" fmla="*/ 168 h 602"/>
                <a:gd name="T100" fmla="*/ 496 w 498"/>
                <a:gd name="T101" fmla="*/ 144 h 602"/>
                <a:gd name="T102" fmla="*/ 498 w 498"/>
                <a:gd name="T103" fmla="*/ 128 h 602"/>
                <a:gd name="T104" fmla="*/ 488 w 498"/>
                <a:gd name="T105" fmla="*/ 100 h 602"/>
                <a:gd name="T106" fmla="*/ 466 w 498"/>
                <a:gd name="T107" fmla="*/ 68 h 602"/>
                <a:gd name="T108" fmla="*/ 432 w 498"/>
                <a:gd name="T109" fmla="*/ 38 h 6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98" h="602">
                  <a:moveTo>
                    <a:pt x="192" y="516"/>
                  </a:moveTo>
                  <a:lnTo>
                    <a:pt x="186" y="490"/>
                  </a:lnTo>
                  <a:lnTo>
                    <a:pt x="144" y="500"/>
                  </a:lnTo>
                  <a:lnTo>
                    <a:pt x="412" y="138"/>
                  </a:lnTo>
                  <a:lnTo>
                    <a:pt x="412" y="138"/>
                  </a:lnTo>
                  <a:lnTo>
                    <a:pt x="422" y="150"/>
                  </a:lnTo>
                  <a:lnTo>
                    <a:pt x="428" y="160"/>
                  </a:lnTo>
                  <a:lnTo>
                    <a:pt x="440" y="180"/>
                  </a:lnTo>
                  <a:lnTo>
                    <a:pt x="192" y="516"/>
                  </a:lnTo>
                  <a:lnTo>
                    <a:pt x="192" y="516"/>
                  </a:lnTo>
                  <a:close/>
                  <a:moveTo>
                    <a:pt x="102" y="550"/>
                  </a:moveTo>
                  <a:lnTo>
                    <a:pt x="102" y="550"/>
                  </a:lnTo>
                  <a:lnTo>
                    <a:pt x="80" y="560"/>
                  </a:lnTo>
                  <a:lnTo>
                    <a:pt x="62" y="568"/>
                  </a:lnTo>
                  <a:lnTo>
                    <a:pt x="52" y="570"/>
                  </a:lnTo>
                  <a:lnTo>
                    <a:pt x="42" y="572"/>
                  </a:lnTo>
                  <a:lnTo>
                    <a:pt x="42" y="572"/>
                  </a:lnTo>
                  <a:lnTo>
                    <a:pt x="38" y="570"/>
                  </a:lnTo>
                  <a:lnTo>
                    <a:pt x="36" y="568"/>
                  </a:lnTo>
                  <a:lnTo>
                    <a:pt x="32" y="560"/>
                  </a:lnTo>
                  <a:lnTo>
                    <a:pt x="32" y="550"/>
                  </a:lnTo>
                  <a:lnTo>
                    <a:pt x="30" y="536"/>
                  </a:lnTo>
                  <a:lnTo>
                    <a:pt x="32" y="512"/>
                  </a:lnTo>
                  <a:lnTo>
                    <a:pt x="32" y="502"/>
                  </a:lnTo>
                  <a:lnTo>
                    <a:pt x="34" y="502"/>
                  </a:lnTo>
                  <a:lnTo>
                    <a:pt x="34" y="502"/>
                  </a:lnTo>
                  <a:lnTo>
                    <a:pt x="34" y="500"/>
                  </a:lnTo>
                  <a:lnTo>
                    <a:pt x="34" y="500"/>
                  </a:lnTo>
                  <a:lnTo>
                    <a:pt x="40" y="500"/>
                  </a:lnTo>
                  <a:lnTo>
                    <a:pt x="48" y="500"/>
                  </a:lnTo>
                  <a:lnTo>
                    <a:pt x="56" y="504"/>
                  </a:lnTo>
                  <a:lnTo>
                    <a:pt x="56" y="504"/>
                  </a:lnTo>
                  <a:lnTo>
                    <a:pt x="66" y="508"/>
                  </a:lnTo>
                  <a:lnTo>
                    <a:pt x="76" y="516"/>
                  </a:lnTo>
                  <a:lnTo>
                    <a:pt x="76" y="516"/>
                  </a:lnTo>
                  <a:lnTo>
                    <a:pt x="90" y="530"/>
                  </a:lnTo>
                  <a:lnTo>
                    <a:pt x="100" y="540"/>
                  </a:lnTo>
                  <a:lnTo>
                    <a:pt x="100" y="540"/>
                  </a:lnTo>
                  <a:lnTo>
                    <a:pt x="102" y="546"/>
                  </a:lnTo>
                  <a:lnTo>
                    <a:pt x="102" y="550"/>
                  </a:lnTo>
                  <a:lnTo>
                    <a:pt x="102" y="550"/>
                  </a:lnTo>
                  <a:close/>
                  <a:moveTo>
                    <a:pt x="288" y="72"/>
                  </a:moveTo>
                  <a:lnTo>
                    <a:pt x="288" y="72"/>
                  </a:lnTo>
                  <a:lnTo>
                    <a:pt x="308" y="76"/>
                  </a:lnTo>
                  <a:lnTo>
                    <a:pt x="334" y="84"/>
                  </a:lnTo>
                  <a:lnTo>
                    <a:pt x="334" y="86"/>
                  </a:lnTo>
                  <a:lnTo>
                    <a:pt x="70" y="444"/>
                  </a:lnTo>
                  <a:lnTo>
                    <a:pt x="70" y="396"/>
                  </a:lnTo>
                  <a:lnTo>
                    <a:pt x="46" y="398"/>
                  </a:lnTo>
                  <a:lnTo>
                    <a:pt x="288" y="72"/>
                  </a:lnTo>
                  <a:lnTo>
                    <a:pt x="288" y="72"/>
                  </a:lnTo>
                  <a:close/>
                  <a:moveTo>
                    <a:pt x="130" y="480"/>
                  </a:moveTo>
                  <a:lnTo>
                    <a:pt x="130" y="480"/>
                  </a:lnTo>
                  <a:lnTo>
                    <a:pt x="130" y="444"/>
                  </a:lnTo>
                  <a:lnTo>
                    <a:pt x="130" y="444"/>
                  </a:lnTo>
                  <a:lnTo>
                    <a:pt x="130" y="442"/>
                  </a:lnTo>
                  <a:lnTo>
                    <a:pt x="126" y="442"/>
                  </a:lnTo>
                  <a:lnTo>
                    <a:pt x="118" y="442"/>
                  </a:lnTo>
                  <a:lnTo>
                    <a:pt x="92" y="452"/>
                  </a:lnTo>
                  <a:lnTo>
                    <a:pt x="356" y="96"/>
                  </a:lnTo>
                  <a:lnTo>
                    <a:pt x="356" y="96"/>
                  </a:lnTo>
                  <a:lnTo>
                    <a:pt x="378" y="108"/>
                  </a:lnTo>
                  <a:lnTo>
                    <a:pt x="378" y="108"/>
                  </a:lnTo>
                  <a:lnTo>
                    <a:pt x="396" y="122"/>
                  </a:lnTo>
                  <a:lnTo>
                    <a:pt x="130" y="480"/>
                  </a:lnTo>
                  <a:lnTo>
                    <a:pt x="130" y="480"/>
                  </a:lnTo>
                  <a:close/>
                  <a:moveTo>
                    <a:pt x="432" y="38"/>
                  </a:moveTo>
                  <a:lnTo>
                    <a:pt x="432" y="38"/>
                  </a:lnTo>
                  <a:lnTo>
                    <a:pt x="410" y="24"/>
                  </a:lnTo>
                  <a:lnTo>
                    <a:pt x="388" y="14"/>
                  </a:lnTo>
                  <a:lnTo>
                    <a:pt x="368" y="6"/>
                  </a:lnTo>
                  <a:lnTo>
                    <a:pt x="350" y="2"/>
                  </a:lnTo>
                  <a:lnTo>
                    <a:pt x="334" y="0"/>
                  </a:lnTo>
                  <a:lnTo>
                    <a:pt x="322" y="0"/>
                  </a:lnTo>
                  <a:lnTo>
                    <a:pt x="314" y="0"/>
                  </a:lnTo>
                  <a:lnTo>
                    <a:pt x="308" y="4"/>
                  </a:lnTo>
                  <a:lnTo>
                    <a:pt x="290" y="28"/>
                  </a:lnTo>
                  <a:lnTo>
                    <a:pt x="260" y="70"/>
                  </a:lnTo>
                  <a:lnTo>
                    <a:pt x="16" y="398"/>
                  </a:lnTo>
                  <a:lnTo>
                    <a:pt x="8" y="408"/>
                  </a:lnTo>
                  <a:lnTo>
                    <a:pt x="8" y="408"/>
                  </a:lnTo>
                  <a:lnTo>
                    <a:pt x="2" y="450"/>
                  </a:lnTo>
                  <a:lnTo>
                    <a:pt x="0" y="492"/>
                  </a:lnTo>
                  <a:lnTo>
                    <a:pt x="0" y="516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2" y="560"/>
                  </a:lnTo>
                  <a:lnTo>
                    <a:pt x="6" y="578"/>
                  </a:lnTo>
                  <a:lnTo>
                    <a:pt x="10" y="594"/>
                  </a:lnTo>
                  <a:lnTo>
                    <a:pt x="12" y="598"/>
                  </a:lnTo>
                  <a:lnTo>
                    <a:pt x="14" y="602"/>
                  </a:lnTo>
                  <a:lnTo>
                    <a:pt x="14" y="602"/>
                  </a:lnTo>
                  <a:lnTo>
                    <a:pt x="18" y="602"/>
                  </a:lnTo>
                  <a:lnTo>
                    <a:pt x="24" y="602"/>
                  </a:lnTo>
                  <a:lnTo>
                    <a:pt x="40" y="600"/>
                  </a:lnTo>
                  <a:lnTo>
                    <a:pt x="62" y="596"/>
                  </a:lnTo>
                  <a:lnTo>
                    <a:pt x="196" y="548"/>
                  </a:lnTo>
                  <a:lnTo>
                    <a:pt x="448" y="210"/>
                  </a:lnTo>
                  <a:lnTo>
                    <a:pt x="452" y="204"/>
                  </a:lnTo>
                  <a:lnTo>
                    <a:pt x="478" y="168"/>
                  </a:lnTo>
                  <a:lnTo>
                    <a:pt x="496" y="144"/>
                  </a:lnTo>
                  <a:lnTo>
                    <a:pt x="496" y="144"/>
                  </a:lnTo>
                  <a:lnTo>
                    <a:pt x="498" y="138"/>
                  </a:lnTo>
                  <a:lnTo>
                    <a:pt x="498" y="128"/>
                  </a:lnTo>
                  <a:lnTo>
                    <a:pt x="494" y="114"/>
                  </a:lnTo>
                  <a:lnTo>
                    <a:pt x="488" y="100"/>
                  </a:lnTo>
                  <a:lnTo>
                    <a:pt x="478" y="84"/>
                  </a:lnTo>
                  <a:lnTo>
                    <a:pt x="466" y="68"/>
                  </a:lnTo>
                  <a:lnTo>
                    <a:pt x="450" y="52"/>
                  </a:lnTo>
                  <a:lnTo>
                    <a:pt x="432" y="38"/>
                  </a:lnTo>
                  <a:lnTo>
                    <a:pt x="432" y="38"/>
                  </a:lnTo>
                  <a:close/>
                </a:path>
              </a:pathLst>
            </a:cu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işļiḑè"/>
            <p:cNvSpPr txBox="1"/>
            <p:nvPr/>
          </p:nvSpPr>
          <p:spPr bwMode="auto">
            <a:xfrm>
              <a:off x="673099" y="2087251"/>
              <a:ext cx="3589337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iSḷiḋé"/>
            <p:cNvSpPr/>
            <p:nvPr/>
          </p:nvSpPr>
          <p:spPr bwMode="auto">
            <a:xfrm>
              <a:off x="673099" y="2529057"/>
              <a:ext cx="3589337" cy="8669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 lnSpcReduction="1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Copy paste fonts. Choose the only option to retain text.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îşľîḍe"/>
            <p:cNvSpPr txBox="1"/>
            <p:nvPr/>
          </p:nvSpPr>
          <p:spPr bwMode="auto">
            <a:xfrm>
              <a:off x="8524875" y="1372997"/>
              <a:ext cx="29940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ïṡḷíḍé"/>
            <p:cNvSpPr/>
            <p:nvPr/>
          </p:nvSpPr>
          <p:spPr bwMode="auto">
            <a:xfrm>
              <a:off x="8524875" y="1814803"/>
              <a:ext cx="2994026" cy="69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iSlíḍé"/>
            <p:cNvSpPr txBox="1"/>
            <p:nvPr/>
          </p:nvSpPr>
          <p:spPr bwMode="auto">
            <a:xfrm>
              <a:off x="7886700" y="3082689"/>
              <a:ext cx="29940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ï$ľïḋé"/>
            <p:cNvSpPr/>
            <p:nvPr/>
          </p:nvSpPr>
          <p:spPr bwMode="auto">
            <a:xfrm>
              <a:off x="7886700" y="3524495"/>
              <a:ext cx="2994026" cy="69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iṡļîḓe"/>
            <p:cNvSpPr txBox="1"/>
            <p:nvPr/>
          </p:nvSpPr>
          <p:spPr bwMode="auto">
            <a:xfrm>
              <a:off x="8524875" y="4688413"/>
              <a:ext cx="2994026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b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iṣḻîḓe"/>
            <p:cNvSpPr/>
            <p:nvPr/>
          </p:nvSpPr>
          <p:spPr bwMode="auto">
            <a:xfrm>
              <a:off x="8524875" y="5130219"/>
              <a:ext cx="2994026" cy="699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Supporting text here. 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  <a:p>
              <a:pPr marL="171450" marR="0" lvl="0" indent="-17145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……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8353425" y="2763512"/>
              <a:ext cx="3167063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7886700" y="4506587"/>
              <a:ext cx="363378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3" name="图片 22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 userDrawn="1"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 userDrawn="1"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096053" y="394802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6b724148-1469-474b-af26-c2bcadae53f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0" y="1748798"/>
            <a:ext cx="10858500" cy="3823543"/>
            <a:chOff x="660400" y="1748798"/>
            <a:chExt cx="10858500" cy="3823543"/>
          </a:xfrm>
        </p:grpSpPr>
        <p:grpSp>
          <p:nvGrpSpPr>
            <p:cNvPr id="6" name="íṡḻiḋe"/>
            <p:cNvGrpSpPr/>
            <p:nvPr/>
          </p:nvGrpSpPr>
          <p:grpSpPr>
            <a:xfrm>
              <a:off x="3848100" y="2349000"/>
              <a:ext cx="4495801" cy="2470974"/>
              <a:chOff x="3848101" y="2174463"/>
              <a:chExt cx="4495801" cy="2470974"/>
            </a:xfrm>
          </p:grpSpPr>
          <p:sp>
            <p:nvSpPr>
              <p:cNvPr id="23" name="î$lïďê"/>
              <p:cNvSpPr/>
              <p:nvPr/>
            </p:nvSpPr>
            <p:spPr>
              <a:xfrm>
                <a:off x="5873728" y="2174463"/>
                <a:ext cx="2470174" cy="2470974"/>
              </a:xfrm>
              <a:custGeom>
                <a:avLst/>
                <a:gdLst>
                  <a:gd name="connsiteX0" fmla="*/ 1484938 w 2970838"/>
                  <a:gd name="connsiteY0" fmla="*/ 0 h 2971800"/>
                  <a:gd name="connsiteX1" fmla="*/ 2970838 w 2970838"/>
                  <a:gd name="connsiteY1" fmla="*/ 1485900 h 2971800"/>
                  <a:gd name="connsiteX2" fmla="*/ 1484938 w 2970838"/>
                  <a:gd name="connsiteY2" fmla="*/ 2971800 h 2971800"/>
                  <a:gd name="connsiteX3" fmla="*/ 6710 w 2970838"/>
                  <a:gd name="connsiteY3" fmla="*/ 1637825 h 2971800"/>
                  <a:gd name="connsiteX4" fmla="*/ 0 w 2970838"/>
                  <a:gd name="connsiteY4" fmla="*/ 1504951 h 2971800"/>
                  <a:gd name="connsiteX5" fmla="*/ 533765 w 2970838"/>
                  <a:gd name="connsiteY5" fmla="*/ 1504951 h 2971800"/>
                  <a:gd name="connsiteX6" fmla="*/ 537719 w 2970838"/>
                  <a:gd name="connsiteY6" fmla="*/ 1583250 h 2971800"/>
                  <a:gd name="connsiteX7" fmla="*/ 1484938 w 2970838"/>
                  <a:gd name="connsiteY7" fmla="*/ 2438035 h 2971800"/>
                  <a:gd name="connsiteX8" fmla="*/ 2437073 w 2970838"/>
                  <a:gd name="connsiteY8" fmla="*/ 1485900 h 2971800"/>
                  <a:gd name="connsiteX9" fmla="*/ 1484938 w 2970838"/>
                  <a:gd name="connsiteY9" fmla="*/ 533765 h 2971800"/>
                  <a:gd name="connsiteX10" fmla="*/ 811677 w 2970838"/>
                  <a:gd name="connsiteY10" fmla="*/ 812639 h 2971800"/>
                  <a:gd name="connsiteX11" fmla="*/ 745820 w 2970838"/>
                  <a:gd name="connsiteY11" fmla="*/ 892459 h 2971800"/>
                  <a:gd name="connsiteX12" fmla="*/ 366414 w 2970838"/>
                  <a:gd name="connsiteY12" fmla="*/ 509846 h 2971800"/>
                  <a:gd name="connsiteX13" fmla="*/ 434248 w 2970838"/>
                  <a:gd name="connsiteY13" fmla="*/ 435210 h 2971800"/>
                  <a:gd name="connsiteX14" fmla="*/ 1484938 w 2970838"/>
                  <a:gd name="connsiteY14" fmla="*/ 0 h 297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70838" h="2971800">
                    <a:moveTo>
                      <a:pt x="1484938" y="0"/>
                    </a:moveTo>
                    <a:cubicBezTo>
                      <a:pt x="2305578" y="0"/>
                      <a:pt x="2970838" y="665260"/>
                      <a:pt x="2970838" y="1485900"/>
                    </a:cubicBezTo>
                    <a:cubicBezTo>
                      <a:pt x="2970838" y="2306540"/>
                      <a:pt x="2305578" y="2971800"/>
                      <a:pt x="1484938" y="2971800"/>
                    </a:cubicBezTo>
                    <a:cubicBezTo>
                      <a:pt x="715588" y="2971800"/>
                      <a:pt x="82803" y="2387099"/>
                      <a:pt x="6710" y="1637825"/>
                    </a:cubicBezTo>
                    <a:lnTo>
                      <a:pt x="0" y="1504951"/>
                    </a:lnTo>
                    <a:lnTo>
                      <a:pt x="533765" y="1504951"/>
                    </a:lnTo>
                    <a:lnTo>
                      <a:pt x="537719" y="1583250"/>
                    </a:lnTo>
                    <a:cubicBezTo>
                      <a:pt x="586478" y="2063371"/>
                      <a:pt x="991954" y="2438035"/>
                      <a:pt x="1484938" y="2438035"/>
                    </a:cubicBezTo>
                    <a:cubicBezTo>
                      <a:pt x="2010788" y="2438035"/>
                      <a:pt x="2437073" y="2011750"/>
                      <a:pt x="2437073" y="1485900"/>
                    </a:cubicBezTo>
                    <a:cubicBezTo>
                      <a:pt x="2437073" y="960050"/>
                      <a:pt x="2010788" y="533765"/>
                      <a:pt x="1484938" y="533765"/>
                    </a:cubicBezTo>
                    <a:cubicBezTo>
                      <a:pt x="1222013" y="533765"/>
                      <a:pt x="983979" y="640336"/>
                      <a:pt x="811677" y="812639"/>
                    </a:cubicBezTo>
                    <a:lnTo>
                      <a:pt x="745820" y="892459"/>
                    </a:lnTo>
                    <a:lnTo>
                      <a:pt x="366414" y="509846"/>
                    </a:lnTo>
                    <a:lnTo>
                      <a:pt x="434248" y="435210"/>
                    </a:lnTo>
                    <a:cubicBezTo>
                      <a:pt x="703143" y="166315"/>
                      <a:pt x="1074618" y="0"/>
                      <a:pt x="14849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ïṡļïde"/>
              <p:cNvSpPr/>
              <p:nvPr/>
            </p:nvSpPr>
            <p:spPr>
              <a:xfrm flipV="1">
                <a:off x="3848101" y="2174463"/>
                <a:ext cx="2470974" cy="2470974"/>
              </a:xfrm>
              <a:custGeom>
                <a:avLst/>
                <a:gdLst>
                  <a:gd name="connsiteX0" fmla="*/ 1485900 w 2971800"/>
                  <a:gd name="connsiteY0" fmla="*/ 2971800 h 2971800"/>
                  <a:gd name="connsiteX1" fmla="*/ 2971800 w 2971800"/>
                  <a:gd name="connsiteY1" fmla="*/ 1485900 h 2971800"/>
                  <a:gd name="connsiteX2" fmla="*/ 2970838 w 2971800"/>
                  <a:gd name="connsiteY2" fmla="*/ 1466849 h 2971800"/>
                  <a:gd name="connsiteX3" fmla="*/ 2437073 w 2971800"/>
                  <a:gd name="connsiteY3" fmla="*/ 1466849 h 2971800"/>
                  <a:gd name="connsiteX4" fmla="*/ 2438035 w 2971800"/>
                  <a:gd name="connsiteY4" fmla="*/ 1485900 h 2971800"/>
                  <a:gd name="connsiteX5" fmla="*/ 1485900 w 2971800"/>
                  <a:gd name="connsiteY5" fmla="*/ 2438035 h 2971800"/>
                  <a:gd name="connsiteX6" fmla="*/ 533765 w 2971800"/>
                  <a:gd name="connsiteY6" fmla="*/ 1485900 h 2971800"/>
                  <a:gd name="connsiteX7" fmla="*/ 1485900 w 2971800"/>
                  <a:gd name="connsiteY7" fmla="*/ 533765 h 2971800"/>
                  <a:gd name="connsiteX8" fmla="*/ 2159161 w 2971800"/>
                  <a:gd name="connsiteY8" fmla="*/ 812639 h 2971800"/>
                  <a:gd name="connsiteX9" fmla="*/ 2207859 w 2971800"/>
                  <a:gd name="connsiteY9" fmla="*/ 871662 h 2971800"/>
                  <a:gd name="connsiteX10" fmla="*/ 2586355 w 2971800"/>
                  <a:gd name="connsiteY10" fmla="*/ 489966 h 2971800"/>
                  <a:gd name="connsiteX11" fmla="*/ 2536590 w 2971800"/>
                  <a:gd name="connsiteY11" fmla="*/ 435210 h 2971800"/>
                  <a:gd name="connsiteX12" fmla="*/ 1485900 w 2971800"/>
                  <a:gd name="connsiteY12" fmla="*/ 0 h 2971800"/>
                  <a:gd name="connsiteX13" fmla="*/ 0 w 2971800"/>
                  <a:gd name="connsiteY13" fmla="*/ 1485900 h 2971800"/>
                  <a:gd name="connsiteX14" fmla="*/ 1485900 w 2971800"/>
                  <a:gd name="connsiteY14" fmla="*/ 2971800 h 2971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71800" h="2971800">
                    <a:moveTo>
                      <a:pt x="1485900" y="2971800"/>
                    </a:moveTo>
                    <a:cubicBezTo>
                      <a:pt x="2306540" y="2971800"/>
                      <a:pt x="2971800" y="2306540"/>
                      <a:pt x="2971800" y="1485900"/>
                    </a:cubicBezTo>
                    <a:lnTo>
                      <a:pt x="2970838" y="1466849"/>
                    </a:lnTo>
                    <a:lnTo>
                      <a:pt x="2437073" y="1466849"/>
                    </a:lnTo>
                    <a:lnTo>
                      <a:pt x="2438035" y="1485900"/>
                    </a:lnTo>
                    <a:cubicBezTo>
                      <a:pt x="2438035" y="2011750"/>
                      <a:pt x="2011750" y="2438035"/>
                      <a:pt x="1485900" y="2438035"/>
                    </a:cubicBezTo>
                    <a:cubicBezTo>
                      <a:pt x="960050" y="2438035"/>
                      <a:pt x="533765" y="2011750"/>
                      <a:pt x="533765" y="1485900"/>
                    </a:cubicBezTo>
                    <a:cubicBezTo>
                      <a:pt x="533765" y="960050"/>
                      <a:pt x="960050" y="533765"/>
                      <a:pt x="1485900" y="533765"/>
                    </a:cubicBezTo>
                    <a:cubicBezTo>
                      <a:pt x="1748825" y="533765"/>
                      <a:pt x="1986859" y="640336"/>
                      <a:pt x="2159161" y="812639"/>
                    </a:cubicBezTo>
                    <a:lnTo>
                      <a:pt x="2207859" y="871662"/>
                    </a:lnTo>
                    <a:lnTo>
                      <a:pt x="2586355" y="489966"/>
                    </a:lnTo>
                    <a:lnTo>
                      <a:pt x="2536590" y="435210"/>
                    </a:lnTo>
                    <a:cubicBezTo>
                      <a:pt x="2267695" y="166315"/>
                      <a:pt x="1896220" y="0"/>
                      <a:pt x="1485900" y="0"/>
                    </a:cubicBezTo>
                    <a:cubicBezTo>
                      <a:pt x="665260" y="0"/>
                      <a:pt x="0" y="665260"/>
                      <a:pt x="0" y="1485900"/>
                    </a:cubicBezTo>
                    <a:cubicBezTo>
                      <a:pt x="0" y="2306540"/>
                      <a:pt x="665260" y="2971800"/>
                      <a:pt x="1485900" y="2971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îs1ïḑe"/>
              <p:cNvSpPr/>
              <p:nvPr/>
            </p:nvSpPr>
            <p:spPr bwMode="auto">
              <a:xfrm>
                <a:off x="4834673" y="3096228"/>
                <a:ext cx="497831" cy="627444"/>
              </a:xfrm>
              <a:custGeom>
                <a:avLst/>
                <a:gdLst>
                  <a:gd name="connsiteX0" fmla="*/ 179388 w 268288"/>
                  <a:gd name="connsiteY0" fmla="*/ 166688 h 338138"/>
                  <a:gd name="connsiteX1" fmla="*/ 203200 w 268288"/>
                  <a:gd name="connsiteY1" fmla="*/ 190443 h 338138"/>
                  <a:gd name="connsiteX2" fmla="*/ 203200 w 268288"/>
                  <a:gd name="connsiteY2" fmla="*/ 252471 h 338138"/>
                  <a:gd name="connsiteX3" fmla="*/ 179388 w 268288"/>
                  <a:gd name="connsiteY3" fmla="*/ 276226 h 338138"/>
                  <a:gd name="connsiteX4" fmla="*/ 155575 w 268288"/>
                  <a:gd name="connsiteY4" fmla="*/ 252471 h 338138"/>
                  <a:gd name="connsiteX5" fmla="*/ 155575 w 268288"/>
                  <a:gd name="connsiteY5" fmla="*/ 190443 h 338138"/>
                  <a:gd name="connsiteX6" fmla="*/ 179388 w 268288"/>
                  <a:gd name="connsiteY6" fmla="*/ 166688 h 338138"/>
                  <a:gd name="connsiteX7" fmla="*/ 179388 w 268288"/>
                  <a:gd name="connsiteY7" fmla="*/ 150813 h 338138"/>
                  <a:gd name="connsiteX8" fmla="*/ 139700 w 268288"/>
                  <a:gd name="connsiteY8" fmla="*/ 190427 h 338138"/>
                  <a:gd name="connsiteX9" fmla="*/ 139700 w 268288"/>
                  <a:gd name="connsiteY9" fmla="*/ 252488 h 338138"/>
                  <a:gd name="connsiteX10" fmla="*/ 179388 w 268288"/>
                  <a:gd name="connsiteY10" fmla="*/ 292101 h 338138"/>
                  <a:gd name="connsiteX11" fmla="*/ 219075 w 268288"/>
                  <a:gd name="connsiteY11" fmla="*/ 252488 h 338138"/>
                  <a:gd name="connsiteX12" fmla="*/ 219075 w 268288"/>
                  <a:gd name="connsiteY12" fmla="*/ 190427 h 338138"/>
                  <a:gd name="connsiteX13" fmla="*/ 179388 w 268288"/>
                  <a:gd name="connsiteY13" fmla="*/ 150813 h 338138"/>
                  <a:gd name="connsiteX14" fmla="*/ 57120 w 268288"/>
                  <a:gd name="connsiteY14" fmla="*/ 150813 h 338138"/>
                  <a:gd name="connsiteX15" fmla="*/ 49212 w 268288"/>
                  <a:gd name="connsiteY15" fmla="*/ 158705 h 338138"/>
                  <a:gd name="connsiteX16" fmla="*/ 57120 w 268288"/>
                  <a:gd name="connsiteY16" fmla="*/ 166597 h 338138"/>
                  <a:gd name="connsiteX17" fmla="*/ 80842 w 268288"/>
                  <a:gd name="connsiteY17" fmla="*/ 166597 h 338138"/>
                  <a:gd name="connsiteX18" fmla="*/ 103247 w 268288"/>
                  <a:gd name="connsiteY18" fmla="*/ 188959 h 338138"/>
                  <a:gd name="connsiteX19" fmla="*/ 103247 w 268288"/>
                  <a:gd name="connsiteY19" fmla="*/ 190274 h 338138"/>
                  <a:gd name="connsiteX20" fmla="*/ 80842 w 268288"/>
                  <a:gd name="connsiteY20" fmla="*/ 212635 h 338138"/>
                  <a:gd name="connsiteX21" fmla="*/ 57120 w 268288"/>
                  <a:gd name="connsiteY21" fmla="*/ 212635 h 338138"/>
                  <a:gd name="connsiteX22" fmla="*/ 49212 w 268288"/>
                  <a:gd name="connsiteY22" fmla="*/ 220527 h 338138"/>
                  <a:gd name="connsiteX23" fmla="*/ 57120 w 268288"/>
                  <a:gd name="connsiteY23" fmla="*/ 228419 h 338138"/>
                  <a:gd name="connsiteX24" fmla="*/ 80842 w 268288"/>
                  <a:gd name="connsiteY24" fmla="*/ 228419 h 338138"/>
                  <a:gd name="connsiteX25" fmla="*/ 103247 w 268288"/>
                  <a:gd name="connsiteY25" fmla="*/ 250781 h 338138"/>
                  <a:gd name="connsiteX26" fmla="*/ 80842 w 268288"/>
                  <a:gd name="connsiteY26" fmla="*/ 273142 h 338138"/>
                  <a:gd name="connsiteX27" fmla="*/ 57120 w 268288"/>
                  <a:gd name="connsiteY27" fmla="*/ 273142 h 338138"/>
                  <a:gd name="connsiteX28" fmla="*/ 49212 w 268288"/>
                  <a:gd name="connsiteY28" fmla="*/ 281034 h 338138"/>
                  <a:gd name="connsiteX29" fmla="*/ 57120 w 268288"/>
                  <a:gd name="connsiteY29" fmla="*/ 288926 h 338138"/>
                  <a:gd name="connsiteX30" fmla="*/ 80842 w 268288"/>
                  <a:gd name="connsiteY30" fmla="*/ 288926 h 338138"/>
                  <a:gd name="connsiteX31" fmla="*/ 119062 w 268288"/>
                  <a:gd name="connsiteY31" fmla="*/ 250781 h 338138"/>
                  <a:gd name="connsiteX32" fmla="*/ 103247 w 268288"/>
                  <a:gd name="connsiteY32" fmla="*/ 220527 h 338138"/>
                  <a:gd name="connsiteX33" fmla="*/ 119062 w 268288"/>
                  <a:gd name="connsiteY33" fmla="*/ 190274 h 338138"/>
                  <a:gd name="connsiteX34" fmla="*/ 119062 w 268288"/>
                  <a:gd name="connsiteY34" fmla="*/ 188959 h 338138"/>
                  <a:gd name="connsiteX35" fmla="*/ 80842 w 268288"/>
                  <a:gd name="connsiteY35" fmla="*/ 150813 h 338138"/>
                  <a:gd name="connsiteX36" fmla="*/ 57120 w 268288"/>
                  <a:gd name="connsiteY36" fmla="*/ 150813 h 338138"/>
                  <a:gd name="connsiteX37" fmla="*/ 46099 w 268288"/>
                  <a:gd name="connsiteY37" fmla="*/ 47625 h 338138"/>
                  <a:gd name="connsiteX38" fmla="*/ 15875 w 268288"/>
                  <a:gd name="connsiteY38" fmla="*/ 79629 h 338138"/>
                  <a:gd name="connsiteX39" fmla="*/ 15875 w 268288"/>
                  <a:gd name="connsiteY39" fmla="*/ 114300 h 338138"/>
                  <a:gd name="connsiteX40" fmla="*/ 252413 w 268288"/>
                  <a:gd name="connsiteY40" fmla="*/ 114300 h 338138"/>
                  <a:gd name="connsiteX41" fmla="*/ 252413 w 268288"/>
                  <a:gd name="connsiteY41" fmla="*/ 79629 h 338138"/>
                  <a:gd name="connsiteX42" fmla="*/ 222189 w 268288"/>
                  <a:gd name="connsiteY42" fmla="*/ 47625 h 338138"/>
                  <a:gd name="connsiteX43" fmla="*/ 210362 w 268288"/>
                  <a:gd name="connsiteY43" fmla="*/ 47625 h 338138"/>
                  <a:gd name="connsiteX44" fmla="*/ 210362 w 268288"/>
                  <a:gd name="connsiteY44" fmla="*/ 71628 h 338138"/>
                  <a:gd name="connsiteX45" fmla="*/ 202477 w 268288"/>
                  <a:gd name="connsiteY45" fmla="*/ 79629 h 338138"/>
                  <a:gd name="connsiteX46" fmla="*/ 194593 w 268288"/>
                  <a:gd name="connsiteY46" fmla="*/ 71628 h 338138"/>
                  <a:gd name="connsiteX47" fmla="*/ 194593 w 268288"/>
                  <a:gd name="connsiteY47" fmla="*/ 47625 h 338138"/>
                  <a:gd name="connsiteX48" fmla="*/ 73696 w 268288"/>
                  <a:gd name="connsiteY48" fmla="*/ 47625 h 338138"/>
                  <a:gd name="connsiteX49" fmla="*/ 73696 w 268288"/>
                  <a:gd name="connsiteY49" fmla="*/ 71628 h 338138"/>
                  <a:gd name="connsiteX50" fmla="*/ 65811 w 268288"/>
                  <a:gd name="connsiteY50" fmla="*/ 79629 h 338138"/>
                  <a:gd name="connsiteX51" fmla="*/ 57926 w 268288"/>
                  <a:gd name="connsiteY51" fmla="*/ 71628 h 338138"/>
                  <a:gd name="connsiteX52" fmla="*/ 57926 w 268288"/>
                  <a:gd name="connsiteY52" fmla="*/ 47625 h 338138"/>
                  <a:gd name="connsiteX53" fmla="*/ 46099 w 268288"/>
                  <a:gd name="connsiteY53" fmla="*/ 47625 h 338138"/>
                  <a:gd name="connsiteX54" fmla="*/ 65757 w 268288"/>
                  <a:gd name="connsiteY54" fmla="*/ 0 h 338138"/>
                  <a:gd name="connsiteX55" fmla="*/ 73648 w 268288"/>
                  <a:gd name="connsiteY55" fmla="*/ 7925 h 338138"/>
                  <a:gd name="connsiteX56" fmla="*/ 73648 w 268288"/>
                  <a:gd name="connsiteY56" fmla="*/ 31700 h 338138"/>
                  <a:gd name="connsiteX57" fmla="*/ 194640 w 268288"/>
                  <a:gd name="connsiteY57" fmla="*/ 31700 h 338138"/>
                  <a:gd name="connsiteX58" fmla="*/ 194640 w 268288"/>
                  <a:gd name="connsiteY58" fmla="*/ 7925 h 338138"/>
                  <a:gd name="connsiteX59" fmla="*/ 202531 w 268288"/>
                  <a:gd name="connsiteY59" fmla="*/ 0 h 338138"/>
                  <a:gd name="connsiteX60" fmla="*/ 210422 w 268288"/>
                  <a:gd name="connsiteY60" fmla="*/ 7925 h 338138"/>
                  <a:gd name="connsiteX61" fmla="*/ 210422 w 268288"/>
                  <a:gd name="connsiteY61" fmla="*/ 31700 h 338138"/>
                  <a:gd name="connsiteX62" fmla="*/ 222258 w 268288"/>
                  <a:gd name="connsiteY62" fmla="*/ 31700 h 338138"/>
                  <a:gd name="connsiteX63" fmla="*/ 268288 w 268288"/>
                  <a:gd name="connsiteY63" fmla="*/ 79251 h 338138"/>
                  <a:gd name="connsiteX64" fmla="*/ 268288 w 268288"/>
                  <a:gd name="connsiteY64" fmla="*/ 290587 h 338138"/>
                  <a:gd name="connsiteX65" fmla="*/ 222258 w 268288"/>
                  <a:gd name="connsiteY65" fmla="*/ 338138 h 338138"/>
                  <a:gd name="connsiteX66" fmla="*/ 46030 w 268288"/>
                  <a:gd name="connsiteY66" fmla="*/ 338138 h 338138"/>
                  <a:gd name="connsiteX67" fmla="*/ 0 w 268288"/>
                  <a:gd name="connsiteY67" fmla="*/ 290587 h 338138"/>
                  <a:gd name="connsiteX68" fmla="*/ 0 w 268288"/>
                  <a:gd name="connsiteY68" fmla="*/ 79251 h 338138"/>
                  <a:gd name="connsiteX69" fmla="*/ 46030 w 268288"/>
                  <a:gd name="connsiteY69" fmla="*/ 31700 h 338138"/>
                  <a:gd name="connsiteX70" fmla="*/ 57866 w 268288"/>
                  <a:gd name="connsiteY70" fmla="*/ 31700 h 338138"/>
                  <a:gd name="connsiteX71" fmla="*/ 57866 w 268288"/>
                  <a:gd name="connsiteY71" fmla="*/ 7925 h 338138"/>
                  <a:gd name="connsiteX72" fmla="*/ 65757 w 268288"/>
                  <a:gd name="connsiteY72" fmla="*/ 0 h 338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</a:cxnLst>
                <a:rect l="l" t="t" r="r" b="b"/>
                <a:pathLst>
                  <a:path w="268288" h="338138">
                    <a:moveTo>
                      <a:pt x="179388" y="166688"/>
                    </a:moveTo>
                    <a:cubicBezTo>
                      <a:pt x="192617" y="166688"/>
                      <a:pt x="203200" y="177246"/>
                      <a:pt x="203200" y="190443"/>
                    </a:cubicBezTo>
                    <a:cubicBezTo>
                      <a:pt x="203200" y="252471"/>
                      <a:pt x="203200" y="252471"/>
                      <a:pt x="203200" y="252471"/>
                    </a:cubicBezTo>
                    <a:cubicBezTo>
                      <a:pt x="203200" y="265668"/>
                      <a:pt x="192617" y="276226"/>
                      <a:pt x="179388" y="276226"/>
                    </a:cubicBezTo>
                    <a:cubicBezTo>
                      <a:pt x="166158" y="276226"/>
                      <a:pt x="155575" y="265668"/>
                      <a:pt x="155575" y="252471"/>
                    </a:cubicBezTo>
                    <a:cubicBezTo>
                      <a:pt x="155575" y="190443"/>
                      <a:pt x="155575" y="190443"/>
                      <a:pt x="155575" y="190443"/>
                    </a:cubicBezTo>
                    <a:cubicBezTo>
                      <a:pt x="155575" y="177246"/>
                      <a:pt x="166158" y="166688"/>
                      <a:pt x="179388" y="166688"/>
                    </a:cubicBezTo>
                    <a:close/>
                    <a:moveTo>
                      <a:pt x="179388" y="150813"/>
                    </a:moveTo>
                    <a:cubicBezTo>
                      <a:pt x="158221" y="150813"/>
                      <a:pt x="139700" y="169299"/>
                      <a:pt x="139700" y="190427"/>
                    </a:cubicBezTo>
                    <a:cubicBezTo>
                      <a:pt x="139700" y="252488"/>
                      <a:pt x="139700" y="252488"/>
                      <a:pt x="139700" y="252488"/>
                    </a:cubicBezTo>
                    <a:cubicBezTo>
                      <a:pt x="139700" y="273615"/>
                      <a:pt x="158221" y="292101"/>
                      <a:pt x="179388" y="292101"/>
                    </a:cubicBezTo>
                    <a:cubicBezTo>
                      <a:pt x="201877" y="292101"/>
                      <a:pt x="219075" y="273615"/>
                      <a:pt x="219075" y="252488"/>
                    </a:cubicBezTo>
                    <a:lnTo>
                      <a:pt x="219075" y="190427"/>
                    </a:lnTo>
                    <a:cubicBezTo>
                      <a:pt x="219075" y="169299"/>
                      <a:pt x="201877" y="150813"/>
                      <a:pt x="179388" y="150813"/>
                    </a:cubicBezTo>
                    <a:close/>
                    <a:moveTo>
                      <a:pt x="57120" y="150813"/>
                    </a:moveTo>
                    <a:cubicBezTo>
                      <a:pt x="51848" y="150813"/>
                      <a:pt x="49212" y="154759"/>
                      <a:pt x="49212" y="158705"/>
                    </a:cubicBezTo>
                    <a:cubicBezTo>
                      <a:pt x="49212" y="163967"/>
                      <a:pt x="51848" y="166597"/>
                      <a:pt x="57120" y="166597"/>
                    </a:cubicBezTo>
                    <a:cubicBezTo>
                      <a:pt x="80842" y="166597"/>
                      <a:pt x="80842" y="166597"/>
                      <a:pt x="80842" y="166597"/>
                    </a:cubicBezTo>
                    <a:cubicBezTo>
                      <a:pt x="92704" y="166597"/>
                      <a:pt x="103247" y="177120"/>
                      <a:pt x="103247" y="188959"/>
                    </a:cubicBezTo>
                    <a:cubicBezTo>
                      <a:pt x="103247" y="190274"/>
                      <a:pt x="103247" y="190274"/>
                      <a:pt x="103247" y="190274"/>
                    </a:cubicBezTo>
                    <a:cubicBezTo>
                      <a:pt x="103247" y="202112"/>
                      <a:pt x="92704" y="212635"/>
                      <a:pt x="80842" y="212635"/>
                    </a:cubicBezTo>
                    <a:cubicBezTo>
                      <a:pt x="57120" y="212635"/>
                      <a:pt x="57120" y="212635"/>
                      <a:pt x="57120" y="212635"/>
                    </a:cubicBezTo>
                    <a:cubicBezTo>
                      <a:pt x="51848" y="212635"/>
                      <a:pt x="49212" y="215266"/>
                      <a:pt x="49212" y="220527"/>
                    </a:cubicBezTo>
                    <a:cubicBezTo>
                      <a:pt x="49212" y="224473"/>
                      <a:pt x="51848" y="228419"/>
                      <a:pt x="57120" y="228419"/>
                    </a:cubicBezTo>
                    <a:cubicBezTo>
                      <a:pt x="80842" y="228419"/>
                      <a:pt x="80842" y="228419"/>
                      <a:pt x="80842" y="228419"/>
                    </a:cubicBezTo>
                    <a:cubicBezTo>
                      <a:pt x="92704" y="228419"/>
                      <a:pt x="103247" y="237627"/>
                      <a:pt x="103247" y="250781"/>
                    </a:cubicBezTo>
                    <a:cubicBezTo>
                      <a:pt x="103247" y="263934"/>
                      <a:pt x="92704" y="273142"/>
                      <a:pt x="80842" y="273142"/>
                    </a:cubicBezTo>
                    <a:cubicBezTo>
                      <a:pt x="57120" y="273142"/>
                      <a:pt x="57120" y="273142"/>
                      <a:pt x="57120" y="273142"/>
                    </a:cubicBezTo>
                    <a:cubicBezTo>
                      <a:pt x="51848" y="273142"/>
                      <a:pt x="49212" y="277088"/>
                      <a:pt x="49212" y="281034"/>
                    </a:cubicBezTo>
                    <a:cubicBezTo>
                      <a:pt x="49212" y="284980"/>
                      <a:pt x="51848" y="288926"/>
                      <a:pt x="57120" y="288926"/>
                    </a:cubicBezTo>
                    <a:cubicBezTo>
                      <a:pt x="80842" y="288926"/>
                      <a:pt x="80842" y="288926"/>
                      <a:pt x="80842" y="288926"/>
                    </a:cubicBezTo>
                    <a:cubicBezTo>
                      <a:pt x="101929" y="288926"/>
                      <a:pt x="119062" y="271826"/>
                      <a:pt x="119062" y="250781"/>
                    </a:cubicBezTo>
                    <a:cubicBezTo>
                      <a:pt x="119062" y="237627"/>
                      <a:pt x="112473" y="227104"/>
                      <a:pt x="103247" y="220527"/>
                    </a:cubicBezTo>
                    <a:cubicBezTo>
                      <a:pt x="112473" y="212635"/>
                      <a:pt x="119062" y="202112"/>
                      <a:pt x="119062" y="190274"/>
                    </a:cubicBezTo>
                    <a:lnTo>
                      <a:pt x="119062" y="188959"/>
                    </a:lnTo>
                    <a:cubicBezTo>
                      <a:pt x="119062" y="167913"/>
                      <a:pt x="101929" y="150813"/>
                      <a:pt x="80842" y="150813"/>
                    </a:cubicBezTo>
                    <a:cubicBezTo>
                      <a:pt x="57120" y="150813"/>
                      <a:pt x="57120" y="150813"/>
                      <a:pt x="57120" y="150813"/>
                    </a:cubicBezTo>
                    <a:close/>
                    <a:moveTo>
                      <a:pt x="46099" y="47625"/>
                    </a:moveTo>
                    <a:cubicBezTo>
                      <a:pt x="29016" y="47625"/>
                      <a:pt x="15875" y="62294"/>
                      <a:pt x="15875" y="79629"/>
                    </a:cubicBezTo>
                    <a:cubicBezTo>
                      <a:pt x="15875" y="114300"/>
                      <a:pt x="15875" y="114300"/>
                      <a:pt x="15875" y="114300"/>
                    </a:cubicBezTo>
                    <a:cubicBezTo>
                      <a:pt x="252413" y="114300"/>
                      <a:pt x="252413" y="114300"/>
                      <a:pt x="252413" y="114300"/>
                    </a:cubicBezTo>
                    <a:lnTo>
                      <a:pt x="252413" y="79629"/>
                    </a:lnTo>
                    <a:cubicBezTo>
                      <a:pt x="252413" y="62294"/>
                      <a:pt x="239272" y="47625"/>
                      <a:pt x="222189" y="47625"/>
                    </a:cubicBezTo>
                    <a:cubicBezTo>
                      <a:pt x="210362" y="47625"/>
                      <a:pt x="210362" y="47625"/>
                      <a:pt x="210362" y="47625"/>
                    </a:cubicBezTo>
                    <a:cubicBezTo>
                      <a:pt x="210362" y="71628"/>
                      <a:pt x="210362" y="71628"/>
                      <a:pt x="210362" y="71628"/>
                    </a:cubicBezTo>
                    <a:cubicBezTo>
                      <a:pt x="210362" y="75629"/>
                      <a:pt x="206420" y="79629"/>
                      <a:pt x="202477" y="79629"/>
                    </a:cubicBezTo>
                    <a:cubicBezTo>
                      <a:pt x="197221" y="79629"/>
                      <a:pt x="194593" y="75629"/>
                      <a:pt x="194593" y="71628"/>
                    </a:cubicBezTo>
                    <a:cubicBezTo>
                      <a:pt x="194593" y="47625"/>
                      <a:pt x="194593" y="47625"/>
                      <a:pt x="194593" y="47625"/>
                    </a:cubicBezTo>
                    <a:cubicBezTo>
                      <a:pt x="73696" y="47625"/>
                      <a:pt x="73696" y="47625"/>
                      <a:pt x="73696" y="47625"/>
                    </a:cubicBezTo>
                    <a:cubicBezTo>
                      <a:pt x="73696" y="71628"/>
                      <a:pt x="73696" y="71628"/>
                      <a:pt x="73696" y="71628"/>
                    </a:cubicBezTo>
                    <a:cubicBezTo>
                      <a:pt x="73696" y="75629"/>
                      <a:pt x="71067" y="79629"/>
                      <a:pt x="65811" y="79629"/>
                    </a:cubicBezTo>
                    <a:cubicBezTo>
                      <a:pt x="61869" y="79629"/>
                      <a:pt x="57926" y="75629"/>
                      <a:pt x="57926" y="71628"/>
                    </a:cubicBezTo>
                    <a:cubicBezTo>
                      <a:pt x="57926" y="47625"/>
                      <a:pt x="57926" y="47625"/>
                      <a:pt x="57926" y="47625"/>
                    </a:cubicBezTo>
                    <a:cubicBezTo>
                      <a:pt x="46099" y="47625"/>
                      <a:pt x="46099" y="47625"/>
                      <a:pt x="46099" y="47625"/>
                    </a:cubicBezTo>
                    <a:close/>
                    <a:moveTo>
                      <a:pt x="65757" y="0"/>
                    </a:moveTo>
                    <a:cubicBezTo>
                      <a:pt x="71018" y="0"/>
                      <a:pt x="73648" y="3962"/>
                      <a:pt x="73648" y="7925"/>
                    </a:cubicBezTo>
                    <a:cubicBezTo>
                      <a:pt x="73648" y="31700"/>
                      <a:pt x="73648" y="31700"/>
                      <a:pt x="73648" y="31700"/>
                    </a:cubicBezTo>
                    <a:cubicBezTo>
                      <a:pt x="194640" y="31700"/>
                      <a:pt x="194640" y="31700"/>
                      <a:pt x="194640" y="31700"/>
                    </a:cubicBezTo>
                    <a:cubicBezTo>
                      <a:pt x="194640" y="7925"/>
                      <a:pt x="194640" y="7925"/>
                      <a:pt x="194640" y="7925"/>
                    </a:cubicBezTo>
                    <a:cubicBezTo>
                      <a:pt x="194640" y="3962"/>
                      <a:pt x="197271" y="0"/>
                      <a:pt x="202531" y="0"/>
                    </a:cubicBezTo>
                    <a:cubicBezTo>
                      <a:pt x="206477" y="0"/>
                      <a:pt x="210422" y="3962"/>
                      <a:pt x="210422" y="7925"/>
                    </a:cubicBezTo>
                    <a:cubicBezTo>
                      <a:pt x="210422" y="31700"/>
                      <a:pt x="210422" y="31700"/>
                      <a:pt x="210422" y="31700"/>
                    </a:cubicBezTo>
                    <a:cubicBezTo>
                      <a:pt x="222258" y="31700"/>
                      <a:pt x="222258" y="31700"/>
                      <a:pt x="222258" y="31700"/>
                    </a:cubicBezTo>
                    <a:cubicBezTo>
                      <a:pt x="247246" y="31700"/>
                      <a:pt x="268288" y="52834"/>
                      <a:pt x="268288" y="79251"/>
                    </a:cubicBezTo>
                    <a:cubicBezTo>
                      <a:pt x="268288" y="290587"/>
                      <a:pt x="268288" y="290587"/>
                      <a:pt x="268288" y="290587"/>
                    </a:cubicBezTo>
                    <a:cubicBezTo>
                      <a:pt x="268288" y="317005"/>
                      <a:pt x="247246" y="338138"/>
                      <a:pt x="222258" y="338138"/>
                    </a:cubicBezTo>
                    <a:cubicBezTo>
                      <a:pt x="46030" y="338138"/>
                      <a:pt x="46030" y="338138"/>
                      <a:pt x="46030" y="338138"/>
                    </a:cubicBezTo>
                    <a:cubicBezTo>
                      <a:pt x="21042" y="338138"/>
                      <a:pt x="0" y="317005"/>
                      <a:pt x="0" y="290587"/>
                    </a:cubicBezTo>
                    <a:cubicBezTo>
                      <a:pt x="0" y="79251"/>
                      <a:pt x="0" y="79251"/>
                      <a:pt x="0" y="79251"/>
                    </a:cubicBezTo>
                    <a:cubicBezTo>
                      <a:pt x="0" y="52834"/>
                      <a:pt x="21042" y="31700"/>
                      <a:pt x="46030" y="31700"/>
                    </a:cubicBezTo>
                    <a:cubicBezTo>
                      <a:pt x="57866" y="31700"/>
                      <a:pt x="57866" y="31700"/>
                      <a:pt x="57866" y="31700"/>
                    </a:cubicBezTo>
                    <a:cubicBezTo>
                      <a:pt x="57866" y="7925"/>
                      <a:pt x="57866" y="7925"/>
                      <a:pt x="57866" y="7925"/>
                    </a:cubicBezTo>
                    <a:cubicBezTo>
                      <a:pt x="57866" y="3962"/>
                      <a:pt x="61812" y="0"/>
                      <a:pt x="657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íṥlíḋe"/>
              <p:cNvSpPr/>
              <p:nvPr/>
            </p:nvSpPr>
            <p:spPr bwMode="auto">
              <a:xfrm>
                <a:off x="6835157" y="3149385"/>
                <a:ext cx="547317" cy="521130"/>
              </a:xfrm>
              <a:custGeom>
                <a:avLst/>
                <a:gdLst>
                  <a:gd name="connsiteX0" fmla="*/ 101402 w 331788"/>
                  <a:gd name="connsiteY0" fmla="*/ 200025 h 315913"/>
                  <a:gd name="connsiteX1" fmla="*/ 93663 w 331788"/>
                  <a:gd name="connsiteY1" fmla="*/ 207840 h 315913"/>
                  <a:gd name="connsiteX2" fmla="*/ 93663 w 331788"/>
                  <a:gd name="connsiteY2" fmla="*/ 301625 h 315913"/>
                  <a:gd name="connsiteX3" fmla="*/ 137518 w 331788"/>
                  <a:gd name="connsiteY3" fmla="*/ 301625 h 315913"/>
                  <a:gd name="connsiteX4" fmla="*/ 137518 w 331788"/>
                  <a:gd name="connsiteY4" fmla="*/ 250825 h 315913"/>
                  <a:gd name="connsiteX5" fmla="*/ 143967 w 331788"/>
                  <a:gd name="connsiteY5" fmla="*/ 244312 h 315913"/>
                  <a:gd name="connsiteX6" fmla="*/ 187822 w 331788"/>
                  <a:gd name="connsiteY6" fmla="*/ 244312 h 315913"/>
                  <a:gd name="connsiteX7" fmla="*/ 194271 w 331788"/>
                  <a:gd name="connsiteY7" fmla="*/ 250825 h 315913"/>
                  <a:gd name="connsiteX8" fmla="*/ 194271 w 331788"/>
                  <a:gd name="connsiteY8" fmla="*/ 301625 h 315913"/>
                  <a:gd name="connsiteX9" fmla="*/ 230387 w 331788"/>
                  <a:gd name="connsiteY9" fmla="*/ 301625 h 315913"/>
                  <a:gd name="connsiteX10" fmla="*/ 238126 w 331788"/>
                  <a:gd name="connsiteY10" fmla="*/ 295112 h 315913"/>
                  <a:gd name="connsiteX11" fmla="*/ 238126 w 331788"/>
                  <a:gd name="connsiteY11" fmla="*/ 207840 h 315913"/>
                  <a:gd name="connsiteX12" fmla="*/ 230387 w 331788"/>
                  <a:gd name="connsiteY12" fmla="*/ 200025 h 315913"/>
                  <a:gd name="connsiteX13" fmla="*/ 101402 w 331788"/>
                  <a:gd name="connsiteY13" fmla="*/ 200025 h 315913"/>
                  <a:gd name="connsiteX14" fmla="*/ 258908 w 331788"/>
                  <a:gd name="connsiteY14" fmla="*/ 122237 h 315913"/>
                  <a:gd name="connsiteX15" fmla="*/ 252413 w 331788"/>
                  <a:gd name="connsiteY15" fmla="*/ 129801 h 315913"/>
                  <a:gd name="connsiteX16" fmla="*/ 252413 w 331788"/>
                  <a:gd name="connsiteY16" fmla="*/ 157536 h 315913"/>
                  <a:gd name="connsiteX17" fmla="*/ 258908 w 331788"/>
                  <a:gd name="connsiteY17" fmla="*/ 165100 h 315913"/>
                  <a:gd name="connsiteX18" fmla="*/ 266701 w 331788"/>
                  <a:gd name="connsiteY18" fmla="*/ 157536 h 315913"/>
                  <a:gd name="connsiteX19" fmla="*/ 266701 w 331788"/>
                  <a:gd name="connsiteY19" fmla="*/ 129801 h 315913"/>
                  <a:gd name="connsiteX20" fmla="*/ 258908 w 331788"/>
                  <a:gd name="connsiteY20" fmla="*/ 122237 h 315913"/>
                  <a:gd name="connsiteX21" fmla="*/ 230332 w 331788"/>
                  <a:gd name="connsiteY21" fmla="*/ 122237 h 315913"/>
                  <a:gd name="connsiteX22" fmla="*/ 223838 w 331788"/>
                  <a:gd name="connsiteY22" fmla="*/ 129801 h 315913"/>
                  <a:gd name="connsiteX23" fmla="*/ 223838 w 331788"/>
                  <a:gd name="connsiteY23" fmla="*/ 157536 h 315913"/>
                  <a:gd name="connsiteX24" fmla="*/ 230332 w 331788"/>
                  <a:gd name="connsiteY24" fmla="*/ 165100 h 315913"/>
                  <a:gd name="connsiteX25" fmla="*/ 238126 w 331788"/>
                  <a:gd name="connsiteY25" fmla="*/ 157536 h 315913"/>
                  <a:gd name="connsiteX26" fmla="*/ 238126 w 331788"/>
                  <a:gd name="connsiteY26" fmla="*/ 129801 h 315913"/>
                  <a:gd name="connsiteX27" fmla="*/ 230332 w 331788"/>
                  <a:gd name="connsiteY27" fmla="*/ 122237 h 315913"/>
                  <a:gd name="connsiteX28" fmla="*/ 201468 w 331788"/>
                  <a:gd name="connsiteY28" fmla="*/ 122237 h 315913"/>
                  <a:gd name="connsiteX29" fmla="*/ 193675 w 331788"/>
                  <a:gd name="connsiteY29" fmla="*/ 129801 h 315913"/>
                  <a:gd name="connsiteX30" fmla="*/ 193675 w 331788"/>
                  <a:gd name="connsiteY30" fmla="*/ 157536 h 315913"/>
                  <a:gd name="connsiteX31" fmla="*/ 201468 w 331788"/>
                  <a:gd name="connsiteY31" fmla="*/ 165100 h 315913"/>
                  <a:gd name="connsiteX32" fmla="*/ 207963 w 331788"/>
                  <a:gd name="connsiteY32" fmla="*/ 157536 h 315913"/>
                  <a:gd name="connsiteX33" fmla="*/ 207963 w 331788"/>
                  <a:gd name="connsiteY33" fmla="*/ 129801 h 315913"/>
                  <a:gd name="connsiteX34" fmla="*/ 201468 w 331788"/>
                  <a:gd name="connsiteY34" fmla="*/ 122237 h 315913"/>
                  <a:gd name="connsiteX35" fmla="*/ 128732 w 331788"/>
                  <a:gd name="connsiteY35" fmla="*/ 122237 h 315913"/>
                  <a:gd name="connsiteX36" fmla="*/ 122238 w 331788"/>
                  <a:gd name="connsiteY36" fmla="*/ 129801 h 315913"/>
                  <a:gd name="connsiteX37" fmla="*/ 122238 w 331788"/>
                  <a:gd name="connsiteY37" fmla="*/ 157536 h 315913"/>
                  <a:gd name="connsiteX38" fmla="*/ 128732 w 331788"/>
                  <a:gd name="connsiteY38" fmla="*/ 165100 h 315913"/>
                  <a:gd name="connsiteX39" fmla="*/ 136526 w 331788"/>
                  <a:gd name="connsiteY39" fmla="*/ 157536 h 315913"/>
                  <a:gd name="connsiteX40" fmla="*/ 136526 w 331788"/>
                  <a:gd name="connsiteY40" fmla="*/ 129801 h 315913"/>
                  <a:gd name="connsiteX41" fmla="*/ 128732 w 331788"/>
                  <a:gd name="connsiteY41" fmla="*/ 122237 h 315913"/>
                  <a:gd name="connsiteX42" fmla="*/ 101456 w 331788"/>
                  <a:gd name="connsiteY42" fmla="*/ 122237 h 315913"/>
                  <a:gd name="connsiteX43" fmla="*/ 93663 w 331788"/>
                  <a:gd name="connsiteY43" fmla="*/ 129801 h 315913"/>
                  <a:gd name="connsiteX44" fmla="*/ 93663 w 331788"/>
                  <a:gd name="connsiteY44" fmla="*/ 157536 h 315913"/>
                  <a:gd name="connsiteX45" fmla="*/ 101456 w 331788"/>
                  <a:gd name="connsiteY45" fmla="*/ 165100 h 315913"/>
                  <a:gd name="connsiteX46" fmla="*/ 107951 w 331788"/>
                  <a:gd name="connsiteY46" fmla="*/ 157536 h 315913"/>
                  <a:gd name="connsiteX47" fmla="*/ 107951 w 331788"/>
                  <a:gd name="connsiteY47" fmla="*/ 129801 h 315913"/>
                  <a:gd name="connsiteX48" fmla="*/ 101456 w 331788"/>
                  <a:gd name="connsiteY48" fmla="*/ 122237 h 315913"/>
                  <a:gd name="connsiteX49" fmla="*/ 72881 w 331788"/>
                  <a:gd name="connsiteY49" fmla="*/ 122237 h 315913"/>
                  <a:gd name="connsiteX50" fmla="*/ 65088 w 331788"/>
                  <a:gd name="connsiteY50" fmla="*/ 129801 h 315913"/>
                  <a:gd name="connsiteX51" fmla="*/ 65088 w 331788"/>
                  <a:gd name="connsiteY51" fmla="*/ 157536 h 315913"/>
                  <a:gd name="connsiteX52" fmla="*/ 72881 w 331788"/>
                  <a:gd name="connsiteY52" fmla="*/ 165100 h 315913"/>
                  <a:gd name="connsiteX53" fmla="*/ 79376 w 331788"/>
                  <a:gd name="connsiteY53" fmla="*/ 157536 h 315913"/>
                  <a:gd name="connsiteX54" fmla="*/ 79376 w 331788"/>
                  <a:gd name="connsiteY54" fmla="*/ 129801 h 315913"/>
                  <a:gd name="connsiteX55" fmla="*/ 72881 w 331788"/>
                  <a:gd name="connsiteY55" fmla="*/ 122237 h 315913"/>
                  <a:gd name="connsiteX56" fmla="*/ 258908 w 331788"/>
                  <a:gd name="connsiteY56" fmla="*/ 65087 h 315913"/>
                  <a:gd name="connsiteX57" fmla="*/ 252413 w 331788"/>
                  <a:gd name="connsiteY57" fmla="*/ 71581 h 315913"/>
                  <a:gd name="connsiteX58" fmla="*/ 252413 w 331788"/>
                  <a:gd name="connsiteY58" fmla="*/ 100157 h 315913"/>
                  <a:gd name="connsiteX59" fmla="*/ 258908 w 331788"/>
                  <a:gd name="connsiteY59" fmla="*/ 107950 h 315913"/>
                  <a:gd name="connsiteX60" fmla="*/ 266701 w 331788"/>
                  <a:gd name="connsiteY60" fmla="*/ 100157 h 315913"/>
                  <a:gd name="connsiteX61" fmla="*/ 266701 w 331788"/>
                  <a:gd name="connsiteY61" fmla="*/ 71581 h 315913"/>
                  <a:gd name="connsiteX62" fmla="*/ 258908 w 331788"/>
                  <a:gd name="connsiteY62" fmla="*/ 65087 h 315913"/>
                  <a:gd name="connsiteX63" fmla="*/ 230332 w 331788"/>
                  <a:gd name="connsiteY63" fmla="*/ 65087 h 315913"/>
                  <a:gd name="connsiteX64" fmla="*/ 223838 w 331788"/>
                  <a:gd name="connsiteY64" fmla="*/ 71581 h 315913"/>
                  <a:gd name="connsiteX65" fmla="*/ 223838 w 331788"/>
                  <a:gd name="connsiteY65" fmla="*/ 100157 h 315913"/>
                  <a:gd name="connsiteX66" fmla="*/ 230332 w 331788"/>
                  <a:gd name="connsiteY66" fmla="*/ 107950 h 315913"/>
                  <a:gd name="connsiteX67" fmla="*/ 238126 w 331788"/>
                  <a:gd name="connsiteY67" fmla="*/ 100157 h 315913"/>
                  <a:gd name="connsiteX68" fmla="*/ 238126 w 331788"/>
                  <a:gd name="connsiteY68" fmla="*/ 71581 h 315913"/>
                  <a:gd name="connsiteX69" fmla="*/ 230332 w 331788"/>
                  <a:gd name="connsiteY69" fmla="*/ 65087 h 315913"/>
                  <a:gd name="connsiteX70" fmla="*/ 201468 w 331788"/>
                  <a:gd name="connsiteY70" fmla="*/ 65087 h 315913"/>
                  <a:gd name="connsiteX71" fmla="*/ 193675 w 331788"/>
                  <a:gd name="connsiteY71" fmla="*/ 71581 h 315913"/>
                  <a:gd name="connsiteX72" fmla="*/ 193675 w 331788"/>
                  <a:gd name="connsiteY72" fmla="*/ 100157 h 315913"/>
                  <a:gd name="connsiteX73" fmla="*/ 201468 w 331788"/>
                  <a:gd name="connsiteY73" fmla="*/ 107950 h 315913"/>
                  <a:gd name="connsiteX74" fmla="*/ 207963 w 331788"/>
                  <a:gd name="connsiteY74" fmla="*/ 100157 h 315913"/>
                  <a:gd name="connsiteX75" fmla="*/ 207963 w 331788"/>
                  <a:gd name="connsiteY75" fmla="*/ 71581 h 315913"/>
                  <a:gd name="connsiteX76" fmla="*/ 201468 w 331788"/>
                  <a:gd name="connsiteY76" fmla="*/ 65087 h 315913"/>
                  <a:gd name="connsiteX77" fmla="*/ 128732 w 331788"/>
                  <a:gd name="connsiteY77" fmla="*/ 65087 h 315913"/>
                  <a:gd name="connsiteX78" fmla="*/ 122238 w 331788"/>
                  <a:gd name="connsiteY78" fmla="*/ 71581 h 315913"/>
                  <a:gd name="connsiteX79" fmla="*/ 122238 w 331788"/>
                  <a:gd name="connsiteY79" fmla="*/ 100157 h 315913"/>
                  <a:gd name="connsiteX80" fmla="*/ 128732 w 331788"/>
                  <a:gd name="connsiteY80" fmla="*/ 107950 h 315913"/>
                  <a:gd name="connsiteX81" fmla="*/ 136526 w 331788"/>
                  <a:gd name="connsiteY81" fmla="*/ 100157 h 315913"/>
                  <a:gd name="connsiteX82" fmla="*/ 136526 w 331788"/>
                  <a:gd name="connsiteY82" fmla="*/ 71581 h 315913"/>
                  <a:gd name="connsiteX83" fmla="*/ 128732 w 331788"/>
                  <a:gd name="connsiteY83" fmla="*/ 65087 h 315913"/>
                  <a:gd name="connsiteX84" fmla="*/ 101456 w 331788"/>
                  <a:gd name="connsiteY84" fmla="*/ 65087 h 315913"/>
                  <a:gd name="connsiteX85" fmla="*/ 93663 w 331788"/>
                  <a:gd name="connsiteY85" fmla="*/ 71581 h 315913"/>
                  <a:gd name="connsiteX86" fmla="*/ 93663 w 331788"/>
                  <a:gd name="connsiteY86" fmla="*/ 100157 h 315913"/>
                  <a:gd name="connsiteX87" fmla="*/ 101456 w 331788"/>
                  <a:gd name="connsiteY87" fmla="*/ 107950 h 315913"/>
                  <a:gd name="connsiteX88" fmla="*/ 107951 w 331788"/>
                  <a:gd name="connsiteY88" fmla="*/ 100157 h 315913"/>
                  <a:gd name="connsiteX89" fmla="*/ 107951 w 331788"/>
                  <a:gd name="connsiteY89" fmla="*/ 71581 h 315913"/>
                  <a:gd name="connsiteX90" fmla="*/ 101456 w 331788"/>
                  <a:gd name="connsiteY90" fmla="*/ 65087 h 315913"/>
                  <a:gd name="connsiteX91" fmla="*/ 72881 w 331788"/>
                  <a:gd name="connsiteY91" fmla="*/ 65087 h 315913"/>
                  <a:gd name="connsiteX92" fmla="*/ 65088 w 331788"/>
                  <a:gd name="connsiteY92" fmla="*/ 71581 h 315913"/>
                  <a:gd name="connsiteX93" fmla="*/ 65088 w 331788"/>
                  <a:gd name="connsiteY93" fmla="*/ 100157 h 315913"/>
                  <a:gd name="connsiteX94" fmla="*/ 72881 w 331788"/>
                  <a:gd name="connsiteY94" fmla="*/ 107950 h 315913"/>
                  <a:gd name="connsiteX95" fmla="*/ 79376 w 331788"/>
                  <a:gd name="connsiteY95" fmla="*/ 100157 h 315913"/>
                  <a:gd name="connsiteX96" fmla="*/ 79376 w 331788"/>
                  <a:gd name="connsiteY96" fmla="*/ 71581 h 315913"/>
                  <a:gd name="connsiteX97" fmla="*/ 72881 w 331788"/>
                  <a:gd name="connsiteY97" fmla="*/ 65087 h 315913"/>
                  <a:gd name="connsiteX98" fmla="*/ 107950 w 331788"/>
                  <a:gd name="connsiteY98" fmla="*/ 14287 h 315913"/>
                  <a:gd name="connsiteX99" fmla="*/ 107950 w 331788"/>
                  <a:gd name="connsiteY99" fmla="*/ 28575 h 315913"/>
                  <a:gd name="connsiteX100" fmla="*/ 223838 w 331788"/>
                  <a:gd name="connsiteY100" fmla="*/ 28575 h 315913"/>
                  <a:gd name="connsiteX101" fmla="*/ 223838 w 331788"/>
                  <a:gd name="connsiteY101" fmla="*/ 14287 h 315913"/>
                  <a:gd name="connsiteX102" fmla="*/ 64802 w 331788"/>
                  <a:gd name="connsiteY102" fmla="*/ 0 h 315913"/>
                  <a:gd name="connsiteX103" fmla="*/ 266986 w 331788"/>
                  <a:gd name="connsiteY103" fmla="*/ 0 h 315913"/>
                  <a:gd name="connsiteX104" fmla="*/ 273466 w 331788"/>
                  <a:gd name="connsiteY104" fmla="*/ 6474 h 315913"/>
                  <a:gd name="connsiteX105" fmla="*/ 266986 w 331788"/>
                  <a:gd name="connsiteY105" fmla="*/ 14242 h 315913"/>
                  <a:gd name="connsiteX106" fmla="*/ 238472 w 331788"/>
                  <a:gd name="connsiteY106" fmla="*/ 14242 h 315913"/>
                  <a:gd name="connsiteX107" fmla="*/ 238472 w 331788"/>
                  <a:gd name="connsiteY107" fmla="*/ 28484 h 315913"/>
                  <a:gd name="connsiteX108" fmla="*/ 303275 w 331788"/>
                  <a:gd name="connsiteY108" fmla="*/ 28484 h 315913"/>
                  <a:gd name="connsiteX109" fmla="*/ 309755 w 331788"/>
                  <a:gd name="connsiteY109" fmla="*/ 34958 h 315913"/>
                  <a:gd name="connsiteX110" fmla="*/ 309755 w 331788"/>
                  <a:gd name="connsiteY110" fmla="*/ 301671 h 315913"/>
                  <a:gd name="connsiteX111" fmla="*/ 324012 w 331788"/>
                  <a:gd name="connsiteY111" fmla="*/ 301671 h 315913"/>
                  <a:gd name="connsiteX112" fmla="*/ 331788 w 331788"/>
                  <a:gd name="connsiteY112" fmla="*/ 309439 h 315913"/>
                  <a:gd name="connsiteX113" fmla="*/ 324012 w 331788"/>
                  <a:gd name="connsiteY113" fmla="*/ 315913 h 315913"/>
                  <a:gd name="connsiteX114" fmla="*/ 7776 w 331788"/>
                  <a:gd name="connsiteY114" fmla="*/ 315913 h 315913"/>
                  <a:gd name="connsiteX115" fmla="*/ 0 w 331788"/>
                  <a:gd name="connsiteY115" fmla="*/ 309439 h 315913"/>
                  <a:gd name="connsiteX116" fmla="*/ 7776 w 331788"/>
                  <a:gd name="connsiteY116" fmla="*/ 301671 h 315913"/>
                  <a:gd name="connsiteX117" fmla="*/ 22033 w 331788"/>
                  <a:gd name="connsiteY117" fmla="*/ 301671 h 315913"/>
                  <a:gd name="connsiteX118" fmla="*/ 22033 w 331788"/>
                  <a:gd name="connsiteY118" fmla="*/ 34958 h 315913"/>
                  <a:gd name="connsiteX119" fmla="*/ 28513 w 331788"/>
                  <a:gd name="connsiteY119" fmla="*/ 28484 h 315913"/>
                  <a:gd name="connsiteX120" fmla="*/ 93315 w 331788"/>
                  <a:gd name="connsiteY120" fmla="*/ 28484 h 315913"/>
                  <a:gd name="connsiteX121" fmla="*/ 93315 w 331788"/>
                  <a:gd name="connsiteY121" fmla="*/ 14242 h 315913"/>
                  <a:gd name="connsiteX122" fmla="*/ 64802 w 331788"/>
                  <a:gd name="connsiteY122" fmla="*/ 14242 h 315913"/>
                  <a:gd name="connsiteX123" fmla="*/ 58322 w 331788"/>
                  <a:gd name="connsiteY123" fmla="*/ 6474 h 315913"/>
                  <a:gd name="connsiteX124" fmla="*/ 64802 w 331788"/>
                  <a:gd name="connsiteY124" fmla="*/ 0 h 315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</a:cxnLst>
                <a:rect l="l" t="t" r="r" b="b"/>
                <a:pathLst>
                  <a:path w="331788" h="315913">
                    <a:moveTo>
                      <a:pt x="101402" y="200025"/>
                    </a:moveTo>
                    <a:cubicBezTo>
                      <a:pt x="97532" y="200025"/>
                      <a:pt x="93663" y="203933"/>
                      <a:pt x="93663" y="207840"/>
                    </a:cubicBezTo>
                    <a:cubicBezTo>
                      <a:pt x="93663" y="207840"/>
                      <a:pt x="93663" y="207840"/>
                      <a:pt x="93663" y="301625"/>
                    </a:cubicBezTo>
                    <a:cubicBezTo>
                      <a:pt x="93663" y="301625"/>
                      <a:pt x="93663" y="301625"/>
                      <a:pt x="137518" y="301625"/>
                    </a:cubicBezTo>
                    <a:cubicBezTo>
                      <a:pt x="137518" y="301625"/>
                      <a:pt x="137518" y="301625"/>
                      <a:pt x="137518" y="250825"/>
                    </a:cubicBezTo>
                    <a:cubicBezTo>
                      <a:pt x="137518" y="246917"/>
                      <a:pt x="140097" y="244312"/>
                      <a:pt x="143967" y="244312"/>
                    </a:cubicBezTo>
                    <a:cubicBezTo>
                      <a:pt x="143967" y="244312"/>
                      <a:pt x="143967" y="244312"/>
                      <a:pt x="187822" y="244312"/>
                    </a:cubicBezTo>
                    <a:cubicBezTo>
                      <a:pt x="191691" y="244312"/>
                      <a:pt x="194271" y="246917"/>
                      <a:pt x="194271" y="250825"/>
                    </a:cubicBezTo>
                    <a:cubicBezTo>
                      <a:pt x="194271" y="250825"/>
                      <a:pt x="194271" y="250825"/>
                      <a:pt x="194271" y="301625"/>
                    </a:cubicBezTo>
                    <a:cubicBezTo>
                      <a:pt x="194271" y="301625"/>
                      <a:pt x="194271" y="301625"/>
                      <a:pt x="230387" y="301625"/>
                    </a:cubicBezTo>
                    <a:cubicBezTo>
                      <a:pt x="234256" y="301625"/>
                      <a:pt x="238126" y="299020"/>
                      <a:pt x="238126" y="295112"/>
                    </a:cubicBezTo>
                    <a:lnTo>
                      <a:pt x="238126" y="207840"/>
                    </a:lnTo>
                    <a:cubicBezTo>
                      <a:pt x="238126" y="203933"/>
                      <a:pt x="234256" y="200025"/>
                      <a:pt x="230387" y="200025"/>
                    </a:cubicBezTo>
                    <a:cubicBezTo>
                      <a:pt x="230387" y="200025"/>
                      <a:pt x="230387" y="200025"/>
                      <a:pt x="101402" y="200025"/>
                    </a:cubicBezTo>
                    <a:close/>
                    <a:moveTo>
                      <a:pt x="258908" y="122237"/>
                    </a:moveTo>
                    <a:cubicBezTo>
                      <a:pt x="255011" y="122237"/>
                      <a:pt x="252413" y="124758"/>
                      <a:pt x="252413" y="129801"/>
                    </a:cubicBezTo>
                    <a:cubicBezTo>
                      <a:pt x="252413" y="129801"/>
                      <a:pt x="252413" y="129801"/>
                      <a:pt x="252413" y="157536"/>
                    </a:cubicBezTo>
                    <a:cubicBezTo>
                      <a:pt x="252413" y="161318"/>
                      <a:pt x="255011" y="165100"/>
                      <a:pt x="258908" y="165100"/>
                    </a:cubicBezTo>
                    <a:cubicBezTo>
                      <a:pt x="264103" y="165100"/>
                      <a:pt x="266701" y="161318"/>
                      <a:pt x="266701" y="157536"/>
                    </a:cubicBezTo>
                    <a:lnTo>
                      <a:pt x="266701" y="129801"/>
                    </a:lnTo>
                    <a:cubicBezTo>
                      <a:pt x="266701" y="124758"/>
                      <a:pt x="264103" y="122237"/>
                      <a:pt x="258908" y="122237"/>
                    </a:cubicBezTo>
                    <a:close/>
                    <a:moveTo>
                      <a:pt x="230332" y="122237"/>
                    </a:moveTo>
                    <a:cubicBezTo>
                      <a:pt x="226436" y="122237"/>
                      <a:pt x="223838" y="124758"/>
                      <a:pt x="223838" y="129801"/>
                    </a:cubicBezTo>
                    <a:cubicBezTo>
                      <a:pt x="223838" y="129801"/>
                      <a:pt x="223838" y="129801"/>
                      <a:pt x="223838" y="157536"/>
                    </a:cubicBezTo>
                    <a:cubicBezTo>
                      <a:pt x="223838" y="161318"/>
                      <a:pt x="226436" y="165100"/>
                      <a:pt x="230332" y="165100"/>
                    </a:cubicBezTo>
                    <a:cubicBezTo>
                      <a:pt x="234229" y="165100"/>
                      <a:pt x="238126" y="161318"/>
                      <a:pt x="238126" y="157536"/>
                    </a:cubicBezTo>
                    <a:lnTo>
                      <a:pt x="238126" y="129801"/>
                    </a:lnTo>
                    <a:cubicBezTo>
                      <a:pt x="238126" y="124758"/>
                      <a:pt x="234229" y="122237"/>
                      <a:pt x="230332" y="122237"/>
                    </a:cubicBezTo>
                    <a:close/>
                    <a:moveTo>
                      <a:pt x="201468" y="122237"/>
                    </a:moveTo>
                    <a:cubicBezTo>
                      <a:pt x="196273" y="122237"/>
                      <a:pt x="193675" y="124758"/>
                      <a:pt x="193675" y="129801"/>
                    </a:cubicBezTo>
                    <a:cubicBezTo>
                      <a:pt x="193675" y="129801"/>
                      <a:pt x="193675" y="129801"/>
                      <a:pt x="193675" y="157536"/>
                    </a:cubicBezTo>
                    <a:cubicBezTo>
                      <a:pt x="193675" y="161318"/>
                      <a:pt x="196273" y="165100"/>
                      <a:pt x="201468" y="165100"/>
                    </a:cubicBezTo>
                    <a:cubicBezTo>
                      <a:pt x="205365" y="165100"/>
                      <a:pt x="207963" y="161318"/>
                      <a:pt x="207963" y="157536"/>
                    </a:cubicBezTo>
                    <a:cubicBezTo>
                      <a:pt x="207963" y="157536"/>
                      <a:pt x="207963" y="157536"/>
                      <a:pt x="207963" y="129801"/>
                    </a:cubicBezTo>
                    <a:cubicBezTo>
                      <a:pt x="207963" y="124758"/>
                      <a:pt x="205365" y="122237"/>
                      <a:pt x="201468" y="122237"/>
                    </a:cubicBezTo>
                    <a:close/>
                    <a:moveTo>
                      <a:pt x="128732" y="122237"/>
                    </a:moveTo>
                    <a:cubicBezTo>
                      <a:pt x="124836" y="122237"/>
                      <a:pt x="122238" y="124758"/>
                      <a:pt x="122238" y="129801"/>
                    </a:cubicBezTo>
                    <a:cubicBezTo>
                      <a:pt x="122238" y="129801"/>
                      <a:pt x="122238" y="129801"/>
                      <a:pt x="122238" y="157536"/>
                    </a:cubicBezTo>
                    <a:cubicBezTo>
                      <a:pt x="122238" y="161318"/>
                      <a:pt x="124836" y="165100"/>
                      <a:pt x="128732" y="165100"/>
                    </a:cubicBezTo>
                    <a:cubicBezTo>
                      <a:pt x="133928" y="165100"/>
                      <a:pt x="136526" y="161318"/>
                      <a:pt x="136526" y="157536"/>
                    </a:cubicBezTo>
                    <a:cubicBezTo>
                      <a:pt x="136526" y="157536"/>
                      <a:pt x="136526" y="157536"/>
                      <a:pt x="136526" y="129801"/>
                    </a:cubicBezTo>
                    <a:cubicBezTo>
                      <a:pt x="136526" y="124758"/>
                      <a:pt x="133928" y="122237"/>
                      <a:pt x="128732" y="122237"/>
                    </a:cubicBezTo>
                    <a:close/>
                    <a:moveTo>
                      <a:pt x="101456" y="122237"/>
                    </a:moveTo>
                    <a:cubicBezTo>
                      <a:pt x="97559" y="122237"/>
                      <a:pt x="93663" y="124758"/>
                      <a:pt x="93663" y="129801"/>
                    </a:cubicBezTo>
                    <a:lnTo>
                      <a:pt x="93663" y="157536"/>
                    </a:lnTo>
                    <a:cubicBezTo>
                      <a:pt x="93663" y="161318"/>
                      <a:pt x="97559" y="165100"/>
                      <a:pt x="101456" y="165100"/>
                    </a:cubicBezTo>
                    <a:cubicBezTo>
                      <a:pt x="105353" y="165100"/>
                      <a:pt x="107951" y="161318"/>
                      <a:pt x="107951" y="157536"/>
                    </a:cubicBezTo>
                    <a:cubicBezTo>
                      <a:pt x="107951" y="157536"/>
                      <a:pt x="107951" y="157536"/>
                      <a:pt x="107951" y="129801"/>
                    </a:cubicBezTo>
                    <a:cubicBezTo>
                      <a:pt x="107951" y="124758"/>
                      <a:pt x="105353" y="122237"/>
                      <a:pt x="101456" y="122237"/>
                    </a:cubicBezTo>
                    <a:close/>
                    <a:moveTo>
                      <a:pt x="72881" y="122237"/>
                    </a:moveTo>
                    <a:cubicBezTo>
                      <a:pt x="67686" y="122237"/>
                      <a:pt x="65088" y="124758"/>
                      <a:pt x="65088" y="129801"/>
                    </a:cubicBezTo>
                    <a:cubicBezTo>
                      <a:pt x="65088" y="129801"/>
                      <a:pt x="65088" y="129801"/>
                      <a:pt x="65088" y="157536"/>
                    </a:cubicBezTo>
                    <a:cubicBezTo>
                      <a:pt x="65088" y="161318"/>
                      <a:pt x="67686" y="165100"/>
                      <a:pt x="72881" y="165100"/>
                    </a:cubicBezTo>
                    <a:cubicBezTo>
                      <a:pt x="76778" y="165100"/>
                      <a:pt x="79376" y="161318"/>
                      <a:pt x="79376" y="157536"/>
                    </a:cubicBezTo>
                    <a:lnTo>
                      <a:pt x="79376" y="129801"/>
                    </a:lnTo>
                    <a:cubicBezTo>
                      <a:pt x="79376" y="124758"/>
                      <a:pt x="76778" y="122237"/>
                      <a:pt x="72881" y="122237"/>
                    </a:cubicBezTo>
                    <a:close/>
                    <a:moveTo>
                      <a:pt x="258908" y="65087"/>
                    </a:moveTo>
                    <a:cubicBezTo>
                      <a:pt x="255011" y="65087"/>
                      <a:pt x="252413" y="67685"/>
                      <a:pt x="252413" y="71581"/>
                    </a:cubicBezTo>
                    <a:cubicBezTo>
                      <a:pt x="252413" y="71581"/>
                      <a:pt x="252413" y="71581"/>
                      <a:pt x="252413" y="100157"/>
                    </a:cubicBezTo>
                    <a:cubicBezTo>
                      <a:pt x="252413" y="105352"/>
                      <a:pt x="255011" y="107950"/>
                      <a:pt x="258908" y="107950"/>
                    </a:cubicBezTo>
                    <a:cubicBezTo>
                      <a:pt x="264103" y="107950"/>
                      <a:pt x="266701" y="105352"/>
                      <a:pt x="266701" y="100157"/>
                    </a:cubicBezTo>
                    <a:lnTo>
                      <a:pt x="266701" y="71581"/>
                    </a:lnTo>
                    <a:cubicBezTo>
                      <a:pt x="266701" y="67685"/>
                      <a:pt x="264103" y="65087"/>
                      <a:pt x="258908" y="65087"/>
                    </a:cubicBezTo>
                    <a:close/>
                    <a:moveTo>
                      <a:pt x="230332" y="65087"/>
                    </a:moveTo>
                    <a:cubicBezTo>
                      <a:pt x="226436" y="65087"/>
                      <a:pt x="223838" y="67685"/>
                      <a:pt x="223838" y="71581"/>
                    </a:cubicBezTo>
                    <a:cubicBezTo>
                      <a:pt x="223838" y="71581"/>
                      <a:pt x="223838" y="71581"/>
                      <a:pt x="223838" y="100157"/>
                    </a:cubicBezTo>
                    <a:cubicBezTo>
                      <a:pt x="223838" y="105352"/>
                      <a:pt x="226436" y="107950"/>
                      <a:pt x="230332" y="107950"/>
                    </a:cubicBezTo>
                    <a:cubicBezTo>
                      <a:pt x="234229" y="107950"/>
                      <a:pt x="238126" y="105352"/>
                      <a:pt x="238126" y="100157"/>
                    </a:cubicBezTo>
                    <a:lnTo>
                      <a:pt x="238126" y="71581"/>
                    </a:lnTo>
                    <a:cubicBezTo>
                      <a:pt x="238126" y="67685"/>
                      <a:pt x="234229" y="65087"/>
                      <a:pt x="230332" y="65087"/>
                    </a:cubicBezTo>
                    <a:close/>
                    <a:moveTo>
                      <a:pt x="201468" y="65087"/>
                    </a:moveTo>
                    <a:cubicBezTo>
                      <a:pt x="196273" y="65087"/>
                      <a:pt x="193675" y="67685"/>
                      <a:pt x="193675" y="71581"/>
                    </a:cubicBezTo>
                    <a:cubicBezTo>
                      <a:pt x="193675" y="71581"/>
                      <a:pt x="193675" y="71581"/>
                      <a:pt x="193675" y="100157"/>
                    </a:cubicBezTo>
                    <a:cubicBezTo>
                      <a:pt x="193675" y="105352"/>
                      <a:pt x="196273" y="107950"/>
                      <a:pt x="201468" y="107950"/>
                    </a:cubicBezTo>
                    <a:cubicBezTo>
                      <a:pt x="205365" y="107950"/>
                      <a:pt x="207963" y="105352"/>
                      <a:pt x="207963" y="100157"/>
                    </a:cubicBezTo>
                    <a:cubicBezTo>
                      <a:pt x="207963" y="100157"/>
                      <a:pt x="207963" y="100157"/>
                      <a:pt x="207963" y="71581"/>
                    </a:cubicBezTo>
                    <a:cubicBezTo>
                      <a:pt x="207963" y="67685"/>
                      <a:pt x="205365" y="65087"/>
                      <a:pt x="201468" y="65087"/>
                    </a:cubicBezTo>
                    <a:close/>
                    <a:moveTo>
                      <a:pt x="128732" y="65087"/>
                    </a:moveTo>
                    <a:cubicBezTo>
                      <a:pt x="124836" y="65087"/>
                      <a:pt x="122238" y="67685"/>
                      <a:pt x="122238" y="71581"/>
                    </a:cubicBezTo>
                    <a:cubicBezTo>
                      <a:pt x="122238" y="71581"/>
                      <a:pt x="122238" y="71581"/>
                      <a:pt x="122238" y="100157"/>
                    </a:cubicBezTo>
                    <a:cubicBezTo>
                      <a:pt x="122238" y="105352"/>
                      <a:pt x="124836" y="107950"/>
                      <a:pt x="128732" y="107950"/>
                    </a:cubicBezTo>
                    <a:cubicBezTo>
                      <a:pt x="133928" y="107950"/>
                      <a:pt x="136526" y="105352"/>
                      <a:pt x="136526" y="100157"/>
                    </a:cubicBezTo>
                    <a:cubicBezTo>
                      <a:pt x="136526" y="100157"/>
                      <a:pt x="136526" y="100157"/>
                      <a:pt x="136526" y="71581"/>
                    </a:cubicBezTo>
                    <a:cubicBezTo>
                      <a:pt x="136526" y="67685"/>
                      <a:pt x="133928" y="65087"/>
                      <a:pt x="128732" y="65087"/>
                    </a:cubicBezTo>
                    <a:close/>
                    <a:moveTo>
                      <a:pt x="101456" y="65087"/>
                    </a:moveTo>
                    <a:cubicBezTo>
                      <a:pt x="97559" y="65087"/>
                      <a:pt x="93663" y="67685"/>
                      <a:pt x="93663" y="71581"/>
                    </a:cubicBezTo>
                    <a:lnTo>
                      <a:pt x="93663" y="100157"/>
                    </a:lnTo>
                    <a:cubicBezTo>
                      <a:pt x="93663" y="105352"/>
                      <a:pt x="97559" y="107950"/>
                      <a:pt x="101456" y="107950"/>
                    </a:cubicBezTo>
                    <a:cubicBezTo>
                      <a:pt x="105353" y="107950"/>
                      <a:pt x="107951" y="105352"/>
                      <a:pt x="107951" y="100157"/>
                    </a:cubicBezTo>
                    <a:cubicBezTo>
                      <a:pt x="107951" y="100157"/>
                      <a:pt x="107951" y="100157"/>
                      <a:pt x="107951" y="71581"/>
                    </a:cubicBezTo>
                    <a:cubicBezTo>
                      <a:pt x="107951" y="67685"/>
                      <a:pt x="105353" y="65087"/>
                      <a:pt x="101456" y="65087"/>
                    </a:cubicBezTo>
                    <a:close/>
                    <a:moveTo>
                      <a:pt x="72881" y="65087"/>
                    </a:moveTo>
                    <a:cubicBezTo>
                      <a:pt x="67686" y="65087"/>
                      <a:pt x="65088" y="67685"/>
                      <a:pt x="65088" y="71581"/>
                    </a:cubicBezTo>
                    <a:cubicBezTo>
                      <a:pt x="65088" y="71581"/>
                      <a:pt x="65088" y="71581"/>
                      <a:pt x="65088" y="100157"/>
                    </a:cubicBezTo>
                    <a:cubicBezTo>
                      <a:pt x="65088" y="105352"/>
                      <a:pt x="67686" y="107950"/>
                      <a:pt x="72881" y="107950"/>
                    </a:cubicBezTo>
                    <a:cubicBezTo>
                      <a:pt x="76778" y="107950"/>
                      <a:pt x="79376" y="105352"/>
                      <a:pt x="79376" y="100157"/>
                    </a:cubicBezTo>
                    <a:lnTo>
                      <a:pt x="79376" y="71581"/>
                    </a:lnTo>
                    <a:cubicBezTo>
                      <a:pt x="79376" y="67685"/>
                      <a:pt x="76778" y="65087"/>
                      <a:pt x="72881" y="65087"/>
                    </a:cubicBezTo>
                    <a:close/>
                    <a:moveTo>
                      <a:pt x="107950" y="14287"/>
                    </a:moveTo>
                    <a:lnTo>
                      <a:pt x="107950" y="28575"/>
                    </a:lnTo>
                    <a:lnTo>
                      <a:pt x="223838" y="28575"/>
                    </a:lnTo>
                    <a:lnTo>
                      <a:pt x="223838" y="14287"/>
                    </a:lnTo>
                    <a:close/>
                    <a:moveTo>
                      <a:pt x="64802" y="0"/>
                    </a:moveTo>
                    <a:cubicBezTo>
                      <a:pt x="64802" y="0"/>
                      <a:pt x="64802" y="0"/>
                      <a:pt x="266986" y="0"/>
                    </a:cubicBezTo>
                    <a:cubicBezTo>
                      <a:pt x="270874" y="0"/>
                      <a:pt x="273466" y="2589"/>
                      <a:pt x="273466" y="6474"/>
                    </a:cubicBezTo>
                    <a:cubicBezTo>
                      <a:pt x="273466" y="10358"/>
                      <a:pt x="270874" y="14242"/>
                      <a:pt x="266986" y="14242"/>
                    </a:cubicBezTo>
                    <a:cubicBezTo>
                      <a:pt x="266986" y="14242"/>
                      <a:pt x="266986" y="14242"/>
                      <a:pt x="238472" y="14242"/>
                    </a:cubicBezTo>
                    <a:cubicBezTo>
                      <a:pt x="238472" y="14242"/>
                      <a:pt x="238472" y="14242"/>
                      <a:pt x="238472" y="28484"/>
                    </a:cubicBezTo>
                    <a:cubicBezTo>
                      <a:pt x="238472" y="28484"/>
                      <a:pt x="238472" y="28484"/>
                      <a:pt x="303275" y="28484"/>
                    </a:cubicBezTo>
                    <a:cubicBezTo>
                      <a:pt x="307163" y="28484"/>
                      <a:pt x="309755" y="31073"/>
                      <a:pt x="309755" y="34958"/>
                    </a:cubicBezTo>
                    <a:cubicBezTo>
                      <a:pt x="309755" y="34958"/>
                      <a:pt x="309755" y="34958"/>
                      <a:pt x="309755" y="301671"/>
                    </a:cubicBezTo>
                    <a:cubicBezTo>
                      <a:pt x="309755" y="301671"/>
                      <a:pt x="309755" y="301671"/>
                      <a:pt x="324012" y="301671"/>
                    </a:cubicBezTo>
                    <a:cubicBezTo>
                      <a:pt x="329196" y="301671"/>
                      <a:pt x="331788" y="305555"/>
                      <a:pt x="331788" y="309439"/>
                    </a:cubicBezTo>
                    <a:cubicBezTo>
                      <a:pt x="331788" y="313324"/>
                      <a:pt x="329196" y="315913"/>
                      <a:pt x="324012" y="315913"/>
                    </a:cubicBezTo>
                    <a:cubicBezTo>
                      <a:pt x="324012" y="315913"/>
                      <a:pt x="324012" y="315913"/>
                      <a:pt x="7776" y="315913"/>
                    </a:cubicBezTo>
                    <a:cubicBezTo>
                      <a:pt x="2592" y="315913"/>
                      <a:pt x="0" y="313324"/>
                      <a:pt x="0" y="309439"/>
                    </a:cubicBezTo>
                    <a:cubicBezTo>
                      <a:pt x="0" y="305555"/>
                      <a:pt x="2592" y="301671"/>
                      <a:pt x="7776" y="301671"/>
                    </a:cubicBezTo>
                    <a:cubicBezTo>
                      <a:pt x="7776" y="301671"/>
                      <a:pt x="7776" y="301671"/>
                      <a:pt x="22033" y="301671"/>
                    </a:cubicBezTo>
                    <a:cubicBezTo>
                      <a:pt x="22033" y="301671"/>
                      <a:pt x="22033" y="301671"/>
                      <a:pt x="22033" y="34958"/>
                    </a:cubicBezTo>
                    <a:cubicBezTo>
                      <a:pt x="22033" y="31073"/>
                      <a:pt x="24625" y="28484"/>
                      <a:pt x="28513" y="28484"/>
                    </a:cubicBezTo>
                    <a:cubicBezTo>
                      <a:pt x="28513" y="28484"/>
                      <a:pt x="28513" y="28484"/>
                      <a:pt x="93315" y="28484"/>
                    </a:cubicBezTo>
                    <a:cubicBezTo>
                      <a:pt x="93315" y="28484"/>
                      <a:pt x="93315" y="28484"/>
                      <a:pt x="93315" y="14242"/>
                    </a:cubicBezTo>
                    <a:cubicBezTo>
                      <a:pt x="93315" y="14242"/>
                      <a:pt x="93315" y="14242"/>
                      <a:pt x="64802" y="14242"/>
                    </a:cubicBezTo>
                    <a:cubicBezTo>
                      <a:pt x="60914" y="14242"/>
                      <a:pt x="58322" y="10358"/>
                      <a:pt x="58322" y="6474"/>
                    </a:cubicBezTo>
                    <a:cubicBezTo>
                      <a:pt x="58322" y="2589"/>
                      <a:pt x="60914" y="0"/>
                      <a:pt x="648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7" name="î$ľïďê"/>
            <p:cNvSpPr/>
            <p:nvPr/>
          </p:nvSpPr>
          <p:spPr bwMode="auto">
            <a:xfrm>
              <a:off x="660400" y="2136396"/>
              <a:ext cx="309560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8" name="îŝlíḋê"/>
            <p:cNvSpPr txBox="1"/>
            <p:nvPr/>
          </p:nvSpPr>
          <p:spPr bwMode="auto">
            <a:xfrm>
              <a:off x="660400" y="1748798"/>
              <a:ext cx="3095600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9" name="išlîďê"/>
            <p:cNvSpPr/>
            <p:nvPr/>
          </p:nvSpPr>
          <p:spPr bwMode="auto">
            <a:xfrm>
              <a:off x="660400" y="3575669"/>
              <a:ext cx="309560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0" name="isľíde"/>
            <p:cNvSpPr txBox="1"/>
            <p:nvPr/>
          </p:nvSpPr>
          <p:spPr bwMode="auto">
            <a:xfrm>
              <a:off x="660400" y="3188071"/>
              <a:ext cx="3095600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1" name="ïśļîḋê"/>
            <p:cNvSpPr/>
            <p:nvPr/>
          </p:nvSpPr>
          <p:spPr bwMode="auto">
            <a:xfrm>
              <a:off x="660400" y="5014942"/>
              <a:ext cx="309560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2" name="ï$ḻiḋé"/>
            <p:cNvSpPr txBox="1"/>
            <p:nvPr/>
          </p:nvSpPr>
          <p:spPr bwMode="auto">
            <a:xfrm>
              <a:off x="660400" y="4627344"/>
              <a:ext cx="3095600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762995" y="2940933"/>
              <a:ext cx="275355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762995" y="4380206"/>
              <a:ext cx="275355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îsľïḋè"/>
            <p:cNvSpPr/>
            <p:nvPr/>
          </p:nvSpPr>
          <p:spPr bwMode="auto">
            <a:xfrm>
              <a:off x="8616000" y="2136396"/>
              <a:ext cx="290290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6" name="ïsḻiďé"/>
            <p:cNvSpPr txBox="1"/>
            <p:nvPr/>
          </p:nvSpPr>
          <p:spPr bwMode="auto">
            <a:xfrm>
              <a:off x="8616000" y="1748798"/>
              <a:ext cx="2902900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7" name="ïšļîḋe"/>
            <p:cNvSpPr/>
            <p:nvPr/>
          </p:nvSpPr>
          <p:spPr bwMode="auto">
            <a:xfrm>
              <a:off x="8616000" y="3575669"/>
              <a:ext cx="290290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18" name="ï$1íďé"/>
            <p:cNvSpPr txBox="1"/>
            <p:nvPr/>
          </p:nvSpPr>
          <p:spPr bwMode="auto">
            <a:xfrm>
              <a:off x="8616000" y="3188071"/>
              <a:ext cx="2902900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9" name="íşľiḍe"/>
            <p:cNvSpPr/>
            <p:nvPr/>
          </p:nvSpPr>
          <p:spPr bwMode="auto">
            <a:xfrm>
              <a:off x="8616000" y="5014942"/>
              <a:ext cx="2902900" cy="557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 dirty="0"/>
                <a:t>Copy paste fonts. Choose the only option to retain text.</a:t>
              </a:r>
              <a:endParaRPr lang="en-US" altLang="zh-CN" sz="1100" dirty="0"/>
            </a:p>
          </p:txBody>
        </p:sp>
        <p:sp>
          <p:nvSpPr>
            <p:cNvPr id="20" name="ïSļîďê"/>
            <p:cNvSpPr txBox="1"/>
            <p:nvPr/>
          </p:nvSpPr>
          <p:spPr bwMode="auto">
            <a:xfrm>
              <a:off x="8616000" y="4627344"/>
              <a:ext cx="2902900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cxnSp>
          <p:nvCxnSpPr>
            <p:cNvPr id="21" name="直接连接符 20"/>
            <p:cNvCxnSpPr/>
            <p:nvPr/>
          </p:nvCxnSpPr>
          <p:spPr>
            <a:xfrm>
              <a:off x="8782213" y="2940933"/>
              <a:ext cx="258215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/>
            <p:cNvCxnSpPr/>
            <p:nvPr/>
          </p:nvCxnSpPr>
          <p:spPr>
            <a:xfrm>
              <a:off x="8782213" y="4380206"/>
              <a:ext cx="258215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图片 26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4da78c0c-94bf-4188-a5be-bc25ffb19aa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148181" y="1820224"/>
            <a:ext cx="9895638" cy="3753200"/>
            <a:chOff x="1148181" y="1820224"/>
            <a:chExt cx="9895638" cy="3753200"/>
          </a:xfrm>
        </p:grpSpPr>
        <p:sp>
          <p:nvSpPr>
            <p:cNvPr id="6" name="îṧľîḑé"/>
            <p:cNvSpPr/>
            <p:nvPr/>
          </p:nvSpPr>
          <p:spPr bwMode="auto">
            <a:xfrm>
              <a:off x="3761634" y="4627872"/>
              <a:ext cx="1234992" cy="348665"/>
            </a:xfrm>
            <a:custGeom>
              <a:avLst/>
              <a:gdLst>
                <a:gd name="T0" fmla="*/ 36 w 641"/>
                <a:gd name="T1" fmla="*/ 0 h 181"/>
                <a:gd name="T2" fmla="*/ 28 w 641"/>
                <a:gd name="T3" fmla="*/ 0 h 181"/>
                <a:gd name="T4" fmla="*/ 28 w 641"/>
                <a:gd name="T5" fmla="*/ 109 h 181"/>
                <a:gd name="T6" fmla="*/ 0 w 641"/>
                <a:gd name="T7" fmla="*/ 144 h 181"/>
                <a:gd name="T8" fmla="*/ 36 w 641"/>
                <a:gd name="T9" fmla="*/ 181 h 181"/>
                <a:gd name="T10" fmla="*/ 73 w 641"/>
                <a:gd name="T11" fmla="*/ 144 h 181"/>
                <a:gd name="T12" fmla="*/ 44 w 641"/>
                <a:gd name="T13" fmla="*/ 108 h 181"/>
                <a:gd name="T14" fmla="*/ 44 w 641"/>
                <a:gd name="T15" fmla="*/ 16 h 181"/>
                <a:gd name="T16" fmla="*/ 641 w 641"/>
                <a:gd name="T17" fmla="*/ 16 h 181"/>
                <a:gd name="T18" fmla="*/ 641 w 641"/>
                <a:gd name="T19" fmla="*/ 0 h 181"/>
                <a:gd name="T20" fmla="*/ 44 w 641"/>
                <a:gd name="T21" fmla="*/ 0 h 181"/>
                <a:gd name="T22" fmla="*/ 36 w 641"/>
                <a:gd name="T23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1" h="181">
                  <a:moveTo>
                    <a:pt x="3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8" y="109"/>
                    <a:pt x="28" y="109"/>
                    <a:pt x="28" y="109"/>
                  </a:cubicBezTo>
                  <a:cubicBezTo>
                    <a:pt x="12" y="113"/>
                    <a:pt x="0" y="127"/>
                    <a:pt x="0" y="144"/>
                  </a:cubicBezTo>
                  <a:cubicBezTo>
                    <a:pt x="0" y="164"/>
                    <a:pt x="16" y="181"/>
                    <a:pt x="36" y="181"/>
                  </a:cubicBezTo>
                  <a:cubicBezTo>
                    <a:pt x="57" y="181"/>
                    <a:pt x="73" y="164"/>
                    <a:pt x="73" y="144"/>
                  </a:cubicBezTo>
                  <a:cubicBezTo>
                    <a:pt x="73" y="126"/>
                    <a:pt x="60" y="112"/>
                    <a:pt x="44" y="108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641" y="16"/>
                    <a:pt x="641" y="16"/>
                    <a:pt x="641" y="16"/>
                  </a:cubicBezTo>
                  <a:cubicBezTo>
                    <a:pt x="641" y="0"/>
                    <a:pt x="641" y="0"/>
                    <a:pt x="641" y="0"/>
                  </a:cubicBezTo>
                  <a:cubicBezTo>
                    <a:pt x="44" y="0"/>
                    <a:pt x="44" y="0"/>
                    <a:pt x="44" y="0"/>
                  </a:cubicBezTo>
                  <a:lnTo>
                    <a:pt x="3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7" name="ïślîďe"/>
            <p:cNvSpPr/>
            <p:nvPr/>
          </p:nvSpPr>
          <p:spPr bwMode="auto">
            <a:xfrm>
              <a:off x="3761634" y="2491389"/>
              <a:ext cx="1234992" cy="329114"/>
            </a:xfrm>
            <a:custGeom>
              <a:avLst/>
              <a:gdLst>
                <a:gd name="T0" fmla="*/ 44 w 641"/>
                <a:gd name="T1" fmla="*/ 72 h 171"/>
                <a:gd name="T2" fmla="*/ 73 w 641"/>
                <a:gd name="T3" fmla="*/ 36 h 171"/>
                <a:gd name="T4" fmla="*/ 36 w 641"/>
                <a:gd name="T5" fmla="*/ 0 h 171"/>
                <a:gd name="T6" fmla="*/ 0 w 641"/>
                <a:gd name="T7" fmla="*/ 36 h 171"/>
                <a:gd name="T8" fmla="*/ 28 w 641"/>
                <a:gd name="T9" fmla="*/ 71 h 171"/>
                <a:gd name="T10" fmla="*/ 28 w 641"/>
                <a:gd name="T11" fmla="*/ 171 h 171"/>
                <a:gd name="T12" fmla="*/ 36 w 641"/>
                <a:gd name="T13" fmla="*/ 171 h 171"/>
                <a:gd name="T14" fmla="*/ 44 w 641"/>
                <a:gd name="T15" fmla="*/ 171 h 171"/>
                <a:gd name="T16" fmla="*/ 641 w 641"/>
                <a:gd name="T17" fmla="*/ 171 h 171"/>
                <a:gd name="T18" fmla="*/ 641 w 641"/>
                <a:gd name="T19" fmla="*/ 155 h 171"/>
                <a:gd name="T20" fmla="*/ 44 w 641"/>
                <a:gd name="T21" fmla="*/ 155 h 171"/>
                <a:gd name="T22" fmla="*/ 44 w 641"/>
                <a:gd name="T23" fmla="*/ 72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1" h="171">
                  <a:moveTo>
                    <a:pt x="44" y="72"/>
                  </a:moveTo>
                  <a:cubicBezTo>
                    <a:pt x="60" y="69"/>
                    <a:pt x="73" y="54"/>
                    <a:pt x="73" y="36"/>
                  </a:cubicBezTo>
                  <a:cubicBezTo>
                    <a:pt x="73" y="16"/>
                    <a:pt x="57" y="0"/>
                    <a:pt x="36" y="0"/>
                  </a:cubicBezTo>
                  <a:cubicBezTo>
                    <a:pt x="16" y="0"/>
                    <a:pt x="0" y="16"/>
                    <a:pt x="0" y="36"/>
                  </a:cubicBezTo>
                  <a:cubicBezTo>
                    <a:pt x="0" y="53"/>
                    <a:pt x="12" y="67"/>
                    <a:pt x="28" y="71"/>
                  </a:cubicBezTo>
                  <a:cubicBezTo>
                    <a:pt x="28" y="171"/>
                    <a:pt x="28" y="171"/>
                    <a:pt x="28" y="171"/>
                  </a:cubicBezTo>
                  <a:cubicBezTo>
                    <a:pt x="36" y="171"/>
                    <a:pt x="36" y="171"/>
                    <a:pt x="36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641" y="171"/>
                    <a:pt x="641" y="171"/>
                    <a:pt x="641" y="171"/>
                  </a:cubicBezTo>
                  <a:cubicBezTo>
                    <a:pt x="641" y="155"/>
                    <a:pt x="641" y="155"/>
                    <a:pt x="641" y="155"/>
                  </a:cubicBezTo>
                  <a:cubicBezTo>
                    <a:pt x="44" y="155"/>
                    <a:pt x="44" y="155"/>
                    <a:pt x="44" y="155"/>
                  </a:cubicBezTo>
                  <a:lnTo>
                    <a:pt x="44" y="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8" name="iS1íḑé"/>
            <p:cNvSpPr/>
            <p:nvPr/>
          </p:nvSpPr>
          <p:spPr bwMode="auto">
            <a:xfrm>
              <a:off x="7096764" y="2473467"/>
              <a:ext cx="1236621" cy="347036"/>
            </a:xfrm>
            <a:custGeom>
              <a:avLst/>
              <a:gdLst>
                <a:gd name="T0" fmla="*/ 606 w 642"/>
                <a:gd name="T1" fmla="*/ 180 h 180"/>
                <a:gd name="T2" fmla="*/ 614 w 642"/>
                <a:gd name="T3" fmla="*/ 180 h 180"/>
                <a:gd name="T4" fmla="*/ 614 w 642"/>
                <a:gd name="T5" fmla="*/ 71 h 180"/>
                <a:gd name="T6" fmla="*/ 642 w 642"/>
                <a:gd name="T7" fmla="*/ 36 h 180"/>
                <a:gd name="T8" fmla="*/ 606 w 642"/>
                <a:gd name="T9" fmla="*/ 0 h 180"/>
                <a:gd name="T10" fmla="*/ 569 w 642"/>
                <a:gd name="T11" fmla="*/ 36 h 180"/>
                <a:gd name="T12" fmla="*/ 598 w 642"/>
                <a:gd name="T13" fmla="*/ 71 h 180"/>
                <a:gd name="T14" fmla="*/ 598 w 642"/>
                <a:gd name="T15" fmla="*/ 164 h 180"/>
                <a:gd name="T16" fmla="*/ 0 w 642"/>
                <a:gd name="T17" fmla="*/ 164 h 180"/>
                <a:gd name="T18" fmla="*/ 0 w 642"/>
                <a:gd name="T19" fmla="*/ 180 h 180"/>
                <a:gd name="T20" fmla="*/ 598 w 642"/>
                <a:gd name="T21" fmla="*/ 180 h 180"/>
                <a:gd name="T22" fmla="*/ 606 w 642"/>
                <a:gd name="T23" fmla="*/ 180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2" h="180">
                  <a:moveTo>
                    <a:pt x="606" y="180"/>
                  </a:moveTo>
                  <a:cubicBezTo>
                    <a:pt x="614" y="180"/>
                    <a:pt x="614" y="180"/>
                    <a:pt x="614" y="180"/>
                  </a:cubicBezTo>
                  <a:cubicBezTo>
                    <a:pt x="614" y="71"/>
                    <a:pt x="614" y="71"/>
                    <a:pt x="614" y="71"/>
                  </a:cubicBezTo>
                  <a:cubicBezTo>
                    <a:pt x="630" y="68"/>
                    <a:pt x="642" y="53"/>
                    <a:pt x="642" y="36"/>
                  </a:cubicBezTo>
                  <a:cubicBezTo>
                    <a:pt x="642" y="16"/>
                    <a:pt x="626" y="0"/>
                    <a:pt x="606" y="0"/>
                  </a:cubicBezTo>
                  <a:cubicBezTo>
                    <a:pt x="585" y="0"/>
                    <a:pt x="569" y="16"/>
                    <a:pt x="569" y="36"/>
                  </a:cubicBezTo>
                  <a:cubicBezTo>
                    <a:pt x="569" y="53"/>
                    <a:pt x="581" y="68"/>
                    <a:pt x="598" y="71"/>
                  </a:cubicBezTo>
                  <a:cubicBezTo>
                    <a:pt x="598" y="164"/>
                    <a:pt x="598" y="164"/>
                    <a:pt x="598" y="1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0"/>
                    <a:pt x="0" y="180"/>
                    <a:pt x="0" y="180"/>
                  </a:cubicBezTo>
                  <a:cubicBezTo>
                    <a:pt x="598" y="180"/>
                    <a:pt x="598" y="180"/>
                    <a:pt x="598" y="180"/>
                  </a:cubicBezTo>
                  <a:lnTo>
                    <a:pt x="606" y="18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9" name="íṡḻíḑe"/>
            <p:cNvSpPr/>
            <p:nvPr/>
          </p:nvSpPr>
          <p:spPr bwMode="auto">
            <a:xfrm>
              <a:off x="7096764" y="4627872"/>
              <a:ext cx="1236621" cy="348665"/>
            </a:xfrm>
            <a:custGeom>
              <a:avLst/>
              <a:gdLst>
                <a:gd name="T0" fmla="*/ 614 w 642"/>
                <a:gd name="T1" fmla="*/ 109 h 181"/>
                <a:gd name="T2" fmla="*/ 614 w 642"/>
                <a:gd name="T3" fmla="*/ 0 h 181"/>
                <a:gd name="T4" fmla="*/ 606 w 642"/>
                <a:gd name="T5" fmla="*/ 0 h 181"/>
                <a:gd name="T6" fmla="*/ 598 w 642"/>
                <a:gd name="T7" fmla="*/ 0 h 181"/>
                <a:gd name="T8" fmla="*/ 0 w 642"/>
                <a:gd name="T9" fmla="*/ 0 h 181"/>
                <a:gd name="T10" fmla="*/ 0 w 642"/>
                <a:gd name="T11" fmla="*/ 16 h 181"/>
                <a:gd name="T12" fmla="*/ 598 w 642"/>
                <a:gd name="T13" fmla="*/ 16 h 181"/>
                <a:gd name="T14" fmla="*/ 598 w 642"/>
                <a:gd name="T15" fmla="*/ 109 h 181"/>
                <a:gd name="T16" fmla="*/ 569 w 642"/>
                <a:gd name="T17" fmla="*/ 144 h 181"/>
                <a:gd name="T18" fmla="*/ 606 w 642"/>
                <a:gd name="T19" fmla="*/ 181 h 181"/>
                <a:gd name="T20" fmla="*/ 642 w 642"/>
                <a:gd name="T21" fmla="*/ 144 h 181"/>
                <a:gd name="T22" fmla="*/ 614 w 642"/>
                <a:gd name="T23" fmla="*/ 109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642" h="181">
                  <a:moveTo>
                    <a:pt x="614" y="109"/>
                  </a:moveTo>
                  <a:cubicBezTo>
                    <a:pt x="614" y="0"/>
                    <a:pt x="614" y="0"/>
                    <a:pt x="614" y="0"/>
                  </a:cubicBezTo>
                  <a:cubicBezTo>
                    <a:pt x="606" y="0"/>
                    <a:pt x="606" y="0"/>
                    <a:pt x="606" y="0"/>
                  </a:cubicBezTo>
                  <a:cubicBezTo>
                    <a:pt x="598" y="0"/>
                    <a:pt x="598" y="0"/>
                    <a:pt x="59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598" y="16"/>
                    <a:pt x="598" y="16"/>
                    <a:pt x="598" y="16"/>
                  </a:cubicBezTo>
                  <a:cubicBezTo>
                    <a:pt x="598" y="109"/>
                    <a:pt x="598" y="109"/>
                    <a:pt x="598" y="109"/>
                  </a:cubicBezTo>
                  <a:cubicBezTo>
                    <a:pt x="581" y="112"/>
                    <a:pt x="569" y="127"/>
                    <a:pt x="569" y="144"/>
                  </a:cubicBezTo>
                  <a:cubicBezTo>
                    <a:pt x="569" y="164"/>
                    <a:pt x="585" y="181"/>
                    <a:pt x="606" y="181"/>
                  </a:cubicBezTo>
                  <a:cubicBezTo>
                    <a:pt x="626" y="181"/>
                    <a:pt x="642" y="164"/>
                    <a:pt x="642" y="144"/>
                  </a:cubicBezTo>
                  <a:cubicBezTo>
                    <a:pt x="642" y="127"/>
                    <a:pt x="630" y="112"/>
                    <a:pt x="614" y="10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0" name="î$ḻíḓê"/>
            <p:cNvGrpSpPr/>
            <p:nvPr/>
          </p:nvGrpSpPr>
          <p:grpSpPr>
            <a:xfrm>
              <a:off x="4965554" y="1820224"/>
              <a:ext cx="2162653" cy="3650700"/>
              <a:chOff x="4972653" y="1597720"/>
              <a:chExt cx="2162653" cy="3650700"/>
            </a:xfrm>
          </p:grpSpPr>
          <p:sp>
            <p:nvSpPr>
              <p:cNvPr id="37" name="îSļïde"/>
              <p:cNvSpPr/>
              <p:nvPr/>
            </p:nvSpPr>
            <p:spPr bwMode="auto">
              <a:xfrm>
                <a:off x="5765166" y="4490406"/>
                <a:ext cx="577627" cy="729428"/>
              </a:xfrm>
              <a:custGeom>
                <a:avLst/>
                <a:gdLst>
                  <a:gd name="T0" fmla="*/ 148 w 248"/>
                  <a:gd name="T1" fmla="*/ 313 h 313"/>
                  <a:gd name="T2" fmla="*/ 100 w 248"/>
                  <a:gd name="T3" fmla="*/ 313 h 313"/>
                  <a:gd name="T4" fmla="*/ 0 w 248"/>
                  <a:gd name="T5" fmla="*/ 213 h 313"/>
                  <a:gd name="T6" fmla="*/ 0 w 248"/>
                  <a:gd name="T7" fmla="*/ 100 h 313"/>
                  <a:gd name="T8" fmla="*/ 100 w 248"/>
                  <a:gd name="T9" fmla="*/ 0 h 313"/>
                  <a:gd name="T10" fmla="*/ 148 w 248"/>
                  <a:gd name="T11" fmla="*/ 0 h 313"/>
                  <a:gd name="T12" fmla="*/ 248 w 248"/>
                  <a:gd name="T13" fmla="*/ 100 h 313"/>
                  <a:gd name="T14" fmla="*/ 248 w 248"/>
                  <a:gd name="T15" fmla="*/ 213 h 313"/>
                  <a:gd name="T16" fmla="*/ 148 w 248"/>
                  <a:gd name="T17" fmla="*/ 313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48" h="313">
                    <a:moveTo>
                      <a:pt x="148" y="313"/>
                    </a:moveTo>
                    <a:cubicBezTo>
                      <a:pt x="100" y="313"/>
                      <a:pt x="100" y="313"/>
                      <a:pt x="100" y="313"/>
                    </a:cubicBezTo>
                    <a:cubicBezTo>
                      <a:pt x="45" y="313"/>
                      <a:pt x="0" y="268"/>
                      <a:pt x="0" y="213"/>
                    </a:cubicBezTo>
                    <a:cubicBezTo>
                      <a:pt x="0" y="100"/>
                      <a:pt x="0" y="100"/>
                      <a:pt x="0" y="100"/>
                    </a:cubicBezTo>
                    <a:cubicBezTo>
                      <a:pt x="0" y="45"/>
                      <a:pt x="45" y="0"/>
                      <a:pt x="100" y="0"/>
                    </a:cubicBezTo>
                    <a:cubicBezTo>
                      <a:pt x="148" y="0"/>
                      <a:pt x="148" y="0"/>
                      <a:pt x="148" y="0"/>
                    </a:cubicBezTo>
                    <a:cubicBezTo>
                      <a:pt x="203" y="0"/>
                      <a:pt x="248" y="45"/>
                      <a:pt x="248" y="100"/>
                    </a:cubicBezTo>
                    <a:cubicBezTo>
                      <a:pt x="248" y="213"/>
                      <a:pt x="248" y="213"/>
                      <a:pt x="248" y="213"/>
                    </a:cubicBezTo>
                    <a:cubicBezTo>
                      <a:pt x="248" y="268"/>
                      <a:pt x="203" y="313"/>
                      <a:pt x="148" y="313"/>
                    </a:cubicBezTo>
                    <a:close/>
                  </a:path>
                </a:pathLst>
              </a:custGeom>
              <a:solidFill>
                <a:srgbClr val="9B9A9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îṣ1idê"/>
              <p:cNvSpPr/>
              <p:nvPr/>
            </p:nvSpPr>
            <p:spPr bwMode="auto">
              <a:xfrm>
                <a:off x="5685323" y="4481534"/>
                <a:ext cx="737313" cy="174471"/>
              </a:xfrm>
              <a:custGeom>
                <a:avLst/>
                <a:gdLst>
                  <a:gd name="T0" fmla="*/ 284 w 316"/>
                  <a:gd name="T1" fmla="*/ 75 h 75"/>
                  <a:gd name="T2" fmla="*/ 32 w 316"/>
                  <a:gd name="T3" fmla="*/ 75 h 75"/>
                  <a:gd name="T4" fmla="*/ 0 w 316"/>
                  <a:gd name="T5" fmla="*/ 43 h 75"/>
                  <a:gd name="T6" fmla="*/ 0 w 316"/>
                  <a:gd name="T7" fmla="*/ 32 h 75"/>
                  <a:gd name="T8" fmla="*/ 32 w 316"/>
                  <a:gd name="T9" fmla="*/ 0 h 75"/>
                  <a:gd name="T10" fmla="*/ 284 w 316"/>
                  <a:gd name="T11" fmla="*/ 0 h 75"/>
                  <a:gd name="T12" fmla="*/ 316 w 316"/>
                  <a:gd name="T13" fmla="*/ 32 h 75"/>
                  <a:gd name="T14" fmla="*/ 316 w 316"/>
                  <a:gd name="T15" fmla="*/ 43 h 75"/>
                  <a:gd name="T16" fmla="*/ 284 w 316"/>
                  <a:gd name="T17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6" h="75">
                    <a:moveTo>
                      <a:pt x="284" y="75"/>
                    </a:moveTo>
                    <a:cubicBezTo>
                      <a:pt x="32" y="75"/>
                      <a:pt x="32" y="75"/>
                      <a:pt x="32" y="75"/>
                    </a:cubicBezTo>
                    <a:cubicBezTo>
                      <a:pt x="15" y="75"/>
                      <a:pt x="0" y="61"/>
                      <a:pt x="0" y="4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5"/>
                      <a:pt x="15" y="0"/>
                      <a:pt x="32" y="0"/>
                    </a:cubicBezTo>
                    <a:cubicBezTo>
                      <a:pt x="284" y="0"/>
                      <a:pt x="284" y="0"/>
                      <a:pt x="284" y="0"/>
                    </a:cubicBezTo>
                    <a:cubicBezTo>
                      <a:pt x="301" y="0"/>
                      <a:pt x="316" y="15"/>
                      <a:pt x="316" y="32"/>
                    </a:cubicBezTo>
                    <a:cubicBezTo>
                      <a:pt x="316" y="43"/>
                      <a:pt x="316" y="43"/>
                      <a:pt x="316" y="43"/>
                    </a:cubicBezTo>
                    <a:cubicBezTo>
                      <a:pt x="316" y="61"/>
                      <a:pt x="301" y="75"/>
                      <a:pt x="284" y="75"/>
                    </a:cubicBezTo>
                    <a:close/>
                  </a:path>
                </a:pathLst>
              </a:custGeom>
              <a:solidFill>
                <a:srgbClr val="CD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9" name="íšļîdê"/>
              <p:cNvSpPr/>
              <p:nvPr/>
            </p:nvSpPr>
            <p:spPr bwMode="auto">
              <a:xfrm>
                <a:off x="5685323" y="4721063"/>
                <a:ext cx="737313" cy="175457"/>
              </a:xfrm>
              <a:custGeom>
                <a:avLst/>
                <a:gdLst>
                  <a:gd name="T0" fmla="*/ 284 w 316"/>
                  <a:gd name="T1" fmla="*/ 75 h 75"/>
                  <a:gd name="T2" fmla="*/ 32 w 316"/>
                  <a:gd name="T3" fmla="*/ 75 h 75"/>
                  <a:gd name="T4" fmla="*/ 0 w 316"/>
                  <a:gd name="T5" fmla="*/ 43 h 75"/>
                  <a:gd name="T6" fmla="*/ 0 w 316"/>
                  <a:gd name="T7" fmla="*/ 32 h 75"/>
                  <a:gd name="T8" fmla="*/ 32 w 316"/>
                  <a:gd name="T9" fmla="*/ 0 h 75"/>
                  <a:gd name="T10" fmla="*/ 284 w 316"/>
                  <a:gd name="T11" fmla="*/ 0 h 75"/>
                  <a:gd name="T12" fmla="*/ 316 w 316"/>
                  <a:gd name="T13" fmla="*/ 32 h 75"/>
                  <a:gd name="T14" fmla="*/ 316 w 316"/>
                  <a:gd name="T15" fmla="*/ 43 h 75"/>
                  <a:gd name="T16" fmla="*/ 284 w 316"/>
                  <a:gd name="T17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6" h="75">
                    <a:moveTo>
                      <a:pt x="284" y="75"/>
                    </a:moveTo>
                    <a:cubicBezTo>
                      <a:pt x="32" y="75"/>
                      <a:pt x="32" y="75"/>
                      <a:pt x="32" y="75"/>
                    </a:cubicBezTo>
                    <a:cubicBezTo>
                      <a:pt x="15" y="75"/>
                      <a:pt x="0" y="61"/>
                      <a:pt x="0" y="4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5"/>
                      <a:pt x="15" y="0"/>
                      <a:pt x="32" y="0"/>
                    </a:cubicBezTo>
                    <a:cubicBezTo>
                      <a:pt x="284" y="0"/>
                      <a:pt x="284" y="0"/>
                      <a:pt x="284" y="0"/>
                    </a:cubicBezTo>
                    <a:cubicBezTo>
                      <a:pt x="301" y="0"/>
                      <a:pt x="316" y="15"/>
                      <a:pt x="316" y="32"/>
                    </a:cubicBezTo>
                    <a:cubicBezTo>
                      <a:pt x="316" y="43"/>
                      <a:pt x="316" y="43"/>
                      <a:pt x="316" y="43"/>
                    </a:cubicBezTo>
                    <a:cubicBezTo>
                      <a:pt x="316" y="61"/>
                      <a:pt x="301" y="75"/>
                      <a:pt x="284" y="75"/>
                    </a:cubicBezTo>
                    <a:close/>
                  </a:path>
                </a:pathLst>
              </a:custGeom>
              <a:solidFill>
                <a:srgbClr val="CD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íṡlïďe"/>
              <p:cNvSpPr/>
              <p:nvPr/>
            </p:nvSpPr>
            <p:spPr bwMode="auto">
              <a:xfrm>
                <a:off x="5685323" y="4954677"/>
                <a:ext cx="737313" cy="174471"/>
              </a:xfrm>
              <a:custGeom>
                <a:avLst/>
                <a:gdLst>
                  <a:gd name="T0" fmla="*/ 284 w 316"/>
                  <a:gd name="T1" fmla="*/ 75 h 75"/>
                  <a:gd name="T2" fmla="*/ 32 w 316"/>
                  <a:gd name="T3" fmla="*/ 75 h 75"/>
                  <a:gd name="T4" fmla="*/ 0 w 316"/>
                  <a:gd name="T5" fmla="*/ 43 h 75"/>
                  <a:gd name="T6" fmla="*/ 0 w 316"/>
                  <a:gd name="T7" fmla="*/ 32 h 75"/>
                  <a:gd name="T8" fmla="*/ 32 w 316"/>
                  <a:gd name="T9" fmla="*/ 0 h 75"/>
                  <a:gd name="T10" fmla="*/ 284 w 316"/>
                  <a:gd name="T11" fmla="*/ 0 h 75"/>
                  <a:gd name="T12" fmla="*/ 316 w 316"/>
                  <a:gd name="T13" fmla="*/ 32 h 75"/>
                  <a:gd name="T14" fmla="*/ 316 w 316"/>
                  <a:gd name="T15" fmla="*/ 43 h 75"/>
                  <a:gd name="T16" fmla="*/ 284 w 316"/>
                  <a:gd name="T17" fmla="*/ 75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16" h="75">
                    <a:moveTo>
                      <a:pt x="284" y="75"/>
                    </a:moveTo>
                    <a:cubicBezTo>
                      <a:pt x="32" y="75"/>
                      <a:pt x="32" y="75"/>
                      <a:pt x="32" y="75"/>
                    </a:cubicBezTo>
                    <a:cubicBezTo>
                      <a:pt x="15" y="75"/>
                      <a:pt x="0" y="60"/>
                      <a:pt x="0" y="43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0" y="15"/>
                      <a:pt x="15" y="0"/>
                      <a:pt x="32" y="0"/>
                    </a:cubicBezTo>
                    <a:cubicBezTo>
                      <a:pt x="284" y="0"/>
                      <a:pt x="284" y="0"/>
                      <a:pt x="284" y="0"/>
                    </a:cubicBezTo>
                    <a:cubicBezTo>
                      <a:pt x="301" y="0"/>
                      <a:pt x="316" y="15"/>
                      <a:pt x="316" y="32"/>
                    </a:cubicBezTo>
                    <a:cubicBezTo>
                      <a:pt x="316" y="43"/>
                      <a:pt x="316" y="43"/>
                      <a:pt x="316" y="43"/>
                    </a:cubicBezTo>
                    <a:cubicBezTo>
                      <a:pt x="316" y="60"/>
                      <a:pt x="301" y="75"/>
                      <a:pt x="284" y="75"/>
                    </a:cubicBezTo>
                    <a:close/>
                  </a:path>
                </a:pathLst>
              </a:custGeom>
              <a:solidFill>
                <a:srgbClr val="CD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íSlíďê"/>
              <p:cNvSpPr/>
              <p:nvPr/>
            </p:nvSpPr>
            <p:spPr bwMode="auto">
              <a:xfrm>
                <a:off x="5985965" y="5219834"/>
                <a:ext cx="136028" cy="28586"/>
              </a:xfrm>
              <a:custGeom>
                <a:avLst/>
                <a:gdLst>
                  <a:gd name="T0" fmla="*/ 0 w 58"/>
                  <a:gd name="T1" fmla="*/ 0 h 12"/>
                  <a:gd name="T2" fmla="*/ 29 w 58"/>
                  <a:gd name="T3" fmla="*/ 12 h 12"/>
                  <a:gd name="T4" fmla="*/ 58 w 58"/>
                  <a:gd name="T5" fmla="*/ 0 h 12"/>
                  <a:gd name="T6" fmla="*/ 0 w 58"/>
                  <a:gd name="T7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8" h="12">
                    <a:moveTo>
                      <a:pt x="0" y="0"/>
                    </a:moveTo>
                    <a:cubicBezTo>
                      <a:pt x="4" y="7"/>
                      <a:pt x="15" y="12"/>
                      <a:pt x="29" y="12"/>
                    </a:cubicBezTo>
                    <a:cubicBezTo>
                      <a:pt x="43" y="12"/>
                      <a:pt x="54" y="7"/>
                      <a:pt x="58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A5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iś1íďé"/>
              <p:cNvSpPr/>
              <p:nvPr/>
            </p:nvSpPr>
            <p:spPr bwMode="auto">
              <a:xfrm>
                <a:off x="5147124" y="2103390"/>
                <a:ext cx="1813710" cy="864470"/>
              </a:xfrm>
              <a:custGeom>
                <a:avLst/>
                <a:gdLst>
                  <a:gd name="T0" fmla="*/ 778 w 778"/>
                  <a:gd name="T1" fmla="*/ 371 h 371"/>
                  <a:gd name="T2" fmla="*/ 389 w 778"/>
                  <a:gd name="T3" fmla="*/ 0 h 371"/>
                  <a:gd name="T4" fmla="*/ 0 w 778"/>
                  <a:gd name="T5" fmla="*/ 371 h 371"/>
                  <a:gd name="T6" fmla="*/ 778 w 778"/>
                  <a:gd name="T7" fmla="*/ 371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78" h="371">
                    <a:moveTo>
                      <a:pt x="778" y="371"/>
                    </a:moveTo>
                    <a:cubicBezTo>
                      <a:pt x="769" y="164"/>
                      <a:pt x="598" y="0"/>
                      <a:pt x="389" y="0"/>
                    </a:cubicBezTo>
                    <a:cubicBezTo>
                      <a:pt x="180" y="0"/>
                      <a:pt x="9" y="164"/>
                      <a:pt x="0" y="371"/>
                    </a:cubicBezTo>
                    <a:lnTo>
                      <a:pt x="778" y="37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ïş1idè"/>
              <p:cNvSpPr/>
              <p:nvPr/>
            </p:nvSpPr>
            <p:spPr bwMode="auto">
              <a:xfrm>
                <a:off x="5606466" y="4049793"/>
                <a:ext cx="895026" cy="431743"/>
              </a:xfrm>
              <a:custGeom>
                <a:avLst/>
                <a:gdLst>
                  <a:gd name="T0" fmla="*/ 0 w 384"/>
                  <a:gd name="T1" fmla="*/ 0 h 185"/>
                  <a:gd name="T2" fmla="*/ 81 w 384"/>
                  <a:gd name="T3" fmla="*/ 185 h 185"/>
                  <a:gd name="T4" fmla="*/ 173 w 384"/>
                  <a:gd name="T5" fmla="*/ 185 h 185"/>
                  <a:gd name="T6" fmla="*/ 192 w 384"/>
                  <a:gd name="T7" fmla="*/ 185 h 185"/>
                  <a:gd name="T8" fmla="*/ 211 w 384"/>
                  <a:gd name="T9" fmla="*/ 185 h 185"/>
                  <a:gd name="T10" fmla="*/ 303 w 384"/>
                  <a:gd name="T11" fmla="*/ 185 h 185"/>
                  <a:gd name="T12" fmla="*/ 384 w 384"/>
                  <a:gd name="T13" fmla="*/ 0 h 185"/>
                  <a:gd name="T14" fmla="*/ 0 w 384"/>
                  <a:gd name="T15" fmla="*/ 0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4" h="185">
                    <a:moveTo>
                      <a:pt x="0" y="0"/>
                    </a:moveTo>
                    <a:cubicBezTo>
                      <a:pt x="40" y="63"/>
                      <a:pt x="77" y="135"/>
                      <a:pt x="81" y="185"/>
                    </a:cubicBezTo>
                    <a:cubicBezTo>
                      <a:pt x="173" y="185"/>
                      <a:pt x="173" y="185"/>
                      <a:pt x="173" y="185"/>
                    </a:cubicBezTo>
                    <a:cubicBezTo>
                      <a:pt x="192" y="185"/>
                      <a:pt x="192" y="185"/>
                      <a:pt x="192" y="185"/>
                    </a:cubicBezTo>
                    <a:cubicBezTo>
                      <a:pt x="211" y="185"/>
                      <a:pt x="211" y="185"/>
                      <a:pt x="211" y="185"/>
                    </a:cubicBezTo>
                    <a:cubicBezTo>
                      <a:pt x="303" y="185"/>
                      <a:pt x="303" y="185"/>
                      <a:pt x="303" y="185"/>
                    </a:cubicBezTo>
                    <a:cubicBezTo>
                      <a:pt x="307" y="135"/>
                      <a:pt x="344" y="63"/>
                      <a:pt x="38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4" name="iS1iďé"/>
              <p:cNvSpPr/>
              <p:nvPr/>
            </p:nvSpPr>
            <p:spPr bwMode="auto">
              <a:xfrm>
                <a:off x="5785865" y="1597720"/>
                <a:ext cx="119271" cy="405127"/>
              </a:xfrm>
              <a:custGeom>
                <a:avLst/>
                <a:gdLst>
                  <a:gd name="T0" fmla="*/ 41 w 51"/>
                  <a:gd name="T1" fmla="*/ 173 h 174"/>
                  <a:gd name="T2" fmla="*/ 41 w 51"/>
                  <a:gd name="T3" fmla="*/ 173 h 174"/>
                  <a:gd name="T4" fmla="*/ 28 w 51"/>
                  <a:gd name="T5" fmla="*/ 164 h 174"/>
                  <a:gd name="T6" fmla="*/ 1 w 51"/>
                  <a:gd name="T7" fmla="*/ 14 h 174"/>
                  <a:gd name="T8" fmla="*/ 11 w 51"/>
                  <a:gd name="T9" fmla="*/ 1 h 174"/>
                  <a:gd name="T10" fmla="*/ 11 w 51"/>
                  <a:gd name="T11" fmla="*/ 1 h 174"/>
                  <a:gd name="T12" fmla="*/ 24 w 51"/>
                  <a:gd name="T13" fmla="*/ 10 h 174"/>
                  <a:gd name="T14" fmla="*/ 50 w 51"/>
                  <a:gd name="T15" fmla="*/ 160 h 174"/>
                  <a:gd name="T16" fmla="*/ 41 w 51"/>
                  <a:gd name="T17" fmla="*/ 173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" h="174">
                    <a:moveTo>
                      <a:pt x="41" y="173"/>
                    </a:moveTo>
                    <a:cubicBezTo>
                      <a:pt x="41" y="173"/>
                      <a:pt x="41" y="173"/>
                      <a:pt x="41" y="173"/>
                    </a:cubicBezTo>
                    <a:cubicBezTo>
                      <a:pt x="35" y="174"/>
                      <a:pt x="29" y="170"/>
                      <a:pt x="28" y="164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0" y="8"/>
                      <a:pt x="4" y="2"/>
                      <a:pt x="11" y="1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7" y="0"/>
                      <a:pt x="23" y="4"/>
                      <a:pt x="24" y="10"/>
                    </a:cubicBezTo>
                    <a:cubicBezTo>
                      <a:pt x="50" y="160"/>
                      <a:pt x="50" y="160"/>
                      <a:pt x="50" y="160"/>
                    </a:cubicBezTo>
                    <a:cubicBezTo>
                      <a:pt x="51" y="166"/>
                      <a:pt x="47" y="172"/>
                      <a:pt x="41" y="1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ïṥlidè"/>
              <p:cNvSpPr/>
              <p:nvPr/>
            </p:nvSpPr>
            <p:spPr bwMode="auto">
              <a:xfrm>
                <a:off x="5336381" y="1758391"/>
                <a:ext cx="237557" cy="367671"/>
              </a:xfrm>
              <a:custGeom>
                <a:avLst/>
                <a:gdLst>
                  <a:gd name="T0" fmla="*/ 95 w 102"/>
                  <a:gd name="T1" fmla="*/ 154 h 158"/>
                  <a:gd name="T2" fmla="*/ 95 w 102"/>
                  <a:gd name="T3" fmla="*/ 154 h 158"/>
                  <a:gd name="T4" fmla="*/ 79 w 102"/>
                  <a:gd name="T5" fmla="*/ 150 h 158"/>
                  <a:gd name="T6" fmla="*/ 3 w 102"/>
                  <a:gd name="T7" fmla="*/ 19 h 158"/>
                  <a:gd name="T8" fmla="*/ 8 w 102"/>
                  <a:gd name="T9" fmla="*/ 3 h 158"/>
                  <a:gd name="T10" fmla="*/ 8 w 102"/>
                  <a:gd name="T11" fmla="*/ 3 h 158"/>
                  <a:gd name="T12" fmla="*/ 23 w 102"/>
                  <a:gd name="T13" fmla="*/ 8 h 158"/>
                  <a:gd name="T14" fmla="*/ 99 w 102"/>
                  <a:gd name="T15" fmla="*/ 139 h 158"/>
                  <a:gd name="T16" fmla="*/ 95 w 102"/>
                  <a:gd name="T17" fmla="*/ 154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2" h="158">
                    <a:moveTo>
                      <a:pt x="95" y="154"/>
                    </a:moveTo>
                    <a:cubicBezTo>
                      <a:pt x="95" y="154"/>
                      <a:pt x="95" y="154"/>
                      <a:pt x="95" y="154"/>
                    </a:cubicBezTo>
                    <a:cubicBezTo>
                      <a:pt x="89" y="158"/>
                      <a:pt x="82" y="156"/>
                      <a:pt x="79" y="150"/>
                    </a:cubicBezTo>
                    <a:cubicBezTo>
                      <a:pt x="3" y="19"/>
                      <a:pt x="3" y="19"/>
                      <a:pt x="3" y="19"/>
                    </a:cubicBezTo>
                    <a:cubicBezTo>
                      <a:pt x="0" y="14"/>
                      <a:pt x="2" y="7"/>
                      <a:pt x="8" y="3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13" y="0"/>
                      <a:pt x="20" y="2"/>
                      <a:pt x="23" y="8"/>
                    </a:cubicBezTo>
                    <a:cubicBezTo>
                      <a:pt x="99" y="139"/>
                      <a:pt x="99" y="139"/>
                      <a:pt x="99" y="139"/>
                    </a:cubicBezTo>
                    <a:cubicBezTo>
                      <a:pt x="102" y="144"/>
                      <a:pt x="100" y="151"/>
                      <a:pt x="95" y="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ïŝ1îḍe"/>
              <p:cNvSpPr/>
              <p:nvPr/>
            </p:nvSpPr>
            <p:spPr bwMode="auto">
              <a:xfrm>
                <a:off x="6200850" y="1597720"/>
                <a:ext cx="119271" cy="405127"/>
              </a:xfrm>
              <a:custGeom>
                <a:avLst/>
                <a:gdLst>
                  <a:gd name="T0" fmla="*/ 11 w 51"/>
                  <a:gd name="T1" fmla="*/ 173 h 174"/>
                  <a:gd name="T2" fmla="*/ 11 w 51"/>
                  <a:gd name="T3" fmla="*/ 173 h 174"/>
                  <a:gd name="T4" fmla="*/ 2 w 51"/>
                  <a:gd name="T5" fmla="*/ 160 h 174"/>
                  <a:gd name="T6" fmla="*/ 28 w 51"/>
                  <a:gd name="T7" fmla="*/ 10 h 174"/>
                  <a:gd name="T8" fmla="*/ 41 w 51"/>
                  <a:gd name="T9" fmla="*/ 1 h 174"/>
                  <a:gd name="T10" fmla="*/ 41 w 51"/>
                  <a:gd name="T11" fmla="*/ 1 h 174"/>
                  <a:gd name="T12" fmla="*/ 50 w 51"/>
                  <a:gd name="T13" fmla="*/ 14 h 174"/>
                  <a:gd name="T14" fmla="*/ 24 w 51"/>
                  <a:gd name="T15" fmla="*/ 164 h 174"/>
                  <a:gd name="T16" fmla="*/ 11 w 51"/>
                  <a:gd name="T17" fmla="*/ 173 h 1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1" h="174">
                    <a:moveTo>
                      <a:pt x="11" y="173"/>
                    </a:moveTo>
                    <a:cubicBezTo>
                      <a:pt x="11" y="173"/>
                      <a:pt x="11" y="173"/>
                      <a:pt x="11" y="173"/>
                    </a:cubicBezTo>
                    <a:cubicBezTo>
                      <a:pt x="5" y="172"/>
                      <a:pt x="0" y="166"/>
                      <a:pt x="2" y="160"/>
                    </a:cubicBezTo>
                    <a:cubicBezTo>
                      <a:pt x="28" y="10"/>
                      <a:pt x="28" y="10"/>
                      <a:pt x="28" y="10"/>
                    </a:cubicBezTo>
                    <a:cubicBezTo>
                      <a:pt x="29" y="4"/>
                      <a:pt x="35" y="0"/>
                      <a:pt x="41" y="1"/>
                    </a:cubicBezTo>
                    <a:cubicBezTo>
                      <a:pt x="41" y="1"/>
                      <a:pt x="41" y="1"/>
                      <a:pt x="41" y="1"/>
                    </a:cubicBezTo>
                    <a:cubicBezTo>
                      <a:pt x="47" y="2"/>
                      <a:pt x="51" y="8"/>
                      <a:pt x="50" y="14"/>
                    </a:cubicBezTo>
                    <a:cubicBezTo>
                      <a:pt x="24" y="164"/>
                      <a:pt x="24" y="164"/>
                      <a:pt x="24" y="164"/>
                    </a:cubicBezTo>
                    <a:cubicBezTo>
                      <a:pt x="23" y="170"/>
                      <a:pt x="17" y="174"/>
                      <a:pt x="11" y="1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ïsḷiḓé"/>
              <p:cNvSpPr/>
              <p:nvPr/>
            </p:nvSpPr>
            <p:spPr bwMode="auto">
              <a:xfrm>
                <a:off x="6534021" y="1758391"/>
                <a:ext cx="235586" cy="367671"/>
              </a:xfrm>
              <a:custGeom>
                <a:avLst/>
                <a:gdLst>
                  <a:gd name="T0" fmla="*/ 7 w 101"/>
                  <a:gd name="T1" fmla="*/ 154 h 158"/>
                  <a:gd name="T2" fmla="*/ 7 w 101"/>
                  <a:gd name="T3" fmla="*/ 154 h 158"/>
                  <a:gd name="T4" fmla="*/ 3 w 101"/>
                  <a:gd name="T5" fmla="*/ 139 h 158"/>
                  <a:gd name="T6" fmla="*/ 78 w 101"/>
                  <a:gd name="T7" fmla="*/ 8 h 158"/>
                  <a:gd name="T8" fmla="*/ 94 w 101"/>
                  <a:gd name="T9" fmla="*/ 3 h 158"/>
                  <a:gd name="T10" fmla="*/ 94 w 101"/>
                  <a:gd name="T11" fmla="*/ 3 h 158"/>
                  <a:gd name="T12" fmla="*/ 98 w 101"/>
                  <a:gd name="T13" fmla="*/ 19 h 158"/>
                  <a:gd name="T14" fmla="*/ 23 w 101"/>
                  <a:gd name="T15" fmla="*/ 150 h 158"/>
                  <a:gd name="T16" fmla="*/ 7 w 101"/>
                  <a:gd name="T17" fmla="*/ 154 h 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" h="158">
                    <a:moveTo>
                      <a:pt x="7" y="154"/>
                    </a:moveTo>
                    <a:cubicBezTo>
                      <a:pt x="7" y="154"/>
                      <a:pt x="7" y="154"/>
                      <a:pt x="7" y="154"/>
                    </a:cubicBezTo>
                    <a:cubicBezTo>
                      <a:pt x="1" y="151"/>
                      <a:pt x="0" y="144"/>
                      <a:pt x="3" y="139"/>
                    </a:cubicBezTo>
                    <a:cubicBezTo>
                      <a:pt x="78" y="8"/>
                      <a:pt x="78" y="8"/>
                      <a:pt x="78" y="8"/>
                    </a:cubicBezTo>
                    <a:cubicBezTo>
                      <a:pt x="82" y="2"/>
                      <a:pt x="89" y="0"/>
                      <a:pt x="94" y="3"/>
                    </a:cubicBezTo>
                    <a:cubicBezTo>
                      <a:pt x="94" y="3"/>
                      <a:pt x="94" y="3"/>
                      <a:pt x="94" y="3"/>
                    </a:cubicBezTo>
                    <a:cubicBezTo>
                      <a:pt x="100" y="7"/>
                      <a:pt x="101" y="14"/>
                      <a:pt x="98" y="19"/>
                    </a:cubicBezTo>
                    <a:cubicBezTo>
                      <a:pt x="23" y="150"/>
                      <a:pt x="23" y="150"/>
                      <a:pt x="23" y="150"/>
                    </a:cubicBezTo>
                    <a:cubicBezTo>
                      <a:pt x="19" y="156"/>
                      <a:pt x="12" y="158"/>
                      <a:pt x="7" y="15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8" name="ïSḻiďe"/>
              <p:cNvSpPr/>
              <p:nvPr/>
            </p:nvSpPr>
            <p:spPr bwMode="auto">
              <a:xfrm>
                <a:off x="6804106" y="2065933"/>
                <a:ext cx="331200" cy="286843"/>
              </a:xfrm>
              <a:custGeom>
                <a:avLst/>
                <a:gdLst>
                  <a:gd name="T0" fmla="*/ 4 w 142"/>
                  <a:gd name="T1" fmla="*/ 118 h 123"/>
                  <a:gd name="T2" fmla="*/ 4 w 142"/>
                  <a:gd name="T3" fmla="*/ 118 h 123"/>
                  <a:gd name="T4" fmla="*/ 6 w 142"/>
                  <a:gd name="T5" fmla="*/ 101 h 123"/>
                  <a:gd name="T6" fmla="*/ 122 w 142"/>
                  <a:gd name="T7" fmla="*/ 4 h 123"/>
                  <a:gd name="T8" fmla="*/ 138 w 142"/>
                  <a:gd name="T9" fmla="*/ 6 h 123"/>
                  <a:gd name="T10" fmla="*/ 138 w 142"/>
                  <a:gd name="T11" fmla="*/ 6 h 123"/>
                  <a:gd name="T12" fmla="*/ 136 w 142"/>
                  <a:gd name="T13" fmla="*/ 22 h 123"/>
                  <a:gd name="T14" fmla="*/ 20 w 142"/>
                  <a:gd name="T15" fmla="*/ 119 h 123"/>
                  <a:gd name="T16" fmla="*/ 4 w 142"/>
                  <a:gd name="T17" fmla="*/ 11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2" h="123">
                    <a:moveTo>
                      <a:pt x="4" y="118"/>
                    </a:moveTo>
                    <a:cubicBezTo>
                      <a:pt x="4" y="118"/>
                      <a:pt x="4" y="118"/>
                      <a:pt x="4" y="118"/>
                    </a:cubicBezTo>
                    <a:cubicBezTo>
                      <a:pt x="0" y="113"/>
                      <a:pt x="1" y="106"/>
                      <a:pt x="6" y="101"/>
                    </a:cubicBezTo>
                    <a:cubicBezTo>
                      <a:pt x="122" y="4"/>
                      <a:pt x="122" y="4"/>
                      <a:pt x="122" y="4"/>
                    </a:cubicBezTo>
                    <a:cubicBezTo>
                      <a:pt x="127" y="0"/>
                      <a:pt x="134" y="1"/>
                      <a:pt x="138" y="6"/>
                    </a:cubicBezTo>
                    <a:cubicBezTo>
                      <a:pt x="138" y="6"/>
                      <a:pt x="138" y="6"/>
                      <a:pt x="138" y="6"/>
                    </a:cubicBezTo>
                    <a:cubicBezTo>
                      <a:pt x="142" y="10"/>
                      <a:pt x="141" y="18"/>
                      <a:pt x="136" y="22"/>
                    </a:cubicBezTo>
                    <a:cubicBezTo>
                      <a:pt x="20" y="119"/>
                      <a:pt x="20" y="119"/>
                      <a:pt x="20" y="119"/>
                    </a:cubicBezTo>
                    <a:cubicBezTo>
                      <a:pt x="16" y="123"/>
                      <a:pt x="8" y="122"/>
                      <a:pt x="4" y="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îslïďê"/>
              <p:cNvSpPr/>
              <p:nvPr/>
            </p:nvSpPr>
            <p:spPr bwMode="auto">
              <a:xfrm>
                <a:off x="4972653" y="2065933"/>
                <a:ext cx="328242" cy="286843"/>
              </a:xfrm>
              <a:custGeom>
                <a:avLst/>
                <a:gdLst>
                  <a:gd name="T0" fmla="*/ 137 w 141"/>
                  <a:gd name="T1" fmla="*/ 118 h 123"/>
                  <a:gd name="T2" fmla="*/ 137 w 141"/>
                  <a:gd name="T3" fmla="*/ 118 h 123"/>
                  <a:gd name="T4" fmla="*/ 121 w 141"/>
                  <a:gd name="T5" fmla="*/ 119 h 123"/>
                  <a:gd name="T6" fmla="*/ 5 w 141"/>
                  <a:gd name="T7" fmla="*/ 22 h 123"/>
                  <a:gd name="T8" fmla="*/ 4 w 141"/>
                  <a:gd name="T9" fmla="*/ 6 h 123"/>
                  <a:gd name="T10" fmla="*/ 4 w 141"/>
                  <a:gd name="T11" fmla="*/ 6 h 123"/>
                  <a:gd name="T12" fmla="*/ 20 w 141"/>
                  <a:gd name="T13" fmla="*/ 4 h 123"/>
                  <a:gd name="T14" fmla="*/ 136 w 141"/>
                  <a:gd name="T15" fmla="*/ 101 h 123"/>
                  <a:gd name="T16" fmla="*/ 137 w 141"/>
                  <a:gd name="T17" fmla="*/ 118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1" h="123">
                    <a:moveTo>
                      <a:pt x="137" y="118"/>
                    </a:moveTo>
                    <a:cubicBezTo>
                      <a:pt x="137" y="118"/>
                      <a:pt x="137" y="118"/>
                      <a:pt x="137" y="118"/>
                    </a:cubicBezTo>
                    <a:cubicBezTo>
                      <a:pt x="133" y="122"/>
                      <a:pt x="126" y="123"/>
                      <a:pt x="121" y="119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0" y="18"/>
                      <a:pt x="0" y="10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8" y="1"/>
                      <a:pt x="15" y="0"/>
                      <a:pt x="20" y="4"/>
                    </a:cubicBezTo>
                    <a:cubicBezTo>
                      <a:pt x="136" y="101"/>
                      <a:pt x="136" y="101"/>
                      <a:pt x="136" y="101"/>
                    </a:cubicBezTo>
                    <a:cubicBezTo>
                      <a:pt x="141" y="106"/>
                      <a:pt x="141" y="113"/>
                      <a:pt x="137" y="1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1" name="iś1îḍè"/>
            <p:cNvSpPr txBox="1"/>
            <p:nvPr/>
          </p:nvSpPr>
          <p:spPr>
            <a:xfrm>
              <a:off x="5144585" y="3332445"/>
              <a:ext cx="1804590" cy="626258"/>
            </a:xfrm>
            <a:prstGeom prst="rect">
              <a:avLst/>
            </a:prstGeom>
            <a:noFill/>
          </p:spPr>
          <p:txBody>
            <a:bodyPr wrap="none" anchor="ctr" anchorCtr="0">
              <a:normAutofit/>
            </a:bodyPr>
            <a:lstStyle/>
            <a:p>
              <a:pPr algn="ctr"/>
              <a:r>
                <a:rPr lang="en-US" altLang="zh-CN" sz="2800" b="1" dirty="0"/>
                <a:t>Keyword</a:t>
              </a:r>
              <a:endParaRPr lang="zh-CN" altLang="en-US" sz="2800" b="1" dirty="0"/>
            </a:p>
          </p:txBody>
        </p:sp>
        <p:grpSp>
          <p:nvGrpSpPr>
            <p:cNvPr id="12" name="iṡľíďè"/>
            <p:cNvGrpSpPr/>
            <p:nvPr/>
          </p:nvGrpSpPr>
          <p:grpSpPr>
            <a:xfrm>
              <a:off x="8066304" y="5108286"/>
              <a:ext cx="464344" cy="450850"/>
              <a:chOff x="8216107" y="4449763"/>
              <a:chExt cx="464344" cy="450850"/>
            </a:xfrm>
            <a:solidFill>
              <a:schemeClr val="accent4"/>
            </a:solidFill>
          </p:grpSpPr>
          <p:sp>
            <p:nvSpPr>
              <p:cNvPr id="35" name="îSlïḑe"/>
              <p:cNvSpPr/>
              <p:nvPr/>
            </p:nvSpPr>
            <p:spPr bwMode="auto">
              <a:xfrm>
                <a:off x="8448675" y="4696619"/>
                <a:ext cx="57944" cy="587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0800" y="0"/>
                    </a:moveTo>
                    <a:cubicBezTo>
                      <a:pt x="4838" y="0"/>
                      <a:pt x="0" y="4841"/>
                      <a:pt x="0" y="10800"/>
                    </a:cubicBezTo>
                    <a:cubicBezTo>
                      <a:pt x="0" y="16758"/>
                      <a:pt x="4838" y="21599"/>
                      <a:pt x="10800" y="21599"/>
                    </a:cubicBezTo>
                    <a:cubicBezTo>
                      <a:pt x="16761" y="21599"/>
                      <a:pt x="21600" y="16758"/>
                      <a:pt x="21600" y="10800"/>
                    </a:cubicBezTo>
                    <a:cubicBezTo>
                      <a:pt x="21600" y="4841"/>
                      <a:pt x="16761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6" name="îśļiḍê"/>
              <p:cNvSpPr/>
              <p:nvPr/>
            </p:nvSpPr>
            <p:spPr bwMode="auto">
              <a:xfrm>
                <a:off x="8216107" y="4449763"/>
                <a:ext cx="464344" cy="450850"/>
              </a:xfrm>
              <a:custGeom>
                <a:avLst/>
                <a:gdLst>
                  <a:gd name="T0" fmla="*/ 10473 w 20946"/>
                  <a:gd name="T1" fmla="*/ 10800 h 21600"/>
                  <a:gd name="T2" fmla="*/ 10473 w 20946"/>
                  <a:gd name="T3" fmla="*/ 10800 h 21600"/>
                  <a:gd name="T4" fmla="*/ 10473 w 20946"/>
                  <a:gd name="T5" fmla="*/ 10800 h 21600"/>
                  <a:gd name="T6" fmla="*/ 10473 w 20946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946" h="21600">
                    <a:moveTo>
                      <a:pt x="18509" y="15329"/>
                    </a:moveTo>
                    <a:lnTo>
                      <a:pt x="11782" y="15329"/>
                    </a:lnTo>
                    <a:cubicBezTo>
                      <a:pt x="10699" y="15329"/>
                      <a:pt x="9818" y="14391"/>
                      <a:pt x="9818" y="13238"/>
                    </a:cubicBezTo>
                    <a:cubicBezTo>
                      <a:pt x="9818" y="12086"/>
                      <a:pt x="10699" y="11148"/>
                      <a:pt x="11782" y="11148"/>
                    </a:cubicBezTo>
                    <a:lnTo>
                      <a:pt x="17673" y="11148"/>
                    </a:lnTo>
                    <a:cubicBezTo>
                      <a:pt x="18077" y="11142"/>
                      <a:pt x="18477" y="10934"/>
                      <a:pt x="18721" y="10588"/>
                    </a:cubicBezTo>
                    <a:cubicBezTo>
                      <a:pt x="18789" y="10491"/>
                      <a:pt x="18842" y="10381"/>
                      <a:pt x="18885" y="10267"/>
                    </a:cubicBezTo>
                    <a:cubicBezTo>
                      <a:pt x="18890" y="10251"/>
                      <a:pt x="18901" y="10239"/>
                      <a:pt x="18906" y="10224"/>
                    </a:cubicBezTo>
                    <a:cubicBezTo>
                      <a:pt x="19377" y="10880"/>
                      <a:pt x="19636" y="11686"/>
                      <a:pt x="19636" y="12541"/>
                    </a:cubicBezTo>
                    <a:cubicBezTo>
                      <a:pt x="19636" y="13613"/>
                      <a:pt x="19230" y="14607"/>
                      <a:pt x="18509" y="15329"/>
                    </a:cubicBezTo>
                    <a:moveTo>
                      <a:pt x="17673" y="17767"/>
                    </a:moveTo>
                    <a:cubicBezTo>
                      <a:pt x="17673" y="19114"/>
                      <a:pt x="16647" y="20206"/>
                      <a:pt x="15382" y="20206"/>
                    </a:cubicBezTo>
                    <a:lnTo>
                      <a:pt x="3600" y="20206"/>
                    </a:lnTo>
                    <a:cubicBezTo>
                      <a:pt x="2334" y="20206"/>
                      <a:pt x="1309" y="19114"/>
                      <a:pt x="1309" y="17767"/>
                    </a:cubicBezTo>
                    <a:lnTo>
                      <a:pt x="1309" y="6786"/>
                    </a:lnTo>
                    <a:cubicBezTo>
                      <a:pt x="1931" y="7334"/>
                      <a:pt x="2730" y="7664"/>
                      <a:pt x="3600" y="7664"/>
                    </a:cubicBezTo>
                    <a:lnTo>
                      <a:pt x="14400" y="7664"/>
                    </a:lnTo>
                    <a:lnTo>
                      <a:pt x="17018" y="7664"/>
                    </a:lnTo>
                    <a:cubicBezTo>
                      <a:pt x="17379" y="7664"/>
                      <a:pt x="17673" y="7976"/>
                      <a:pt x="17673" y="8361"/>
                    </a:cubicBezTo>
                    <a:lnTo>
                      <a:pt x="17673" y="9754"/>
                    </a:lnTo>
                    <a:lnTo>
                      <a:pt x="11782" y="9754"/>
                    </a:lnTo>
                    <a:cubicBezTo>
                      <a:pt x="9974" y="9754"/>
                      <a:pt x="8509" y="11314"/>
                      <a:pt x="8509" y="13238"/>
                    </a:cubicBezTo>
                    <a:cubicBezTo>
                      <a:pt x="8509" y="15163"/>
                      <a:pt x="9974" y="16722"/>
                      <a:pt x="11782" y="16722"/>
                    </a:cubicBezTo>
                    <a:lnTo>
                      <a:pt x="17673" y="16722"/>
                    </a:lnTo>
                    <a:cubicBezTo>
                      <a:pt x="17673" y="16722"/>
                      <a:pt x="17673" y="17767"/>
                      <a:pt x="17673" y="17767"/>
                    </a:cubicBezTo>
                    <a:close/>
                    <a:moveTo>
                      <a:pt x="16363" y="5574"/>
                    </a:moveTo>
                    <a:lnTo>
                      <a:pt x="16363" y="6270"/>
                    </a:lnTo>
                    <a:lnTo>
                      <a:pt x="14400" y="6270"/>
                    </a:lnTo>
                    <a:lnTo>
                      <a:pt x="3600" y="6270"/>
                    </a:lnTo>
                    <a:cubicBezTo>
                      <a:pt x="3246" y="6270"/>
                      <a:pt x="2916" y="6179"/>
                      <a:pt x="2617" y="6027"/>
                    </a:cubicBezTo>
                    <a:lnTo>
                      <a:pt x="2617" y="5574"/>
                    </a:lnTo>
                    <a:cubicBezTo>
                      <a:pt x="2617" y="5574"/>
                      <a:pt x="16363" y="5574"/>
                      <a:pt x="16363" y="5574"/>
                    </a:cubicBezTo>
                    <a:close/>
                    <a:moveTo>
                      <a:pt x="16363" y="4877"/>
                    </a:moveTo>
                    <a:lnTo>
                      <a:pt x="2617" y="4877"/>
                    </a:lnTo>
                    <a:lnTo>
                      <a:pt x="2617" y="4180"/>
                    </a:lnTo>
                    <a:lnTo>
                      <a:pt x="16363" y="4180"/>
                    </a:lnTo>
                    <a:cubicBezTo>
                      <a:pt x="16363" y="4180"/>
                      <a:pt x="16363" y="4877"/>
                      <a:pt x="16363" y="4877"/>
                    </a:cubicBezTo>
                    <a:close/>
                    <a:moveTo>
                      <a:pt x="16363" y="3483"/>
                    </a:moveTo>
                    <a:lnTo>
                      <a:pt x="2617" y="3483"/>
                    </a:lnTo>
                    <a:lnTo>
                      <a:pt x="2617" y="2787"/>
                    </a:lnTo>
                    <a:lnTo>
                      <a:pt x="16363" y="2787"/>
                    </a:lnTo>
                    <a:cubicBezTo>
                      <a:pt x="16363" y="2787"/>
                      <a:pt x="16363" y="3483"/>
                      <a:pt x="16363" y="3483"/>
                    </a:cubicBezTo>
                    <a:close/>
                    <a:moveTo>
                      <a:pt x="3600" y="1393"/>
                    </a:moveTo>
                    <a:lnTo>
                      <a:pt x="14400" y="1393"/>
                    </a:lnTo>
                    <a:lnTo>
                      <a:pt x="17018" y="1393"/>
                    </a:lnTo>
                    <a:cubicBezTo>
                      <a:pt x="17379" y="1393"/>
                      <a:pt x="17673" y="1705"/>
                      <a:pt x="17673" y="2090"/>
                    </a:cubicBezTo>
                    <a:lnTo>
                      <a:pt x="17673" y="3832"/>
                    </a:lnTo>
                    <a:lnTo>
                      <a:pt x="17673" y="4180"/>
                    </a:lnTo>
                    <a:lnTo>
                      <a:pt x="17673" y="6398"/>
                    </a:lnTo>
                    <a:cubicBezTo>
                      <a:pt x="17466" y="6321"/>
                      <a:pt x="17249" y="6270"/>
                      <a:pt x="17018" y="6270"/>
                    </a:cubicBezTo>
                    <a:lnTo>
                      <a:pt x="17018" y="5574"/>
                    </a:lnTo>
                    <a:lnTo>
                      <a:pt x="17018" y="4180"/>
                    </a:lnTo>
                    <a:lnTo>
                      <a:pt x="17018" y="2787"/>
                    </a:lnTo>
                    <a:cubicBezTo>
                      <a:pt x="17018" y="2401"/>
                      <a:pt x="16724" y="2090"/>
                      <a:pt x="16363" y="2090"/>
                    </a:cubicBezTo>
                    <a:lnTo>
                      <a:pt x="2617" y="2090"/>
                    </a:lnTo>
                    <a:cubicBezTo>
                      <a:pt x="2256" y="2090"/>
                      <a:pt x="1963" y="2401"/>
                      <a:pt x="1963" y="2787"/>
                    </a:cubicBezTo>
                    <a:lnTo>
                      <a:pt x="1963" y="4180"/>
                    </a:lnTo>
                    <a:lnTo>
                      <a:pt x="1963" y="5534"/>
                    </a:lnTo>
                    <a:cubicBezTo>
                      <a:pt x="1559" y="5094"/>
                      <a:pt x="1309" y="4495"/>
                      <a:pt x="1309" y="3832"/>
                    </a:cubicBezTo>
                    <a:cubicBezTo>
                      <a:pt x="1309" y="2485"/>
                      <a:pt x="2334" y="1393"/>
                      <a:pt x="3600" y="1393"/>
                    </a:cubicBezTo>
                    <a:moveTo>
                      <a:pt x="18983" y="8361"/>
                    </a:moveTo>
                    <a:lnTo>
                      <a:pt x="18982" y="8361"/>
                    </a:lnTo>
                    <a:lnTo>
                      <a:pt x="18982" y="4180"/>
                    </a:lnTo>
                    <a:lnTo>
                      <a:pt x="18982" y="3832"/>
                    </a:lnTo>
                    <a:lnTo>
                      <a:pt x="18982" y="2090"/>
                    </a:lnTo>
                    <a:cubicBezTo>
                      <a:pt x="18982" y="935"/>
                      <a:pt x="18102" y="0"/>
                      <a:pt x="17018" y="0"/>
                    </a:cubicBezTo>
                    <a:lnTo>
                      <a:pt x="14400" y="0"/>
                    </a:lnTo>
                    <a:lnTo>
                      <a:pt x="3600" y="0"/>
                    </a:lnTo>
                    <a:cubicBezTo>
                      <a:pt x="1614" y="0"/>
                      <a:pt x="0" y="1719"/>
                      <a:pt x="0" y="3832"/>
                    </a:cubicBezTo>
                    <a:lnTo>
                      <a:pt x="0" y="17767"/>
                    </a:lnTo>
                    <a:cubicBezTo>
                      <a:pt x="0" y="19880"/>
                      <a:pt x="1614" y="21600"/>
                      <a:pt x="3600" y="21600"/>
                    </a:cubicBezTo>
                    <a:lnTo>
                      <a:pt x="15382" y="21600"/>
                    </a:lnTo>
                    <a:cubicBezTo>
                      <a:pt x="17366" y="21600"/>
                      <a:pt x="18982" y="19880"/>
                      <a:pt x="18982" y="17767"/>
                    </a:cubicBezTo>
                    <a:lnTo>
                      <a:pt x="18982" y="16722"/>
                    </a:lnTo>
                    <a:lnTo>
                      <a:pt x="18983" y="16722"/>
                    </a:lnTo>
                    <a:cubicBezTo>
                      <a:pt x="21600" y="14631"/>
                      <a:pt x="21600" y="10452"/>
                      <a:pt x="18983" y="8361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3" name="íṩḷïďé"/>
            <p:cNvGrpSpPr/>
            <p:nvPr/>
          </p:nvGrpSpPr>
          <p:grpSpPr>
            <a:xfrm>
              <a:off x="3689817" y="5108286"/>
              <a:ext cx="319088" cy="465138"/>
              <a:chOff x="5441157" y="4440238"/>
              <a:chExt cx="319088" cy="465138"/>
            </a:xfrm>
            <a:solidFill>
              <a:schemeClr val="accent5"/>
            </a:solidFill>
          </p:grpSpPr>
          <p:sp>
            <p:nvSpPr>
              <p:cNvPr id="32" name="íšlíḍê"/>
              <p:cNvSpPr/>
              <p:nvPr/>
            </p:nvSpPr>
            <p:spPr bwMode="auto">
              <a:xfrm>
                <a:off x="5441157" y="4440238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636" y="3374"/>
                    </a:moveTo>
                    <a:lnTo>
                      <a:pt x="1963" y="3375"/>
                    </a:lnTo>
                    <a:lnTo>
                      <a:pt x="1963" y="2025"/>
                    </a:lnTo>
                    <a:cubicBezTo>
                      <a:pt x="1963" y="1653"/>
                      <a:pt x="2402" y="1350"/>
                      <a:pt x="2945" y="1350"/>
                    </a:cubicBezTo>
                    <a:lnTo>
                      <a:pt x="18654" y="1349"/>
                    </a:lnTo>
                    <a:cubicBezTo>
                      <a:pt x="19195" y="1349"/>
                      <a:pt x="19636" y="1652"/>
                      <a:pt x="19636" y="2024"/>
                    </a:cubicBezTo>
                    <a:cubicBezTo>
                      <a:pt x="19636" y="2024"/>
                      <a:pt x="19636" y="3374"/>
                      <a:pt x="19636" y="3374"/>
                    </a:cubicBezTo>
                    <a:close/>
                    <a:moveTo>
                      <a:pt x="19636" y="17546"/>
                    </a:moveTo>
                    <a:lnTo>
                      <a:pt x="1963" y="17547"/>
                    </a:lnTo>
                    <a:lnTo>
                      <a:pt x="1963" y="4050"/>
                    </a:lnTo>
                    <a:lnTo>
                      <a:pt x="19636" y="4049"/>
                    </a:lnTo>
                    <a:cubicBezTo>
                      <a:pt x="19636" y="4049"/>
                      <a:pt x="19636" y="17546"/>
                      <a:pt x="19636" y="17546"/>
                    </a:cubicBezTo>
                    <a:close/>
                    <a:moveTo>
                      <a:pt x="19636" y="19574"/>
                    </a:moveTo>
                    <a:cubicBezTo>
                      <a:pt x="19636" y="19946"/>
                      <a:pt x="19195" y="20249"/>
                      <a:pt x="18654" y="20249"/>
                    </a:cubicBezTo>
                    <a:lnTo>
                      <a:pt x="2945" y="20250"/>
                    </a:lnTo>
                    <a:cubicBezTo>
                      <a:pt x="2402" y="20250"/>
                      <a:pt x="1963" y="19947"/>
                      <a:pt x="1963" y="19575"/>
                    </a:cubicBezTo>
                    <a:lnTo>
                      <a:pt x="1963" y="18222"/>
                    </a:lnTo>
                    <a:lnTo>
                      <a:pt x="19636" y="18221"/>
                    </a:lnTo>
                    <a:cubicBezTo>
                      <a:pt x="19636" y="18221"/>
                      <a:pt x="19636" y="19574"/>
                      <a:pt x="19636" y="19574"/>
                    </a:cubicBezTo>
                    <a:close/>
                    <a:moveTo>
                      <a:pt x="18654" y="0"/>
                    </a:moveTo>
                    <a:lnTo>
                      <a:pt x="2945" y="0"/>
                    </a:lnTo>
                    <a:cubicBezTo>
                      <a:pt x="1317" y="0"/>
                      <a:pt x="0" y="907"/>
                      <a:pt x="0" y="2025"/>
                    </a:cubicBezTo>
                    <a:lnTo>
                      <a:pt x="0" y="19575"/>
                    </a:lnTo>
                    <a:cubicBezTo>
                      <a:pt x="0" y="20693"/>
                      <a:pt x="1317" y="21600"/>
                      <a:pt x="2945" y="21600"/>
                    </a:cubicBezTo>
                    <a:lnTo>
                      <a:pt x="18654" y="21599"/>
                    </a:lnTo>
                    <a:cubicBezTo>
                      <a:pt x="20280" y="21599"/>
                      <a:pt x="21600" y="20693"/>
                      <a:pt x="21600" y="19574"/>
                    </a:cubicBezTo>
                    <a:lnTo>
                      <a:pt x="21600" y="2024"/>
                    </a:lnTo>
                    <a:cubicBezTo>
                      <a:pt x="21600" y="906"/>
                      <a:pt x="20280" y="0"/>
                      <a:pt x="18654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îšḷiḑe"/>
              <p:cNvSpPr/>
              <p:nvPr/>
            </p:nvSpPr>
            <p:spPr bwMode="auto">
              <a:xfrm>
                <a:off x="5571332" y="4483894"/>
                <a:ext cx="58738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800"/>
                    </a:moveTo>
                    <a:cubicBezTo>
                      <a:pt x="21600" y="16758"/>
                      <a:pt x="20387" y="21599"/>
                      <a:pt x="18899" y="21599"/>
                    </a:cubicBezTo>
                    <a:lnTo>
                      <a:pt x="2699" y="21599"/>
                    </a:lnTo>
                    <a:cubicBezTo>
                      <a:pt x="1202" y="21599"/>
                      <a:pt x="0" y="16758"/>
                      <a:pt x="0" y="10800"/>
                    </a:cubicBezTo>
                    <a:cubicBezTo>
                      <a:pt x="0" y="4841"/>
                      <a:pt x="1202" y="0"/>
                      <a:pt x="2699" y="0"/>
                    </a:cubicBezTo>
                    <a:lnTo>
                      <a:pt x="18899" y="0"/>
                    </a:lnTo>
                    <a:cubicBezTo>
                      <a:pt x="20387" y="0"/>
                      <a:pt x="21600" y="4841"/>
                      <a:pt x="21600" y="1080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ïšḻiḑe"/>
              <p:cNvSpPr/>
              <p:nvPr/>
            </p:nvSpPr>
            <p:spPr bwMode="auto">
              <a:xfrm>
                <a:off x="5586413" y="4847432"/>
                <a:ext cx="28575" cy="1428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1600" y="10800"/>
                    </a:moveTo>
                    <a:cubicBezTo>
                      <a:pt x="21600" y="16769"/>
                      <a:pt x="19174" y="21599"/>
                      <a:pt x="16199" y="21599"/>
                    </a:cubicBezTo>
                    <a:lnTo>
                      <a:pt x="5399" y="21599"/>
                    </a:lnTo>
                    <a:cubicBezTo>
                      <a:pt x="2404" y="21599"/>
                      <a:pt x="0" y="16769"/>
                      <a:pt x="0" y="10800"/>
                    </a:cubicBezTo>
                    <a:cubicBezTo>
                      <a:pt x="0" y="4830"/>
                      <a:pt x="2404" y="0"/>
                      <a:pt x="5399" y="0"/>
                    </a:cubicBezTo>
                    <a:lnTo>
                      <a:pt x="16199" y="0"/>
                    </a:lnTo>
                    <a:cubicBezTo>
                      <a:pt x="19174" y="0"/>
                      <a:pt x="21600" y="4830"/>
                      <a:pt x="21600" y="1080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4" name="îsḻïdè"/>
            <p:cNvGrpSpPr/>
            <p:nvPr/>
          </p:nvGrpSpPr>
          <p:grpSpPr>
            <a:xfrm>
              <a:off x="8007567" y="1930234"/>
              <a:ext cx="465138" cy="435769"/>
              <a:chOff x="5368132" y="3540125"/>
              <a:chExt cx="465138" cy="435769"/>
            </a:xfrm>
            <a:solidFill>
              <a:schemeClr val="accent3"/>
            </a:solidFill>
          </p:grpSpPr>
          <p:sp>
            <p:nvSpPr>
              <p:cNvPr id="30" name="ï$ḷîḍê"/>
              <p:cNvSpPr/>
              <p:nvPr/>
            </p:nvSpPr>
            <p:spPr bwMode="auto">
              <a:xfrm>
                <a:off x="5426869" y="3598069"/>
                <a:ext cx="347663" cy="2325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699" y="20255"/>
                    </a:moveTo>
                    <a:lnTo>
                      <a:pt x="899" y="20255"/>
                    </a:lnTo>
                    <a:lnTo>
                      <a:pt x="899" y="1350"/>
                    </a:lnTo>
                    <a:lnTo>
                      <a:pt x="20699" y="1350"/>
                    </a:lnTo>
                    <a:cubicBezTo>
                      <a:pt x="20699" y="1350"/>
                      <a:pt x="20699" y="20255"/>
                      <a:pt x="20699" y="20255"/>
                    </a:cubicBezTo>
                    <a:close/>
                    <a:moveTo>
                      <a:pt x="20699" y="0"/>
                    </a:moveTo>
                    <a:lnTo>
                      <a:pt x="899" y="5"/>
                    </a:lnTo>
                    <a:cubicBezTo>
                      <a:pt x="402" y="5"/>
                      <a:pt x="0" y="603"/>
                      <a:pt x="0" y="1350"/>
                    </a:cubicBezTo>
                    <a:lnTo>
                      <a:pt x="0" y="20249"/>
                    </a:lnTo>
                    <a:cubicBezTo>
                      <a:pt x="0" y="20996"/>
                      <a:pt x="402" y="21599"/>
                      <a:pt x="899" y="21599"/>
                    </a:cubicBezTo>
                    <a:lnTo>
                      <a:pt x="20699" y="21599"/>
                    </a:lnTo>
                    <a:cubicBezTo>
                      <a:pt x="21197" y="21599"/>
                      <a:pt x="21600" y="20996"/>
                      <a:pt x="21600" y="20249"/>
                    </a:cubicBezTo>
                    <a:lnTo>
                      <a:pt x="21600" y="1350"/>
                    </a:lnTo>
                    <a:cubicBezTo>
                      <a:pt x="21600" y="603"/>
                      <a:pt x="21197" y="0"/>
                      <a:pt x="20699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îşľîḍé"/>
              <p:cNvSpPr/>
              <p:nvPr/>
            </p:nvSpPr>
            <p:spPr bwMode="auto">
              <a:xfrm>
                <a:off x="5368132" y="3540125"/>
                <a:ext cx="465138" cy="435769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20249" y="16562"/>
                    </a:moveTo>
                    <a:cubicBezTo>
                      <a:pt x="20249" y="16959"/>
                      <a:pt x="19946" y="17282"/>
                      <a:pt x="19575" y="17282"/>
                    </a:cubicBezTo>
                    <a:lnTo>
                      <a:pt x="13499" y="17282"/>
                    </a:lnTo>
                    <a:lnTo>
                      <a:pt x="8099" y="17282"/>
                    </a:lnTo>
                    <a:lnTo>
                      <a:pt x="2024" y="17282"/>
                    </a:lnTo>
                    <a:cubicBezTo>
                      <a:pt x="1651" y="17282"/>
                      <a:pt x="1349" y="16959"/>
                      <a:pt x="1349" y="16562"/>
                    </a:cubicBezTo>
                    <a:lnTo>
                      <a:pt x="1349" y="2160"/>
                    </a:lnTo>
                    <a:cubicBezTo>
                      <a:pt x="1349" y="1762"/>
                      <a:pt x="1651" y="1440"/>
                      <a:pt x="2024" y="1440"/>
                    </a:cubicBezTo>
                    <a:lnTo>
                      <a:pt x="19575" y="1440"/>
                    </a:lnTo>
                    <a:cubicBezTo>
                      <a:pt x="19946" y="1440"/>
                      <a:pt x="20249" y="1762"/>
                      <a:pt x="20249" y="2160"/>
                    </a:cubicBezTo>
                    <a:cubicBezTo>
                      <a:pt x="20249" y="2160"/>
                      <a:pt x="20249" y="16562"/>
                      <a:pt x="20249" y="16562"/>
                    </a:cubicBezTo>
                    <a:close/>
                    <a:moveTo>
                      <a:pt x="19575" y="0"/>
                    </a:moveTo>
                    <a:lnTo>
                      <a:pt x="2024" y="0"/>
                    </a:lnTo>
                    <a:cubicBezTo>
                      <a:pt x="905" y="0"/>
                      <a:pt x="0" y="966"/>
                      <a:pt x="0" y="2160"/>
                    </a:cubicBezTo>
                    <a:lnTo>
                      <a:pt x="0" y="16562"/>
                    </a:lnTo>
                    <a:cubicBezTo>
                      <a:pt x="0" y="17753"/>
                      <a:pt x="903" y="18718"/>
                      <a:pt x="2018" y="18721"/>
                    </a:cubicBezTo>
                    <a:lnTo>
                      <a:pt x="8774" y="18721"/>
                    </a:lnTo>
                    <a:lnTo>
                      <a:pt x="8774" y="19597"/>
                    </a:lnTo>
                    <a:lnTo>
                      <a:pt x="4561" y="20181"/>
                    </a:lnTo>
                    <a:cubicBezTo>
                      <a:pt x="4260" y="20262"/>
                      <a:pt x="4049" y="20549"/>
                      <a:pt x="4049" y="20879"/>
                    </a:cubicBezTo>
                    <a:cubicBezTo>
                      <a:pt x="4049" y="21277"/>
                      <a:pt x="4351" y="21599"/>
                      <a:pt x="4724" y="21599"/>
                    </a:cubicBezTo>
                    <a:lnTo>
                      <a:pt x="16874" y="21599"/>
                    </a:lnTo>
                    <a:cubicBezTo>
                      <a:pt x="17248" y="21599"/>
                      <a:pt x="17549" y="21277"/>
                      <a:pt x="17549" y="20879"/>
                    </a:cubicBezTo>
                    <a:cubicBezTo>
                      <a:pt x="17549" y="20549"/>
                      <a:pt x="17339" y="20262"/>
                      <a:pt x="17038" y="20181"/>
                    </a:cubicBezTo>
                    <a:lnTo>
                      <a:pt x="12824" y="19597"/>
                    </a:lnTo>
                    <a:lnTo>
                      <a:pt x="12824" y="18721"/>
                    </a:lnTo>
                    <a:lnTo>
                      <a:pt x="19581" y="18721"/>
                    </a:lnTo>
                    <a:cubicBezTo>
                      <a:pt x="20696" y="18718"/>
                      <a:pt x="21600" y="17753"/>
                      <a:pt x="21600" y="16562"/>
                    </a:cubicBezTo>
                    <a:lnTo>
                      <a:pt x="21600" y="2160"/>
                    </a:lnTo>
                    <a:cubicBezTo>
                      <a:pt x="21600" y="966"/>
                      <a:pt x="20692" y="0"/>
                      <a:pt x="19575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5" name="íṣļiḍê"/>
            <p:cNvGrpSpPr/>
            <p:nvPr/>
          </p:nvGrpSpPr>
          <p:grpSpPr>
            <a:xfrm>
              <a:off x="3647155" y="1860757"/>
              <a:ext cx="319088" cy="465138"/>
              <a:chOff x="3582988" y="3510757"/>
              <a:chExt cx="319088" cy="465138"/>
            </a:xfrm>
            <a:solidFill>
              <a:schemeClr val="accent2"/>
            </a:solidFill>
          </p:grpSpPr>
          <p:sp>
            <p:nvSpPr>
              <p:cNvPr id="28" name="îṥḷíḑê"/>
              <p:cNvSpPr/>
              <p:nvPr/>
            </p:nvSpPr>
            <p:spPr bwMode="auto">
              <a:xfrm>
                <a:off x="3582988" y="3510757"/>
                <a:ext cx="319088" cy="465138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5386" y="14175"/>
                    </a:moveTo>
                    <a:lnTo>
                      <a:pt x="6223" y="14175"/>
                    </a:lnTo>
                    <a:cubicBezTo>
                      <a:pt x="5734" y="13446"/>
                      <a:pt x="5147" y="12716"/>
                      <a:pt x="4568" y="12003"/>
                    </a:cubicBezTo>
                    <a:cubicBezTo>
                      <a:pt x="3287" y="10427"/>
                      <a:pt x="1963" y="8797"/>
                      <a:pt x="1963" y="7425"/>
                    </a:cubicBezTo>
                    <a:cubicBezTo>
                      <a:pt x="1963" y="4075"/>
                      <a:pt x="5927" y="1350"/>
                      <a:pt x="10800" y="1350"/>
                    </a:cubicBezTo>
                    <a:cubicBezTo>
                      <a:pt x="15672" y="1350"/>
                      <a:pt x="19636" y="4075"/>
                      <a:pt x="19636" y="7425"/>
                    </a:cubicBezTo>
                    <a:cubicBezTo>
                      <a:pt x="19636" y="8787"/>
                      <a:pt x="18312" y="10425"/>
                      <a:pt x="17029" y="12011"/>
                    </a:cubicBezTo>
                    <a:cubicBezTo>
                      <a:pt x="16455" y="12723"/>
                      <a:pt x="15873" y="13449"/>
                      <a:pt x="15386" y="14175"/>
                    </a:cubicBezTo>
                    <a:moveTo>
                      <a:pt x="10800" y="20249"/>
                    </a:moveTo>
                    <a:cubicBezTo>
                      <a:pt x="9805" y="20249"/>
                      <a:pt x="9347" y="20171"/>
                      <a:pt x="8839" y="19406"/>
                    </a:cubicBezTo>
                    <a:lnTo>
                      <a:pt x="13000" y="19048"/>
                    </a:lnTo>
                    <a:cubicBezTo>
                      <a:pt x="12398" y="20164"/>
                      <a:pt x="11959" y="20249"/>
                      <a:pt x="10800" y="20249"/>
                    </a:cubicBezTo>
                    <a:moveTo>
                      <a:pt x="7595" y="16813"/>
                    </a:moveTo>
                    <a:cubicBezTo>
                      <a:pt x="7417" y="16407"/>
                      <a:pt x="7215" y="15978"/>
                      <a:pt x="6991" y="15525"/>
                    </a:cubicBezTo>
                    <a:lnTo>
                      <a:pt x="14616" y="15525"/>
                    </a:lnTo>
                    <a:cubicBezTo>
                      <a:pt x="14496" y="15767"/>
                      <a:pt x="14375" y="16010"/>
                      <a:pt x="14270" y="16239"/>
                    </a:cubicBezTo>
                    <a:cubicBezTo>
                      <a:pt x="14270" y="16239"/>
                      <a:pt x="7595" y="16813"/>
                      <a:pt x="7595" y="16813"/>
                    </a:cubicBezTo>
                    <a:close/>
                    <a:moveTo>
                      <a:pt x="13345" y="18343"/>
                    </a:moveTo>
                    <a:lnTo>
                      <a:pt x="8476" y="18762"/>
                    </a:lnTo>
                    <a:cubicBezTo>
                      <a:pt x="8303" y="18416"/>
                      <a:pt x="8116" y="18011"/>
                      <a:pt x="7890" y="17483"/>
                    </a:cubicBezTo>
                    <a:cubicBezTo>
                      <a:pt x="7887" y="17477"/>
                      <a:pt x="7883" y="17469"/>
                      <a:pt x="7881" y="17462"/>
                    </a:cubicBezTo>
                    <a:lnTo>
                      <a:pt x="13957" y="16941"/>
                    </a:lnTo>
                    <a:cubicBezTo>
                      <a:pt x="13871" y="17140"/>
                      <a:pt x="13778" y="17350"/>
                      <a:pt x="13698" y="17537"/>
                    </a:cubicBezTo>
                    <a:cubicBezTo>
                      <a:pt x="13569" y="17841"/>
                      <a:pt x="13453" y="18104"/>
                      <a:pt x="13345" y="18343"/>
                    </a:cubicBezTo>
                    <a:moveTo>
                      <a:pt x="10800" y="0"/>
                    </a:moveTo>
                    <a:cubicBezTo>
                      <a:pt x="4835" y="0"/>
                      <a:pt x="0" y="3324"/>
                      <a:pt x="0" y="7425"/>
                    </a:cubicBezTo>
                    <a:cubicBezTo>
                      <a:pt x="0" y="10146"/>
                      <a:pt x="3621" y="13029"/>
                      <a:pt x="4939" y="15562"/>
                    </a:cubicBezTo>
                    <a:cubicBezTo>
                      <a:pt x="6906" y="19339"/>
                      <a:pt x="6688" y="21599"/>
                      <a:pt x="10800" y="21599"/>
                    </a:cubicBezTo>
                    <a:cubicBezTo>
                      <a:pt x="14972" y="21599"/>
                      <a:pt x="14692" y="19349"/>
                      <a:pt x="16660" y="15577"/>
                    </a:cubicBezTo>
                    <a:cubicBezTo>
                      <a:pt x="17983" y="13039"/>
                      <a:pt x="21600" y="10124"/>
                      <a:pt x="21600" y="7425"/>
                    </a:cubicBezTo>
                    <a:cubicBezTo>
                      <a:pt x="21600" y="3324"/>
                      <a:pt x="16764" y="0"/>
                      <a:pt x="10800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ŝḻiďé"/>
              <p:cNvSpPr/>
              <p:nvPr/>
            </p:nvSpPr>
            <p:spPr bwMode="auto">
              <a:xfrm>
                <a:off x="3655219" y="3583782"/>
                <a:ext cx="94456" cy="94456"/>
              </a:xfrm>
              <a:custGeom>
                <a:avLst/>
                <a:gdLst>
                  <a:gd name="T0" fmla="*/ 10800 w 21600"/>
                  <a:gd name="T1" fmla="*/ 10800 h 21600"/>
                  <a:gd name="T2" fmla="*/ 10800 w 21600"/>
                  <a:gd name="T3" fmla="*/ 10800 h 21600"/>
                  <a:gd name="T4" fmla="*/ 10800 w 21600"/>
                  <a:gd name="T5" fmla="*/ 10800 h 21600"/>
                  <a:gd name="T6" fmla="*/ 10800 w 21600"/>
                  <a:gd name="T7" fmla="*/ 108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600" h="21600">
                    <a:moveTo>
                      <a:pt x="19938" y="0"/>
                    </a:moveTo>
                    <a:cubicBezTo>
                      <a:pt x="8943" y="0"/>
                      <a:pt x="0" y="8942"/>
                      <a:pt x="0" y="19938"/>
                    </a:cubicBezTo>
                    <a:cubicBezTo>
                      <a:pt x="0" y="20855"/>
                      <a:pt x="743" y="21600"/>
                      <a:pt x="1661" y="21600"/>
                    </a:cubicBezTo>
                    <a:cubicBezTo>
                      <a:pt x="2579" y="21600"/>
                      <a:pt x="3323" y="20855"/>
                      <a:pt x="3323" y="19938"/>
                    </a:cubicBezTo>
                    <a:cubicBezTo>
                      <a:pt x="3323" y="10777"/>
                      <a:pt x="10777" y="3323"/>
                      <a:pt x="19938" y="3323"/>
                    </a:cubicBezTo>
                    <a:cubicBezTo>
                      <a:pt x="20856" y="3323"/>
                      <a:pt x="21600" y="2578"/>
                      <a:pt x="21600" y="1661"/>
                    </a:cubicBezTo>
                    <a:cubicBezTo>
                      <a:pt x="21600" y="744"/>
                      <a:pt x="20856" y="0"/>
                      <a:pt x="19938" y="0"/>
                    </a:cubicBezTo>
                  </a:path>
                </a:pathLst>
              </a:custGeom>
              <a:grpFill/>
              <a:ln>
                <a:noFill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6" name="ïṣľïḍè"/>
            <p:cNvGrpSpPr/>
            <p:nvPr/>
          </p:nvGrpSpPr>
          <p:grpSpPr>
            <a:xfrm>
              <a:off x="8935756" y="2491389"/>
              <a:ext cx="2108063" cy="944997"/>
              <a:chOff x="8638517" y="1666958"/>
              <a:chExt cx="2108063" cy="944997"/>
            </a:xfrm>
          </p:grpSpPr>
          <p:sp>
            <p:nvSpPr>
              <p:cNvPr id="26" name="îŝľiďé"/>
              <p:cNvSpPr/>
              <p:nvPr/>
            </p:nvSpPr>
            <p:spPr bwMode="auto">
              <a:xfrm>
                <a:off x="8638517" y="2054556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7" name="íśḷíḋe"/>
              <p:cNvSpPr txBox="1"/>
              <p:nvPr/>
            </p:nvSpPr>
            <p:spPr bwMode="auto">
              <a:xfrm>
                <a:off x="8638517" y="1666958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7" name="ïşḻîďé"/>
            <p:cNvGrpSpPr/>
            <p:nvPr/>
          </p:nvGrpSpPr>
          <p:grpSpPr>
            <a:xfrm>
              <a:off x="8935756" y="4031540"/>
              <a:ext cx="2108063" cy="944997"/>
              <a:chOff x="8638517" y="4878509"/>
              <a:chExt cx="2108063" cy="944997"/>
            </a:xfrm>
          </p:grpSpPr>
          <p:sp>
            <p:nvSpPr>
              <p:cNvPr id="24" name="işľíḓè"/>
              <p:cNvSpPr/>
              <p:nvPr/>
            </p:nvSpPr>
            <p:spPr bwMode="auto">
              <a:xfrm>
                <a:off x="8638517" y="5266107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5" name="íşľiḍe"/>
              <p:cNvSpPr txBox="1"/>
              <p:nvPr/>
            </p:nvSpPr>
            <p:spPr bwMode="auto">
              <a:xfrm>
                <a:off x="8638517" y="4878509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8" name="íSľîḍê"/>
            <p:cNvGrpSpPr/>
            <p:nvPr/>
          </p:nvGrpSpPr>
          <p:grpSpPr>
            <a:xfrm>
              <a:off x="1148181" y="4031540"/>
              <a:ext cx="2108063" cy="944997"/>
              <a:chOff x="1155280" y="4878509"/>
              <a:chExt cx="2108063" cy="944997"/>
            </a:xfrm>
          </p:grpSpPr>
          <p:sp>
            <p:nvSpPr>
              <p:cNvPr id="22" name="íṥlïḑê"/>
              <p:cNvSpPr/>
              <p:nvPr/>
            </p:nvSpPr>
            <p:spPr bwMode="auto">
              <a:xfrm>
                <a:off x="1155280" y="5266107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3" name="íŝľiďé"/>
              <p:cNvSpPr txBox="1"/>
              <p:nvPr/>
            </p:nvSpPr>
            <p:spPr bwMode="auto">
              <a:xfrm>
                <a:off x="1155280" y="4878509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  <p:grpSp>
          <p:nvGrpSpPr>
            <p:cNvPr id="19" name="îṧľïďe"/>
            <p:cNvGrpSpPr/>
            <p:nvPr/>
          </p:nvGrpSpPr>
          <p:grpSpPr>
            <a:xfrm>
              <a:off x="1148181" y="2491389"/>
              <a:ext cx="2108063" cy="944997"/>
              <a:chOff x="1155280" y="1626425"/>
              <a:chExt cx="2108063" cy="944997"/>
            </a:xfrm>
          </p:grpSpPr>
          <p:sp>
            <p:nvSpPr>
              <p:cNvPr id="20" name="íṡ1ïḍe"/>
              <p:cNvSpPr/>
              <p:nvPr/>
            </p:nvSpPr>
            <p:spPr bwMode="auto">
              <a:xfrm>
                <a:off x="1155280" y="2014023"/>
                <a:ext cx="210806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text.</a:t>
                </a:r>
                <a:endParaRPr lang="en-US" altLang="zh-CN" sz="1100" dirty="0"/>
              </a:p>
            </p:txBody>
          </p:sp>
          <p:sp>
            <p:nvSpPr>
              <p:cNvPr id="21" name="îṡlîḋé"/>
              <p:cNvSpPr txBox="1"/>
              <p:nvPr/>
            </p:nvSpPr>
            <p:spPr bwMode="auto">
              <a:xfrm>
                <a:off x="1155280" y="1626425"/>
                <a:ext cx="210806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Text here</a:t>
                </a:r>
                <a:endParaRPr lang="en-US" altLang="zh-CN" sz="1800" b="1" dirty="0"/>
              </a:p>
            </p:txBody>
          </p:sp>
        </p:grpSp>
      </p:grpSp>
      <p:pic>
        <p:nvPicPr>
          <p:cNvPr id="50" name="图片 49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3fdc859c-3785-4149-a096-95cefc1dc62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69972" y="1351390"/>
            <a:ext cx="8837397" cy="4375463"/>
            <a:chOff x="1769972" y="1351390"/>
            <a:chExt cx="8837397" cy="4375463"/>
          </a:xfrm>
        </p:grpSpPr>
        <p:grpSp>
          <p:nvGrpSpPr>
            <p:cNvPr id="6" name="ïŝľïḋè"/>
            <p:cNvGrpSpPr/>
            <p:nvPr/>
          </p:nvGrpSpPr>
          <p:grpSpPr>
            <a:xfrm>
              <a:off x="1811645" y="3924946"/>
              <a:ext cx="1809556" cy="80673"/>
              <a:chOff x="2055030" y="1463669"/>
              <a:chExt cx="2304256" cy="544908"/>
            </a:xfrm>
          </p:grpSpPr>
          <p:sp>
            <p:nvSpPr>
              <p:cNvPr id="56" name="íş1ídê"/>
              <p:cNvSpPr/>
              <p:nvPr/>
            </p:nvSpPr>
            <p:spPr>
              <a:xfrm>
                <a:off x="2055030" y="1463670"/>
                <a:ext cx="576064" cy="544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7" name="í$ľîdè"/>
              <p:cNvSpPr/>
              <p:nvPr/>
            </p:nvSpPr>
            <p:spPr>
              <a:xfrm>
                <a:off x="2631094" y="1463670"/>
                <a:ext cx="576064" cy="544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8" name="î$ľiḓè"/>
              <p:cNvSpPr/>
              <p:nvPr/>
            </p:nvSpPr>
            <p:spPr>
              <a:xfrm>
                <a:off x="3207158" y="1463669"/>
                <a:ext cx="576064" cy="544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9" name="iṡḻiḓè"/>
              <p:cNvSpPr/>
              <p:nvPr/>
            </p:nvSpPr>
            <p:spPr>
              <a:xfrm>
                <a:off x="3783222" y="1463670"/>
                <a:ext cx="576064" cy="544907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işḻîḓé"/>
            <p:cNvGrpSpPr/>
            <p:nvPr/>
          </p:nvGrpSpPr>
          <p:grpSpPr>
            <a:xfrm>
              <a:off x="1909781" y="1638204"/>
              <a:ext cx="1918822" cy="1885888"/>
              <a:chOff x="2112375" y="1878926"/>
              <a:chExt cx="2259925" cy="2221137"/>
            </a:xfrm>
          </p:grpSpPr>
          <p:sp>
            <p:nvSpPr>
              <p:cNvPr id="48" name="íṩḷïde"/>
              <p:cNvSpPr/>
              <p:nvPr/>
            </p:nvSpPr>
            <p:spPr>
              <a:xfrm>
                <a:off x="3732929" y="2784505"/>
                <a:ext cx="301699" cy="301699"/>
              </a:xfrm>
              <a:prstGeom prst="ellipse">
                <a:avLst/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9" name="îṥ1ïďè"/>
              <p:cNvSpPr/>
              <p:nvPr/>
            </p:nvSpPr>
            <p:spPr>
              <a:xfrm>
                <a:off x="2112375" y="2491566"/>
                <a:ext cx="689359" cy="689359"/>
              </a:xfrm>
              <a:prstGeom prst="ellipse">
                <a:avLst/>
              </a:prstGeom>
              <a:solidFill>
                <a:schemeClr val="accent3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0" name="iṩḷîḋê"/>
              <p:cNvSpPr/>
              <p:nvPr/>
            </p:nvSpPr>
            <p:spPr>
              <a:xfrm>
                <a:off x="2569408" y="2535400"/>
                <a:ext cx="1233713" cy="1233713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zh-CN" altLang="en-US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îṩ1ïdè"/>
              <p:cNvSpPr/>
              <p:nvPr/>
            </p:nvSpPr>
            <p:spPr>
              <a:xfrm>
                <a:off x="3395255" y="3123018"/>
                <a:ext cx="977045" cy="977045"/>
              </a:xfrm>
              <a:prstGeom prst="ellipse">
                <a:avLst/>
              </a:prstGeom>
              <a:solidFill>
                <a:schemeClr val="accent4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2" name="îśḻidê"/>
              <p:cNvSpPr/>
              <p:nvPr/>
            </p:nvSpPr>
            <p:spPr>
              <a:xfrm>
                <a:off x="2586696" y="1878926"/>
                <a:ext cx="836082" cy="836083"/>
              </a:xfrm>
              <a:prstGeom prst="ellipse">
                <a:avLst/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3" name="ïślîďé"/>
              <p:cNvSpPr/>
              <p:nvPr/>
            </p:nvSpPr>
            <p:spPr>
              <a:xfrm>
                <a:off x="3402468" y="2353845"/>
                <a:ext cx="513006" cy="513007"/>
              </a:xfrm>
              <a:prstGeom prst="ellipse">
                <a:avLst/>
              </a:pr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4" name="iś1íďé"/>
              <p:cNvSpPr/>
              <p:nvPr/>
            </p:nvSpPr>
            <p:spPr>
              <a:xfrm>
                <a:off x="2123311" y="3197453"/>
                <a:ext cx="786179" cy="786179"/>
              </a:xfrm>
              <a:prstGeom prst="ellipse">
                <a:avLst/>
              </a:prstGeom>
              <a:solidFill>
                <a:schemeClr val="accent5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55" name="íŝlïḓe"/>
              <p:cNvSpPr/>
              <p:nvPr/>
            </p:nvSpPr>
            <p:spPr>
              <a:xfrm>
                <a:off x="2931478" y="3641543"/>
                <a:ext cx="301699" cy="301699"/>
              </a:xfrm>
              <a:prstGeom prst="ellipse">
                <a:avLst/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8" name="îŝļïḓè"/>
            <p:cNvGrpSpPr/>
            <p:nvPr/>
          </p:nvGrpSpPr>
          <p:grpSpPr>
            <a:xfrm>
              <a:off x="5094403" y="3885489"/>
              <a:ext cx="1809556" cy="80673"/>
              <a:chOff x="2055030" y="1463669"/>
              <a:chExt cx="2304256" cy="544908"/>
            </a:xfrm>
          </p:grpSpPr>
          <p:sp>
            <p:nvSpPr>
              <p:cNvPr id="44" name="ïṩ1iḑe"/>
              <p:cNvSpPr/>
              <p:nvPr/>
            </p:nvSpPr>
            <p:spPr>
              <a:xfrm>
                <a:off x="2055030" y="1463670"/>
                <a:ext cx="576064" cy="54490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5" name="íṣľíḍê"/>
              <p:cNvSpPr/>
              <p:nvPr/>
            </p:nvSpPr>
            <p:spPr>
              <a:xfrm>
                <a:off x="2631094" y="1463670"/>
                <a:ext cx="576064" cy="54490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6" name="iṥľídé"/>
              <p:cNvSpPr/>
              <p:nvPr/>
            </p:nvSpPr>
            <p:spPr>
              <a:xfrm>
                <a:off x="3207158" y="1463669"/>
                <a:ext cx="576064" cy="54490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7" name="iṥľiḍê"/>
              <p:cNvSpPr/>
              <p:nvPr/>
            </p:nvSpPr>
            <p:spPr>
              <a:xfrm>
                <a:off x="3783222" y="1463670"/>
                <a:ext cx="576064" cy="54490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9" name="îśḻiḍé"/>
            <p:cNvGrpSpPr/>
            <p:nvPr/>
          </p:nvGrpSpPr>
          <p:grpSpPr>
            <a:xfrm>
              <a:off x="4940878" y="1351390"/>
              <a:ext cx="2422188" cy="2380608"/>
              <a:chOff x="5175229" y="1842112"/>
              <a:chExt cx="2259925" cy="2221137"/>
            </a:xfrm>
          </p:grpSpPr>
          <p:sp>
            <p:nvSpPr>
              <p:cNvPr id="36" name="ï$ļîḑè"/>
              <p:cNvSpPr/>
              <p:nvPr/>
            </p:nvSpPr>
            <p:spPr>
              <a:xfrm>
                <a:off x="6795783" y="2747691"/>
                <a:ext cx="301699" cy="301699"/>
              </a:xfrm>
              <a:prstGeom prst="ellipse">
                <a:avLst/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iṣľîḋé"/>
              <p:cNvSpPr/>
              <p:nvPr/>
            </p:nvSpPr>
            <p:spPr>
              <a:xfrm>
                <a:off x="5175229" y="2454752"/>
                <a:ext cx="689359" cy="689359"/>
              </a:xfrm>
              <a:prstGeom prst="ellipse">
                <a:avLst/>
              </a:prstGeom>
              <a:solidFill>
                <a:schemeClr val="accent3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8" name="ïšḷïḍè"/>
              <p:cNvSpPr/>
              <p:nvPr/>
            </p:nvSpPr>
            <p:spPr>
              <a:xfrm>
                <a:off x="5632262" y="2498586"/>
                <a:ext cx="1233713" cy="123371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zh-CN" altLang="en-US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işḻíḋè"/>
              <p:cNvSpPr/>
              <p:nvPr/>
            </p:nvSpPr>
            <p:spPr>
              <a:xfrm>
                <a:off x="6458109" y="3086204"/>
                <a:ext cx="977045" cy="977045"/>
              </a:xfrm>
              <a:prstGeom prst="ellipse">
                <a:avLst/>
              </a:pr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0" name="işḷîḓè"/>
              <p:cNvSpPr/>
              <p:nvPr/>
            </p:nvSpPr>
            <p:spPr>
              <a:xfrm>
                <a:off x="5649550" y="1842112"/>
                <a:ext cx="836082" cy="836083"/>
              </a:xfrm>
              <a:prstGeom prst="ellipse">
                <a:avLst/>
              </a:prstGeom>
              <a:solidFill>
                <a:schemeClr val="accent4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1" name="îṣḻiḋè"/>
              <p:cNvSpPr/>
              <p:nvPr/>
            </p:nvSpPr>
            <p:spPr>
              <a:xfrm>
                <a:off x="6465322" y="2317031"/>
                <a:ext cx="513006" cy="513007"/>
              </a:xfrm>
              <a:prstGeom prst="ellipse">
                <a:avLst/>
              </a:prstGeom>
              <a:solidFill>
                <a:schemeClr val="accent5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2" name="îŝ1idê"/>
              <p:cNvSpPr/>
              <p:nvPr/>
            </p:nvSpPr>
            <p:spPr>
              <a:xfrm>
                <a:off x="5186165" y="3160639"/>
                <a:ext cx="786179" cy="786179"/>
              </a:xfrm>
              <a:prstGeom prst="ellipse">
                <a:avLst/>
              </a:prstGeom>
              <a:solidFill>
                <a:schemeClr val="accent3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43" name="íṡlîḍe"/>
              <p:cNvSpPr/>
              <p:nvPr/>
            </p:nvSpPr>
            <p:spPr>
              <a:xfrm>
                <a:off x="5994332" y="3604729"/>
                <a:ext cx="301699" cy="301699"/>
              </a:xfrm>
              <a:prstGeom prst="ellipse">
                <a:avLst/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0" name="işliḋè"/>
            <p:cNvGrpSpPr/>
            <p:nvPr/>
          </p:nvGrpSpPr>
          <p:grpSpPr>
            <a:xfrm>
              <a:off x="8570778" y="3846032"/>
              <a:ext cx="1809556" cy="80673"/>
              <a:chOff x="2055030" y="1463669"/>
              <a:chExt cx="2304256" cy="544908"/>
            </a:xfrm>
          </p:grpSpPr>
          <p:sp>
            <p:nvSpPr>
              <p:cNvPr id="32" name="ï$1iďé"/>
              <p:cNvSpPr/>
              <p:nvPr/>
            </p:nvSpPr>
            <p:spPr>
              <a:xfrm>
                <a:off x="2055030" y="1463670"/>
                <a:ext cx="576064" cy="544907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iṩḻiḍé"/>
              <p:cNvSpPr/>
              <p:nvPr/>
            </p:nvSpPr>
            <p:spPr>
              <a:xfrm>
                <a:off x="2631094" y="1463670"/>
                <a:ext cx="576064" cy="544907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4" name="îṥḻidé"/>
              <p:cNvSpPr/>
              <p:nvPr/>
            </p:nvSpPr>
            <p:spPr>
              <a:xfrm>
                <a:off x="3207158" y="1463669"/>
                <a:ext cx="576064" cy="544907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îŝļíḋé"/>
              <p:cNvSpPr/>
              <p:nvPr/>
            </p:nvSpPr>
            <p:spPr>
              <a:xfrm>
                <a:off x="3783222" y="1463670"/>
                <a:ext cx="576064" cy="544907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1" name="isļide"/>
            <p:cNvGrpSpPr/>
            <p:nvPr/>
          </p:nvGrpSpPr>
          <p:grpSpPr>
            <a:xfrm>
              <a:off x="8668914" y="1559290"/>
              <a:ext cx="1918822" cy="1885888"/>
              <a:chOff x="8418731" y="1805298"/>
              <a:chExt cx="2259925" cy="2221137"/>
            </a:xfrm>
          </p:grpSpPr>
          <p:sp>
            <p:nvSpPr>
              <p:cNvPr id="24" name="i$ḻidê"/>
              <p:cNvSpPr/>
              <p:nvPr/>
            </p:nvSpPr>
            <p:spPr>
              <a:xfrm>
                <a:off x="10039285" y="2710877"/>
                <a:ext cx="301699" cy="301699"/>
              </a:xfrm>
              <a:prstGeom prst="ellipse">
                <a:avLst/>
              </a:prstGeom>
              <a:solidFill>
                <a:schemeClr val="accent1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ṥľîḓè"/>
              <p:cNvSpPr/>
              <p:nvPr/>
            </p:nvSpPr>
            <p:spPr>
              <a:xfrm>
                <a:off x="8418731" y="2417938"/>
                <a:ext cx="689359" cy="689359"/>
              </a:xfrm>
              <a:prstGeom prst="ellipse">
                <a:avLst/>
              </a:prstGeom>
              <a:solidFill>
                <a:schemeClr val="accent4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6" name="iṥḷíďê"/>
              <p:cNvSpPr/>
              <p:nvPr/>
            </p:nvSpPr>
            <p:spPr>
              <a:xfrm>
                <a:off x="8875764" y="2461772"/>
                <a:ext cx="1233713" cy="1233713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chemeClr val="bg1"/>
                    </a:solidFill>
                  </a:rPr>
                  <a:t>Text here</a:t>
                </a:r>
                <a:endParaRPr lang="zh-CN" altLang="en-US" sz="16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íṣlîḍè"/>
              <p:cNvSpPr/>
              <p:nvPr/>
            </p:nvSpPr>
            <p:spPr>
              <a:xfrm>
                <a:off x="9701611" y="3049390"/>
                <a:ext cx="977045" cy="977045"/>
              </a:xfrm>
              <a:prstGeom prst="ellipse">
                <a:avLst/>
              </a:prstGeom>
              <a:solidFill>
                <a:schemeClr val="accent2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8" name="ïsľîďê"/>
              <p:cNvSpPr/>
              <p:nvPr/>
            </p:nvSpPr>
            <p:spPr>
              <a:xfrm>
                <a:off x="8893052" y="1805298"/>
                <a:ext cx="836082" cy="836083"/>
              </a:xfrm>
              <a:prstGeom prst="ellipse">
                <a:avLst/>
              </a:prstGeom>
              <a:solidFill>
                <a:schemeClr val="accent5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îṥḻíďé"/>
              <p:cNvSpPr/>
              <p:nvPr/>
            </p:nvSpPr>
            <p:spPr>
              <a:xfrm>
                <a:off x="9708824" y="2280217"/>
                <a:ext cx="513006" cy="513007"/>
              </a:xfrm>
              <a:prstGeom prst="ellipse">
                <a:avLst/>
              </a:prstGeom>
              <a:solidFill>
                <a:schemeClr val="accent6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îSľïďê"/>
              <p:cNvSpPr/>
              <p:nvPr/>
            </p:nvSpPr>
            <p:spPr>
              <a:xfrm>
                <a:off x="8429667" y="3123825"/>
                <a:ext cx="786179" cy="786179"/>
              </a:xfrm>
              <a:prstGeom prst="ellipse">
                <a:avLst/>
              </a:prstGeom>
              <a:solidFill>
                <a:schemeClr val="accent4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isḷíďè"/>
              <p:cNvSpPr/>
              <p:nvPr/>
            </p:nvSpPr>
            <p:spPr>
              <a:xfrm>
                <a:off x="9237834" y="3567915"/>
                <a:ext cx="301699" cy="301699"/>
              </a:xfrm>
              <a:prstGeom prst="ellipse">
                <a:avLst/>
              </a:prstGeom>
              <a:solidFill>
                <a:schemeClr val="accent3"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2" name="i$ļíḋê"/>
            <p:cNvGrpSpPr/>
            <p:nvPr/>
          </p:nvGrpSpPr>
          <p:grpSpPr>
            <a:xfrm>
              <a:off x="1769972" y="4195512"/>
              <a:ext cx="2078253" cy="1529770"/>
              <a:chOff x="1812747" y="4231872"/>
              <a:chExt cx="2078253" cy="1529770"/>
            </a:xfrm>
          </p:grpSpPr>
          <p:sp>
            <p:nvSpPr>
              <p:cNvPr id="21" name="ïśḷîďé"/>
              <p:cNvSpPr/>
              <p:nvPr/>
            </p:nvSpPr>
            <p:spPr>
              <a:xfrm>
                <a:off x="2422108" y="4619469"/>
                <a:ext cx="859530" cy="584774"/>
              </a:xfrm>
              <a:prstGeom prst="rect">
                <a:avLst/>
              </a:prstGeom>
            </p:spPr>
            <p:txBody>
              <a:bodyPr wrap="none">
                <a:normAutofit/>
              </a:bodyPr>
              <a:lstStyle/>
              <a:p>
                <a:pPr algn="ctr"/>
                <a:r>
                  <a:rPr lang="id-ID" altLang="zh-CN" sz="3200" dirty="0">
                    <a:latin typeface="Impact" panose="020B0806030902050204" pitchFamily="34" charset="0"/>
                  </a:rPr>
                  <a:t>17 %</a:t>
                </a:r>
                <a:endParaRPr lang="id-ID" altLang="zh-CN" sz="32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22" name="íṥḻídê"/>
              <p:cNvSpPr/>
              <p:nvPr/>
            </p:nvSpPr>
            <p:spPr bwMode="auto">
              <a:xfrm>
                <a:off x="1812747" y="5204243"/>
                <a:ext cx="207825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</a:t>
                </a:r>
                <a:endParaRPr lang="en-US" altLang="zh-CN" sz="1100" dirty="0"/>
              </a:p>
            </p:txBody>
          </p:sp>
          <p:sp>
            <p:nvSpPr>
              <p:cNvPr id="23" name="îṩļîde"/>
              <p:cNvSpPr txBox="1"/>
              <p:nvPr/>
            </p:nvSpPr>
            <p:spPr bwMode="auto">
              <a:xfrm>
                <a:off x="1902747" y="4231872"/>
                <a:ext cx="189825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3" name="îsľíḓé"/>
            <p:cNvGrpSpPr/>
            <p:nvPr/>
          </p:nvGrpSpPr>
          <p:grpSpPr>
            <a:xfrm>
              <a:off x="5052735" y="4197083"/>
              <a:ext cx="2078253" cy="1529770"/>
              <a:chOff x="1812747" y="4231872"/>
              <a:chExt cx="2078253" cy="1529770"/>
            </a:xfrm>
          </p:grpSpPr>
          <p:sp>
            <p:nvSpPr>
              <p:cNvPr id="18" name="îšļiďê"/>
              <p:cNvSpPr/>
              <p:nvPr/>
            </p:nvSpPr>
            <p:spPr>
              <a:xfrm>
                <a:off x="2422108" y="4619469"/>
                <a:ext cx="859530" cy="584774"/>
              </a:xfrm>
              <a:prstGeom prst="rect">
                <a:avLst/>
              </a:prstGeom>
            </p:spPr>
            <p:txBody>
              <a:bodyPr wrap="none">
                <a:normAutofit/>
              </a:bodyPr>
              <a:lstStyle/>
              <a:p>
                <a:pPr algn="ctr"/>
                <a:r>
                  <a:rPr lang="en-US" altLang="zh-CN" sz="32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66</a:t>
                </a:r>
                <a:r>
                  <a:rPr lang="id-ID" altLang="zh-CN" sz="3200" dirty="0">
                    <a:solidFill>
                      <a:schemeClr val="accent1"/>
                    </a:solidFill>
                    <a:latin typeface="Impact" panose="020B0806030902050204" pitchFamily="34" charset="0"/>
                  </a:rPr>
                  <a:t> %</a:t>
                </a:r>
                <a:endParaRPr lang="id-ID" altLang="zh-CN" sz="3200" dirty="0">
                  <a:solidFill>
                    <a:schemeClr val="accent1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9" name="íṥļíḑè"/>
              <p:cNvSpPr/>
              <p:nvPr/>
            </p:nvSpPr>
            <p:spPr bwMode="auto">
              <a:xfrm>
                <a:off x="1812747" y="5204243"/>
                <a:ext cx="207825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</a:t>
                </a:r>
                <a:endParaRPr lang="en-US" altLang="zh-CN" sz="1100" dirty="0"/>
              </a:p>
            </p:txBody>
          </p:sp>
          <p:sp>
            <p:nvSpPr>
              <p:cNvPr id="20" name="îṥlïḓé"/>
              <p:cNvSpPr txBox="1"/>
              <p:nvPr/>
            </p:nvSpPr>
            <p:spPr bwMode="auto">
              <a:xfrm>
                <a:off x="1902747" y="4231872"/>
                <a:ext cx="189825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grpSp>
          <p:nvGrpSpPr>
            <p:cNvPr id="14" name="ïśļîďé"/>
            <p:cNvGrpSpPr/>
            <p:nvPr/>
          </p:nvGrpSpPr>
          <p:grpSpPr>
            <a:xfrm>
              <a:off x="8529116" y="4195512"/>
              <a:ext cx="2078253" cy="1529770"/>
              <a:chOff x="1812747" y="4231872"/>
              <a:chExt cx="2078253" cy="1529770"/>
            </a:xfrm>
          </p:grpSpPr>
          <p:sp>
            <p:nvSpPr>
              <p:cNvPr id="15" name="iṧļíďè"/>
              <p:cNvSpPr/>
              <p:nvPr/>
            </p:nvSpPr>
            <p:spPr>
              <a:xfrm>
                <a:off x="2422108" y="4619469"/>
                <a:ext cx="859530" cy="584774"/>
              </a:xfrm>
              <a:prstGeom prst="rect">
                <a:avLst/>
              </a:prstGeom>
            </p:spPr>
            <p:txBody>
              <a:bodyPr wrap="none">
                <a:normAutofit/>
              </a:bodyPr>
              <a:lstStyle/>
              <a:p>
                <a:pPr algn="ctr"/>
                <a:r>
                  <a:rPr lang="en-US" altLang="zh-CN" sz="3200" dirty="0">
                    <a:latin typeface="Impact" panose="020B0806030902050204" pitchFamily="34" charset="0"/>
                  </a:rPr>
                  <a:t>34</a:t>
                </a:r>
                <a:r>
                  <a:rPr lang="id-ID" altLang="zh-CN" sz="3200" dirty="0">
                    <a:latin typeface="Impact" panose="020B0806030902050204" pitchFamily="34" charset="0"/>
                  </a:rPr>
                  <a:t> %</a:t>
                </a:r>
                <a:endParaRPr lang="id-ID" altLang="zh-CN" sz="3200" dirty="0">
                  <a:latin typeface="Impact" panose="020B0806030902050204" pitchFamily="34" charset="0"/>
                </a:endParaRPr>
              </a:p>
            </p:txBody>
          </p:sp>
          <p:sp>
            <p:nvSpPr>
              <p:cNvPr id="16" name="ï$ḻîḋé"/>
              <p:cNvSpPr/>
              <p:nvPr/>
            </p:nvSpPr>
            <p:spPr bwMode="auto">
              <a:xfrm>
                <a:off x="1812747" y="5204243"/>
                <a:ext cx="2078253" cy="5573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30000"/>
                  </a:lnSpc>
                </a:pPr>
                <a:r>
                  <a:rPr lang="en-US" altLang="zh-CN" sz="1100" dirty="0"/>
                  <a:t>Copy paste fonts. Choose the only option to retain text</a:t>
                </a:r>
                <a:endParaRPr lang="en-US" altLang="zh-CN" sz="1100" dirty="0"/>
              </a:p>
            </p:txBody>
          </p:sp>
          <p:sp>
            <p:nvSpPr>
              <p:cNvPr id="17" name="iś1îďe"/>
              <p:cNvSpPr txBox="1"/>
              <p:nvPr/>
            </p:nvSpPr>
            <p:spPr bwMode="auto">
              <a:xfrm>
                <a:off x="1902747" y="4231872"/>
                <a:ext cx="1898253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</p:grpSp>
      <p:pic>
        <p:nvPicPr>
          <p:cNvPr id="60" name="图片 59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99212054-efdc-4e35-812d-7ad214c0544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099" y="1173257"/>
            <a:ext cx="10847389" cy="5684743"/>
            <a:chOff x="673099" y="1173257"/>
            <a:chExt cx="10847389" cy="5684743"/>
          </a:xfrm>
        </p:grpSpPr>
        <p:grpSp>
          <p:nvGrpSpPr>
            <p:cNvPr id="6" name="i$liḋê"/>
            <p:cNvGrpSpPr/>
            <p:nvPr/>
          </p:nvGrpSpPr>
          <p:grpSpPr>
            <a:xfrm>
              <a:off x="4186071" y="1714500"/>
              <a:ext cx="3819858" cy="5143500"/>
              <a:chOff x="4186071" y="1714500"/>
              <a:chExt cx="3819858" cy="5143500"/>
            </a:xfrm>
          </p:grpSpPr>
          <p:grpSp>
            <p:nvGrpSpPr>
              <p:cNvPr id="22" name="îşľíḑé"/>
              <p:cNvGrpSpPr/>
              <p:nvPr/>
            </p:nvGrpSpPr>
            <p:grpSpPr>
              <a:xfrm>
                <a:off x="4186071" y="1714500"/>
                <a:ext cx="3819858" cy="5143500"/>
                <a:chOff x="4656000" y="2298045"/>
                <a:chExt cx="2880000" cy="3877968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37" name="iṧlíḑe"/>
                <p:cNvSpPr/>
                <p:nvPr/>
              </p:nvSpPr>
              <p:spPr>
                <a:xfrm>
                  <a:off x="4656000" y="2298045"/>
                  <a:ext cx="2880000" cy="2880000"/>
                </a:xfrm>
                <a:prstGeom prst="ellipse">
                  <a:avLst/>
                </a:prstGeom>
                <a:grpFill/>
                <a:ln w="571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8" name="îsḻiḓê"/>
                <p:cNvSpPr/>
                <p:nvPr/>
              </p:nvSpPr>
              <p:spPr>
                <a:xfrm>
                  <a:off x="5775960" y="5548877"/>
                  <a:ext cx="640080" cy="627136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9" name="îślïḑè"/>
                <p:cNvSpPr/>
                <p:nvPr/>
              </p:nvSpPr>
              <p:spPr>
                <a:xfrm>
                  <a:off x="5934000" y="5178045"/>
                  <a:ext cx="324000" cy="442515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marL="0" marR="0" lvl="0" indent="0" algn="ctr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23" name="íŝļiḍe"/>
              <p:cNvSpPr/>
              <p:nvPr/>
            </p:nvSpPr>
            <p:spPr bwMode="auto">
              <a:xfrm flipH="1">
                <a:off x="6097670" y="2030810"/>
                <a:ext cx="1802498" cy="1901438"/>
              </a:xfrm>
              <a:custGeom>
                <a:avLst/>
                <a:gdLst>
                  <a:gd name="T0" fmla="*/ 1063 w 1063"/>
                  <a:gd name="T1" fmla="*/ 360 h 1121"/>
                  <a:gd name="T2" fmla="*/ 568 w 1063"/>
                  <a:gd name="T3" fmla="*/ 0 h 1121"/>
                  <a:gd name="T4" fmla="*/ 0 w 1063"/>
                  <a:gd name="T5" fmla="*/ 941 h 1121"/>
                  <a:gd name="T6" fmla="*/ 15 w 1063"/>
                  <a:gd name="T7" fmla="*/ 1121 h 1121"/>
                  <a:gd name="T8" fmla="*/ 510 w 1063"/>
                  <a:gd name="T9" fmla="*/ 761 h 1121"/>
                  <a:gd name="T10" fmla="*/ 1063 w 1063"/>
                  <a:gd name="T11" fmla="*/ 36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63" h="1121">
                    <a:moveTo>
                      <a:pt x="1063" y="360"/>
                    </a:moveTo>
                    <a:cubicBezTo>
                      <a:pt x="568" y="0"/>
                      <a:pt x="568" y="0"/>
                      <a:pt x="568" y="0"/>
                    </a:cubicBezTo>
                    <a:cubicBezTo>
                      <a:pt x="230" y="178"/>
                      <a:pt x="0" y="533"/>
                      <a:pt x="0" y="941"/>
                    </a:cubicBezTo>
                    <a:cubicBezTo>
                      <a:pt x="0" y="1002"/>
                      <a:pt x="5" y="1062"/>
                      <a:pt x="15" y="1121"/>
                    </a:cubicBezTo>
                    <a:cubicBezTo>
                      <a:pt x="510" y="761"/>
                      <a:pt x="510" y="761"/>
                      <a:pt x="510" y="761"/>
                    </a:cubicBezTo>
                    <a:cubicBezTo>
                      <a:pt x="1063" y="360"/>
                      <a:pt x="1063" y="360"/>
                      <a:pt x="1063" y="360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4" name="íš1îḍé"/>
              <p:cNvSpPr/>
              <p:nvPr/>
            </p:nvSpPr>
            <p:spPr bwMode="auto">
              <a:xfrm flipH="1">
                <a:off x="4840796" y="1824319"/>
                <a:ext cx="2096462" cy="1497060"/>
              </a:xfrm>
              <a:custGeom>
                <a:avLst/>
                <a:gdLst>
                  <a:gd name="T0" fmla="*/ 1048 w 1236"/>
                  <a:gd name="T1" fmla="*/ 883 h 883"/>
                  <a:gd name="T2" fmla="*/ 1236 w 1236"/>
                  <a:gd name="T3" fmla="*/ 302 h 883"/>
                  <a:gd name="T4" fmla="*/ 495 w 1236"/>
                  <a:gd name="T5" fmla="*/ 0 h 883"/>
                  <a:gd name="T6" fmla="*/ 0 w 1236"/>
                  <a:gd name="T7" fmla="*/ 122 h 883"/>
                  <a:gd name="T8" fmla="*/ 495 w 1236"/>
                  <a:gd name="T9" fmla="*/ 482 h 883"/>
                  <a:gd name="T10" fmla="*/ 1048 w 1236"/>
                  <a:gd name="T11" fmla="*/ 883 h 8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6" h="883">
                    <a:moveTo>
                      <a:pt x="1048" y="883"/>
                    </a:moveTo>
                    <a:cubicBezTo>
                      <a:pt x="1236" y="302"/>
                      <a:pt x="1236" y="302"/>
                      <a:pt x="1236" y="302"/>
                    </a:cubicBezTo>
                    <a:cubicBezTo>
                      <a:pt x="1045" y="115"/>
                      <a:pt x="783" y="0"/>
                      <a:pt x="495" y="0"/>
                    </a:cubicBezTo>
                    <a:cubicBezTo>
                      <a:pt x="316" y="0"/>
                      <a:pt x="148" y="45"/>
                      <a:pt x="0" y="122"/>
                    </a:cubicBezTo>
                    <a:cubicBezTo>
                      <a:pt x="495" y="482"/>
                      <a:pt x="495" y="482"/>
                      <a:pt x="495" y="482"/>
                    </a:cubicBezTo>
                    <a:cubicBezTo>
                      <a:pt x="1048" y="883"/>
                      <a:pt x="1048" y="883"/>
                      <a:pt x="1048" y="883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í$lïḑê"/>
              <p:cNvSpPr/>
              <p:nvPr/>
            </p:nvSpPr>
            <p:spPr bwMode="auto">
              <a:xfrm flipH="1">
                <a:off x="4296606" y="2336245"/>
                <a:ext cx="1222457" cy="2087854"/>
              </a:xfrm>
              <a:custGeom>
                <a:avLst/>
                <a:gdLst>
                  <a:gd name="T0" fmla="*/ 400 w 721"/>
                  <a:gd name="T1" fmla="*/ 0 h 1231"/>
                  <a:gd name="T2" fmla="*/ 212 w 721"/>
                  <a:gd name="T3" fmla="*/ 581 h 1231"/>
                  <a:gd name="T4" fmla="*/ 0 w 721"/>
                  <a:gd name="T5" fmla="*/ 1231 h 1231"/>
                  <a:gd name="T6" fmla="*/ 612 w 721"/>
                  <a:gd name="T7" fmla="*/ 1231 h 1231"/>
                  <a:gd name="T8" fmla="*/ 721 w 721"/>
                  <a:gd name="T9" fmla="*/ 761 h 1231"/>
                  <a:gd name="T10" fmla="*/ 400 w 721"/>
                  <a:gd name="T11" fmla="*/ 0 h 1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21" h="1231">
                    <a:moveTo>
                      <a:pt x="400" y="0"/>
                    </a:moveTo>
                    <a:cubicBezTo>
                      <a:pt x="212" y="581"/>
                      <a:pt x="212" y="581"/>
                      <a:pt x="212" y="581"/>
                    </a:cubicBezTo>
                    <a:cubicBezTo>
                      <a:pt x="0" y="1231"/>
                      <a:pt x="0" y="1231"/>
                      <a:pt x="0" y="1231"/>
                    </a:cubicBezTo>
                    <a:cubicBezTo>
                      <a:pt x="612" y="1231"/>
                      <a:pt x="612" y="1231"/>
                      <a:pt x="612" y="1231"/>
                    </a:cubicBezTo>
                    <a:cubicBezTo>
                      <a:pt x="682" y="1090"/>
                      <a:pt x="721" y="930"/>
                      <a:pt x="721" y="761"/>
                    </a:cubicBezTo>
                    <a:cubicBezTo>
                      <a:pt x="721" y="463"/>
                      <a:pt x="598" y="193"/>
                      <a:pt x="400" y="0"/>
                    </a:cubicBezTo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6" name="íṩḻîḋé"/>
              <p:cNvSpPr/>
              <p:nvPr/>
            </p:nvSpPr>
            <p:spPr bwMode="auto">
              <a:xfrm flipH="1">
                <a:off x="6357217" y="3321379"/>
                <a:ext cx="1517855" cy="2089288"/>
              </a:xfrm>
              <a:custGeom>
                <a:avLst/>
                <a:gdLst>
                  <a:gd name="T0" fmla="*/ 706 w 895"/>
                  <a:gd name="T1" fmla="*/ 650 h 1232"/>
                  <a:gd name="T2" fmla="*/ 495 w 895"/>
                  <a:gd name="T3" fmla="*/ 0 h 1232"/>
                  <a:gd name="T4" fmla="*/ 0 w 895"/>
                  <a:gd name="T5" fmla="*/ 360 h 1232"/>
                  <a:gd name="T6" fmla="*/ 895 w 895"/>
                  <a:gd name="T7" fmla="*/ 1232 h 1232"/>
                  <a:gd name="T8" fmla="*/ 706 w 895"/>
                  <a:gd name="T9" fmla="*/ 650 h 1232"/>
                  <a:gd name="T10" fmla="*/ 706 w 895"/>
                  <a:gd name="T11" fmla="*/ 650 h 1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5" h="1232">
                    <a:moveTo>
                      <a:pt x="706" y="650"/>
                    </a:moveTo>
                    <a:cubicBezTo>
                      <a:pt x="495" y="0"/>
                      <a:pt x="495" y="0"/>
                      <a:pt x="495" y="0"/>
                    </a:cubicBezTo>
                    <a:cubicBezTo>
                      <a:pt x="0" y="360"/>
                      <a:pt x="0" y="360"/>
                      <a:pt x="0" y="360"/>
                    </a:cubicBezTo>
                    <a:cubicBezTo>
                      <a:pt x="77" y="812"/>
                      <a:pt x="439" y="1166"/>
                      <a:pt x="895" y="1232"/>
                    </a:cubicBezTo>
                    <a:cubicBezTo>
                      <a:pt x="706" y="650"/>
                      <a:pt x="706" y="650"/>
                      <a:pt x="706" y="650"/>
                    </a:cubicBezTo>
                    <a:cubicBezTo>
                      <a:pt x="706" y="650"/>
                      <a:pt x="706" y="650"/>
                      <a:pt x="706" y="65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îśľíḑe"/>
              <p:cNvSpPr/>
              <p:nvPr/>
            </p:nvSpPr>
            <p:spPr bwMode="auto">
              <a:xfrm flipH="1">
                <a:off x="4481589" y="4424098"/>
                <a:ext cx="2196121" cy="1005210"/>
              </a:xfrm>
              <a:custGeom>
                <a:avLst/>
                <a:gdLst>
                  <a:gd name="T0" fmla="*/ 0 w 1295"/>
                  <a:gd name="T1" fmla="*/ 0 h 593"/>
                  <a:gd name="T2" fmla="*/ 0 w 1295"/>
                  <a:gd name="T3" fmla="*/ 0 h 593"/>
                  <a:gd name="T4" fmla="*/ 189 w 1295"/>
                  <a:gd name="T5" fmla="*/ 582 h 593"/>
                  <a:gd name="T6" fmla="*/ 342 w 1295"/>
                  <a:gd name="T7" fmla="*/ 593 h 593"/>
                  <a:gd name="T8" fmla="*/ 1295 w 1295"/>
                  <a:gd name="T9" fmla="*/ 0 h 593"/>
                  <a:gd name="T10" fmla="*/ 683 w 1295"/>
                  <a:gd name="T11" fmla="*/ 0 h 593"/>
                  <a:gd name="T12" fmla="*/ 0 w 1295"/>
                  <a:gd name="T13" fmla="*/ 0 h 5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95" h="593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89" y="582"/>
                      <a:pt x="189" y="582"/>
                      <a:pt x="189" y="582"/>
                    </a:cubicBezTo>
                    <a:cubicBezTo>
                      <a:pt x="239" y="589"/>
                      <a:pt x="290" y="593"/>
                      <a:pt x="342" y="593"/>
                    </a:cubicBezTo>
                    <a:cubicBezTo>
                      <a:pt x="760" y="593"/>
                      <a:pt x="1121" y="351"/>
                      <a:pt x="1295" y="0"/>
                    </a:cubicBezTo>
                    <a:cubicBezTo>
                      <a:pt x="683" y="0"/>
                      <a:pt x="683" y="0"/>
                      <a:pt x="683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  <a:effectLst/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8" name="îş1iḑé"/>
              <p:cNvSpPr/>
              <p:nvPr/>
            </p:nvSpPr>
            <p:spPr bwMode="auto">
              <a:xfrm>
                <a:off x="5165399" y="2134068"/>
                <a:ext cx="604909" cy="611725"/>
              </a:xfrm>
              <a:custGeom>
                <a:avLst/>
                <a:gdLst>
                  <a:gd name="T0" fmla="*/ 102 w 150"/>
                  <a:gd name="T1" fmla="*/ 22 h 151"/>
                  <a:gd name="T2" fmla="*/ 22 w 150"/>
                  <a:gd name="T3" fmla="*/ 22 h 151"/>
                  <a:gd name="T4" fmla="*/ 22 w 150"/>
                  <a:gd name="T5" fmla="*/ 101 h 151"/>
                  <a:gd name="T6" fmla="*/ 93 w 150"/>
                  <a:gd name="T7" fmla="*/ 108 h 151"/>
                  <a:gd name="T8" fmla="*/ 97 w 150"/>
                  <a:gd name="T9" fmla="*/ 114 h 151"/>
                  <a:gd name="T10" fmla="*/ 128 w 150"/>
                  <a:gd name="T11" fmla="*/ 146 h 151"/>
                  <a:gd name="T12" fmla="*/ 145 w 150"/>
                  <a:gd name="T13" fmla="*/ 146 h 151"/>
                  <a:gd name="T14" fmla="*/ 145 w 150"/>
                  <a:gd name="T15" fmla="*/ 129 h 151"/>
                  <a:gd name="T16" fmla="*/ 114 w 150"/>
                  <a:gd name="T17" fmla="*/ 97 h 151"/>
                  <a:gd name="T18" fmla="*/ 108 w 150"/>
                  <a:gd name="T19" fmla="*/ 94 h 151"/>
                  <a:gd name="T20" fmla="*/ 102 w 150"/>
                  <a:gd name="T21" fmla="*/ 22 h 151"/>
                  <a:gd name="T22" fmla="*/ 91 w 150"/>
                  <a:gd name="T23" fmla="*/ 92 h 151"/>
                  <a:gd name="T24" fmla="*/ 32 w 150"/>
                  <a:gd name="T25" fmla="*/ 91 h 151"/>
                  <a:gd name="T26" fmla="*/ 32 w 150"/>
                  <a:gd name="T27" fmla="*/ 32 h 151"/>
                  <a:gd name="T28" fmla="*/ 91 w 150"/>
                  <a:gd name="T29" fmla="*/ 32 h 151"/>
                  <a:gd name="T30" fmla="*/ 91 w 150"/>
                  <a:gd name="T31" fmla="*/ 92 h 1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50" h="151">
                    <a:moveTo>
                      <a:pt x="102" y="22"/>
                    </a:moveTo>
                    <a:cubicBezTo>
                      <a:pt x="80" y="0"/>
                      <a:pt x="44" y="0"/>
                      <a:pt x="22" y="22"/>
                    </a:cubicBezTo>
                    <a:cubicBezTo>
                      <a:pt x="0" y="44"/>
                      <a:pt x="0" y="79"/>
                      <a:pt x="22" y="101"/>
                    </a:cubicBezTo>
                    <a:cubicBezTo>
                      <a:pt x="41" y="121"/>
                      <a:pt x="71" y="123"/>
                      <a:pt x="93" y="108"/>
                    </a:cubicBezTo>
                    <a:cubicBezTo>
                      <a:pt x="94" y="110"/>
                      <a:pt x="95" y="112"/>
                      <a:pt x="97" y="114"/>
                    </a:cubicBezTo>
                    <a:cubicBezTo>
                      <a:pt x="128" y="146"/>
                      <a:pt x="128" y="146"/>
                      <a:pt x="128" y="146"/>
                    </a:cubicBezTo>
                    <a:cubicBezTo>
                      <a:pt x="133" y="151"/>
                      <a:pt x="141" y="151"/>
                      <a:pt x="145" y="146"/>
                    </a:cubicBezTo>
                    <a:cubicBezTo>
                      <a:pt x="150" y="142"/>
                      <a:pt x="150" y="134"/>
                      <a:pt x="145" y="129"/>
                    </a:cubicBezTo>
                    <a:cubicBezTo>
                      <a:pt x="114" y="97"/>
                      <a:pt x="114" y="97"/>
                      <a:pt x="114" y="97"/>
                    </a:cubicBezTo>
                    <a:cubicBezTo>
                      <a:pt x="112" y="96"/>
                      <a:pt x="110" y="94"/>
                      <a:pt x="108" y="94"/>
                    </a:cubicBezTo>
                    <a:cubicBezTo>
                      <a:pt x="123" y="72"/>
                      <a:pt x="121" y="42"/>
                      <a:pt x="102" y="22"/>
                    </a:cubicBezTo>
                    <a:close/>
                    <a:moveTo>
                      <a:pt x="91" y="92"/>
                    </a:moveTo>
                    <a:cubicBezTo>
                      <a:pt x="75" y="108"/>
                      <a:pt x="48" y="108"/>
                      <a:pt x="32" y="91"/>
                    </a:cubicBezTo>
                    <a:cubicBezTo>
                      <a:pt x="15" y="75"/>
                      <a:pt x="16" y="48"/>
                      <a:pt x="32" y="32"/>
                    </a:cubicBezTo>
                    <a:cubicBezTo>
                      <a:pt x="48" y="16"/>
                      <a:pt x="75" y="16"/>
                      <a:pt x="91" y="32"/>
                    </a:cubicBezTo>
                    <a:cubicBezTo>
                      <a:pt x="108" y="49"/>
                      <a:pt x="108" y="75"/>
                      <a:pt x="91" y="9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29" name="íṣliḍe"/>
              <p:cNvGrpSpPr/>
              <p:nvPr/>
            </p:nvGrpSpPr>
            <p:grpSpPr>
              <a:xfrm>
                <a:off x="7007808" y="3932250"/>
                <a:ext cx="613430" cy="620245"/>
                <a:chOff x="9349366" y="2935970"/>
                <a:chExt cx="857717" cy="867247"/>
              </a:xfrm>
              <a:solidFill>
                <a:schemeClr val="bg1"/>
              </a:solidFill>
            </p:grpSpPr>
            <p:sp>
              <p:nvSpPr>
                <p:cNvPr id="34" name="íSľiďé"/>
                <p:cNvSpPr/>
                <p:nvPr/>
              </p:nvSpPr>
              <p:spPr bwMode="auto">
                <a:xfrm>
                  <a:off x="9349366" y="2935970"/>
                  <a:ext cx="857717" cy="867247"/>
                </a:xfrm>
                <a:custGeom>
                  <a:avLst/>
                  <a:gdLst>
                    <a:gd name="T0" fmla="*/ 76 w 152"/>
                    <a:gd name="T1" fmla="*/ 0 h 153"/>
                    <a:gd name="T2" fmla="*/ 0 w 152"/>
                    <a:gd name="T3" fmla="*/ 77 h 153"/>
                    <a:gd name="T4" fmla="*/ 76 w 152"/>
                    <a:gd name="T5" fmla="*/ 153 h 153"/>
                    <a:gd name="T6" fmla="*/ 152 w 152"/>
                    <a:gd name="T7" fmla="*/ 77 h 153"/>
                    <a:gd name="T8" fmla="*/ 76 w 152"/>
                    <a:gd name="T9" fmla="*/ 0 h 153"/>
                    <a:gd name="T10" fmla="*/ 76 w 152"/>
                    <a:gd name="T11" fmla="*/ 137 h 153"/>
                    <a:gd name="T12" fmla="*/ 16 w 152"/>
                    <a:gd name="T13" fmla="*/ 77 h 153"/>
                    <a:gd name="T14" fmla="*/ 76 w 152"/>
                    <a:gd name="T15" fmla="*/ 16 h 153"/>
                    <a:gd name="T16" fmla="*/ 136 w 152"/>
                    <a:gd name="T17" fmla="*/ 77 h 153"/>
                    <a:gd name="T18" fmla="*/ 76 w 152"/>
                    <a:gd name="T19" fmla="*/ 137 h 1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52" h="153">
                      <a:moveTo>
                        <a:pt x="76" y="0"/>
                      </a:moveTo>
                      <a:cubicBezTo>
                        <a:pt x="34" y="0"/>
                        <a:pt x="0" y="34"/>
                        <a:pt x="0" y="77"/>
                      </a:cubicBezTo>
                      <a:cubicBezTo>
                        <a:pt x="0" y="119"/>
                        <a:pt x="34" y="153"/>
                        <a:pt x="76" y="153"/>
                      </a:cubicBezTo>
                      <a:cubicBezTo>
                        <a:pt x="118" y="153"/>
                        <a:pt x="152" y="119"/>
                        <a:pt x="152" y="77"/>
                      </a:cubicBezTo>
                      <a:cubicBezTo>
                        <a:pt x="152" y="34"/>
                        <a:pt x="118" y="0"/>
                        <a:pt x="76" y="0"/>
                      </a:cubicBezTo>
                      <a:close/>
                      <a:moveTo>
                        <a:pt x="76" y="137"/>
                      </a:moveTo>
                      <a:cubicBezTo>
                        <a:pt x="43" y="137"/>
                        <a:pt x="16" y="110"/>
                        <a:pt x="16" y="77"/>
                      </a:cubicBezTo>
                      <a:cubicBezTo>
                        <a:pt x="16" y="43"/>
                        <a:pt x="43" y="16"/>
                        <a:pt x="76" y="16"/>
                      </a:cubicBezTo>
                      <a:cubicBezTo>
                        <a:pt x="109" y="16"/>
                        <a:pt x="136" y="43"/>
                        <a:pt x="136" y="77"/>
                      </a:cubicBezTo>
                      <a:cubicBezTo>
                        <a:pt x="136" y="110"/>
                        <a:pt x="109" y="137"/>
                        <a:pt x="76" y="13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rmAutofit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5" name="ïşḷíḓé"/>
                <p:cNvSpPr/>
                <p:nvPr/>
              </p:nvSpPr>
              <p:spPr bwMode="auto">
                <a:xfrm>
                  <a:off x="9704366" y="3326707"/>
                  <a:ext cx="140570" cy="312114"/>
                </a:xfrm>
                <a:custGeom>
                  <a:avLst/>
                  <a:gdLst>
                    <a:gd name="T0" fmla="*/ 21 w 25"/>
                    <a:gd name="T1" fmla="*/ 0 h 55"/>
                    <a:gd name="T2" fmla="*/ 5 w 25"/>
                    <a:gd name="T3" fmla="*/ 0 h 55"/>
                    <a:gd name="T4" fmla="*/ 0 w 25"/>
                    <a:gd name="T5" fmla="*/ 5 h 55"/>
                    <a:gd name="T6" fmla="*/ 0 w 25"/>
                    <a:gd name="T7" fmla="*/ 51 h 55"/>
                    <a:gd name="T8" fmla="*/ 5 w 25"/>
                    <a:gd name="T9" fmla="*/ 55 h 55"/>
                    <a:gd name="T10" fmla="*/ 21 w 25"/>
                    <a:gd name="T11" fmla="*/ 55 h 55"/>
                    <a:gd name="T12" fmla="*/ 25 w 25"/>
                    <a:gd name="T13" fmla="*/ 51 h 55"/>
                    <a:gd name="T14" fmla="*/ 25 w 25"/>
                    <a:gd name="T15" fmla="*/ 5 h 55"/>
                    <a:gd name="T16" fmla="*/ 21 w 25"/>
                    <a:gd name="T17" fmla="*/ 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25" h="55">
                      <a:moveTo>
                        <a:pt x="21" y="0"/>
                      </a:moveTo>
                      <a:cubicBezTo>
                        <a:pt x="5" y="0"/>
                        <a:pt x="5" y="0"/>
                        <a:pt x="5" y="0"/>
                      </a:cubicBezTo>
                      <a:cubicBezTo>
                        <a:pt x="2" y="0"/>
                        <a:pt x="0" y="2"/>
                        <a:pt x="0" y="5"/>
                      </a:cubicBezTo>
                      <a:cubicBezTo>
                        <a:pt x="0" y="51"/>
                        <a:pt x="0" y="51"/>
                        <a:pt x="0" y="51"/>
                      </a:cubicBezTo>
                      <a:cubicBezTo>
                        <a:pt x="0" y="53"/>
                        <a:pt x="2" y="55"/>
                        <a:pt x="5" y="55"/>
                      </a:cubicBezTo>
                      <a:cubicBezTo>
                        <a:pt x="21" y="55"/>
                        <a:pt x="21" y="55"/>
                        <a:pt x="21" y="55"/>
                      </a:cubicBezTo>
                      <a:cubicBezTo>
                        <a:pt x="23" y="55"/>
                        <a:pt x="25" y="53"/>
                        <a:pt x="25" y="51"/>
                      </a:cubicBezTo>
                      <a:cubicBezTo>
                        <a:pt x="25" y="5"/>
                        <a:pt x="25" y="5"/>
                        <a:pt x="25" y="5"/>
                      </a:cubicBezTo>
                      <a:cubicBezTo>
                        <a:pt x="25" y="2"/>
                        <a:pt x="23" y="0"/>
                        <a:pt x="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rmAutofit fontScale="47500" lnSpcReduction="20000"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36" name="ïšḷíḑe"/>
                <p:cNvSpPr/>
                <p:nvPr/>
              </p:nvSpPr>
              <p:spPr bwMode="auto">
                <a:xfrm>
                  <a:off x="9699601" y="3100365"/>
                  <a:ext cx="157248" cy="152483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rmAutofit fontScale="25000" lnSpcReduction="20000"/>
                </a:bodyPr>
                <a:lstStyle/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30" name="íṧľïḍe"/>
              <p:cNvSpPr/>
              <p:nvPr/>
            </p:nvSpPr>
            <p:spPr bwMode="auto">
              <a:xfrm>
                <a:off x="4481589" y="3499441"/>
                <a:ext cx="746338" cy="742930"/>
              </a:xfrm>
              <a:custGeom>
                <a:avLst/>
                <a:gdLst>
                  <a:gd name="connsiteX0" fmla="*/ 291143 w 738457"/>
                  <a:gd name="connsiteY0" fmla="*/ 534154 h 735085"/>
                  <a:gd name="connsiteX1" fmla="*/ 239201 w 738457"/>
                  <a:gd name="connsiteY1" fmla="*/ 586396 h 735085"/>
                  <a:gd name="connsiteX2" fmla="*/ 287147 w 738457"/>
                  <a:gd name="connsiteY2" fmla="*/ 638638 h 735085"/>
                  <a:gd name="connsiteX3" fmla="*/ 343084 w 738457"/>
                  <a:gd name="connsiteY3" fmla="*/ 586396 h 735085"/>
                  <a:gd name="connsiteX4" fmla="*/ 291143 w 738457"/>
                  <a:gd name="connsiteY4" fmla="*/ 534154 h 735085"/>
                  <a:gd name="connsiteX5" fmla="*/ 283151 w 738457"/>
                  <a:gd name="connsiteY5" fmla="*/ 441725 h 735085"/>
                  <a:gd name="connsiteX6" fmla="*/ 303129 w 738457"/>
                  <a:gd name="connsiteY6" fmla="*/ 441725 h 735085"/>
                  <a:gd name="connsiteX7" fmla="*/ 319111 w 738457"/>
                  <a:gd name="connsiteY7" fmla="*/ 457800 h 735085"/>
                  <a:gd name="connsiteX8" fmla="*/ 323107 w 738457"/>
                  <a:gd name="connsiteY8" fmla="*/ 473874 h 735085"/>
                  <a:gd name="connsiteX9" fmla="*/ 351075 w 738457"/>
                  <a:gd name="connsiteY9" fmla="*/ 485930 h 735085"/>
                  <a:gd name="connsiteX10" fmla="*/ 359066 w 738457"/>
                  <a:gd name="connsiteY10" fmla="*/ 477893 h 735085"/>
                  <a:gd name="connsiteX11" fmla="*/ 387035 w 738457"/>
                  <a:gd name="connsiteY11" fmla="*/ 477893 h 735085"/>
                  <a:gd name="connsiteX12" fmla="*/ 399022 w 738457"/>
                  <a:gd name="connsiteY12" fmla="*/ 493967 h 735085"/>
                  <a:gd name="connsiteX13" fmla="*/ 403017 w 738457"/>
                  <a:gd name="connsiteY13" fmla="*/ 518079 h 735085"/>
                  <a:gd name="connsiteX14" fmla="*/ 395026 w 738457"/>
                  <a:gd name="connsiteY14" fmla="*/ 530135 h 735085"/>
                  <a:gd name="connsiteX15" fmla="*/ 403017 w 738457"/>
                  <a:gd name="connsiteY15" fmla="*/ 558265 h 735085"/>
                  <a:gd name="connsiteX16" fmla="*/ 418999 w 738457"/>
                  <a:gd name="connsiteY16" fmla="*/ 558265 h 735085"/>
                  <a:gd name="connsiteX17" fmla="*/ 434981 w 738457"/>
                  <a:gd name="connsiteY17" fmla="*/ 578359 h 735085"/>
                  <a:gd name="connsiteX18" fmla="*/ 434981 w 738457"/>
                  <a:gd name="connsiteY18" fmla="*/ 598452 h 735085"/>
                  <a:gd name="connsiteX19" fmla="*/ 415004 w 738457"/>
                  <a:gd name="connsiteY19" fmla="*/ 618545 h 735085"/>
                  <a:gd name="connsiteX20" fmla="*/ 403017 w 738457"/>
                  <a:gd name="connsiteY20" fmla="*/ 618545 h 735085"/>
                  <a:gd name="connsiteX21" fmla="*/ 391031 w 738457"/>
                  <a:gd name="connsiteY21" fmla="*/ 646675 h 735085"/>
                  <a:gd name="connsiteX22" fmla="*/ 399022 w 738457"/>
                  <a:gd name="connsiteY22" fmla="*/ 658731 h 735085"/>
                  <a:gd name="connsiteX23" fmla="*/ 399022 w 738457"/>
                  <a:gd name="connsiteY23" fmla="*/ 686862 h 735085"/>
                  <a:gd name="connsiteX24" fmla="*/ 383039 w 738457"/>
                  <a:gd name="connsiteY24" fmla="*/ 698918 h 735085"/>
                  <a:gd name="connsiteX25" fmla="*/ 359066 w 738457"/>
                  <a:gd name="connsiteY25" fmla="*/ 702936 h 735085"/>
                  <a:gd name="connsiteX26" fmla="*/ 347080 w 738457"/>
                  <a:gd name="connsiteY26" fmla="*/ 690880 h 735085"/>
                  <a:gd name="connsiteX27" fmla="*/ 319111 w 738457"/>
                  <a:gd name="connsiteY27" fmla="*/ 702936 h 735085"/>
                  <a:gd name="connsiteX28" fmla="*/ 315116 w 738457"/>
                  <a:gd name="connsiteY28" fmla="*/ 719011 h 735085"/>
                  <a:gd name="connsiteX29" fmla="*/ 295138 w 738457"/>
                  <a:gd name="connsiteY29" fmla="*/ 735085 h 735085"/>
                  <a:gd name="connsiteX30" fmla="*/ 275160 w 738457"/>
                  <a:gd name="connsiteY30" fmla="*/ 735085 h 735085"/>
                  <a:gd name="connsiteX31" fmla="*/ 255183 w 738457"/>
                  <a:gd name="connsiteY31" fmla="*/ 719011 h 735085"/>
                  <a:gd name="connsiteX32" fmla="*/ 255183 w 738457"/>
                  <a:gd name="connsiteY32" fmla="*/ 702936 h 735085"/>
                  <a:gd name="connsiteX33" fmla="*/ 227214 w 738457"/>
                  <a:gd name="connsiteY33" fmla="*/ 690880 h 735085"/>
                  <a:gd name="connsiteX34" fmla="*/ 215228 w 738457"/>
                  <a:gd name="connsiteY34" fmla="*/ 698918 h 735085"/>
                  <a:gd name="connsiteX35" fmla="*/ 191254 w 738457"/>
                  <a:gd name="connsiteY35" fmla="*/ 698918 h 735085"/>
                  <a:gd name="connsiteX36" fmla="*/ 175272 w 738457"/>
                  <a:gd name="connsiteY36" fmla="*/ 682843 h 735085"/>
                  <a:gd name="connsiteX37" fmla="*/ 175272 w 738457"/>
                  <a:gd name="connsiteY37" fmla="*/ 654713 h 735085"/>
                  <a:gd name="connsiteX38" fmla="*/ 183263 w 738457"/>
                  <a:gd name="connsiteY38" fmla="*/ 646675 h 735085"/>
                  <a:gd name="connsiteX39" fmla="*/ 175272 w 738457"/>
                  <a:gd name="connsiteY39" fmla="*/ 618545 h 735085"/>
                  <a:gd name="connsiteX40" fmla="*/ 159290 w 738457"/>
                  <a:gd name="connsiteY40" fmla="*/ 618545 h 735085"/>
                  <a:gd name="connsiteX41" fmla="*/ 143308 w 738457"/>
                  <a:gd name="connsiteY41" fmla="*/ 598452 h 735085"/>
                  <a:gd name="connsiteX42" fmla="*/ 143308 w 738457"/>
                  <a:gd name="connsiteY42" fmla="*/ 578359 h 735085"/>
                  <a:gd name="connsiteX43" fmla="*/ 159290 w 738457"/>
                  <a:gd name="connsiteY43" fmla="*/ 558265 h 735085"/>
                  <a:gd name="connsiteX44" fmla="*/ 175272 w 738457"/>
                  <a:gd name="connsiteY44" fmla="*/ 554247 h 735085"/>
                  <a:gd name="connsiteX45" fmla="*/ 187259 w 738457"/>
                  <a:gd name="connsiteY45" fmla="*/ 526116 h 735085"/>
                  <a:gd name="connsiteX46" fmla="*/ 179268 w 738457"/>
                  <a:gd name="connsiteY46" fmla="*/ 518079 h 735085"/>
                  <a:gd name="connsiteX47" fmla="*/ 179268 w 738457"/>
                  <a:gd name="connsiteY47" fmla="*/ 489949 h 735085"/>
                  <a:gd name="connsiteX48" fmla="*/ 195250 w 738457"/>
                  <a:gd name="connsiteY48" fmla="*/ 477893 h 735085"/>
                  <a:gd name="connsiteX49" fmla="*/ 219223 w 738457"/>
                  <a:gd name="connsiteY49" fmla="*/ 473874 h 735085"/>
                  <a:gd name="connsiteX50" fmla="*/ 231210 w 738457"/>
                  <a:gd name="connsiteY50" fmla="*/ 481911 h 735085"/>
                  <a:gd name="connsiteX51" fmla="*/ 259178 w 738457"/>
                  <a:gd name="connsiteY51" fmla="*/ 469856 h 735085"/>
                  <a:gd name="connsiteX52" fmla="*/ 263174 w 738457"/>
                  <a:gd name="connsiteY52" fmla="*/ 457800 h 735085"/>
                  <a:gd name="connsiteX53" fmla="*/ 283151 w 738457"/>
                  <a:gd name="connsiteY53" fmla="*/ 441725 h 735085"/>
                  <a:gd name="connsiteX54" fmla="*/ 550369 w 738457"/>
                  <a:gd name="connsiteY54" fmla="*/ 341975 h 735085"/>
                  <a:gd name="connsiteX55" fmla="*/ 494343 w 738457"/>
                  <a:gd name="connsiteY55" fmla="*/ 410007 h 735085"/>
                  <a:gd name="connsiteX56" fmla="*/ 562375 w 738457"/>
                  <a:gd name="connsiteY56" fmla="*/ 470036 h 735085"/>
                  <a:gd name="connsiteX57" fmla="*/ 622403 w 738457"/>
                  <a:gd name="connsiteY57" fmla="*/ 402004 h 735085"/>
                  <a:gd name="connsiteX58" fmla="*/ 550369 w 738457"/>
                  <a:gd name="connsiteY58" fmla="*/ 341975 h 735085"/>
                  <a:gd name="connsiteX59" fmla="*/ 558373 w 738457"/>
                  <a:gd name="connsiteY59" fmla="*/ 225921 h 735085"/>
                  <a:gd name="connsiteX60" fmla="*/ 578382 w 738457"/>
                  <a:gd name="connsiteY60" fmla="*/ 241928 h 735085"/>
                  <a:gd name="connsiteX61" fmla="*/ 582384 w 738457"/>
                  <a:gd name="connsiteY61" fmla="*/ 261938 h 735085"/>
                  <a:gd name="connsiteX62" fmla="*/ 622403 w 738457"/>
                  <a:gd name="connsiteY62" fmla="*/ 273943 h 735085"/>
                  <a:gd name="connsiteX63" fmla="*/ 634408 w 738457"/>
                  <a:gd name="connsiteY63" fmla="*/ 261938 h 735085"/>
                  <a:gd name="connsiteX64" fmla="*/ 662422 w 738457"/>
                  <a:gd name="connsiteY64" fmla="*/ 257936 h 735085"/>
                  <a:gd name="connsiteX65" fmla="*/ 686433 w 738457"/>
                  <a:gd name="connsiteY65" fmla="*/ 281947 h 735085"/>
                  <a:gd name="connsiteX66" fmla="*/ 690435 w 738457"/>
                  <a:gd name="connsiteY66" fmla="*/ 305958 h 735085"/>
                  <a:gd name="connsiteX67" fmla="*/ 678429 w 738457"/>
                  <a:gd name="connsiteY67" fmla="*/ 321966 h 735085"/>
                  <a:gd name="connsiteX68" fmla="*/ 694437 w 738457"/>
                  <a:gd name="connsiteY68" fmla="*/ 357983 h 735085"/>
                  <a:gd name="connsiteX69" fmla="*/ 714446 w 738457"/>
                  <a:gd name="connsiteY69" fmla="*/ 357983 h 735085"/>
                  <a:gd name="connsiteX70" fmla="*/ 734455 w 738457"/>
                  <a:gd name="connsiteY70" fmla="*/ 373990 h 735085"/>
                  <a:gd name="connsiteX71" fmla="*/ 738457 w 738457"/>
                  <a:gd name="connsiteY71" fmla="*/ 406005 h 735085"/>
                  <a:gd name="connsiteX72" fmla="*/ 722450 w 738457"/>
                  <a:gd name="connsiteY72" fmla="*/ 430017 h 735085"/>
                  <a:gd name="connsiteX73" fmla="*/ 702440 w 738457"/>
                  <a:gd name="connsiteY73" fmla="*/ 434019 h 735085"/>
                  <a:gd name="connsiteX74" fmla="*/ 690435 w 738457"/>
                  <a:gd name="connsiteY74" fmla="*/ 470036 h 735085"/>
                  <a:gd name="connsiteX75" fmla="*/ 702440 w 738457"/>
                  <a:gd name="connsiteY75" fmla="*/ 482041 h 735085"/>
                  <a:gd name="connsiteX76" fmla="*/ 706442 w 738457"/>
                  <a:gd name="connsiteY76" fmla="*/ 510055 h 735085"/>
                  <a:gd name="connsiteX77" fmla="*/ 682431 w 738457"/>
                  <a:gd name="connsiteY77" fmla="*/ 534066 h 735085"/>
                  <a:gd name="connsiteX78" fmla="*/ 658420 w 738457"/>
                  <a:gd name="connsiteY78" fmla="*/ 538068 h 735085"/>
                  <a:gd name="connsiteX79" fmla="*/ 638410 w 738457"/>
                  <a:gd name="connsiteY79" fmla="*/ 526062 h 735085"/>
                  <a:gd name="connsiteX80" fmla="*/ 606395 w 738457"/>
                  <a:gd name="connsiteY80" fmla="*/ 542070 h 735085"/>
                  <a:gd name="connsiteX81" fmla="*/ 606395 w 738457"/>
                  <a:gd name="connsiteY81" fmla="*/ 566081 h 735085"/>
                  <a:gd name="connsiteX82" fmla="*/ 586386 w 738457"/>
                  <a:gd name="connsiteY82" fmla="*/ 586090 h 735085"/>
                  <a:gd name="connsiteX83" fmla="*/ 554371 w 738457"/>
                  <a:gd name="connsiteY83" fmla="*/ 586090 h 735085"/>
                  <a:gd name="connsiteX84" fmla="*/ 534361 w 738457"/>
                  <a:gd name="connsiteY84" fmla="*/ 570083 h 735085"/>
                  <a:gd name="connsiteX85" fmla="*/ 530360 w 738457"/>
                  <a:gd name="connsiteY85" fmla="*/ 550073 h 735085"/>
                  <a:gd name="connsiteX86" fmla="*/ 494343 w 738457"/>
                  <a:gd name="connsiteY86" fmla="*/ 538068 h 735085"/>
                  <a:gd name="connsiteX87" fmla="*/ 478335 w 738457"/>
                  <a:gd name="connsiteY87" fmla="*/ 554075 h 735085"/>
                  <a:gd name="connsiteX88" fmla="*/ 454324 w 738457"/>
                  <a:gd name="connsiteY88" fmla="*/ 554075 h 735085"/>
                  <a:gd name="connsiteX89" fmla="*/ 426311 w 738457"/>
                  <a:gd name="connsiteY89" fmla="*/ 534066 h 735085"/>
                  <a:gd name="connsiteX90" fmla="*/ 422309 w 738457"/>
                  <a:gd name="connsiteY90" fmla="*/ 506053 h 735085"/>
                  <a:gd name="connsiteX91" fmla="*/ 438316 w 738457"/>
                  <a:gd name="connsiteY91" fmla="*/ 490045 h 735085"/>
                  <a:gd name="connsiteX92" fmla="*/ 422309 w 738457"/>
                  <a:gd name="connsiteY92" fmla="*/ 458030 h 735085"/>
                  <a:gd name="connsiteX93" fmla="*/ 398298 w 738457"/>
                  <a:gd name="connsiteY93" fmla="*/ 458030 h 735085"/>
                  <a:gd name="connsiteX94" fmla="*/ 378288 w 738457"/>
                  <a:gd name="connsiteY94" fmla="*/ 438020 h 735085"/>
                  <a:gd name="connsiteX95" fmla="*/ 374286 w 738457"/>
                  <a:gd name="connsiteY95" fmla="*/ 406005 h 735085"/>
                  <a:gd name="connsiteX96" fmla="*/ 390294 w 738457"/>
                  <a:gd name="connsiteY96" fmla="*/ 385996 h 735085"/>
                  <a:gd name="connsiteX97" fmla="*/ 414305 w 738457"/>
                  <a:gd name="connsiteY97" fmla="*/ 381994 h 735085"/>
                  <a:gd name="connsiteX98" fmla="*/ 422309 w 738457"/>
                  <a:gd name="connsiteY98" fmla="*/ 345977 h 735085"/>
                  <a:gd name="connsiteX99" fmla="*/ 410303 w 738457"/>
                  <a:gd name="connsiteY99" fmla="*/ 329970 h 735085"/>
                  <a:gd name="connsiteX100" fmla="*/ 410303 w 738457"/>
                  <a:gd name="connsiteY100" fmla="*/ 305958 h 735085"/>
                  <a:gd name="connsiteX101" fmla="*/ 430313 w 738457"/>
                  <a:gd name="connsiteY101" fmla="*/ 277945 h 735085"/>
                  <a:gd name="connsiteX102" fmla="*/ 454324 w 738457"/>
                  <a:gd name="connsiteY102" fmla="*/ 273943 h 735085"/>
                  <a:gd name="connsiteX103" fmla="*/ 470331 w 738457"/>
                  <a:gd name="connsiteY103" fmla="*/ 285949 h 735085"/>
                  <a:gd name="connsiteX104" fmla="*/ 506348 w 738457"/>
                  <a:gd name="connsiteY104" fmla="*/ 265940 h 735085"/>
                  <a:gd name="connsiteX105" fmla="*/ 506348 w 738457"/>
                  <a:gd name="connsiteY105" fmla="*/ 249932 h 735085"/>
                  <a:gd name="connsiteX106" fmla="*/ 526358 w 738457"/>
                  <a:gd name="connsiteY106" fmla="*/ 229923 h 735085"/>
                  <a:gd name="connsiteX107" fmla="*/ 558373 w 738457"/>
                  <a:gd name="connsiteY107" fmla="*/ 225921 h 735085"/>
                  <a:gd name="connsiteX108" fmla="*/ 219487 w 738457"/>
                  <a:gd name="connsiteY108" fmla="*/ 140549 h 735085"/>
                  <a:gd name="connsiteX109" fmla="*/ 139673 w 738457"/>
                  <a:gd name="connsiteY109" fmla="*/ 216847 h 735085"/>
                  <a:gd name="connsiteX110" fmla="*/ 219487 w 738457"/>
                  <a:gd name="connsiteY110" fmla="*/ 297160 h 735085"/>
                  <a:gd name="connsiteX111" fmla="*/ 295309 w 738457"/>
                  <a:gd name="connsiteY111" fmla="*/ 216847 h 735085"/>
                  <a:gd name="connsiteX112" fmla="*/ 219487 w 738457"/>
                  <a:gd name="connsiteY112" fmla="*/ 140549 h 735085"/>
                  <a:gd name="connsiteX113" fmla="*/ 195543 w 738457"/>
                  <a:gd name="connsiteY113" fmla="*/ 0 h 735085"/>
                  <a:gd name="connsiteX114" fmla="*/ 243431 w 738457"/>
                  <a:gd name="connsiteY114" fmla="*/ 0 h 735085"/>
                  <a:gd name="connsiteX115" fmla="*/ 263384 w 738457"/>
                  <a:gd name="connsiteY115" fmla="*/ 16063 h 735085"/>
                  <a:gd name="connsiteX116" fmla="*/ 263384 w 738457"/>
                  <a:gd name="connsiteY116" fmla="*/ 44172 h 735085"/>
                  <a:gd name="connsiteX117" fmla="*/ 307281 w 738457"/>
                  <a:gd name="connsiteY117" fmla="*/ 64251 h 735085"/>
                  <a:gd name="connsiteX118" fmla="*/ 331225 w 738457"/>
                  <a:gd name="connsiteY118" fmla="*/ 48188 h 735085"/>
                  <a:gd name="connsiteX119" fmla="*/ 355169 w 738457"/>
                  <a:gd name="connsiteY119" fmla="*/ 48188 h 735085"/>
                  <a:gd name="connsiteX120" fmla="*/ 391085 w 738457"/>
                  <a:gd name="connsiteY120" fmla="*/ 80314 h 735085"/>
                  <a:gd name="connsiteX121" fmla="*/ 391085 w 738457"/>
                  <a:gd name="connsiteY121" fmla="*/ 108423 h 735085"/>
                  <a:gd name="connsiteX122" fmla="*/ 375122 w 738457"/>
                  <a:gd name="connsiteY122" fmla="*/ 128502 h 735085"/>
                  <a:gd name="connsiteX123" fmla="*/ 391085 w 738457"/>
                  <a:gd name="connsiteY123" fmla="*/ 172674 h 735085"/>
                  <a:gd name="connsiteX124" fmla="*/ 419020 w 738457"/>
                  <a:gd name="connsiteY124" fmla="*/ 176690 h 735085"/>
                  <a:gd name="connsiteX125" fmla="*/ 434982 w 738457"/>
                  <a:gd name="connsiteY125" fmla="*/ 196768 h 735085"/>
                  <a:gd name="connsiteX126" fmla="*/ 434982 w 738457"/>
                  <a:gd name="connsiteY126" fmla="*/ 240941 h 735085"/>
                  <a:gd name="connsiteX127" fmla="*/ 419020 w 738457"/>
                  <a:gd name="connsiteY127" fmla="*/ 261019 h 735085"/>
                  <a:gd name="connsiteX128" fmla="*/ 391085 w 738457"/>
                  <a:gd name="connsiteY128" fmla="*/ 265035 h 735085"/>
                  <a:gd name="connsiteX129" fmla="*/ 371132 w 738457"/>
                  <a:gd name="connsiteY129" fmla="*/ 309207 h 735085"/>
                  <a:gd name="connsiteX130" fmla="*/ 391085 w 738457"/>
                  <a:gd name="connsiteY130" fmla="*/ 333301 h 735085"/>
                  <a:gd name="connsiteX131" fmla="*/ 391085 w 738457"/>
                  <a:gd name="connsiteY131" fmla="*/ 357396 h 735085"/>
                  <a:gd name="connsiteX132" fmla="*/ 355169 w 738457"/>
                  <a:gd name="connsiteY132" fmla="*/ 393537 h 735085"/>
                  <a:gd name="connsiteX133" fmla="*/ 331225 w 738457"/>
                  <a:gd name="connsiteY133" fmla="*/ 393537 h 735085"/>
                  <a:gd name="connsiteX134" fmla="*/ 307281 w 738457"/>
                  <a:gd name="connsiteY134" fmla="*/ 373458 h 735085"/>
                  <a:gd name="connsiteX135" fmla="*/ 263384 w 738457"/>
                  <a:gd name="connsiteY135" fmla="*/ 393537 h 735085"/>
                  <a:gd name="connsiteX136" fmla="*/ 259393 w 738457"/>
                  <a:gd name="connsiteY136" fmla="*/ 421646 h 735085"/>
                  <a:gd name="connsiteX137" fmla="*/ 239440 w 738457"/>
                  <a:gd name="connsiteY137" fmla="*/ 441725 h 735085"/>
                  <a:gd name="connsiteX138" fmla="*/ 191552 w 738457"/>
                  <a:gd name="connsiteY138" fmla="*/ 441725 h 735085"/>
                  <a:gd name="connsiteX139" fmla="*/ 171599 w 738457"/>
                  <a:gd name="connsiteY139" fmla="*/ 421646 h 735085"/>
                  <a:gd name="connsiteX140" fmla="*/ 167608 w 738457"/>
                  <a:gd name="connsiteY140" fmla="*/ 389521 h 735085"/>
                  <a:gd name="connsiteX141" fmla="*/ 127701 w 738457"/>
                  <a:gd name="connsiteY141" fmla="*/ 373458 h 735085"/>
                  <a:gd name="connsiteX142" fmla="*/ 103757 w 738457"/>
                  <a:gd name="connsiteY142" fmla="*/ 393537 h 735085"/>
                  <a:gd name="connsiteX143" fmla="*/ 79813 w 738457"/>
                  <a:gd name="connsiteY143" fmla="*/ 393537 h 735085"/>
                  <a:gd name="connsiteX144" fmla="*/ 43897 w 738457"/>
                  <a:gd name="connsiteY144" fmla="*/ 357396 h 735085"/>
                  <a:gd name="connsiteX145" fmla="*/ 43897 w 738457"/>
                  <a:gd name="connsiteY145" fmla="*/ 329286 h 735085"/>
                  <a:gd name="connsiteX146" fmla="*/ 63850 w 738457"/>
                  <a:gd name="connsiteY146" fmla="*/ 305192 h 735085"/>
                  <a:gd name="connsiteX147" fmla="*/ 47888 w 738457"/>
                  <a:gd name="connsiteY147" fmla="*/ 269051 h 735085"/>
                  <a:gd name="connsiteX148" fmla="*/ 15962 w 738457"/>
                  <a:gd name="connsiteY148" fmla="*/ 265035 h 735085"/>
                  <a:gd name="connsiteX149" fmla="*/ 0 w 738457"/>
                  <a:gd name="connsiteY149" fmla="*/ 244956 h 735085"/>
                  <a:gd name="connsiteX150" fmla="*/ 0 w 738457"/>
                  <a:gd name="connsiteY150" fmla="*/ 196768 h 735085"/>
                  <a:gd name="connsiteX151" fmla="*/ 15962 w 738457"/>
                  <a:gd name="connsiteY151" fmla="*/ 176690 h 735085"/>
                  <a:gd name="connsiteX152" fmla="*/ 43897 w 738457"/>
                  <a:gd name="connsiteY152" fmla="*/ 172674 h 735085"/>
                  <a:gd name="connsiteX153" fmla="*/ 63850 w 738457"/>
                  <a:gd name="connsiteY153" fmla="*/ 132517 h 735085"/>
                  <a:gd name="connsiteX154" fmla="*/ 43897 w 738457"/>
                  <a:gd name="connsiteY154" fmla="*/ 108423 h 735085"/>
                  <a:gd name="connsiteX155" fmla="*/ 43897 w 738457"/>
                  <a:gd name="connsiteY155" fmla="*/ 80314 h 735085"/>
                  <a:gd name="connsiteX156" fmla="*/ 79813 w 738457"/>
                  <a:gd name="connsiteY156" fmla="*/ 48188 h 735085"/>
                  <a:gd name="connsiteX157" fmla="*/ 103757 w 738457"/>
                  <a:gd name="connsiteY157" fmla="*/ 48188 h 735085"/>
                  <a:gd name="connsiteX158" fmla="*/ 127701 w 738457"/>
                  <a:gd name="connsiteY158" fmla="*/ 64251 h 735085"/>
                  <a:gd name="connsiteX159" fmla="*/ 171599 w 738457"/>
                  <a:gd name="connsiteY159" fmla="*/ 44172 h 735085"/>
                  <a:gd name="connsiteX160" fmla="*/ 175589 w 738457"/>
                  <a:gd name="connsiteY160" fmla="*/ 16063 h 735085"/>
                  <a:gd name="connsiteX161" fmla="*/ 195543 w 738457"/>
                  <a:gd name="connsiteY161" fmla="*/ 0 h 735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</a:cxnLst>
                <a:rect l="l" t="t" r="r" b="b"/>
                <a:pathLst>
                  <a:path w="738457" h="735085">
                    <a:moveTo>
                      <a:pt x="291143" y="534154"/>
                    </a:moveTo>
                    <a:cubicBezTo>
                      <a:pt x="263174" y="534154"/>
                      <a:pt x="239201" y="558265"/>
                      <a:pt x="239201" y="586396"/>
                    </a:cubicBezTo>
                    <a:cubicBezTo>
                      <a:pt x="235205" y="614526"/>
                      <a:pt x="259178" y="638638"/>
                      <a:pt x="287147" y="638638"/>
                    </a:cubicBezTo>
                    <a:cubicBezTo>
                      <a:pt x="319111" y="638638"/>
                      <a:pt x="343084" y="618545"/>
                      <a:pt x="343084" y="586396"/>
                    </a:cubicBezTo>
                    <a:cubicBezTo>
                      <a:pt x="343084" y="558265"/>
                      <a:pt x="319111" y="534154"/>
                      <a:pt x="291143" y="534154"/>
                    </a:cubicBezTo>
                    <a:close/>
                    <a:moveTo>
                      <a:pt x="283151" y="441725"/>
                    </a:moveTo>
                    <a:cubicBezTo>
                      <a:pt x="283151" y="441725"/>
                      <a:pt x="283151" y="441725"/>
                      <a:pt x="303129" y="441725"/>
                    </a:cubicBezTo>
                    <a:cubicBezTo>
                      <a:pt x="311120" y="441725"/>
                      <a:pt x="319111" y="449762"/>
                      <a:pt x="319111" y="457800"/>
                    </a:cubicBezTo>
                    <a:cubicBezTo>
                      <a:pt x="319111" y="457800"/>
                      <a:pt x="319111" y="457800"/>
                      <a:pt x="323107" y="473874"/>
                    </a:cubicBezTo>
                    <a:cubicBezTo>
                      <a:pt x="331098" y="473874"/>
                      <a:pt x="343084" y="477893"/>
                      <a:pt x="351075" y="485930"/>
                    </a:cubicBezTo>
                    <a:cubicBezTo>
                      <a:pt x="351075" y="485930"/>
                      <a:pt x="351075" y="485930"/>
                      <a:pt x="359066" y="477893"/>
                    </a:cubicBezTo>
                    <a:cubicBezTo>
                      <a:pt x="367057" y="469856"/>
                      <a:pt x="379044" y="469856"/>
                      <a:pt x="387035" y="477893"/>
                    </a:cubicBezTo>
                    <a:cubicBezTo>
                      <a:pt x="387035" y="477893"/>
                      <a:pt x="387035" y="477893"/>
                      <a:pt x="399022" y="493967"/>
                    </a:cubicBezTo>
                    <a:cubicBezTo>
                      <a:pt x="407013" y="502005"/>
                      <a:pt x="407013" y="510042"/>
                      <a:pt x="403017" y="518079"/>
                    </a:cubicBezTo>
                    <a:cubicBezTo>
                      <a:pt x="403017" y="518079"/>
                      <a:pt x="403017" y="518079"/>
                      <a:pt x="395026" y="530135"/>
                    </a:cubicBezTo>
                    <a:cubicBezTo>
                      <a:pt x="399022" y="538172"/>
                      <a:pt x="403017" y="546210"/>
                      <a:pt x="403017" y="558265"/>
                    </a:cubicBezTo>
                    <a:cubicBezTo>
                      <a:pt x="403017" y="558265"/>
                      <a:pt x="403017" y="558265"/>
                      <a:pt x="418999" y="558265"/>
                    </a:cubicBezTo>
                    <a:cubicBezTo>
                      <a:pt x="426990" y="562284"/>
                      <a:pt x="434981" y="570321"/>
                      <a:pt x="434981" y="578359"/>
                    </a:cubicBezTo>
                    <a:cubicBezTo>
                      <a:pt x="434981" y="578359"/>
                      <a:pt x="434981" y="578359"/>
                      <a:pt x="434981" y="598452"/>
                    </a:cubicBezTo>
                    <a:cubicBezTo>
                      <a:pt x="434981" y="610508"/>
                      <a:pt x="426990" y="618545"/>
                      <a:pt x="415004" y="618545"/>
                    </a:cubicBezTo>
                    <a:cubicBezTo>
                      <a:pt x="415004" y="618545"/>
                      <a:pt x="415004" y="618545"/>
                      <a:pt x="403017" y="618545"/>
                    </a:cubicBezTo>
                    <a:cubicBezTo>
                      <a:pt x="403017" y="630601"/>
                      <a:pt x="399022" y="638638"/>
                      <a:pt x="391031" y="646675"/>
                    </a:cubicBezTo>
                    <a:cubicBezTo>
                      <a:pt x="391031" y="646675"/>
                      <a:pt x="391031" y="646675"/>
                      <a:pt x="399022" y="658731"/>
                    </a:cubicBezTo>
                    <a:cubicBezTo>
                      <a:pt x="407013" y="666769"/>
                      <a:pt x="407013" y="678824"/>
                      <a:pt x="399022" y="686862"/>
                    </a:cubicBezTo>
                    <a:cubicBezTo>
                      <a:pt x="399022" y="686862"/>
                      <a:pt x="399022" y="686862"/>
                      <a:pt x="383039" y="698918"/>
                    </a:cubicBezTo>
                    <a:cubicBezTo>
                      <a:pt x="375048" y="706955"/>
                      <a:pt x="367057" y="706955"/>
                      <a:pt x="359066" y="702936"/>
                    </a:cubicBezTo>
                    <a:cubicBezTo>
                      <a:pt x="359066" y="702936"/>
                      <a:pt x="359066" y="702936"/>
                      <a:pt x="347080" y="690880"/>
                    </a:cubicBezTo>
                    <a:cubicBezTo>
                      <a:pt x="339089" y="698918"/>
                      <a:pt x="327102" y="698918"/>
                      <a:pt x="319111" y="702936"/>
                    </a:cubicBezTo>
                    <a:cubicBezTo>
                      <a:pt x="319111" y="702936"/>
                      <a:pt x="319111" y="702936"/>
                      <a:pt x="315116" y="719011"/>
                    </a:cubicBezTo>
                    <a:cubicBezTo>
                      <a:pt x="315116" y="727048"/>
                      <a:pt x="307125" y="735085"/>
                      <a:pt x="295138" y="735085"/>
                    </a:cubicBezTo>
                    <a:cubicBezTo>
                      <a:pt x="295138" y="735085"/>
                      <a:pt x="295138" y="735085"/>
                      <a:pt x="275160" y="735085"/>
                    </a:cubicBezTo>
                    <a:cubicBezTo>
                      <a:pt x="267169" y="735085"/>
                      <a:pt x="259178" y="727048"/>
                      <a:pt x="255183" y="719011"/>
                    </a:cubicBezTo>
                    <a:cubicBezTo>
                      <a:pt x="255183" y="719011"/>
                      <a:pt x="255183" y="719011"/>
                      <a:pt x="255183" y="702936"/>
                    </a:cubicBezTo>
                    <a:cubicBezTo>
                      <a:pt x="247192" y="698918"/>
                      <a:pt x="239201" y="694899"/>
                      <a:pt x="227214" y="690880"/>
                    </a:cubicBezTo>
                    <a:cubicBezTo>
                      <a:pt x="227214" y="690880"/>
                      <a:pt x="227214" y="690880"/>
                      <a:pt x="215228" y="698918"/>
                    </a:cubicBezTo>
                    <a:cubicBezTo>
                      <a:pt x="207237" y="706955"/>
                      <a:pt x="199246" y="702936"/>
                      <a:pt x="191254" y="698918"/>
                    </a:cubicBezTo>
                    <a:cubicBezTo>
                      <a:pt x="191254" y="698918"/>
                      <a:pt x="191254" y="698918"/>
                      <a:pt x="175272" y="682843"/>
                    </a:cubicBezTo>
                    <a:cubicBezTo>
                      <a:pt x="171277" y="674806"/>
                      <a:pt x="171277" y="662750"/>
                      <a:pt x="175272" y="654713"/>
                    </a:cubicBezTo>
                    <a:cubicBezTo>
                      <a:pt x="175272" y="654713"/>
                      <a:pt x="175272" y="654713"/>
                      <a:pt x="183263" y="646675"/>
                    </a:cubicBezTo>
                    <a:cubicBezTo>
                      <a:pt x="179268" y="638638"/>
                      <a:pt x="175272" y="626582"/>
                      <a:pt x="175272" y="618545"/>
                    </a:cubicBezTo>
                    <a:cubicBezTo>
                      <a:pt x="175272" y="618545"/>
                      <a:pt x="175272" y="618545"/>
                      <a:pt x="159290" y="618545"/>
                    </a:cubicBezTo>
                    <a:cubicBezTo>
                      <a:pt x="151299" y="614526"/>
                      <a:pt x="143308" y="606489"/>
                      <a:pt x="143308" y="598452"/>
                    </a:cubicBezTo>
                    <a:cubicBezTo>
                      <a:pt x="143308" y="598452"/>
                      <a:pt x="143308" y="598452"/>
                      <a:pt x="143308" y="578359"/>
                    </a:cubicBezTo>
                    <a:cubicBezTo>
                      <a:pt x="143308" y="566303"/>
                      <a:pt x="151299" y="558265"/>
                      <a:pt x="159290" y="558265"/>
                    </a:cubicBezTo>
                    <a:lnTo>
                      <a:pt x="175272" y="554247"/>
                    </a:lnTo>
                    <a:cubicBezTo>
                      <a:pt x="175272" y="546210"/>
                      <a:pt x="179268" y="538172"/>
                      <a:pt x="187259" y="526116"/>
                    </a:cubicBezTo>
                    <a:cubicBezTo>
                      <a:pt x="187259" y="526116"/>
                      <a:pt x="187259" y="526116"/>
                      <a:pt x="179268" y="518079"/>
                    </a:cubicBezTo>
                    <a:cubicBezTo>
                      <a:pt x="171277" y="510042"/>
                      <a:pt x="171277" y="497986"/>
                      <a:pt x="179268" y="489949"/>
                    </a:cubicBezTo>
                    <a:cubicBezTo>
                      <a:pt x="179268" y="489949"/>
                      <a:pt x="179268" y="489949"/>
                      <a:pt x="195250" y="477893"/>
                    </a:cubicBezTo>
                    <a:cubicBezTo>
                      <a:pt x="199246" y="469856"/>
                      <a:pt x="211232" y="469856"/>
                      <a:pt x="219223" y="473874"/>
                    </a:cubicBezTo>
                    <a:cubicBezTo>
                      <a:pt x="219223" y="473874"/>
                      <a:pt x="219223" y="473874"/>
                      <a:pt x="231210" y="481911"/>
                    </a:cubicBezTo>
                    <a:cubicBezTo>
                      <a:pt x="239201" y="477893"/>
                      <a:pt x="251187" y="473874"/>
                      <a:pt x="259178" y="469856"/>
                    </a:cubicBezTo>
                    <a:cubicBezTo>
                      <a:pt x="259178" y="469856"/>
                      <a:pt x="259178" y="469856"/>
                      <a:pt x="263174" y="457800"/>
                    </a:cubicBezTo>
                    <a:cubicBezTo>
                      <a:pt x="263174" y="449762"/>
                      <a:pt x="271165" y="441725"/>
                      <a:pt x="283151" y="441725"/>
                    </a:cubicBezTo>
                    <a:close/>
                    <a:moveTo>
                      <a:pt x="550369" y="341975"/>
                    </a:moveTo>
                    <a:cubicBezTo>
                      <a:pt x="518354" y="345977"/>
                      <a:pt x="490341" y="373990"/>
                      <a:pt x="494343" y="410007"/>
                    </a:cubicBezTo>
                    <a:cubicBezTo>
                      <a:pt x="494343" y="446024"/>
                      <a:pt x="526358" y="474038"/>
                      <a:pt x="562375" y="470036"/>
                    </a:cubicBezTo>
                    <a:cubicBezTo>
                      <a:pt x="598391" y="466034"/>
                      <a:pt x="622403" y="434019"/>
                      <a:pt x="622403" y="402004"/>
                    </a:cubicBezTo>
                    <a:cubicBezTo>
                      <a:pt x="618401" y="365987"/>
                      <a:pt x="586386" y="337973"/>
                      <a:pt x="550369" y="341975"/>
                    </a:cubicBezTo>
                    <a:close/>
                    <a:moveTo>
                      <a:pt x="558373" y="225921"/>
                    </a:moveTo>
                    <a:cubicBezTo>
                      <a:pt x="570378" y="225921"/>
                      <a:pt x="578382" y="233925"/>
                      <a:pt x="578382" y="241928"/>
                    </a:cubicBezTo>
                    <a:cubicBezTo>
                      <a:pt x="578382" y="241928"/>
                      <a:pt x="578382" y="241928"/>
                      <a:pt x="582384" y="261938"/>
                    </a:cubicBezTo>
                    <a:cubicBezTo>
                      <a:pt x="598391" y="261938"/>
                      <a:pt x="610397" y="265940"/>
                      <a:pt x="622403" y="273943"/>
                    </a:cubicBezTo>
                    <a:cubicBezTo>
                      <a:pt x="622403" y="273943"/>
                      <a:pt x="622403" y="273943"/>
                      <a:pt x="634408" y="261938"/>
                    </a:cubicBezTo>
                    <a:cubicBezTo>
                      <a:pt x="642412" y="253934"/>
                      <a:pt x="654418" y="253934"/>
                      <a:pt x="662422" y="257936"/>
                    </a:cubicBezTo>
                    <a:cubicBezTo>
                      <a:pt x="662422" y="257936"/>
                      <a:pt x="662422" y="257936"/>
                      <a:pt x="686433" y="281947"/>
                    </a:cubicBezTo>
                    <a:cubicBezTo>
                      <a:pt x="694437" y="285949"/>
                      <a:pt x="694437" y="297955"/>
                      <a:pt x="690435" y="305958"/>
                    </a:cubicBezTo>
                    <a:cubicBezTo>
                      <a:pt x="690435" y="305958"/>
                      <a:pt x="690435" y="305958"/>
                      <a:pt x="678429" y="321966"/>
                    </a:cubicBezTo>
                    <a:cubicBezTo>
                      <a:pt x="686433" y="333972"/>
                      <a:pt x="690435" y="345977"/>
                      <a:pt x="694437" y="357983"/>
                    </a:cubicBezTo>
                    <a:cubicBezTo>
                      <a:pt x="694437" y="357983"/>
                      <a:pt x="694437" y="357983"/>
                      <a:pt x="714446" y="357983"/>
                    </a:cubicBezTo>
                    <a:cubicBezTo>
                      <a:pt x="726452" y="357983"/>
                      <a:pt x="734455" y="365987"/>
                      <a:pt x="734455" y="373990"/>
                    </a:cubicBezTo>
                    <a:cubicBezTo>
                      <a:pt x="734455" y="373990"/>
                      <a:pt x="734455" y="373990"/>
                      <a:pt x="738457" y="406005"/>
                    </a:cubicBezTo>
                    <a:cubicBezTo>
                      <a:pt x="738457" y="418011"/>
                      <a:pt x="730453" y="426015"/>
                      <a:pt x="722450" y="430017"/>
                    </a:cubicBezTo>
                    <a:cubicBezTo>
                      <a:pt x="722450" y="430017"/>
                      <a:pt x="722450" y="430017"/>
                      <a:pt x="702440" y="434019"/>
                    </a:cubicBezTo>
                    <a:cubicBezTo>
                      <a:pt x="698438" y="446024"/>
                      <a:pt x="694437" y="458030"/>
                      <a:pt x="690435" y="470036"/>
                    </a:cubicBezTo>
                    <a:cubicBezTo>
                      <a:pt x="690435" y="470036"/>
                      <a:pt x="690435" y="470036"/>
                      <a:pt x="702440" y="482041"/>
                    </a:cubicBezTo>
                    <a:cubicBezTo>
                      <a:pt x="710444" y="490045"/>
                      <a:pt x="710444" y="502051"/>
                      <a:pt x="706442" y="510055"/>
                    </a:cubicBezTo>
                    <a:cubicBezTo>
                      <a:pt x="706442" y="510055"/>
                      <a:pt x="706442" y="510055"/>
                      <a:pt x="682431" y="534066"/>
                    </a:cubicBezTo>
                    <a:cubicBezTo>
                      <a:pt x="678429" y="542070"/>
                      <a:pt x="666423" y="546071"/>
                      <a:pt x="658420" y="538068"/>
                    </a:cubicBezTo>
                    <a:cubicBezTo>
                      <a:pt x="658420" y="538068"/>
                      <a:pt x="658420" y="538068"/>
                      <a:pt x="638410" y="526062"/>
                    </a:cubicBezTo>
                    <a:cubicBezTo>
                      <a:pt x="630407" y="534066"/>
                      <a:pt x="618401" y="538068"/>
                      <a:pt x="606395" y="542070"/>
                    </a:cubicBezTo>
                    <a:cubicBezTo>
                      <a:pt x="606395" y="542070"/>
                      <a:pt x="606395" y="542070"/>
                      <a:pt x="606395" y="566081"/>
                    </a:cubicBezTo>
                    <a:cubicBezTo>
                      <a:pt x="606395" y="574085"/>
                      <a:pt x="598391" y="582088"/>
                      <a:pt x="586386" y="586090"/>
                    </a:cubicBezTo>
                    <a:cubicBezTo>
                      <a:pt x="586386" y="586090"/>
                      <a:pt x="586386" y="586090"/>
                      <a:pt x="554371" y="586090"/>
                    </a:cubicBezTo>
                    <a:cubicBezTo>
                      <a:pt x="546367" y="590092"/>
                      <a:pt x="534361" y="582088"/>
                      <a:pt x="534361" y="570083"/>
                    </a:cubicBezTo>
                    <a:cubicBezTo>
                      <a:pt x="534361" y="570083"/>
                      <a:pt x="534361" y="570083"/>
                      <a:pt x="530360" y="550073"/>
                    </a:cubicBezTo>
                    <a:cubicBezTo>
                      <a:pt x="518354" y="546071"/>
                      <a:pt x="506348" y="542070"/>
                      <a:pt x="494343" y="538068"/>
                    </a:cubicBezTo>
                    <a:cubicBezTo>
                      <a:pt x="494343" y="538068"/>
                      <a:pt x="494343" y="538068"/>
                      <a:pt x="478335" y="554075"/>
                    </a:cubicBezTo>
                    <a:cubicBezTo>
                      <a:pt x="470331" y="562079"/>
                      <a:pt x="458326" y="562079"/>
                      <a:pt x="454324" y="554075"/>
                    </a:cubicBezTo>
                    <a:cubicBezTo>
                      <a:pt x="454324" y="554075"/>
                      <a:pt x="454324" y="554075"/>
                      <a:pt x="426311" y="534066"/>
                    </a:cubicBezTo>
                    <a:cubicBezTo>
                      <a:pt x="418307" y="526062"/>
                      <a:pt x="418307" y="514056"/>
                      <a:pt x="422309" y="506053"/>
                    </a:cubicBezTo>
                    <a:cubicBezTo>
                      <a:pt x="422309" y="506053"/>
                      <a:pt x="422309" y="506053"/>
                      <a:pt x="438316" y="490045"/>
                    </a:cubicBezTo>
                    <a:cubicBezTo>
                      <a:pt x="430313" y="478040"/>
                      <a:pt x="426311" y="470036"/>
                      <a:pt x="422309" y="458030"/>
                    </a:cubicBezTo>
                    <a:cubicBezTo>
                      <a:pt x="422309" y="458030"/>
                      <a:pt x="422309" y="458030"/>
                      <a:pt x="398298" y="458030"/>
                    </a:cubicBezTo>
                    <a:cubicBezTo>
                      <a:pt x="386292" y="458030"/>
                      <a:pt x="378288" y="450026"/>
                      <a:pt x="378288" y="438020"/>
                    </a:cubicBezTo>
                    <a:cubicBezTo>
                      <a:pt x="378288" y="438020"/>
                      <a:pt x="378288" y="438020"/>
                      <a:pt x="374286" y="406005"/>
                    </a:cubicBezTo>
                    <a:cubicBezTo>
                      <a:pt x="374286" y="398002"/>
                      <a:pt x="382290" y="385996"/>
                      <a:pt x="390294" y="385996"/>
                    </a:cubicBezTo>
                    <a:cubicBezTo>
                      <a:pt x="390294" y="385996"/>
                      <a:pt x="390294" y="385996"/>
                      <a:pt x="414305" y="381994"/>
                    </a:cubicBezTo>
                    <a:cubicBezTo>
                      <a:pt x="414305" y="369989"/>
                      <a:pt x="418307" y="357983"/>
                      <a:pt x="422309" y="345977"/>
                    </a:cubicBezTo>
                    <a:cubicBezTo>
                      <a:pt x="422309" y="345977"/>
                      <a:pt x="422309" y="345977"/>
                      <a:pt x="410303" y="329970"/>
                    </a:cubicBezTo>
                    <a:cubicBezTo>
                      <a:pt x="402299" y="321966"/>
                      <a:pt x="402299" y="309960"/>
                      <a:pt x="410303" y="305958"/>
                    </a:cubicBezTo>
                    <a:cubicBezTo>
                      <a:pt x="410303" y="305958"/>
                      <a:pt x="410303" y="305958"/>
                      <a:pt x="430313" y="277945"/>
                    </a:cubicBezTo>
                    <a:cubicBezTo>
                      <a:pt x="434314" y="269942"/>
                      <a:pt x="446320" y="269942"/>
                      <a:pt x="454324" y="273943"/>
                    </a:cubicBezTo>
                    <a:cubicBezTo>
                      <a:pt x="454324" y="273943"/>
                      <a:pt x="454324" y="273943"/>
                      <a:pt x="470331" y="285949"/>
                    </a:cubicBezTo>
                    <a:cubicBezTo>
                      <a:pt x="482337" y="277945"/>
                      <a:pt x="494343" y="273943"/>
                      <a:pt x="506348" y="265940"/>
                    </a:cubicBezTo>
                    <a:cubicBezTo>
                      <a:pt x="506348" y="265940"/>
                      <a:pt x="506348" y="265940"/>
                      <a:pt x="506348" y="249932"/>
                    </a:cubicBezTo>
                    <a:cubicBezTo>
                      <a:pt x="506348" y="237927"/>
                      <a:pt x="514352" y="229923"/>
                      <a:pt x="526358" y="229923"/>
                    </a:cubicBezTo>
                    <a:cubicBezTo>
                      <a:pt x="526358" y="229923"/>
                      <a:pt x="526358" y="229923"/>
                      <a:pt x="558373" y="225921"/>
                    </a:cubicBezTo>
                    <a:close/>
                    <a:moveTo>
                      <a:pt x="219487" y="140549"/>
                    </a:moveTo>
                    <a:cubicBezTo>
                      <a:pt x="175589" y="140549"/>
                      <a:pt x="139673" y="176690"/>
                      <a:pt x="139673" y="216847"/>
                    </a:cubicBezTo>
                    <a:cubicBezTo>
                      <a:pt x="139673" y="261019"/>
                      <a:pt x="175589" y="297160"/>
                      <a:pt x="219487" y="297160"/>
                    </a:cubicBezTo>
                    <a:cubicBezTo>
                      <a:pt x="263384" y="297160"/>
                      <a:pt x="295309" y="261019"/>
                      <a:pt x="295309" y="216847"/>
                    </a:cubicBezTo>
                    <a:cubicBezTo>
                      <a:pt x="295309" y="176690"/>
                      <a:pt x="263384" y="140549"/>
                      <a:pt x="219487" y="140549"/>
                    </a:cubicBezTo>
                    <a:close/>
                    <a:moveTo>
                      <a:pt x="195543" y="0"/>
                    </a:moveTo>
                    <a:cubicBezTo>
                      <a:pt x="195543" y="0"/>
                      <a:pt x="195543" y="0"/>
                      <a:pt x="243431" y="0"/>
                    </a:cubicBezTo>
                    <a:cubicBezTo>
                      <a:pt x="251412" y="0"/>
                      <a:pt x="259393" y="8031"/>
                      <a:pt x="263384" y="16063"/>
                    </a:cubicBezTo>
                    <a:cubicBezTo>
                      <a:pt x="263384" y="16063"/>
                      <a:pt x="263384" y="16063"/>
                      <a:pt x="263384" y="44172"/>
                    </a:cubicBezTo>
                    <a:cubicBezTo>
                      <a:pt x="279346" y="48188"/>
                      <a:pt x="295309" y="56219"/>
                      <a:pt x="307281" y="64251"/>
                    </a:cubicBezTo>
                    <a:cubicBezTo>
                      <a:pt x="307281" y="64251"/>
                      <a:pt x="307281" y="64251"/>
                      <a:pt x="331225" y="48188"/>
                    </a:cubicBezTo>
                    <a:cubicBezTo>
                      <a:pt x="339206" y="40157"/>
                      <a:pt x="347188" y="40157"/>
                      <a:pt x="355169" y="48188"/>
                    </a:cubicBezTo>
                    <a:cubicBezTo>
                      <a:pt x="355169" y="48188"/>
                      <a:pt x="355169" y="48188"/>
                      <a:pt x="391085" y="80314"/>
                    </a:cubicBezTo>
                    <a:cubicBezTo>
                      <a:pt x="395076" y="88345"/>
                      <a:pt x="399066" y="100392"/>
                      <a:pt x="391085" y="108423"/>
                    </a:cubicBezTo>
                    <a:cubicBezTo>
                      <a:pt x="391085" y="108423"/>
                      <a:pt x="391085" y="108423"/>
                      <a:pt x="375122" y="128502"/>
                    </a:cubicBezTo>
                    <a:cubicBezTo>
                      <a:pt x="379113" y="144564"/>
                      <a:pt x="387094" y="156611"/>
                      <a:pt x="391085" y="172674"/>
                    </a:cubicBezTo>
                    <a:cubicBezTo>
                      <a:pt x="391085" y="172674"/>
                      <a:pt x="391085" y="172674"/>
                      <a:pt x="419020" y="176690"/>
                    </a:cubicBezTo>
                    <a:cubicBezTo>
                      <a:pt x="427001" y="176690"/>
                      <a:pt x="434982" y="184721"/>
                      <a:pt x="434982" y="196768"/>
                    </a:cubicBezTo>
                    <a:cubicBezTo>
                      <a:pt x="434982" y="196768"/>
                      <a:pt x="434982" y="196768"/>
                      <a:pt x="434982" y="240941"/>
                    </a:cubicBezTo>
                    <a:cubicBezTo>
                      <a:pt x="434982" y="252988"/>
                      <a:pt x="427001" y="261019"/>
                      <a:pt x="419020" y="261019"/>
                    </a:cubicBezTo>
                    <a:cubicBezTo>
                      <a:pt x="419020" y="261019"/>
                      <a:pt x="419020" y="261019"/>
                      <a:pt x="391085" y="265035"/>
                    </a:cubicBezTo>
                    <a:cubicBezTo>
                      <a:pt x="387094" y="281098"/>
                      <a:pt x="379113" y="293145"/>
                      <a:pt x="371132" y="309207"/>
                    </a:cubicBezTo>
                    <a:cubicBezTo>
                      <a:pt x="371132" y="309207"/>
                      <a:pt x="371132" y="309207"/>
                      <a:pt x="391085" y="333301"/>
                    </a:cubicBezTo>
                    <a:cubicBezTo>
                      <a:pt x="399066" y="341333"/>
                      <a:pt x="395076" y="349364"/>
                      <a:pt x="391085" y="357396"/>
                    </a:cubicBezTo>
                    <a:cubicBezTo>
                      <a:pt x="391085" y="357396"/>
                      <a:pt x="391085" y="357396"/>
                      <a:pt x="355169" y="393537"/>
                    </a:cubicBezTo>
                    <a:cubicBezTo>
                      <a:pt x="347188" y="397552"/>
                      <a:pt x="339206" y="401568"/>
                      <a:pt x="331225" y="393537"/>
                    </a:cubicBezTo>
                    <a:cubicBezTo>
                      <a:pt x="331225" y="393537"/>
                      <a:pt x="331225" y="393537"/>
                      <a:pt x="307281" y="373458"/>
                    </a:cubicBezTo>
                    <a:cubicBezTo>
                      <a:pt x="291318" y="381490"/>
                      <a:pt x="279346" y="389521"/>
                      <a:pt x="263384" y="393537"/>
                    </a:cubicBezTo>
                    <a:cubicBezTo>
                      <a:pt x="263384" y="393537"/>
                      <a:pt x="263384" y="393537"/>
                      <a:pt x="259393" y="421646"/>
                    </a:cubicBezTo>
                    <a:cubicBezTo>
                      <a:pt x="259393" y="433693"/>
                      <a:pt x="251412" y="441725"/>
                      <a:pt x="239440" y="441725"/>
                    </a:cubicBezTo>
                    <a:cubicBezTo>
                      <a:pt x="239440" y="441725"/>
                      <a:pt x="239440" y="441725"/>
                      <a:pt x="191552" y="441725"/>
                    </a:cubicBezTo>
                    <a:cubicBezTo>
                      <a:pt x="183571" y="441725"/>
                      <a:pt x="175589" y="433693"/>
                      <a:pt x="171599" y="421646"/>
                    </a:cubicBezTo>
                    <a:cubicBezTo>
                      <a:pt x="171599" y="421646"/>
                      <a:pt x="171599" y="421646"/>
                      <a:pt x="167608" y="389521"/>
                    </a:cubicBezTo>
                    <a:cubicBezTo>
                      <a:pt x="155636" y="385505"/>
                      <a:pt x="143664" y="381490"/>
                      <a:pt x="127701" y="373458"/>
                    </a:cubicBezTo>
                    <a:cubicBezTo>
                      <a:pt x="127701" y="373458"/>
                      <a:pt x="127701" y="373458"/>
                      <a:pt x="103757" y="393537"/>
                    </a:cubicBezTo>
                    <a:cubicBezTo>
                      <a:pt x="95776" y="397552"/>
                      <a:pt x="87794" y="397552"/>
                      <a:pt x="79813" y="393537"/>
                    </a:cubicBezTo>
                    <a:cubicBezTo>
                      <a:pt x="79813" y="393537"/>
                      <a:pt x="79813" y="393537"/>
                      <a:pt x="43897" y="357396"/>
                    </a:cubicBezTo>
                    <a:cubicBezTo>
                      <a:pt x="39906" y="349364"/>
                      <a:pt x="35916" y="337317"/>
                      <a:pt x="43897" y="329286"/>
                    </a:cubicBezTo>
                    <a:cubicBezTo>
                      <a:pt x="43897" y="329286"/>
                      <a:pt x="43897" y="329286"/>
                      <a:pt x="63850" y="305192"/>
                    </a:cubicBezTo>
                    <a:cubicBezTo>
                      <a:pt x="55869" y="293145"/>
                      <a:pt x="51878" y="281098"/>
                      <a:pt x="47888" y="269051"/>
                    </a:cubicBezTo>
                    <a:lnTo>
                      <a:pt x="15962" y="265035"/>
                    </a:lnTo>
                    <a:cubicBezTo>
                      <a:pt x="7981" y="265035"/>
                      <a:pt x="0" y="252988"/>
                      <a:pt x="0" y="244956"/>
                    </a:cubicBezTo>
                    <a:cubicBezTo>
                      <a:pt x="0" y="244956"/>
                      <a:pt x="0" y="244956"/>
                      <a:pt x="0" y="196768"/>
                    </a:cubicBezTo>
                    <a:cubicBezTo>
                      <a:pt x="0" y="188737"/>
                      <a:pt x="7981" y="176690"/>
                      <a:pt x="15962" y="176690"/>
                    </a:cubicBezTo>
                    <a:cubicBezTo>
                      <a:pt x="15962" y="176690"/>
                      <a:pt x="15962" y="176690"/>
                      <a:pt x="43897" y="172674"/>
                    </a:cubicBezTo>
                    <a:cubicBezTo>
                      <a:pt x="47888" y="160627"/>
                      <a:pt x="55869" y="144564"/>
                      <a:pt x="63850" y="132517"/>
                    </a:cubicBezTo>
                    <a:cubicBezTo>
                      <a:pt x="63850" y="132517"/>
                      <a:pt x="63850" y="132517"/>
                      <a:pt x="43897" y="108423"/>
                    </a:cubicBezTo>
                    <a:cubicBezTo>
                      <a:pt x="35916" y="100392"/>
                      <a:pt x="39906" y="88345"/>
                      <a:pt x="43897" y="80314"/>
                    </a:cubicBezTo>
                    <a:cubicBezTo>
                      <a:pt x="43897" y="80314"/>
                      <a:pt x="43897" y="80314"/>
                      <a:pt x="79813" y="48188"/>
                    </a:cubicBezTo>
                    <a:cubicBezTo>
                      <a:pt x="87794" y="40157"/>
                      <a:pt x="95776" y="40157"/>
                      <a:pt x="103757" y="48188"/>
                    </a:cubicBezTo>
                    <a:cubicBezTo>
                      <a:pt x="103757" y="48188"/>
                      <a:pt x="103757" y="48188"/>
                      <a:pt x="127701" y="64251"/>
                    </a:cubicBezTo>
                    <a:cubicBezTo>
                      <a:pt x="139673" y="56219"/>
                      <a:pt x="155636" y="48188"/>
                      <a:pt x="171599" y="44172"/>
                    </a:cubicBezTo>
                    <a:cubicBezTo>
                      <a:pt x="171599" y="44172"/>
                      <a:pt x="171599" y="44172"/>
                      <a:pt x="175589" y="16063"/>
                    </a:cubicBezTo>
                    <a:cubicBezTo>
                      <a:pt x="175589" y="8031"/>
                      <a:pt x="183571" y="0"/>
                      <a:pt x="19554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1" name="îslidè"/>
              <p:cNvSpPr/>
              <p:nvPr/>
            </p:nvSpPr>
            <p:spPr bwMode="auto">
              <a:xfrm>
                <a:off x="6751645" y="2336245"/>
                <a:ext cx="451552" cy="661141"/>
              </a:xfrm>
              <a:custGeom>
                <a:avLst/>
                <a:gdLst>
                  <a:gd name="T0" fmla="*/ 109 w 112"/>
                  <a:gd name="T1" fmla="*/ 41 h 163"/>
                  <a:gd name="T2" fmla="*/ 107 w 112"/>
                  <a:gd name="T3" fmla="*/ 34 h 163"/>
                  <a:gd name="T4" fmla="*/ 55 w 112"/>
                  <a:gd name="T5" fmla="*/ 0 h 163"/>
                  <a:gd name="T6" fmla="*/ 0 w 112"/>
                  <a:gd name="T7" fmla="*/ 51 h 163"/>
                  <a:gd name="T8" fmla="*/ 0 w 112"/>
                  <a:gd name="T9" fmla="*/ 57 h 163"/>
                  <a:gd name="T10" fmla="*/ 0 w 112"/>
                  <a:gd name="T11" fmla="*/ 62 h 163"/>
                  <a:gd name="T12" fmla="*/ 24 w 112"/>
                  <a:gd name="T13" fmla="*/ 111 h 163"/>
                  <a:gd name="T14" fmla="*/ 56 w 112"/>
                  <a:gd name="T15" fmla="*/ 163 h 163"/>
                  <a:gd name="T16" fmla="*/ 75 w 112"/>
                  <a:gd name="T17" fmla="*/ 130 h 163"/>
                  <a:gd name="T18" fmla="*/ 81 w 112"/>
                  <a:gd name="T19" fmla="*/ 120 h 163"/>
                  <a:gd name="T20" fmla="*/ 85 w 112"/>
                  <a:gd name="T21" fmla="*/ 114 h 163"/>
                  <a:gd name="T22" fmla="*/ 112 w 112"/>
                  <a:gd name="T23" fmla="*/ 58 h 163"/>
                  <a:gd name="T24" fmla="*/ 112 w 112"/>
                  <a:gd name="T25" fmla="*/ 50 h 163"/>
                  <a:gd name="T26" fmla="*/ 109 w 112"/>
                  <a:gd name="T27" fmla="*/ 41 h 163"/>
                  <a:gd name="T28" fmla="*/ 56 w 112"/>
                  <a:gd name="T29" fmla="*/ 75 h 163"/>
                  <a:gd name="T30" fmla="*/ 36 w 112"/>
                  <a:gd name="T31" fmla="*/ 62 h 163"/>
                  <a:gd name="T32" fmla="*/ 36 w 112"/>
                  <a:gd name="T33" fmla="*/ 57 h 163"/>
                  <a:gd name="T34" fmla="*/ 36 w 112"/>
                  <a:gd name="T35" fmla="*/ 52 h 163"/>
                  <a:gd name="T36" fmla="*/ 56 w 112"/>
                  <a:gd name="T37" fmla="*/ 34 h 163"/>
                  <a:gd name="T38" fmla="*/ 77 w 112"/>
                  <a:gd name="T39" fmla="*/ 55 h 163"/>
                  <a:gd name="T40" fmla="*/ 56 w 112"/>
                  <a:gd name="T41" fmla="*/ 75 h 1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2" h="163">
                    <a:moveTo>
                      <a:pt x="109" y="41"/>
                    </a:moveTo>
                    <a:cubicBezTo>
                      <a:pt x="109" y="38"/>
                      <a:pt x="108" y="36"/>
                      <a:pt x="107" y="34"/>
                    </a:cubicBezTo>
                    <a:cubicBezTo>
                      <a:pt x="96" y="9"/>
                      <a:pt x="74" y="0"/>
                      <a:pt x="55" y="0"/>
                    </a:cubicBezTo>
                    <a:cubicBezTo>
                      <a:pt x="30" y="0"/>
                      <a:pt x="3" y="16"/>
                      <a:pt x="0" y="51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58"/>
                      <a:pt x="0" y="60"/>
                      <a:pt x="0" y="62"/>
                    </a:cubicBezTo>
                    <a:cubicBezTo>
                      <a:pt x="2" y="78"/>
                      <a:pt x="15" y="95"/>
                      <a:pt x="24" y="111"/>
                    </a:cubicBezTo>
                    <a:cubicBezTo>
                      <a:pt x="35" y="129"/>
                      <a:pt x="45" y="146"/>
                      <a:pt x="56" y="163"/>
                    </a:cubicBezTo>
                    <a:cubicBezTo>
                      <a:pt x="62" y="152"/>
                      <a:pt x="69" y="141"/>
                      <a:pt x="75" y="130"/>
                    </a:cubicBezTo>
                    <a:cubicBezTo>
                      <a:pt x="77" y="127"/>
                      <a:pt x="79" y="123"/>
                      <a:pt x="81" y="120"/>
                    </a:cubicBezTo>
                    <a:cubicBezTo>
                      <a:pt x="82" y="118"/>
                      <a:pt x="84" y="116"/>
                      <a:pt x="85" y="114"/>
                    </a:cubicBezTo>
                    <a:cubicBezTo>
                      <a:pt x="96" y="96"/>
                      <a:pt x="112" y="76"/>
                      <a:pt x="112" y="58"/>
                    </a:cubicBezTo>
                    <a:cubicBezTo>
                      <a:pt x="112" y="50"/>
                      <a:pt x="112" y="50"/>
                      <a:pt x="112" y="50"/>
                    </a:cubicBezTo>
                    <a:cubicBezTo>
                      <a:pt x="112" y="48"/>
                      <a:pt x="110" y="41"/>
                      <a:pt x="109" y="41"/>
                    </a:cubicBezTo>
                    <a:close/>
                    <a:moveTo>
                      <a:pt x="56" y="75"/>
                    </a:moveTo>
                    <a:cubicBezTo>
                      <a:pt x="48" y="75"/>
                      <a:pt x="40" y="72"/>
                      <a:pt x="36" y="62"/>
                    </a:cubicBezTo>
                    <a:cubicBezTo>
                      <a:pt x="36" y="60"/>
                      <a:pt x="36" y="57"/>
                      <a:pt x="36" y="57"/>
                    </a:cubicBezTo>
                    <a:cubicBezTo>
                      <a:pt x="36" y="52"/>
                      <a:pt x="36" y="52"/>
                      <a:pt x="36" y="52"/>
                    </a:cubicBezTo>
                    <a:cubicBezTo>
                      <a:pt x="36" y="40"/>
                      <a:pt x="47" y="34"/>
                      <a:pt x="56" y="34"/>
                    </a:cubicBezTo>
                    <a:cubicBezTo>
                      <a:pt x="68" y="34"/>
                      <a:pt x="77" y="43"/>
                      <a:pt x="77" y="55"/>
                    </a:cubicBezTo>
                    <a:cubicBezTo>
                      <a:pt x="77" y="66"/>
                      <a:pt x="67" y="75"/>
                      <a:pt x="56" y="7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2" name="îsļîḍé"/>
              <p:cNvSpPr/>
              <p:nvPr/>
            </p:nvSpPr>
            <p:spPr bwMode="auto">
              <a:xfrm>
                <a:off x="5519062" y="4599684"/>
                <a:ext cx="557199" cy="564015"/>
              </a:xfrm>
              <a:custGeom>
                <a:avLst/>
                <a:gdLst>
                  <a:gd name="connsiteX0" fmla="*/ 184459 w 551315"/>
                  <a:gd name="connsiteY0" fmla="*/ 375973 h 558059"/>
                  <a:gd name="connsiteX1" fmla="*/ 366857 w 551315"/>
                  <a:gd name="connsiteY1" fmla="*/ 375973 h 558059"/>
                  <a:gd name="connsiteX2" fmla="*/ 382717 w 551315"/>
                  <a:gd name="connsiteY2" fmla="*/ 392459 h 558059"/>
                  <a:gd name="connsiteX3" fmla="*/ 366857 w 551315"/>
                  <a:gd name="connsiteY3" fmla="*/ 413065 h 558059"/>
                  <a:gd name="connsiteX4" fmla="*/ 184459 w 551315"/>
                  <a:gd name="connsiteY4" fmla="*/ 413065 h 558059"/>
                  <a:gd name="connsiteX5" fmla="*/ 168598 w 551315"/>
                  <a:gd name="connsiteY5" fmla="*/ 392459 h 558059"/>
                  <a:gd name="connsiteX6" fmla="*/ 184459 w 551315"/>
                  <a:gd name="connsiteY6" fmla="*/ 375973 h 558059"/>
                  <a:gd name="connsiteX7" fmla="*/ 147524 w 551315"/>
                  <a:gd name="connsiteY7" fmla="*/ 300104 h 558059"/>
                  <a:gd name="connsiteX8" fmla="*/ 403792 w 551315"/>
                  <a:gd name="connsiteY8" fmla="*/ 300104 h 558059"/>
                  <a:gd name="connsiteX9" fmla="*/ 419809 w 551315"/>
                  <a:gd name="connsiteY9" fmla="*/ 320336 h 558059"/>
                  <a:gd name="connsiteX10" fmla="*/ 403792 w 551315"/>
                  <a:gd name="connsiteY10" fmla="*/ 340567 h 558059"/>
                  <a:gd name="connsiteX11" fmla="*/ 147524 w 551315"/>
                  <a:gd name="connsiteY11" fmla="*/ 340567 h 558059"/>
                  <a:gd name="connsiteX12" fmla="*/ 131507 w 551315"/>
                  <a:gd name="connsiteY12" fmla="*/ 320336 h 558059"/>
                  <a:gd name="connsiteX13" fmla="*/ 147524 w 551315"/>
                  <a:gd name="connsiteY13" fmla="*/ 300104 h 558059"/>
                  <a:gd name="connsiteX14" fmla="*/ 115856 w 551315"/>
                  <a:gd name="connsiteY14" fmla="*/ 256948 h 558059"/>
                  <a:gd name="connsiteX15" fmla="*/ 83896 w 551315"/>
                  <a:gd name="connsiteY15" fmla="*/ 285052 h 558059"/>
                  <a:gd name="connsiteX16" fmla="*/ 83896 w 551315"/>
                  <a:gd name="connsiteY16" fmla="*/ 441630 h 558059"/>
                  <a:gd name="connsiteX17" fmla="*/ 115856 w 551315"/>
                  <a:gd name="connsiteY17" fmla="*/ 469733 h 558059"/>
                  <a:gd name="connsiteX18" fmla="*/ 435459 w 551315"/>
                  <a:gd name="connsiteY18" fmla="*/ 469733 h 558059"/>
                  <a:gd name="connsiteX19" fmla="*/ 467419 w 551315"/>
                  <a:gd name="connsiteY19" fmla="*/ 441630 h 558059"/>
                  <a:gd name="connsiteX20" fmla="*/ 467419 w 551315"/>
                  <a:gd name="connsiteY20" fmla="*/ 285052 h 558059"/>
                  <a:gd name="connsiteX21" fmla="*/ 435459 w 551315"/>
                  <a:gd name="connsiteY21" fmla="*/ 256948 h 558059"/>
                  <a:gd name="connsiteX22" fmla="*/ 115856 w 551315"/>
                  <a:gd name="connsiteY22" fmla="*/ 256948 h 558059"/>
                  <a:gd name="connsiteX23" fmla="*/ 160168 w 551315"/>
                  <a:gd name="connsiteY23" fmla="*/ 0 h 558059"/>
                  <a:gd name="connsiteX24" fmla="*/ 391147 w 551315"/>
                  <a:gd name="connsiteY24" fmla="*/ 0 h 558059"/>
                  <a:gd name="connsiteX25" fmla="*/ 391147 w 551315"/>
                  <a:gd name="connsiteY25" fmla="*/ 92470 h 558059"/>
                  <a:gd name="connsiteX26" fmla="*/ 379200 w 551315"/>
                  <a:gd name="connsiteY26" fmla="*/ 104531 h 558059"/>
                  <a:gd name="connsiteX27" fmla="*/ 172115 w 551315"/>
                  <a:gd name="connsiteY27" fmla="*/ 104531 h 558059"/>
                  <a:gd name="connsiteX28" fmla="*/ 160168 w 551315"/>
                  <a:gd name="connsiteY28" fmla="*/ 92470 h 558059"/>
                  <a:gd name="connsiteX29" fmla="*/ 160168 w 551315"/>
                  <a:gd name="connsiteY29" fmla="*/ 0 h 558059"/>
                  <a:gd name="connsiteX30" fmla="*/ 51935 w 551315"/>
                  <a:gd name="connsiteY30" fmla="*/ 0 h 558059"/>
                  <a:gd name="connsiteX31" fmla="*/ 123846 w 551315"/>
                  <a:gd name="connsiteY31" fmla="*/ 0 h 558059"/>
                  <a:gd name="connsiteX32" fmla="*/ 123846 w 551315"/>
                  <a:gd name="connsiteY32" fmla="*/ 92341 h 558059"/>
                  <a:gd name="connsiteX33" fmla="*/ 171787 w 551315"/>
                  <a:gd name="connsiteY33" fmla="*/ 140519 h 558059"/>
                  <a:gd name="connsiteX34" fmla="*/ 379529 w 551315"/>
                  <a:gd name="connsiteY34" fmla="*/ 140519 h 558059"/>
                  <a:gd name="connsiteX35" fmla="*/ 427469 w 551315"/>
                  <a:gd name="connsiteY35" fmla="*/ 92341 h 558059"/>
                  <a:gd name="connsiteX36" fmla="*/ 427469 w 551315"/>
                  <a:gd name="connsiteY36" fmla="*/ 24089 h 558059"/>
                  <a:gd name="connsiteX37" fmla="*/ 543325 w 551315"/>
                  <a:gd name="connsiteY37" fmla="*/ 140519 h 558059"/>
                  <a:gd name="connsiteX38" fmla="*/ 551315 w 551315"/>
                  <a:gd name="connsiteY38" fmla="*/ 160593 h 558059"/>
                  <a:gd name="connsiteX39" fmla="*/ 551315 w 551315"/>
                  <a:gd name="connsiteY39" fmla="*/ 505867 h 558059"/>
                  <a:gd name="connsiteX40" fmla="*/ 499380 w 551315"/>
                  <a:gd name="connsiteY40" fmla="*/ 558059 h 558059"/>
                  <a:gd name="connsiteX41" fmla="*/ 51935 w 551315"/>
                  <a:gd name="connsiteY41" fmla="*/ 558059 h 558059"/>
                  <a:gd name="connsiteX42" fmla="*/ 0 w 551315"/>
                  <a:gd name="connsiteY42" fmla="*/ 505867 h 558059"/>
                  <a:gd name="connsiteX43" fmla="*/ 0 w 551315"/>
                  <a:gd name="connsiteY43" fmla="*/ 52193 h 558059"/>
                  <a:gd name="connsiteX44" fmla="*/ 51935 w 551315"/>
                  <a:gd name="connsiteY44" fmla="*/ 0 h 558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551315" h="558059">
                    <a:moveTo>
                      <a:pt x="184459" y="375973"/>
                    </a:moveTo>
                    <a:cubicBezTo>
                      <a:pt x="184459" y="375973"/>
                      <a:pt x="184459" y="375973"/>
                      <a:pt x="366857" y="375973"/>
                    </a:cubicBezTo>
                    <a:cubicBezTo>
                      <a:pt x="374787" y="375973"/>
                      <a:pt x="382717" y="384216"/>
                      <a:pt x="382717" y="392459"/>
                    </a:cubicBezTo>
                    <a:cubicBezTo>
                      <a:pt x="382717" y="404823"/>
                      <a:pt x="374787" y="413065"/>
                      <a:pt x="366857" y="413065"/>
                    </a:cubicBezTo>
                    <a:cubicBezTo>
                      <a:pt x="366857" y="413065"/>
                      <a:pt x="366857" y="413065"/>
                      <a:pt x="184459" y="413065"/>
                    </a:cubicBezTo>
                    <a:cubicBezTo>
                      <a:pt x="176529" y="413065"/>
                      <a:pt x="168598" y="404823"/>
                      <a:pt x="168598" y="392459"/>
                    </a:cubicBezTo>
                    <a:cubicBezTo>
                      <a:pt x="168598" y="384216"/>
                      <a:pt x="176529" y="375973"/>
                      <a:pt x="184459" y="375973"/>
                    </a:cubicBezTo>
                    <a:close/>
                    <a:moveTo>
                      <a:pt x="147524" y="300104"/>
                    </a:moveTo>
                    <a:cubicBezTo>
                      <a:pt x="147524" y="300104"/>
                      <a:pt x="147524" y="300104"/>
                      <a:pt x="403792" y="300104"/>
                    </a:cubicBezTo>
                    <a:cubicBezTo>
                      <a:pt x="411801" y="300104"/>
                      <a:pt x="419809" y="308197"/>
                      <a:pt x="419809" y="320336"/>
                    </a:cubicBezTo>
                    <a:cubicBezTo>
                      <a:pt x="419809" y="332475"/>
                      <a:pt x="411801" y="340567"/>
                      <a:pt x="403792" y="340567"/>
                    </a:cubicBezTo>
                    <a:cubicBezTo>
                      <a:pt x="403792" y="340567"/>
                      <a:pt x="403792" y="340567"/>
                      <a:pt x="147524" y="340567"/>
                    </a:cubicBezTo>
                    <a:cubicBezTo>
                      <a:pt x="139515" y="340567"/>
                      <a:pt x="131507" y="332475"/>
                      <a:pt x="131507" y="320336"/>
                    </a:cubicBezTo>
                    <a:cubicBezTo>
                      <a:pt x="131507" y="308197"/>
                      <a:pt x="139515" y="300104"/>
                      <a:pt x="147524" y="300104"/>
                    </a:cubicBezTo>
                    <a:close/>
                    <a:moveTo>
                      <a:pt x="115856" y="256948"/>
                    </a:moveTo>
                    <a:cubicBezTo>
                      <a:pt x="99876" y="256948"/>
                      <a:pt x="83896" y="268993"/>
                      <a:pt x="83896" y="285052"/>
                    </a:cubicBezTo>
                    <a:cubicBezTo>
                      <a:pt x="83896" y="285052"/>
                      <a:pt x="83896" y="285052"/>
                      <a:pt x="83896" y="441630"/>
                    </a:cubicBezTo>
                    <a:cubicBezTo>
                      <a:pt x="83896" y="457689"/>
                      <a:pt x="99876" y="469733"/>
                      <a:pt x="115856" y="469733"/>
                    </a:cubicBezTo>
                    <a:cubicBezTo>
                      <a:pt x="115856" y="469733"/>
                      <a:pt x="115856" y="469733"/>
                      <a:pt x="435459" y="469733"/>
                    </a:cubicBezTo>
                    <a:cubicBezTo>
                      <a:pt x="451439" y="469733"/>
                      <a:pt x="467419" y="457689"/>
                      <a:pt x="467419" y="441630"/>
                    </a:cubicBezTo>
                    <a:lnTo>
                      <a:pt x="467419" y="285052"/>
                    </a:lnTo>
                    <a:cubicBezTo>
                      <a:pt x="467419" y="268993"/>
                      <a:pt x="451439" y="256948"/>
                      <a:pt x="435459" y="256948"/>
                    </a:cubicBezTo>
                    <a:cubicBezTo>
                      <a:pt x="435459" y="256948"/>
                      <a:pt x="435459" y="256948"/>
                      <a:pt x="115856" y="256948"/>
                    </a:cubicBezTo>
                    <a:close/>
                    <a:moveTo>
                      <a:pt x="160168" y="0"/>
                    </a:moveTo>
                    <a:cubicBezTo>
                      <a:pt x="160168" y="0"/>
                      <a:pt x="160168" y="0"/>
                      <a:pt x="391147" y="0"/>
                    </a:cubicBezTo>
                    <a:cubicBezTo>
                      <a:pt x="391147" y="0"/>
                      <a:pt x="391147" y="0"/>
                      <a:pt x="391147" y="92470"/>
                    </a:cubicBezTo>
                    <a:cubicBezTo>
                      <a:pt x="391147" y="100511"/>
                      <a:pt x="383182" y="104531"/>
                      <a:pt x="379200" y="104531"/>
                    </a:cubicBezTo>
                    <a:cubicBezTo>
                      <a:pt x="379200" y="104531"/>
                      <a:pt x="379200" y="104531"/>
                      <a:pt x="172115" y="104531"/>
                    </a:cubicBezTo>
                    <a:cubicBezTo>
                      <a:pt x="168133" y="104531"/>
                      <a:pt x="160168" y="100511"/>
                      <a:pt x="160168" y="92470"/>
                    </a:cubicBezTo>
                    <a:cubicBezTo>
                      <a:pt x="160168" y="92470"/>
                      <a:pt x="160168" y="92470"/>
                      <a:pt x="160168" y="0"/>
                    </a:cubicBezTo>
                    <a:close/>
                    <a:moveTo>
                      <a:pt x="51935" y="0"/>
                    </a:moveTo>
                    <a:cubicBezTo>
                      <a:pt x="51935" y="0"/>
                      <a:pt x="51935" y="0"/>
                      <a:pt x="123846" y="0"/>
                    </a:cubicBezTo>
                    <a:cubicBezTo>
                      <a:pt x="123846" y="0"/>
                      <a:pt x="123846" y="0"/>
                      <a:pt x="123846" y="92341"/>
                    </a:cubicBezTo>
                    <a:cubicBezTo>
                      <a:pt x="123846" y="120445"/>
                      <a:pt x="147816" y="140519"/>
                      <a:pt x="171787" y="140519"/>
                    </a:cubicBezTo>
                    <a:cubicBezTo>
                      <a:pt x="171787" y="140519"/>
                      <a:pt x="171787" y="140519"/>
                      <a:pt x="379529" y="140519"/>
                    </a:cubicBezTo>
                    <a:cubicBezTo>
                      <a:pt x="403499" y="140519"/>
                      <a:pt x="427469" y="120445"/>
                      <a:pt x="427469" y="92341"/>
                    </a:cubicBezTo>
                    <a:cubicBezTo>
                      <a:pt x="427469" y="92341"/>
                      <a:pt x="427469" y="92341"/>
                      <a:pt x="427469" y="24089"/>
                    </a:cubicBezTo>
                    <a:cubicBezTo>
                      <a:pt x="427469" y="24089"/>
                      <a:pt x="427469" y="24089"/>
                      <a:pt x="543325" y="140519"/>
                    </a:cubicBezTo>
                    <a:cubicBezTo>
                      <a:pt x="547320" y="148548"/>
                      <a:pt x="551315" y="152563"/>
                      <a:pt x="551315" y="160593"/>
                    </a:cubicBezTo>
                    <a:cubicBezTo>
                      <a:pt x="551315" y="160593"/>
                      <a:pt x="551315" y="160593"/>
                      <a:pt x="551315" y="505867"/>
                    </a:cubicBezTo>
                    <a:cubicBezTo>
                      <a:pt x="551315" y="533970"/>
                      <a:pt x="527345" y="558059"/>
                      <a:pt x="499380" y="558059"/>
                    </a:cubicBezTo>
                    <a:cubicBezTo>
                      <a:pt x="499380" y="558059"/>
                      <a:pt x="499380" y="558059"/>
                      <a:pt x="51935" y="558059"/>
                    </a:cubicBezTo>
                    <a:cubicBezTo>
                      <a:pt x="23970" y="558059"/>
                      <a:pt x="0" y="533970"/>
                      <a:pt x="0" y="505867"/>
                    </a:cubicBezTo>
                    <a:cubicBezTo>
                      <a:pt x="0" y="505867"/>
                      <a:pt x="0" y="505867"/>
                      <a:pt x="0" y="52193"/>
                    </a:cubicBezTo>
                    <a:cubicBezTo>
                      <a:pt x="0" y="24089"/>
                      <a:pt x="23970" y="0"/>
                      <a:pt x="5193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rmAutofit/>
              </a:bodyPr>
              <a:lstStyle/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33" name="í$ļíḓè"/>
              <p:cNvSpPr txBox="1"/>
              <p:nvPr/>
            </p:nvSpPr>
            <p:spPr>
              <a:xfrm>
                <a:off x="5170589" y="3375501"/>
                <a:ext cx="1855595" cy="50262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 lnSpcReduction="10000"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>
                        <a:lumMod val="65000"/>
                        <a:lumOff val="35000"/>
                      </a:srgbClr>
                    </a:solidFill>
                    <a:effectLst/>
                    <a:uLnTx/>
                    <a:uFillTx/>
                  </a:rPr>
                  <a:t>Text</a:t>
                </a:r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7" name="ísḷïdé"/>
            <p:cNvGrpSpPr/>
            <p:nvPr/>
          </p:nvGrpSpPr>
          <p:grpSpPr>
            <a:xfrm>
              <a:off x="673099" y="1173257"/>
              <a:ext cx="4061935" cy="1273601"/>
              <a:chOff x="673099" y="1173257"/>
              <a:chExt cx="4061935" cy="1273601"/>
            </a:xfrm>
          </p:grpSpPr>
          <p:sp>
            <p:nvSpPr>
              <p:cNvPr id="20" name="ïśľïḑé"/>
              <p:cNvSpPr txBox="1"/>
              <p:nvPr/>
            </p:nvSpPr>
            <p:spPr bwMode="auto">
              <a:xfrm>
                <a:off x="673099" y="1173257"/>
                <a:ext cx="406193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1" name="í$ľïďê"/>
              <p:cNvSpPr/>
              <p:nvPr/>
            </p:nvSpPr>
            <p:spPr bwMode="auto">
              <a:xfrm>
                <a:off x="673099" y="1615063"/>
                <a:ext cx="4061935" cy="8317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8" name="îṧ1íḓé"/>
            <p:cNvGrpSpPr/>
            <p:nvPr/>
          </p:nvGrpSpPr>
          <p:grpSpPr>
            <a:xfrm>
              <a:off x="673100" y="3016878"/>
              <a:ext cx="3253968" cy="1273601"/>
              <a:chOff x="673100" y="3117482"/>
              <a:chExt cx="3253968" cy="1273601"/>
            </a:xfrm>
          </p:grpSpPr>
          <p:sp>
            <p:nvSpPr>
              <p:cNvPr id="18" name="iṥļíḍê"/>
              <p:cNvSpPr txBox="1"/>
              <p:nvPr/>
            </p:nvSpPr>
            <p:spPr bwMode="auto">
              <a:xfrm>
                <a:off x="673100" y="3117482"/>
                <a:ext cx="325396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9" name="íşḻíďé"/>
              <p:cNvSpPr/>
              <p:nvPr/>
            </p:nvSpPr>
            <p:spPr bwMode="auto">
              <a:xfrm>
                <a:off x="673100" y="3559288"/>
                <a:ext cx="3253968" cy="8317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 lnSpcReduction="1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9" name="îṧḻiḑé"/>
            <p:cNvGrpSpPr/>
            <p:nvPr/>
          </p:nvGrpSpPr>
          <p:grpSpPr>
            <a:xfrm>
              <a:off x="673099" y="4860499"/>
              <a:ext cx="4061935" cy="1273601"/>
              <a:chOff x="673099" y="4860499"/>
              <a:chExt cx="4061935" cy="1273601"/>
            </a:xfrm>
          </p:grpSpPr>
          <p:sp>
            <p:nvSpPr>
              <p:cNvPr id="16" name="i$ļiďè"/>
              <p:cNvSpPr txBox="1"/>
              <p:nvPr/>
            </p:nvSpPr>
            <p:spPr bwMode="auto">
              <a:xfrm>
                <a:off x="673099" y="4860499"/>
                <a:ext cx="406193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7" name="îs1ide"/>
              <p:cNvSpPr/>
              <p:nvPr/>
            </p:nvSpPr>
            <p:spPr bwMode="auto">
              <a:xfrm>
                <a:off x="673099" y="5302305"/>
                <a:ext cx="4061935" cy="8317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lvl="0" indent="-171450" algn="l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0" name="îşľîḋè"/>
            <p:cNvGrpSpPr/>
            <p:nvPr/>
          </p:nvGrpSpPr>
          <p:grpSpPr>
            <a:xfrm>
              <a:off x="7458553" y="2095068"/>
              <a:ext cx="4061935" cy="1273601"/>
              <a:chOff x="673099" y="1173257"/>
              <a:chExt cx="4061935" cy="1273601"/>
            </a:xfrm>
          </p:grpSpPr>
          <p:sp>
            <p:nvSpPr>
              <p:cNvPr id="14" name="îṧļîḓê"/>
              <p:cNvSpPr txBox="1"/>
              <p:nvPr/>
            </p:nvSpPr>
            <p:spPr bwMode="auto">
              <a:xfrm>
                <a:off x="673099" y="1173257"/>
                <a:ext cx="406193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5" name="ïŝlïḍê"/>
              <p:cNvSpPr/>
              <p:nvPr/>
            </p:nvSpPr>
            <p:spPr bwMode="auto">
              <a:xfrm>
                <a:off x="673099" y="1615063"/>
                <a:ext cx="4061935" cy="8317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lvl="0" indent="-171450" algn="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11" name="íṩļiḍè"/>
            <p:cNvGrpSpPr/>
            <p:nvPr/>
          </p:nvGrpSpPr>
          <p:grpSpPr>
            <a:xfrm>
              <a:off x="7458553" y="3938688"/>
              <a:ext cx="4061935" cy="1273601"/>
              <a:chOff x="673099" y="1173257"/>
              <a:chExt cx="4061935" cy="1273601"/>
            </a:xfrm>
          </p:grpSpPr>
          <p:sp>
            <p:nvSpPr>
              <p:cNvPr id="12" name="ï$ḷïďé"/>
              <p:cNvSpPr txBox="1"/>
              <p:nvPr/>
            </p:nvSpPr>
            <p:spPr bwMode="auto">
              <a:xfrm>
                <a:off x="673099" y="1173257"/>
                <a:ext cx="4061935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13" name="íṩľïďè"/>
              <p:cNvSpPr/>
              <p:nvPr/>
            </p:nvSpPr>
            <p:spPr bwMode="auto">
              <a:xfrm>
                <a:off x="673099" y="1615063"/>
                <a:ext cx="4061935" cy="83179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171450" marR="0" lvl="0" indent="-171450" algn="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Copy paste fonts. Choose the only option to retain text.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  <a:p>
                <a:pPr marL="171450" marR="0" lvl="0" indent="-171450" algn="r" defTabSz="913765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altLang="zh-CN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……</a:t>
                </a:r>
                <a:endPara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</p:grpSp>
      </p:grpSp>
      <p:pic>
        <p:nvPicPr>
          <p:cNvPr id="40" name="图片 39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f0066d1e-9153-4e50-82d0-f12d4e06f08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1451" y="1579981"/>
            <a:ext cx="10839037" cy="3645472"/>
            <a:chOff x="681451" y="1579981"/>
            <a:chExt cx="10839037" cy="3645472"/>
          </a:xfrm>
        </p:grpSpPr>
        <p:sp>
          <p:nvSpPr>
            <p:cNvPr id="6" name="ïş1íďè"/>
            <p:cNvSpPr/>
            <p:nvPr/>
          </p:nvSpPr>
          <p:spPr>
            <a:xfrm>
              <a:off x="2112542" y="4498580"/>
              <a:ext cx="9407945" cy="726873"/>
            </a:xfrm>
            <a:prstGeom prst="homePlate">
              <a:avLst>
                <a:gd name="adj" fmla="val 66216"/>
              </a:avLst>
            </a:prstGeom>
            <a:solidFill>
              <a:schemeClr val="tx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7" name="ïṡḷiḓê"/>
            <p:cNvSpPr/>
            <p:nvPr/>
          </p:nvSpPr>
          <p:spPr>
            <a:xfrm>
              <a:off x="1471161" y="1930142"/>
              <a:ext cx="10039388" cy="726873"/>
            </a:xfrm>
            <a:prstGeom prst="homePlate">
              <a:avLst>
                <a:gd name="adj" fmla="val 66216"/>
              </a:avLst>
            </a:prstGeom>
            <a:solidFill>
              <a:schemeClr val="tx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8" name="îṧḷiḓê"/>
            <p:cNvSpPr/>
            <p:nvPr/>
          </p:nvSpPr>
          <p:spPr>
            <a:xfrm flipH="1">
              <a:off x="1471160" y="2657015"/>
              <a:ext cx="1020792" cy="557346"/>
            </a:xfrm>
            <a:prstGeom prst="parallelogram">
              <a:avLst>
                <a:gd name="adj" fmla="val 57353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íṧlïde"/>
            <p:cNvSpPr/>
            <p:nvPr/>
          </p:nvSpPr>
          <p:spPr>
            <a:xfrm>
              <a:off x="1796369" y="3214361"/>
              <a:ext cx="9724119" cy="726873"/>
            </a:xfrm>
            <a:prstGeom prst="homePlate">
              <a:avLst>
                <a:gd name="adj" fmla="val 66216"/>
              </a:avLst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íşliḍé"/>
            <p:cNvSpPr/>
            <p:nvPr/>
          </p:nvSpPr>
          <p:spPr>
            <a:xfrm flipH="1">
              <a:off x="1796368" y="3941234"/>
              <a:ext cx="1020792" cy="557346"/>
            </a:xfrm>
            <a:prstGeom prst="parallelogram">
              <a:avLst>
                <a:gd name="adj" fmla="val 57353"/>
              </a:avLst>
            </a:prstGeom>
            <a:solidFill>
              <a:schemeClr val="bg1">
                <a:lumMod val="7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îŝ1ïďè"/>
            <p:cNvSpPr/>
            <p:nvPr/>
          </p:nvSpPr>
          <p:spPr bwMode="auto">
            <a:xfrm>
              <a:off x="681451" y="2059317"/>
              <a:ext cx="570037" cy="468523"/>
            </a:xfrm>
            <a:custGeom>
              <a:avLst/>
              <a:gdLst>
                <a:gd name="T0" fmla="*/ 285 w 293"/>
                <a:gd name="T1" fmla="*/ 32 h 238"/>
                <a:gd name="T2" fmla="*/ 259 w 293"/>
                <a:gd name="T3" fmla="*/ 38 h 238"/>
                <a:gd name="T4" fmla="*/ 275 w 293"/>
                <a:gd name="T5" fmla="*/ 24 h 238"/>
                <a:gd name="T6" fmla="*/ 285 w 293"/>
                <a:gd name="T7" fmla="*/ 4 h 238"/>
                <a:gd name="T8" fmla="*/ 257 w 293"/>
                <a:gd name="T9" fmla="*/ 16 h 238"/>
                <a:gd name="T10" fmla="*/ 237 w 293"/>
                <a:gd name="T11" fmla="*/ 11 h 238"/>
                <a:gd name="T12" fmla="*/ 216 w 293"/>
                <a:gd name="T13" fmla="*/ 1 h 238"/>
                <a:gd name="T14" fmla="*/ 203 w 293"/>
                <a:gd name="T15" fmla="*/ 0 h 238"/>
                <a:gd name="T16" fmla="*/ 179 w 293"/>
                <a:gd name="T17" fmla="*/ 5 h 238"/>
                <a:gd name="T18" fmla="*/ 154 w 293"/>
                <a:gd name="T19" fmla="*/ 27 h 238"/>
                <a:gd name="T20" fmla="*/ 143 w 293"/>
                <a:gd name="T21" fmla="*/ 54 h 238"/>
                <a:gd name="T22" fmla="*/ 143 w 293"/>
                <a:gd name="T23" fmla="*/ 67 h 238"/>
                <a:gd name="T24" fmla="*/ 126 w 293"/>
                <a:gd name="T25" fmla="*/ 72 h 238"/>
                <a:gd name="T26" fmla="*/ 75 w 293"/>
                <a:gd name="T27" fmla="*/ 55 h 238"/>
                <a:gd name="T28" fmla="*/ 33 w 293"/>
                <a:gd name="T29" fmla="*/ 24 h 238"/>
                <a:gd name="T30" fmla="*/ 17 w 293"/>
                <a:gd name="T31" fmla="*/ 17 h 238"/>
                <a:gd name="T32" fmla="*/ 12 w 293"/>
                <a:gd name="T33" fmla="*/ 41 h 238"/>
                <a:gd name="T34" fmla="*/ 14 w 293"/>
                <a:gd name="T35" fmla="*/ 57 h 238"/>
                <a:gd name="T36" fmla="*/ 23 w 293"/>
                <a:gd name="T37" fmla="*/ 76 h 238"/>
                <a:gd name="T38" fmla="*/ 39 w 293"/>
                <a:gd name="T39" fmla="*/ 91 h 238"/>
                <a:gd name="T40" fmla="*/ 25 w 293"/>
                <a:gd name="T41" fmla="*/ 89 h 238"/>
                <a:gd name="T42" fmla="*/ 12 w 293"/>
                <a:gd name="T43" fmla="*/ 84 h 238"/>
                <a:gd name="T44" fmla="*/ 13 w 293"/>
                <a:gd name="T45" fmla="*/ 95 h 238"/>
                <a:gd name="T46" fmla="*/ 25 w 293"/>
                <a:gd name="T47" fmla="*/ 123 h 238"/>
                <a:gd name="T48" fmla="*/ 50 w 293"/>
                <a:gd name="T49" fmla="*/ 140 h 238"/>
                <a:gd name="T50" fmla="*/ 52 w 293"/>
                <a:gd name="T51" fmla="*/ 145 h 238"/>
                <a:gd name="T52" fmla="*/ 33 w 293"/>
                <a:gd name="T53" fmla="*/ 145 h 238"/>
                <a:gd name="T54" fmla="*/ 41 w 293"/>
                <a:gd name="T55" fmla="*/ 161 h 238"/>
                <a:gd name="T56" fmla="*/ 62 w 293"/>
                <a:gd name="T57" fmla="*/ 179 h 238"/>
                <a:gd name="T58" fmla="*/ 89 w 293"/>
                <a:gd name="T59" fmla="*/ 186 h 238"/>
                <a:gd name="T60" fmla="*/ 73 w 293"/>
                <a:gd name="T61" fmla="*/ 197 h 238"/>
                <a:gd name="T62" fmla="*/ 45 w 293"/>
                <a:gd name="T63" fmla="*/ 208 h 238"/>
                <a:gd name="T64" fmla="*/ 14 w 293"/>
                <a:gd name="T65" fmla="*/ 212 h 238"/>
                <a:gd name="T66" fmla="*/ 0 w 293"/>
                <a:gd name="T67" fmla="*/ 211 h 238"/>
                <a:gd name="T68" fmla="*/ 32 w 293"/>
                <a:gd name="T69" fmla="*/ 227 h 238"/>
                <a:gd name="T70" fmla="*/ 68 w 293"/>
                <a:gd name="T71" fmla="*/ 237 h 238"/>
                <a:gd name="T72" fmla="*/ 93 w 293"/>
                <a:gd name="T73" fmla="*/ 238 h 238"/>
                <a:gd name="T74" fmla="*/ 149 w 293"/>
                <a:gd name="T75" fmla="*/ 229 h 238"/>
                <a:gd name="T76" fmla="*/ 195 w 293"/>
                <a:gd name="T77" fmla="*/ 205 h 238"/>
                <a:gd name="T78" fmla="*/ 229 w 293"/>
                <a:gd name="T79" fmla="*/ 169 h 238"/>
                <a:gd name="T80" fmla="*/ 252 w 293"/>
                <a:gd name="T81" fmla="*/ 127 h 238"/>
                <a:gd name="T82" fmla="*/ 262 w 293"/>
                <a:gd name="T83" fmla="*/ 82 h 238"/>
                <a:gd name="T84" fmla="*/ 263 w 293"/>
                <a:gd name="T85" fmla="*/ 59 h 238"/>
                <a:gd name="T86" fmla="*/ 280 w 293"/>
                <a:gd name="T87" fmla="*/ 45 h 238"/>
                <a:gd name="T88" fmla="*/ 293 w 293"/>
                <a:gd name="T89" fmla="*/ 2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3" h="238">
                  <a:moveTo>
                    <a:pt x="293" y="28"/>
                  </a:moveTo>
                  <a:lnTo>
                    <a:pt x="293" y="28"/>
                  </a:lnTo>
                  <a:lnTo>
                    <a:pt x="285" y="32"/>
                  </a:lnTo>
                  <a:lnTo>
                    <a:pt x="277" y="34"/>
                  </a:lnTo>
                  <a:lnTo>
                    <a:pt x="267" y="36"/>
                  </a:lnTo>
                  <a:lnTo>
                    <a:pt x="259" y="38"/>
                  </a:lnTo>
                  <a:lnTo>
                    <a:pt x="259" y="38"/>
                  </a:lnTo>
                  <a:lnTo>
                    <a:pt x="267" y="31"/>
                  </a:lnTo>
                  <a:lnTo>
                    <a:pt x="275" y="24"/>
                  </a:lnTo>
                  <a:lnTo>
                    <a:pt x="281" y="14"/>
                  </a:lnTo>
                  <a:lnTo>
                    <a:pt x="285" y="4"/>
                  </a:lnTo>
                  <a:lnTo>
                    <a:pt x="285" y="4"/>
                  </a:lnTo>
                  <a:lnTo>
                    <a:pt x="277" y="9"/>
                  </a:lnTo>
                  <a:lnTo>
                    <a:pt x="266" y="13"/>
                  </a:lnTo>
                  <a:lnTo>
                    <a:pt x="257" y="16"/>
                  </a:lnTo>
                  <a:lnTo>
                    <a:pt x="247" y="18"/>
                  </a:lnTo>
                  <a:lnTo>
                    <a:pt x="247" y="18"/>
                  </a:lnTo>
                  <a:lnTo>
                    <a:pt x="237" y="11"/>
                  </a:lnTo>
                  <a:lnTo>
                    <a:pt x="227" y="5"/>
                  </a:lnTo>
                  <a:lnTo>
                    <a:pt x="222" y="3"/>
                  </a:lnTo>
                  <a:lnTo>
                    <a:pt x="216" y="1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1" y="1"/>
                  </a:lnTo>
                  <a:lnTo>
                    <a:pt x="179" y="5"/>
                  </a:lnTo>
                  <a:lnTo>
                    <a:pt x="169" y="10"/>
                  </a:lnTo>
                  <a:lnTo>
                    <a:pt x="161" y="17"/>
                  </a:lnTo>
                  <a:lnTo>
                    <a:pt x="154" y="27"/>
                  </a:lnTo>
                  <a:lnTo>
                    <a:pt x="147" y="37"/>
                  </a:lnTo>
                  <a:lnTo>
                    <a:pt x="144" y="48"/>
                  </a:lnTo>
                  <a:lnTo>
                    <a:pt x="143" y="54"/>
                  </a:lnTo>
                  <a:lnTo>
                    <a:pt x="143" y="60"/>
                  </a:lnTo>
                  <a:lnTo>
                    <a:pt x="143" y="60"/>
                  </a:lnTo>
                  <a:lnTo>
                    <a:pt x="143" y="67"/>
                  </a:lnTo>
                  <a:lnTo>
                    <a:pt x="144" y="74"/>
                  </a:lnTo>
                  <a:lnTo>
                    <a:pt x="144" y="74"/>
                  </a:lnTo>
                  <a:lnTo>
                    <a:pt x="126" y="72"/>
                  </a:lnTo>
                  <a:lnTo>
                    <a:pt x="108" y="68"/>
                  </a:lnTo>
                  <a:lnTo>
                    <a:pt x="92" y="63"/>
                  </a:lnTo>
                  <a:lnTo>
                    <a:pt x="75" y="55"/>
                  </a:lnTo>
                  <a:lnTo>
                    <a:pt x="59" y="46"/>
                  </a:lnTo>
                  <a:lnTo>
                    <a:pt x="45" y="36"/>
                  </a:lnTo>
                  <a:lnTo>
                    <a:pt x="33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7" y="17"/>
                  </a:lnTo>
                  <a:lnTo>
                    <a:pt x="15" y="26"/>
                  </a:lnTo>
                  <a:lnTo>
                    <a:pt x="13" y="33"/>
                  </a:lnTo>
                  <a:lnTo>
                    <a:pt x="12" y="41"/>
                  </a:lnTo>
                  <a:lnTo>
                    <a:pt x="12" y="41"/>
                  </a:lnTo>
                  <a:lnTo>
                    <a:pt x="13" y="48"/>
                  </a:lnTo>
                  <a:lnTo>
                    <a:pt x="14" y="57"/>
                  </a:lnTo>
                  <a:lnTo>
                    <a:pt x="17" y="63"/>
                  </a:lnTo>
                  <a:lnTo>
                    <a:pt x="20" y="70"/>
                  </a:lnTo>
                  <a:lnTo>
                    <a:pt x="23" y="76"/>
                  </a:lnTo>
                  <a:lnTo>
                    <a:pt x="28" y="81"/>
                  </a:lnTo>
                  <a:lnTo>
                    <a:pt x="34" y="87"/>
                  </a:lnTo>
                  <a:lnTo>
                    <a:pt x="39" y="91"/>
                  </a:lnTo>
                  <a:lnTo>
                    <a:pt x="39" y="91"/>
                  </a:lnTo>
                  <a:lnTo>
                    <a:pt x="32" y="91"/>
                  </a:lnTo>
                  <a:lnTo>
                    <a:pt x="25" y="89"/>
                  </a:lnTo>
                  <a:lnTo>
                    <a:pt x="18" y="87"/>
                  </a:lnTo>
                  <a:lnTo>
                    <a:pt x="12" y="84"/>
                  </a:lnTo>
                  <a:lnTo>
                    <a:pt x="12" y="84"/>
                  </a:lnTo>
                  <a:lnTo>
                    <a:pt x="12" y="85"/>
                  </a:lnTo>
                  <a:lnTo>
                    <a:pt x="12" y="85"/>
                  </a:lnTo>
                  <a:lnTo>
                    <a:pt x="13" y="95"/>
                  </a:lnTo>
                  <a:lnTo>
                    <a:pt x="16" y="105"/>
                  </a:lnTo>
                  <a:lnTo>
                    <a:pt x="20" y="115"/>
                  </a:lnTo>
                  <a:lnTo>
                    <a:pt x="25" y="123"/>
                  </a:lnTo>
                  <a:lnTo>
                    <a:pt x="33" y="130"/>
                  </a:lnTo>
                  <a:lnTo>
                    <a:pt x="41" y="136"/>
                  </a:lnTo>
                  <a:lnTo>
                    <a:pt x="50" y="140"/>
                  </a:lnTo>
                  <a:lnTo>
                    <a:pt x="60" y="143"/>
                  </a:lnTo>
                  <a:lnTo>
                    <a:pt x="60" y="143"/>
                  </a:lnTo>
                  <a:lnTo>
                    <a:pt x="52" y="145"/>
                  </a:lnTo>
                  <a:lnTo>
                    <a:pt x="44" y="146"/>
                  </a:lnTo>
                  <a:lnTo>
                    <a:pt x="44" y="146"/>
                  </a:lnTo>
                  <a:lnTo>
                    <a:pt x="33" y="145"/>
                  </a:lnTo>
                  <a:lnTo>
                    <a:pt x="33" y="145"/>
                  </a:lnTo>
                  <a:lnTo>
                    <a:pt x="37" y="153"/>
                  </a:lnTo>
                  <a:lnTo>
                    <a:pt x="41" y="161"/>
                  </a:lnTo>
                  <a:lnTo>
                    <a:pt x="47" y="168"/>
                  </a:lnTo>
                  <a:lnTo>
                    <a:pt x="54" y="175"/>
                  </a:lnTo>
                  <a:lnTo>
                    <a:pt x="62" y="179"/>
                  </a:lnTo>
                  <a:lnTo>
                    <a:pt x="71" y="183"/>
                  </a:lnTo>
                  <a:lnTo>
                    <a:pt x="79" y="185"/>
                  </a:lnTo>
                  <a:lnTo>
                    <a:pt x="89" y="186"/>
                  </a:lnTo>
                  <a:lnTo>
                    <a:pt x="89" y="186"/>
                  </a:lnTo>
                  <a:lnTo>
                    <a:pt x="81" y="192"/>
                  </a:lnTo>
                  <a:lnTo>
                    <a:pt x="73" y="197"/>
                  </a:lnTo>
                  <a:lnTo>
                    <a:pt x="64" y="201"/>
                  </a:lnTo>
                  <a:lnTo>
                    <a:pt x="54" y="206"/>
                  </a:lnTo>
                  <a:lnTo>
                    <a:pt x="45" y="208"/>
                  </a:lnTo>
                  <a:lnTo>
                    <a:pt x="35" y="210"/>
                  </a:lnTo>
                  <a:lnTo>
                    <a:pt x="25" y="212"/>
                  </a:lnTo>
                  <a:lnTo>
                    <a:pt x="14" y="212"/>
                  </a:lnTo>
                  <a:lnTo>
                    <a:pt x="14" y="212"/>
                  </a:lnTo>
                  <a:lnTo>
                    <a:pt x="0" y="211"/>
                  </a:lnTo>
                  <a:lnTo>
                    <a:pt x="0" y="211"/>
                  </a:lnTo>
                  <a:lnTo>
                    <a:pt x="10" y="217"/>
                  </a:lnTo>
                  <a:lnTo>
                    <a:pt x="21" y="222"/>
                  </a:lnTo>
                  <a:lnTo>
                    <a:pt x="32" y="227"/>
                  </a:lnTo>
                  <a:lnTo>
                    <a:pt x="44" y="231"/>
                  </a:lnTo>
                  <a:lnTo>
                    <a:pt x="55" y="235"/>
                  </a:lnTo>
                  <a:lnTo>
                    <a:pt x="68" y="237"/>
                  </a:lnTo>
                  <a:lnTo>
                    <a:pt x="80" y="238"/>
                  </a:lnTo>
                  <a:lnTo>
                    <a:pt x="93" y="238"/>
                  </a:lnTo>
                  <a:lnTo>
                    <a:pt x="93" y="238"/>
                  </a:lnTo>
                  <a:lnTo>
                    <a:pt x="112" y="237"/>
                  </a:lnTo>
                  <a:lnTo>
                    <a:pt x="132" y="233"/>
                  </a:lnTo>
                  <a:lnTo>
                    <a:pt x="149" y="229"/>
                  </a:lnTo>
                  <a:lnTo>
                    <a:pt x="166" y="222"/>
                  </a:lnTo>
                  <a:lnTo>
                    <a:pt x="180" y="215"/>
                  </a:lnTo>
                  <a:lnTo>
                    <a:pt x="195" y="205"/>
                  </a:lnTo>
                  <a:lnTo>
                    <a:pt x="207" y="194"/>
                  </a:lnTo>
                  <a:lnTo>
                    <a:pt x="220" y="183"/>
                  </a:lnTo>
                  <a:lnTo>
                    <a:pt x="229" y="169"/>
                  </a:lnTo>
                  <a:lnTo>
                    <a:pt x="238" y="156"/>
                  </a:lnTo>
                  <a:lnTo>
                    <a:pt x="246" y="141"/>
                  </a:lnTo>
                  <a:lnTo>
                    <a:pt x="252" y="127"/>
                  </a:lnTo>
                  <a:lnTo>
                    <a:pt x="257" y="112"/>
                  </a:lnTo>
                  <a:lnTo>
                    <a:pt x="260" y="97"/>
                  </a:lnTo>
                  <a:lnTo>
                    <a:pt x="262" y="82"/>
                  </a:lnTo>
                  <a:lnTo>
                    <a:pt x="263" y="67"/>
                  </a:lnTo>
                  <a:lnTo>
                    <a:pt x="263" y="67"/>
                  </a:lnTo>
                  <a:lnTo>
                    <a:pt x="263" y="59"/>
                  </a:lnTo>
                  <a:lnTo>
                    <a:pt x="263" y="59"/>
                  </a:lnTo>
                  <a:lnTo>
                    <a:pt x="271" y="52"/>
                  </a:lnTo>
                  <a:lnTo>
                    <a:pt x="280" y="45"/>
                  </a:lnTo>
                  <a:lnTo>
                    <a:pt x="287" y="37"/>
                  </a:lnTo>
                  <a:lnTo>
                    <a:pt x="293" y="28"/>
                  </a:lnTo>
                  <a:lnTo>
                    <a:pt x="293" y="2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íś1íḍe"/>
            <p:cNvSpPr/>
            <p:nvPr/>
          </p:nvSpPr>
          <p:spPr bwMode="auto">
            <a:xfrm>
              <a:off x="966470" y="3328435"/>
              <a:ext cx="512662" cy="512123"/>
            </a:xfrm>
            <a:custGeom>
              <a:avLst/>
              <a:gdLst>
                <a:gd name="T0" fmla="*/ 374 w 400"/>
                <a:gd name="T1" fmla="*/ 100 h 400"/>
                <a:gd name="T2" fmla="*/ 301 w 400"/>
                <a:gd name="T3" fmla="*/ 27 h 400"/>
                <a:gd name="T4" fmla="*/ 200 w 400"/>
                <a:gd name="T5" fmla="*/ 0 h 400"/>
                <a:gd name="T6" fmla="*/ 100 w 400"/>
                <a:gd name="T7" fmla="*/ 27 h 400"/>
                <a:gd name="T8" fmla="*/ 27 w 400"/>
                <a:gd name="T9" fmla="*/ 100 h 400"/>
                <a:gd name="T10" fmla="*/ 0 w 400"/>
                <a:gd name="T11" fmla="*/ 200 h 400"/>
                <a:gd name="T12" fmla="*/ 27 w 400"/>
                <a:gd name="T13" fmla="*/ 301 h 400"/>
                <a:gd name="T14" fmla="*/ 100 w 400"/>
                <a:gd name="T15" fmla="*/ 374 h 400"/>
                <a:gd name="T16" fmla="*/ 200 w 400"/>
                <a:gd name="T17" fmla="*/ 400 h 400"/>
                <a:gd name="T18" fmla="*/ 301 w 400"/>
                <a:gd name="T19" fmla="*/ 374 h 400"/>
                <a:gd name="T20" fmla="*/ 374 w 400"/>
                <a:gd name="T21" fmla="*/ 301 h 400"/>
                <a:gd name="T22" fmla="*/ 400 w 400"/>
                <a:gd name="T23" fmla="*/ 200 h 400"/>
                <a:gd name="T24" fmla="*/ 374 w 400"/>
                <a:gd name="T25" fmla="*/ 100 h 400"/>
                <a:gd name="T26" fmla="*/ 330 w 400"/>
                <a:gd name="T27" fmla="*/ 170 h 400"/>
                <a:gd name="T28" fmla="*/ 188 w 400"/>
                <a:gd name="T29" fmla="*/ 311 h 400"/>
                <a:gd name="T30" fmla="*/ 176 w 400"/>
                <a:gd name="T31" fmla="*/ 316 h 400"/>
                <a:gd name="T32" fmla="*/ 165 w 400"/>
                <a:gd name="T33" fmla="*/ 311 h 400"/>
                <a:gd name="T34" fmla="*/ 70 w 400"/>
                <a:gd name="T35" fmla="*/ 217 h 400"/>
                <a:gd name="T36" fmla="*/ 66 w 400"/>
                <a:gd name="T37" fmla="*/ 205 h 400"/>
                <a:gd name="T38" fmla="*/ 70 w 400"/>
                <a:gd name="T39" fmla="*/ 193 h 400"/>
                <a:gd name="T40" fmla="*/ 94 w 400"/>
                <a:gd name="T41" fmla="*/ 170 h 400"/>
                <a:gd name="T42" fmla="*/ 106 w 400"/>
                <a:gd name="T43" fmla="*/ 165 h 400"/>
                <a:gd name="T44" fmla="*/ 118 w 400"/>
                <a:gd name="T45" fmla="*/ 170 h 400"/>
                <a:gd name="T46" fmla="*/ 176 w 400"/>
                <a:gd name="T47" fmla="*/ 229 h 400"/>
                <a:gd name="T48" fmla="*/ 283 w 400"/>
                <a:gd name="T49" fmla="*/ 123 h 400"/>
                <a:gd name="T50" fmla="*/ 295 w 400"/>
                <a:gd name="T51" fmla="*/ 118 h 400"/>
                <a:gd name="T52" fmla="*/ 306 w 400"/>
                <a:gd name="T53" fmla="*/ 123 h 400"/>
                <a:gd name="T54" fmla="*/ 330 w 400"/>
                <a:gd name="T55" fmla="*/ 146 h 400"/>
                <a:gd name="T56" fmla="*/ 335 w 400"/>
                <a:gd name="T57" fmla="*/ 158 h 400"/>
                <a:gd name="T58" fmla="*/ 330 w 400"/>
                <a:gd name="T59" fmla="*/ 170 h 400"/>
                <a:gd name="T60" fmla="*/ 330 w 400"/>
                <a:gd name="T61" fmla="*/ 170 h 400"/>
                <a:gd name="T62" fmla="*/ 330 w 400"/>
                <a:gd name="T63" fmla="*/ 170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0">
                  <a:moveTo>
                    <a:pt x="374" y="100"/>
                  </a:moveTo>
                  <a:cubicBezTo>
                    <a:pt x="356" y="69"/>
                    <a:pt x="331" y="45"/>
                    <a:pt x="301" y="27"/>
                  </a:cubicBezTo>
                  <a:cubicBezTo>
                    <a:pt x="270" y="9"/>
                    <a:pt x="237" y="0"/>
                    <a:pt x="200" y="0"/>
                  </a:cubicBezTo>
                  <a:cubicBezTo>
                    <a:pt x="164" y="0"/>
                    <a:pt x="130" y="9"/>
                    <a:pt x="100" y="27"/>
                  </a:cubicBezTo>
                  <a:cubicBezTo>
                    <a:pt x="69" y="45"/>
                    <a:pt x="45" y="69"/>
                    <a:pt x="27" y="100"/>
                  </a:cubicBezTo>
                  <a:cubicBezTo>
                    <a:pt x="9" y="130"/>
                    <a:pt x="0" y="164"/>
                    <a:pt x="0" y="200"/>
                  </a:cubicBezTo>
                  <a:cubicBezTo>
                    <a:pt x="0" y="237"/>
                    <a:pt x="9" y="270"/>
                    <a:pt x="27" y="301"/>
                  </a:cubicBezTo>
                  <a:cubicBezTo>
                    <a:pt x="45" y="331"/>
                    <a:pt x="69" y="356"/>
                    <a:pt x="100" y="374"/>
                  </a:cubicBezTo>
                  <a:cubicBezTo>
                    <a:pt x="130" y="391"/>
                    <a:pt x="164" y="400"/>
                    <a:pt x="200" y="400"/>
                  </a:cubicBezTo>
                  <a:cubicBezTo>
                    <a:pt x="237" y="400"/>
                    <a:pt x="270" y="391"/>
                    <a:pt x="301" y="374"/>
                  </a:cubicBezTo>
                  <a:cubicBezTo>
                    <a:pt x="331" y="356"/>
                    <a:pt x="356" y="331"/>
                    <a:pt x="374" y="301"/>
                  </a:cubicBezTo>
                  <a:cubicBezTo>
                    <a:pt x="392" y="270"/>
                    <a:pt x="400" y="237"/>
                    <a:pt x="400" y="200"/>
                  </a:cubicBezTo>
                  <a:cubicBezTo>
                    <a:pt x="400" y="164"/>
                    <a:pt x="392" y="130"/>
                    <a:pt x="374" y="100"/>
                  </a:cubicBezTo>
                  <a:close/>
                  <a:moveTo>
                    <a:pt x="330" y="170"/>
                  </a:moveTo>
                  <a:cubicBezTo>
                    <a:pt x="188" y="311"/>
                    <a:pt x="188" y="311"/>
                    <a:pt x="188" y="311"/>
                  </a:cubicBezTo>
                  <a:cubicBezTo>
                    <a:pt x="185" y="315"/>
                    <a:pt x="181" y="316"/>
                    <a:pt x="176" y="316"/>
                  </a:cubicBezTo>
                  <a:cubicBezTo>
                    <a:pt x="172" y="316"/>
                    <a:pt x="168" y="315"/>
                    <a:pt x="165" y="311"/>
                  </a:cubicBezTo>
                  <a:cubicBezTo>
                    <a:pt x="70" y="217"/>
                    <a:pt x="70" y="217"/>
                    <a:pt x="70" y="217"/>
                  </a:cubicBezTo>
                  <a:cubicBezTo>
                    <a:pt x="67" y="214"/>
                    <a:pt x="66" y="210"/>
                    <a:pt x="66" y="205"/>
                  </a:cubicBezTo>
                  <a:cubicBezTo>
                    <a:pt x="66" y="200"/>
                    <a:pt x="67" y="196"/>
                    <a:pt x="70" y="193"/>
                  </a:cubicBezTo>
                  <a:cubicBezTo>
                    <a:pt x="94" y="170"/>
                    <a:pt x="94" y="170"/>
                    <a:pt x="94" y="170"/>
                  </a:cubicBezTo>
                  <a:cubicBezTo>
                    <a:pt x="97" y="166"/>
                    <a:pt x="101" y="165"/>
                    <a:pt x="106" y="165"/>
                  </a:cubicBezTo>
                  <a:cubicBezTo>
                    <a:pt x="110" y="165"/>
                    <a:pt x="114" y="166"/>
                    <a:pt x="118" y="170"/>
                  </a:cubicBezTo>
                  <a:cubicBezTo>
                    <a:pt x="176" y="229"/>
                    <a:pt x="176" y="229"/>
                    <a:pt x="176" y="229"/>
                  </a:cubicBezTo>
                  <a:cubicBezTo>
                    <a:pt x="283" y="123"/>
                    <a:pt x="283" y="123"/>
                    <a:pt x="283" y="123"/>
                  </a:cubicBezTo>
                  <a:cubicBezTo>
                    <a:pt x="286" y="119"/>
                    <a:pt x="290" y="118"/>
                    <a:pt x="295" y="118"/>
                  </a:cubicBezTo>
                  <a:cubicBezTo>
                    <a:pt x="299" y="118"/>
                    <a:pt x="303" y="119"/>
                    <a:pt x="306" y="123"/>
                  </a:cubicBezTo>
                  <a:cubicBezTo>
                    <a:pt x="330" y="146"/>
                    <a:pt x="330" y="146"/>
                    <a:pt x="330" y="146"/>
                  </a:cubicBezTo>
                  <a:cubicBezTo>
                    <a:pt x="333" y="149"/>
                    <a:pt x="335" y="153"/>
                    <a:pt x="335" y="158"/>
                  </a:cubicBezTo>
                  <a:cubicBezTo>
                    <a:pt x="335" y="163"/>
                    <a:pt x="333" y="167"/>
                    <a:pt x="330" y="170"/>
                  </a:cubicBezTo>
                  <a:close/>
                  <a:moveTo>
                    <a:pt x="330" y="170"/>
                  </a:moveTo>
                  <a:cubicBezTo>
                    <a:pt x="330" y="170"/>
                    <a:pt x="330" y="170"/>
                    <a:pt x="330" y="17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íṡľíďe"/>
            <p:cNvSpPr/>
            <p:nvPr/>
          </p:nvSpPr>
          <p:spPr bwMode="auto">
            <a:xfrm>
              <a:off x="1368648" y="4659768"/>
              <a:ext cx="462071" cy="461213"/>
            </a:xfrm>
            <a:custGeom>
              <a:avLst/>
              <a:gdLst>
                <a:gd name="T0" fmla="*/ 164 w 204"/>
                <a:gd name="T1" fmla="*/ 0 h 204"/>
                <a:gd name="T2" fmla="*/ 39 w 204"/>
                <a:gd name="T3" fmla="*/ 0 h 204"/>
                <a:gd name="T4" fmla="*/ 0 w 204"/>
                <a:gd name="T5" fmla="*/ 39 h 204"/>
                <a:gd name="T6" fmla="*/ 0 w 204"/>
                <a:gd name="T7" fmla="*/ 81 h 204"/>
                <a:gd name="T8" fmla="*/ 0 w 204"/>
                <a:gd name="T9" fmla="*/ 164 h 204"/>
                <a:gd name="T10" fmla="*/ 39 w 204"/>
                <a:gd name="T11" fmla="*/ 204 h 204"/>
                <a:gd name="T12" fmla="*/ 164 w 204"/>
                <a:gd name="T13" fmla="*/ 204 h 204"/>
                <a:gd name="T14" fmla="*/ 204 w 204"/>
                <a:gd name="T15" fmla="*/ 164 h 204"/>
                <a:gd name="T16" fmla="*/ 204 w 204"/>
                <a:gd name="T17" fmla="*/ 81 h 204"/>
                <a:gd name="T18" fmla="*/ 204 w 204"/>
                <a:gd name="T19" fmla="*/ 39 h 204"/>
                <a:gd name="T20" fmla="*/ 164 w 204"/>
                <a:gd name="T21" fmla="*/ 0 h 204"/>
                <a:gd name="T22" fmla="*/ 176 w 204"/>
                <a:gd name="T23" fmla="*/ 23 h 204"/>
                <a:gd name="T24" fmla="*/ 180 w 204"/>
                <a:gd name="T25" fmla="*/ 23 h 204"/>
                <a:gd name="T26" fmla="*/ 180 w 204"/>
                <a:gd name="T27" fmla="*/ 28 h 204"/>
                <a:gd name="T28" fmla="*/ 180 w 204"/>
                <a:gd name="T29" fmla="*/ 58 h 204"/>
                <a:gd name="T30" fmla="*/ 146 w 204"/>
                <a:gd name="T31" fmla="*/ 58 h 204"/>
                <a:gd name="T32" fmla="*/ 146 w 204"/>
                <a:gd name="T33" fmla="*/ 24 h 204"/>
                <a:gd name="T34" fmla="*/ 176 w 204"/>
                <a:gd name="T35" fmla="*/ 23 h 204"/>
                <a:gd name="T36" fmla="*/ 73 w 204"/>
                <a:gd name="T37" fmla="*/ 81 h 204"/>
                <a:gd name="T38" fmla="*/ 102 w 204"/>
                <a:gd name="T39" fmla="*/ 66 h 204"/>
                <a:gd name="T40" fmla="*/ 131 w 204"/>
                <a:gd name="T41" fmla="*/ 81 h 204"/>
                <a:gd name="T42" fmla="*/ 138 w 204"/>
                <a:gd name="T43" fmla="*/ 102 h 204"/>
                <a:gd name="T44" fmla="*/ 102 w 204"/>
                <a:gd name="T45" fmla="*/ 138 h 204"/>
                <a:gd name="T46" fmla="*/ 66 w 204"/>
                <a:gd name="T47" fmla="*/ 102 h 204"/>
                <a:gd name="T48" fmla="*/ 73 w 204"/>
                <a:gd name="T49" fmla="*/ 81 h 204"/>
                <a:gd name="T50" fmla="*/ 184 w 204"/>
                <a:gd name="T51" fmla="*/ 164 h 204"/>
                <a:gd name="T52" fmla="*/ 164 w 204"/>
                <a:gd name="T53" fmla="*/ 184 h 204"/>
                <a:gd name="T54" fmla="*/ 39 w 204"/>
                <a:gd name="T55" fmla="*/ 184 h 204"/>
                <a:gd name="T56" fmla="*/ 20 w 204"/>
                <a:gd name="T57" fmla="*/ 164 h 204"/>
                <a:gd name="T58" fmla="*/ 20 w 204"/>
                <a:gd name="T59" fmla="*/ 81 h 204"/>
                <a:gd name="T60" fmla="*/ 50 w 204"/>
                <a:gd name="T61" fmla="*/ 81 h 204"/>
                <a:gd name="T62" fmla="*/ 46 w 204"/>
                <a:gd name="T63" fmla="*/ 102 h 204"/>
                <a:gd name="T64" fmla="*/ 102 w 204"/>
                <a:gd name="T65" fmla="*/ 158 h 204"/>
                <a:gd name="T66" fmla="*/ 157 w 204"/>
                <a:gd name="T67" fmla="*/ 102 h 204"/>
                <a:gd name="T68" fmla="*/ 153 w 204"/>
                <a:gd name="T69" fmla="*/ 81 h 204"/>
                <a:gd name="T70" fmla="*/ 184 w 204"/>
                <a:gd name="T71" fmla="*/ 81 h 204"/>
                <a:gd name="T72" fmla="*/ 184 w 204"/>
                <a:gd name="T73" fmla="*/ 16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204">
                  <a:moveTo>
                    <a:pt x="164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17" y="0"/>
                    <a:pt x="0" y="18"/>
                    <a:pt x="0" y="39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0" y="186"/>
                    <a:pt x="17" y="204"/>
                    <a:pt x="39" y="204"/>
                  </a:cubicBezTo>
                  <a:cubicBezTo>
                    <a:pt x="164" y="204"/>
                    <a:pt x="164" y="204"/>
                    <a:pt x="164" y="204"/>
                  </a:cubicBezTo>
                  <a:cubicBezTo>
                    <a:pt x="186" y="204"/>
                    <a:pt x="204" y="186"/>
                    <a:pt x="204" y="164"/>
                  </a:cubicBezTo>
                  <a:cubicBezTo>
                    <a:pt x="204" y="81"/>
                    <a:pt x="204" y="81"/>
                    <a:pt x="204" y="81"/>
                  </a:cubicBezTo>
                  <a:cubicBezTo>
                    <a:pt x="204" y="39"/>
                    <a:pt x="204" y="39"/>
                    <a:pt x="204" y="39"/>
                  </a:cubicBezTo>
                  <a:cubicBezTo>
                    <a:pt x="204" y="18"/>
                    <a:pt x="186" y="0"/>
                    <a:pt x="164" y="0"/>
                  </a:cubicBezTo>
                  <a:close/>
                  <a:moveTo>
                    <a:pt x="176" y="23"/>
                  </a:moveTo>
                  <a:cubicBezTo>
                    <a:pt x="180" y="23"/>
                    <a:pt x="180" y="23"/>
                    <a:pt x="180" y="23"/>
                  </a:cubicBezTo>
                  <a:cubicBezTo>
                    <a:pt x="180" y="28"/>
                    <a:pt x="180" y="28"/>
                    <a:pt x="180" y="28"/>
                  </a:cubicBezTo>
                  <a:cubicBezTo>
                    <a:pt x="180" y="58"/>
                    <a:pt x="180" y="58"/>
                    <a:pt x="180" y="58"/>
                  </a:cubicBezTo>
                  <a:cubicBezTo>
                    <a:pt x="146" y="58"/>
                    <a:pt x="146" y="58"/>
                    <a:pt x="146" y="58"/>
                  </a:cubicBezTo>
                  <a:cubicBezTo>
                    <a:pt x="146" y="24"/>
                    <a:pt x="146" y="24"/>
                    <a:pt x="146" y="24"/>
                  </a:cubicBezTo>
                  <a:lnTo>
                    <a:pt x="176" y="23"/>
                  </a:lnTo>
                  <a:close/>
                  <a:moveTo>
                    <a:pt x="73" y="81"/>
                  </a:moveTo>
                  <a:cubicBezTo>
                    <a:pt x="79" y="72"/>
                    <a:pt x="90" y="66"/>
                    <a:pt x="102" y="66"/>
                  </a:cubicBezTo>
                  <a:cubicBezTo>
                    <a:pt x="114" y="66"/>
                    <a:pt x="124" y="72"/>
                    <a:pt x="131" y="81"/>
                  </a:cubicBezTo>
                  <a:cubicBezTo>
                    <a:pt x="135" y="87"/>
                    <a:pt x="138" y="94"/>
                    <a:pt x="138" y="102"/>
                  </a:cubicBezTo>
                  <a:cubicBezTo>
                    <a:pt x="138" y="122"/>
                    <a:pt x="121" y="138"/>
                    <a:pt x="102" y="138"/>
                  </a:cubicBezTo>
                  <a:cubicBezTo>
                    <a:pt x="82" y="138"/>
                    <a:pt x="66" y="122"/>
                    <a:pt x="66" y="102"/>
                  </a:cubicBezTo>
                  <a:cubicBezTo>
                    <a:pt x="66" y="94"/>
                    <a:pt x="68" y="87"/>
                    <a:pt x="73" y="81"/>
                  </a:cubicBezTo>
                  <a:close/>
                  <a:moveTo>
                    <a:pt x="184" y="164"/>
                  </a:moveTo>
                  <a:cubicBezTo>
                    <a:pt x="184" y="175"/>
                    <a:pt x="175" y="184"/>
                    <a:pt x="164" y="184"/>
                  </a:cubicBezTo>
                  <a:cubicBezTo>
                    <a:pt x="39" y="184"/>
                    <a:pt x="39" y="184"/>
                    <a:pt x="39" y="184"/>
                  </a:cubicBezTo>
                  <a:cubicBezTo>
                    <a:pt x="28" y="184"/>
                    <a:pt x="20" y="175"/>
                    <a:pt x="20" y="164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50" y="81"/>
                    <a:pt x="50" y="81"/>
                    <a:pt x="50" y="81"/>
                  </a:cubicBezTo>
                  <a:cubicBezTo>
                    <a:pt x="47" y="87"/>
                    <a:pt x="46" y="95"/>
                    <a:pt x="46" y="102"/>
                  </a:cubicBezTo>
                  <a:cubicBezTo>
                    <a:pt x="46" y="133"/>
                    <a:pt x="71" y="158"/>
                    <a:pt x="102" y="158"/>
                  </a:cubicBezTo>
                  <a:cubicBezTo>
                    <a:pt x="132" y="158"/>
                    <a:pt x="157" y="133"/>
                    <a:pt x="157" y="102"/>
                  </a:cubicBezTo>
                  <a:cubicBezTo>
                    <a:pt x="157" y="95"/>
                    <a:pt x="156" y="87"/>
                    <a:pt x="153" y="81"/>
                  </a:cubicBezTo>
                  <a:cubicBezTo>
                    <a:pt x="184" y="81"/>
                    <a:pt x="184" y="81"/>
                    <a:pt x="184" y="81"/>
                  </a:cubicBezTo>
                  <a:lnTo>
                    <a:pt x="184" y="164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íśļiḋe"/>
            <p:cNvSpPr txBox="1"/>
            <p:nvPr/>
          </p:nvSpPr>
          <p:spPr>
            <a:xfrm>
              <a:off x="2013820" y="1936117"/>
              <a:ext cx="8987179" cy="709644"/>
            </a:xfrm>
            <a:prstGeom prst="rect">
              <a:avLst/>
            </a:prstGeom>
            <a:noFill/>
          </p:spPr>
          <p:txBody>
            <a:bodyPr wrap="square" lIns="90000" tIns="46800" rIns="90000" bIns="46800" anchor="ctr" anchorCtr="0">
              <a:normAutofit/>
            </a:bodyPr>
            <a:lstStyle/>
            <a:p>
              <a:pPr indent="-171450" defTabSz="9144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900" dirty="0">
                  <a:solidFill>
                    <a:schemeClr val="bg1"/>
                  </a:solidFill>
                </a:rPr>
                <a:t>Supporting text here.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indent="-171450" defTabSz="9144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900" dirty="0">
                  <a:solidFill>
                    <a:schemeClr val="bg1"/>
                  </a:solidFill>
                </a:rPr>
                <a:t>You can use the icon library in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iSlide</a:t>
              </a:r>
              <a:r>
                <a:rPr lang="en-US" altLang="zh-CN" sz="900" dirty="0">
                  <a:solidFill>
                    <a:schemeClr val="bg1"/>
                  </a:solidFill>
                </a:rPr>
                <a:t>  (www.islide.cc) to filter and replace existing icon elements with one click.</a:t>
              </a:r>
              <a:endParaRPr lang="en-US" altLang="zh-CN" sz="900" dirty="0">
                <a:solidFill>
                  <a:schemeClr val="bg1"/>
                </a:solidFill>
              </a:endParaRPr>
            </a:p>
          </p:txBody>
        </p:sp>
        <p:sp>
          <p:nvSpPr>
            <p:cNvPr id="15" name="iSḻiďê"/>
            <p:cNvSpPr/>
            <p:nvPr/>
          </p:nvSpPr>
          <p:spPr>
            <a:xfrm>
              <a:off x="2013821" y="1579981"/>
              <a:ext cx="2330544" cy="373948"/>
            </a:xfrm>
            <a:prstGeom prst="rect">
              <a:avLst/>
            </a:prstGeom>
          </p:spPr>
          <p:txBody>
            <a:bodyPr wrap="none" lIns="90000" tIns="46800" rIns="90000" bIns="46800" anchor="ctr">
              <a:noAutofit/>
            </a:bodyPr>
            <a:lstStyle/>
            <a:p>
              <a:pPr lvl="0" defTabSz="914400"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6" name="iṣ1iḍê"/>
            <p:cNvSpPr txBox="1"/>
            <p:nvPr/>
          </p:nvSpPr>
          <p:spPr>
            <a:xfrm>
              <a:off x="2580850" y="3211305"/>
              <a:ext cx="8420149" cy="726874"/>
            </a:xfrm>
            <a:prstGeom prst="rect">
              <a:avLst/>
            </a:prstGeom>
            <a:noFill/>
          </p:spPr>
          <p:txBody>
            <a:bodyPr wrap="square" lIns="90000" tIns="46800" rIns="90000" bIns="46800" anchor="ctr" anchorCtr="0">
              <a:normAutofit/>
            </a:bodyPr>
            <a:lstStyle/>
            <a:p>
              <a:pPr indent="-171450" defTabSz="9144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900" dirty="0">
                  <a:solidFill>
                    <a:schemeClr val="bg1"/>
                  </a:solidFill>
                </a:rPr>
                <a:t>Supporting text here.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indent="-171450" defTabSz="9144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900" dirty="0">
                  <a:solidFill>
                    <a:schemeClr val="bg1"/>
                  </a:solidFill>
                </a:rPr>
                <a:t>You can use the icon library in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iSlide</a:t>
              </a:r>
              <a:r>
                <a:rPr lang="en-US" altLang="zh-CN" sz="900" dirty="0">
                  <a:solidFill>
                    <a:schemeClr val="bg1"/>
                  </a:solidFill>
                </a:rPr>
                <a:t>  (www.islide.cc) to filter and replace existing icon elements with one click.</a:t>
              </a:r>
              <a:endParaRPr lang="en-US" altLang="zh-CN" sz="900" dirty="0">
                <a:solidFill>
                  <a:schemeClr val="bg1"/>
                </a:solidFill>
              </a:endParaRPr>
            </a:p>
          </p:txBody>
        </p:sp>
        <p:sp>
          <p:nvSpPr>
            <p:cNvPr id="17" name="îšḻíďé"/>
            <p:cNvSpPr/>
            <p:nvPr/>
          </p:nvSpPr>
          <p:spPr>
            <a:xfrm>
              <a:off x="2580851" y="2858225"/>
              <a:ext cx="2330544" cy="373948"/>
            </a:xfrm>
            <a:prstGeom prst="rect">
              <a:avLst/>
            </a:prstGeom>
          </p:spPr>
          <p:txBody>
            <a:bodyPr wrap="none" lIns="90000" tIns="46800" rIns="90000" bIns="46800" anchor="ctr">
              <a:noAutofit/>
            </a:bodyPr>
            <a:lstStyle/>
            <a:p>
              <a:pPr lvl="0" defTabSz="914400"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  <p:sp>
          <p:nvSpPr>
            <p:cNvPr id="18" name="ïşliḍé"/>
            <p:cNvSpPr txBox="1"/>
            <p:nvPr/>
          </p:nvSpPr>
          <p:spPr>
            <a:xfrm>
              <a:off x="2878714" y="4498579"/>
              <a:ext cx="8122285" cy="723819"/>
            </a:xfrm>
            <a:prstGeom prst="rect">
              <a:avLst/>
            </a:prstGeom>
            <a:noFill/>
          </p:spPr>
          <p:txBody>
            <a:bodyPr wrap="square" lIns="90000" tIns="46800" rIns="90000" bIns="46800" anchor="ctr" anchorCtr="0">
              <a:normAutofit/>
            </a:bodyPr>
            <a:lstStyle/>
            <a:p>
              <a:pPr indent="-171450" defTabSz="9144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900" dirty="0">
                  <a:solidFill>
                    <a:schemeClr val="bg1"/>
                  </a:solidFill>
                </a:rPr>
                <a:t>Supporting text here.</a:t>
              </a:r>
              <a:endParaRPr lang="en-US" altLang="zh-CN" sz="900" dirty="0">
                <a:solidFill>
                  <a:schemeClr val="bg1"/>
                </a:solidFill>
              </a:endParaRPr>
            </a:p>
            <a:p>
              <a:pPr indent="-171450" defTabSz="914400">
                <a:lnSpc>
                  <a:spcPct val="150000"/>
                </a:lnSpc>
                <a:buFont typeface="Arial" panose="020B0604020202020204" pitchFamily="34" charset="0"/>
                <a:buChar char="•"/>
                <a:defRPr/>
              </a:pPr>
              <a:r>
                <a:rPr lang="en-US" altLang="zh-CN" sz="900" dirty="0">
                  <a:solidFill>
                    <a:schemeClr val="bg1"/>
                  </a:solidFill>
                </a:rPr>
                <a:t>You can use the icon library in </a:t>
              </a:r>
              <a:r>
                <a:rPr lang="en-US" altLang="zh-CN" sz="900" dirty="0" err="1">
                  <a:solidFill>
                    <a:schemeClr val="bg1"/>
                  </a:solidFill>
                </a:rPr>
                <a:t>iSlide</a:t>
              </a:r>
              <a:r>
                <a:rPr lang="en-US" altLang="zh-CN" sz="900" dirty="0">
                  <a:solidFill>
                    <a:schemeClr val="bg1"/>
                  </a:solidFill>
                </a:rPr>
                <a:t>  (www.islide.cc) to filter and replace existing icon elements with one click.</a:t>
              </a:r>
              <a:endParaRPr lang="en-US" altLang="zh-CN" sz="900" dirty="0">
                <a:solidFill>
                  <a:schemeClr val="bg1"/>
                </a:solidFill>
              </a:endParaRPr>
            </a:p>
          </p:txBody>
        </p:sp>
        <p:sp>
          <p:nvSpPr>
            <p:cNvPr id="19" name="îş1iďe"/>
            <p:cNvSpPr/>
            <p:nvPr/>
          </p:nvSpPr>
          <p:spPr>
            <a:xfrm>
              <a:off x="2878715" y="4130322"/>
              <a:ext cx="2330544" cy="373948"/>
            </a:xfrm>
            <a:prstGeom prst="rect">
              <a:avLst/>
            </a:prstGeom>
          </p:spPr>
          <p:txBody>
            <a:bodyPr wrap="none" lIns="90000" tIns="46800" rIns="90000" bIns="46800" anchor="ctr">
              <a:noAutofit/>
            </a:bodyPr>
            <a:lstStyle/>
            <a:p>
              <a:pPr lvl="0" defTabSz="914400">
                <a:defRPr/>
              </a:pPr>
              <a:r>
                <a:rPr lang="en-US" altLang="zh-CN" b="1" dirty="0"/>
                <a:t>Text here</a:t>
              </a:r>
              <a:endParaRPr lang="zh-CN" altLang="en-US" b="1" dirty="0"/>
            </a:p>
          </p:txBody>
        </p:sp>
      </p:grpSp>
      <p:pic>
        <p:nvPicPr>
          <p:cNvPr id="20" name="图片 19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b15d545d-6a15-46b3-895f-c24e208876c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36745" y="1275545"/>
            <a:ext cx="10941360" cy="4811643"/>
            <a:chOff x="736745" y="1275545"/>
            <a:chExt cx="10941360" cy="4811643"/>
          </a:xfrm>
        </p:grpSpPr>
        <p:grpSp>
          <p:nvGrpSpPr>
            <p:cNvPr id="6" name="îŝļidé"/>
            <p:cNvGrpSpPr/>
            <p:nvPr/>
          </p:nvGrpSpPr>
          <p:grpSpPr>
            <a:xfrm>
              <a:off x="6411000" y="1356666"/>
              <a:ext cx="1933578" cy="1993257"/>
              <a:chOff x="736745" y="1356666"/>
              <a:chExt cx="1933578" cy="1993257"/>
            </a:xfrm>
          </p:grpSpPr>
          <p:sp>
            <p:nvSpPr>
              <p:cNvPr id="29" name="ïṩ1iḓê"/>
              <p:cNvSpPr/>
              <p:nvPr/>
            </p:nvSpPr>
            <p:spPr>
              <a:xfrm>
                <a:off x="736745" y="1416345"/>
                <a:ext cx="1933578" cy="1933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noFill/>
              <a:ln w="25400" cap="flat" cmpd="sng" algn="ctr">
                <a:solidFill>
                  <a:schemeClr val="accent3"/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0" name="ïṡlïďé"/>
              <p:cNvSpPr/>
              <p:nvPr/>
            </p:nvSpPr>
            <p:spPr>
              <a:xfrm>
                <a:off x="805009" y="1493193"/>
                <a:ext cx="1797051" cy="1797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blipFill>
                <a:blip r:embed="rId2"/>
                <a:srcRect/>
                <a:stretch>
                  <a:fillRect l="-25179" t="-1" r="-24825" b="-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/>
                <a:endParaRPr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31" name="ïṧḻíḑè"/>
              <p:cNvGrpSpPr/>
              <p:nvPr/>
            </p:nvGrpSpPr>
            <p:grpSpPr>
              <a:xfrm>
                <a:off x="1936034" y="1356666"/>
                <a:ext cx="675000" cy="675005"/>
                <a:chOff x="7209746" y="4153276"/>
                <a:chExt cx="675000" cy="675005"/>
              </a:xfrm>
            </p:grpSpPr>
            <p:sp>
              <p:nvSpPr>
                <p:cNvPr id="32" name="î$ḻiďê"/>
                <p:cNvSpPr/>
                <p:nvPr/>
              </p:nvSpPr>
              <p:spPr>
                <a:xfrm>
                  <a:off x="7209746" y="4153276"/>
                  <a:ext cx="675000" cy="675005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33" name="ïṥļïḋê"/>
                <p:cNvSpPr/>
                <p:nvPr/>
              </p:nvSpPr>
              <p:spPr bwMode="auto">
                <a:xfrm>
                  <a:off x="7375153" y="4322040"/>
                  <a:ext cx="344185" cy="337474"/>
                </a:xfrm>
                <a:custGeom>
                  <a:avLst/>
                  <a:gdLst>
                    <a:gd name="T0" fmla="*/ 1312 w 1990"/>
                    <a:gd name="T1" fmla="*/ 1552 h 1954"/>
                    <a:gd name="T2" fmla="*/ 291 w 1990"/>
                    <a:gd name="T3" fmla="*/ 1746 h 1954"/>
                    <a:gd name="T4" fmla="*/ 0 w 1990"/>
                    <a:gd name="T5" fmla="*/ 540 h 1954"/>
                    <a:gd name="T6" fmla="*/ 515 w 1990"/>
                    <a:gd name="T7" fmla="*/ 249 h 1954"/>
                    <a:gd name="T8" fmla="*/ 1205 w 1990"/>
                    <a:gd name="T9" fmla="*/ 0 h 1954"/>
                    <a:gd name="T10" fmla="*/ 1496 w 1990"/>
                    <a:gd name="T11" fmla="*/ 489 h 1954"/>
                    <a:gd name="T12" fmla="*/ 1413 w 1990"/>
                    <a:gd name="T13" fmla="*/ 291 h 1954"/>
                    <a:gd name="T14" fmla="*/ 802 w 1990"/>
                    <a:gd name="T15" fmla="*/ 83 h 1954"/>
                    <a:gd name="T16" fmla="*/ 1039 w 1990"/>
                    <a:gd name="T17" fmla="*/ 249 h 1954"/>
                    <a:gd name="T18" fmla="*/ 1243 w 1990"/>
                    <a:gd name="T19" fmla="*/ 499 h 1954"/>
                    <a:gd name="T20" fmla="*/ 291 w 1990"/>
                    <a:gd name="T21" fmla="*/ 333 h 1954"/>
                    <a:gd name="T22" fmla="*/ 83 w 1990"/>
                    <a:gd name="T23" fmla="*/ 1455 h 1954"/>
                    <a:gd name="T24" fmla="*/ 1039 w 1990"/>
                    <a:gd name="T25" fmla="*/ 1663 h 1954"/>
                    <a:gd name="T26" fmla="*/ 1641 w 1990"/>
                    <a:gd name="T27" fmla="*/ 1453 h 1954"/>
                    <a:gd name="T28" fmla="*/ 1138 w 1990"/>
                    <a:gd name="T29" fmla="*/ 583 h 1954"/>
                    <a:gd name="T30" fmla="*/ 1641 w 1990"/>
                    <a:gd name="T31" fmla="*/ 1453 h 1954"/>
                    <a:gd name="T32" fmla="*/ 1752 w 1990"/>
                    <a:gd name="T33" fmla="*/ 809 h 1954"/>
                    <a:gd name="T34" fmla="*/ 1026 w 1990"/>
                    <a:gd name="T35" fmla="*/ 1228 h 1954"/>
                    <a:gd name="T36" fmla="*/ 1767 w 1990"/>
                    <a:gd name="T37" fmla="*/ 1422 h 1954"/>
                    <a:gd name="T38" fmla="*/ 1717 w 1990"/>
                    <a:gd name="T39" fmla="*/ 1835 h 1954"/>
                    <a:gd name="T40" fmla="*/ 1767 w 1990"/>
                    <a:gd name="T41" fmla="*/ 1422 h 1954"/>
                    <a:gd name="T42" fmla="*/ 1739 w 1990"/>
                    <a:gd name="T43" fmla="*/ 1874 h 1954"/>
                    <a:gd name="T44" fmla="*/ 1956 w 1990"/>
                    <a:gd name="T45" fmla="*/ 1749 h 1954"/>
                    <a:gd name="T46" fmla="*/ 249 w 1990"/>
                    <a:gd name="T47" fmla="*/ 551 h 1954"/>
                    <a:gd name="T48" fmla="*/ 803 w 1990"/>
                    <a:gd name="T49" fmla="*/ 613 h 1954"/>
                    <a:gd name="T50" fmla="*/ 675 w 1990"/>
                    <a:gd name="T51" fmla="*/ 828 h 1954"/>
                    <a:gd name="T52" fmla="*/ 249 w 1990"/>
                    <a:gd name="T53" fmla="*/ 890 h 1954"/>
                    <a:gd name="T54" fmla="*/ 675 w 1990"/>
                    <a:gd name="T55" fmla="*/ 828 h 1954"/>
                    <a:gd name="T56" fmla="*/ 675 w 1990"/>
                    <a:gd name="T57" fmla="*/ 1167 h 1954"/>
                    <a:gd name="T58" fmla="*/ 249 w 1990"/>
                    <a:gd name="T59" fmla="*/ 1105 h 1954"/>
                    <a:gd name="T60" fmla="*/ 249 w 1990"/>
                    <a:gd name="T61" fmla="*/ 1444 h 1954"/>
                    <a:gd name="T62" fmla="*/ 803 w 1990"/>
                    <a:gd name="T63" fmla="*/ 1382 h 1954"/>
                    <a:gd name="T64" fmla="*/ 249 w 1990"/>
                    <a:gd name="T65" fmla="*/ 1444 h 1954"/>
                    <a:gd name="T66" fmla="*/ 1179 w 1990"/>
                    <a:gd name="T67" fmla="*/ 961 h 1954"/>
                    <a:gd name="T68" fmla="*/ 1300 w 1990"/>
                    <a:gd name="T69" fmla="*/ 1219 h 1954"/>
                    <a:gd name="T70" fmla="*/ 1604 w 1990"/>
                    <a:gd name="T71" fmla="*/ 858 h 19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990" h="1954">
                      <a:moveTo>
                        <a:pt x="1231" y="1534"/>
                      </a:moveTo>
                      <a:cubicBezTo>
                        <a:pt x="1258" y="1542"/>
                        <a:pt x="1285" y="1548"/>
                        <a:pt x="1312" y="1552"/>
                      </a:cubicBezTo>
                      <a:cubicBezTo>
                        <a:pt x="1272" y="1665"/>
                        <a:pt x="1165" y="1746"/>
                        <a:pt x="1039" y="1746"/>
                      </a:cubicBezTo>
                      <a:lnTo>
                        <a:pt x="291" y="1746"/>
                      </a:lnTo>
                      <a:cubicBezTo>
                        <a:pt x="131" y="1746"/>
                        <a:pt x="0" y="1615"/>
                        <a:pt x="0" y="1455"/>
                      </a:cubicBezTo>
                      <a:lnTo>
                        <a:pt x="0" y="540"/>
                      </a:lnTo>
                      <a:cubicBezTo>
                        <a:pt x="0" y="380"/>
                        <a:pt x="131" y="249"/>
                        <a:pt x="291" y="249"/>
                      </a:cubicBezTo>
                      <a:lnTo>
                        <a:pt x="515" y="249"/>
                      </a:lnTo>
                      <a:cubicBezTo>
                        <a:pt x="535" y="109"/>
                        <a:pt x="656" y="0"/>
                        <a:pt x="802" y="0"/>
                      </a:cubicBezTo>
                      <a:lnTo>
                        <a:pt x="1205" y="0"/>
                      </a:lnTo>
                      <a:cubicBezTo>
                        <a:pt x="1366" y="0"/>
                        <a:pt x="1496" y="131"/>
                        <a:pt x="1496" y="291"/>
                      </a:cubicBezTo>
                      <a:lnTo>
                        <a:pt x="1496" y="489"/>
                      </a:lnTo>
                      <a:cubicBezTo>
                        <a:pt x="1469" y="484"/>
                        <a:pt x="1441" y="480"/>
                        <a:pt x="1413" y="479"/>
                      </a:cubicBezTo>
                      <a:lnTo>
                        <a:pt x="1413" y="291"/>
                      </a:lnTo>
                      <a:cubicBezTo>
                        <a:pt x="1413" y="176"/>
                        <a:pt x="1320" y="83"/>
                        <a:pt x="1205" y="83"/>
                      </a:cubicBezTo>
                      <a:lnTo>
                        <a:pt x="802" y="83"/>
                      </a:lnTo>
                      <a:cubicBezTo>
                        <a:pt x="701" y="83"/>
                        <a:pt x="617" y="155"/>
                        <a:pt x="598" y="249"/>
                      </a:cubicBezTo>
                      <a:lnTo>
                        <a:pt x="1039" y="249"/>
                      </a:lnTo>
                      <a:cubicBezTo>
                        <a:pt x="1180" y="249"/>
                        <a:pt x="1297" y="349"/>
                        <a:pt x="1324" y="482"/>
                      </a:cubicBezTo>
                      <a:cubicBezTo>
                        <a:pt x="1297" y="485"/>
                        <a:pt x="1270" y="491"/>
                        <a:pt x="1243" y="499"/>
                      </a:cubicBezTo>
                      <a:cubicBezTo>
                        <a:pt x="1224" y="404"/>
                        <a:pt x="1140" y="333"/>
                        <a:pt x="1039" y="333"/>
                      </a:cubicBezTo>
                      <a:lnTo>
                        <a:pt x="291" y="333"/>
                      </a:lnTo>
                      <a:cubicBezTo>
                        <a:pt x="177" y="333"/>
                        <a:pt x="83" y="426"/>
                        <a:pt x="83" y="540"/>
                      </a:cubicBezTo>
                      <a:lnTo>
                        <a:pt x="83" y="1455"/>
                      </a:lnTo>
                      <a:cubicBezTo>
                        <a:pt x="83" y="1569"/>
                        <a:pt x="177" y="1663"/>
                        <a:pt x="291" y="1663"/>
                      </a:cubicBezTo>
                      <a:lnTo>
                        <a:pt x="1039" y="1663"/>
                      </a:lnTo>
                      <a:cubicBezTo>
                        <a:pt x="1126" y="1663"/>
                        <a:pt x="1200" y="1609"/>
                        <a:pt x="1231" y="1534"/>
                      </a:cubicBezTo>
                      <a:close/>
                      <a:moveTo>
                        <a:pt x="1641" y="1453"/>
                      </a:moveTo>
                      <a:cubicBezTo>
                        <a:pt x="1401" y="1591"/>
                        <a:pt x="1093" y="1509"/>
                        <a:pt x="955" y="1269"/>
                      </a:cubicBezTo>
                      <a:cubicBezTo>
                        <a:pt x="816" y="1029"/>
                        <a:pt x="899" y="722"/>
                        <a:pt x="1138" y="583"/>
                      </a:cubicBezTo>
                      <a:cubicBezTo>
                        <a:pt x="1378" y="445"/>
                        <a:pt x="1686" y="527"/>
                        <a:pt x="1824" y="767"/>
                      </a:cubicBezTo>
                      <a:cubicBezTo>
                        <a:pt x="1963" y="1007"/>
                        <a:pt x="1880" y="1314"/>
                        <a:pt x="1641" y="1453"/>
                      </a:cubicBezTo>
                      <a:close/>
                      <a:moveTo>
                        <a:pt x="1599" y="1381"/>
                      </a:moveTo>
                      <a:cubicBezTo>
                        <a:pt x="1799" y="1266"/>
                        <a:pt x="1868" y="1009"/>
                        <a:pt x="1752" y="809"/>
                      </a:cubicBezTo>
                      <a:cubicBezTo>
                        <a:pt x="1637" y="608"/>
                        <a:pt x="1380" y="539"/>
                        <a:pt x="1180" y="655"/>
                      </a:cubicBezTo>
                      <a:cubicBezTo>
                        <a:pt x="980" y="771"/>
                        <a:pt x="911" y="1027"/>
                        <a:pt x="1026" y="1228"/>
                      </a:cubicBezTo>
                      <a:cubicBezTo>
                        <a:pt x="1142" y="1428"/>
                        <a:pt x="1399" y="1497"/>
                        <a:pt x="1599" y="1381"/>
                      </a:cubicBezTo>
                      <a:close/>
                      <a:moveTo>
                        <a:pt x="1767" y="1422"/>
                      </a:moveTo>
                      <a:lnTo>
                        <a:pt x="1551" y="1547"/>
                      </a:lnTo>
                      <a:lnTo>
                        <a:pt x="1717" y="1835"/>
                      </a:lnTo>
                      <a:lnTo>
                        <a:pt x="1933" y="1710"/>
                      </a:lnTo>
                      <a:lnTo>
                        <a:pt x="1767" y="1422"/>
                      </a:lnTo>
                      <a:close/>
                      <a:moveTo>
                        <a:pt x="1956" y="1749"/>
                      </a:moveTo>
                      <a:lnTo>
                        <a:pt x="1739" y="1874"/>
                      </a:lnTo>
                      <a:cubicBezTo>
                        <a:pt x="1774" y="1934"/>
                        <a:pt x="1850" y="1954"/>
                        <a:pt x="1910" y="1919"/>
                      </a:cubicBezTo>
                      <a:cubicBezTo>
                        <a:pt x="1969" y="1885"/>
                        <a:pt x="1990" y="1809"/>
                        <a:pt x="1956" y="1749"/>
                      </a:cubicBezTo>
                      <a:close/>
                      <a:moveTo>
                        <a:pt x="803" y="551"/>
                      </a:moveTo>
                      <a:lnTo>
                        <a:pt x="249" y="551"/>
                      </a:lnTo>
                      <a:lnTo>
                        <a:pt x="249" y="613"/>
                      </a:lnTo>
                      <a:lnTo>
                        <a:pt x="803" y="613"/>
                      </a:lnTo>
                      <a:lnTo>
                        <a:pt x="803" y="551"/>
                      </a:lnTo>
                      <a:close/>
                      <a:moveTo>
                        <a:pt x="675" y="828"/>
                      </a:moveTo>
                      <a:lnTo>
                        <a:pt x="249" y="828"/>
                      </a:lnTo>
                      <a:lnTo>
                        <a:pt x="249" y="890"/>
                      </a:lnTo>
                      <a:lnTo>
                        <a:pt x="675" y="890"/>
                      </a:lnTo>
                      <a:lnTo>
                        <a:pt x="675" y="828"/>
                      </a:lnTo>
                      <a:close/>
                      <a:moveTo>
                        <a:pt x="249" y="1167"/>
                      </a:moveTo>
                      <a:lnTo>
                        <a:pt x="675" y="1167"/>
                      </a:lnTo>
                      <a:lnTo>
                        <a:pt x="675" y="1105"/>
                      </a:lnTo>
                      <a:lnTo>
                        <a:pt x="249" y="1105"/>
                      </a:lnTo>
                      <a:lnTo>
                        <a:pt x="249" y="1167"/>
                      </a:lnTo>
                      <a:close/>
                      <a:moveTo>
                        <a:pt x="249" y="1444"/>
                      </a:moveTo>
                      <a:lnTo>
                        <a:pt x="803" y="1444"/>
                      </a:lnTo>
                      <a:lnTo>
                        <a:pt x="803" y="1382"/>
                      </a:lnTo>
                      <a:lnTo>
                        <a:pt x="249" y="1382"/>
                      </a:lnTo>
                      <a:lnTo>
                        <a:pt x="249" y="1444"/>
                      </a:lnTo>
                      <a:close/>
                      <a:moveTo>
                        <a:pt x="1308" y="1105"/>
                      </a:moveTo>
                      <a:lnTo>
                        <a:pt x="1179" y="961"/>
                      </a:lnTo>
                      <a:lnTo>
                        <a:pt x="1118" y="1017"/>
                      </a:lnTo>
                      <a:lnTo>
                        <a:pt x="1300" y="1219"/>
                      </a:lnTo>
                      <a:lnTo>
                        <a:pt x="1657" y="922"/>
                      </a:lnTo>
                      <a:lnTo>
                        <a:pt x="1604" y="858"/>
                      </a:lnTo>
                      <a:lnTo>
                        <a:pt x="1308" y="110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182832" tIns="91416" rIns="182832" bIns="91416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 sz="7200" dirty="0"/>
                </a:p>
              </p:txBody>
            </p:sp>
          </p:grpSp>
        </p:grpSp>
        <p:grpSp>
          <p:nvGrpSpPr>
            <p:cNvPr id="7" name="iśliḍè"/>
            <p:cNvGrpSpPr/>
            <p:nvPr/>
          </p:nvGrpSpPr>
          <p:grpSpPr>
            <a:xfrm>
              <a:off x="6411000" y="4014000"/>
              <a:ext cx="1933578" cy="1993257"/>
              <a:chOff x="736745" y="1356666"/>
              <a:chExt cx="1933578" cy="1993257"/>
            </a:xfrm>
          </p:grpSpPr>
          <p:sp>
            <p:nvSpPr>
              <p:cNvPr id="24" name="îśľîďê"/>
              <p:cNvSpPr/>
              <p:nvPr/>
            </p:nvSpPr>
            <p:spPr>
              <a:xfrm>
                <a:off x="736745" y="1416345"/>
                <a:ext cx="1933578" cy="193357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noFill/>
              <a:ln w="25400" cap="flat" cmpd="sng" algn="ctr">
                <a:solidFill>
                  <a:schemeClr val="accent3"/>
                </a:solidFill>
                <a:prstDash val="solid"/>
                <a:miter lim="400000"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2">
                        <a:lumMod val="100000"/>
                      </a:schemeClr>
                    </a:solidFill>
                  </a14:hiddenFill>
                </a:ext>
              </a:extLst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5" name="işľíďè"/>
              <p:cNvSpPr/>
              <p:nvPr/>
            </p:nvSpPr>
            <p:spPr>
              <a:xfrm>
                <a:off x="805009" y="1493193"/>
                <a:ext cx="1797051" cy="17970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</a:path>
                </a:pathLst>
              </a:custGeom>
              <a:blipFill>
                <a:blip r:embed="rId3"/>
                <a:srcRect/>
                <a:stretch>
                  <a:fillRect l="-25179" t="-1" r="-24825" b="-1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defTabSz="914400"/>
                <a:endParaRPr>
                  <a:solidFill>
                    <a:schemeClr val="lt1"/>
                  </a:solidFill>
                </a:endParaRPr>
              </a:p>
            </p:txBody>
          </p:sp>
          <p:grpSp>
            <p:nvGrpSpPr>
              <p:cNvPr id="26" name="ïşľíḋê"/>
              <p:cNvGrpSpPr/>
              <p:nvPr/>
            </p:nvGrpSpPr>
            <p:grpSpPr>
              <a:xfrm>
                <a:off x="1936034" y="1356666"/>
                <a:ext cx="675000" cy="675005"/>
                <a:chOff x="7209746" y="4153276"/>
                <a:chExt cx="675000" cy="675005"/>
              </a:xfrm>
            </p:grpSpPr>
            <p:sp>
              <p:nvSpPr>
                <p:cNvPr id="27" name="iśḷíḓê"/>
                <p:cNvSpPr/>
                <p:nvPr/>
              </p:nvSpPr>
              <p:spPr>
                <a:xfrm>
                  <a:off x="7209746" y="4153276"/>
                  <a:ext cx="675000" cy="675005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 dirty="0"/>
                </a:p>
              </p:txBody>
            </p:sp>
            <p:sp>
              <p:nvSpPr>
                <p:cNvPr id="28" name="îśľîḓê"/>
                <p:cNvSpPr/>
                <p:nvPr/>
              </p:nvSpPr>
              <p:spPr bwMode="auto">
                <a:xfrm>
                  <a:off x="7375153" y="4322040"/>
                  <a:ext cx="344185" cy="337474"/>
                </a:xfrm>
                <a:custGeom>
                  <a:avLst/>
                  <a:gdLst>
                    <a:gd name="T0" fmla="*/ 1312 w 1990"/>
                    <a:gd name="T1" fmla="*/ 1552 h 1954"/>
                    <a:gd name="T2" fmla="*/ 291 w 1990"/>
                    <a:gd name="T3" fmla="*/ 1746 h 1954"/>
                    <a:gd name="T4" fmla="*/ 0 w 1990"/>
                    <a:gd name="T5" fmla="*/ 540 h 1954"/>
                    <a:gd name="T6" fmla="*/ 515 w 1990"/>
                    <a:gd name="T7" fmla="*/ 249 h 1954"/>
                    <a:gd name="T8" fmla="*/ 1205 w 1990"/>
                    <a:gd name="T9" fmla="*/ 0 h 1954"/>
                    <a:gd name="T10" fmla="*/ 1496 w 1990"/>
                    <a:gd name="T11" fmla="*/ 489 h 1954"/>
                    <a:gd name="T12" fmla="*/ 1413 w 1990"/>
                    <a:gd name="T13" fmla="*/ 291 h 1954"/>
                    <a:gd name="T14" fmla="*/ 802 w 1990"/>
                    <a:gd name="T15" fmla="*/ 83 h 1954"/>
                    <a:gd name="T16" fmla="*/ 1039 w 1990"/>
                    <a:gd name="T17" fmla="*/ 249 h 1954"/>
                    <a:gd name="T18" fmla="*/ 1243 w 1990"/>
                    <a:gd name="T19" fmla="*/ 499 h 1954"/>
                    <a:gd name="T20" fmla="*/ 291 w 1990"/>
                    <a:gd name="T21" fmla="*/ 333 h 1954"/>
                    <a:gd name="T22" fmla="*/ 83 w 1990"/>
                    <a:gd name="T23" fmla="*/ 1455 h 1954"/>
                    <a:gd name="T24" fmla="*/ 1039 w 1990"/>
                    <a:gd name="T25" fmla="*/ 1663 h 1954"/>
                    <a:gd name="T26" fmla="*/ 1641 w 1990"/>
                    <a:gd name="T27" fmla="*/ 1453 h 1954"/>
                    <a:gd name="T28" fmla="*/ 1138 w 1990"/>
                    <a:gd name="T29" fmla="*/ 583 h 1954"/>
                    <a:gd name="T30" fmla="*/ 1641 w 1990"/>
                    <a:gd name="T31" fmla="*/ 1453 h 1954"/>
                    <a:gd name="T32" fmla="*/ 1752 w 1990"/>
                    <a:gd name="T33" fmla="*/ 809 h 1954"/>
                    <a:gd name="T34" fmla="*/ 1026 w 1990"/>
                    <a:gd name="T35" fmla="*/ 1228 h 1954"/>
                    <a:gd name="T36" fmla="*/ 1767 w 1990"/>
                    <a:gd name="T37" fmla="*/ 1422 h 1954"/>
                    <a:gd name="T38" fmla="*/ 1717 w 1990"/>
                    <a:gd name="T39" fmla="*/ 1835 h 1954"/>
                    <a:gd name="T40" fmla="*/ 1767 w 1990"/>
                    <a:gd name="T41" fmla="*/ 1422 h 1954"/>
                    <a:gd name="T42" fmla="*/ 1739 w 1990"/>
                    <a:gd name="T43" fmla="*/ 1874 h 1954"/>
                    <a:gd name="T44" fmla="*/ 1956 w 1990"/>
                    <a:gd name="T45" fmla="*/ 1749 h 1954"/>
                    <a:gd name="T46" fmla="*/ 249 w 1990"/>
                    <a:gd name="T47" fmla="*/ 551 h 1954"/>
                    <a:gd name="T48" fmla="*/ 803 w 1990"/>
                    <a:gd name="T49" fmla="*/ 613 h 1954"/>
                    <a:gd name="T50" fmla="*/ 675 w 1990"/>
                    <a:gd name="T51" fmla="*/ 828 h 1954"/>
                    <a:gd name="T52" fmla="*/ 249 w 1990"/>
                    <a:gd name="T53" fmla="*/ 890 h 1954"/>
                    <a:gd name="T54" fmla="*/ 675 w 1990"/>
                    <a:gd name="T55" fmla="*/ 828 h 1954"/>
                    <a:gd name="T56" fmla="*/ 675 w 1990"/>
                    <a:gd name="T57" fmla="*/ 1167 h 1954"/>
                    <a:gd name="T58" fmla="*/ 249 w 1990"/>
                    <a:gd name="T59" fmla="*/ 1105 h 1954"/>
                    <a:gd name="T60" fmla="*/ 249 w 1990"/>
                    <a:gd name="T61" fmla="*/ 1444 h 1954"/>
                    <a:gd name="T62" fmla="*/ 803 w 1990"/>
                    <a:gd name="T63" fmla="*/ 1382 h 1954"/>
                    <a:gd name="T64" fmla="*/ 249 w 1990"/>
                    <a:gd name="T65" fmla="*/ 1444 h 1954"/>
                    <a:gd name="T66" fmla="*/ 1179 w 1990"/>
                    <a:gd name="T67" fmla="*/ 961 h 1954"/>
                    <a:gd name="T68" fmla="*/ 1300 w 1990"/>
                    <a:gd name="T69" fmla="*/ 1219 h 1954"/>
                    <a:gd name="T70" fmla="*/ 1604 w 1990"/>
                    <a:gd name="T71" fmla="*/ 858 h 19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990" h="1954">
                      <a:moveTo>
                        <a:pt x="1231" y="1534"/>
                      </a:moveTo>
                      <a:cubicBezTo>
                        <a:pt x="1258" y="1542"/>
                        <a:pt x="1285" y="1548"/>
                        <a:pt x="1312" y="1552"/>
                      </a:cubicBezTo>
                      <a:cubicBezTo>
                        <a:pt x="1272" y="1665"/>
                        <a:pt x="1165" y="1746"/>
                        <a:pt x="1039" y="1746"/>
                      </a:cubicBezTo>
                      <a:lnTo>
                        <a:pt x="291" y="1746"/>
                      </a:lnTo>
                      <a:cubicBezTo>
                        <a:pt x="131" y="1746"/>
                        <a:pt x="0" y="1615"/>
                        <a:pt x="0" y="1455"/>
                      </a:cubicBezTo>
                      <a:lnTo>
                        <a:pt x="0" y="540"/>
                      </a:lnTo>
                      <a:cubicBezTo>
                        <a:pt x="0" y="380"/>
                        <a:pt x="131" y="249"/>
                        <a:pt x="291" y="249"/>
                      </a:cubicBezTo>
                      <a:lnTo>
                        <a:pt x="515" y="249"/>
                      </a:lnTo>
                      <a:cubicBezTo>
                        <a:pt x="535" y="109"/>
                        <a:pt x="656" y="0"/>
                        <a:pt x="802" y="0"/>
                      </a:cubicBezTo>
                      <a:lnTo>
                        <a:pt x="1205" y="0"/>
                      </a:lnTo>
                      <a:cubicBezTo>
                        <a:pt x="1366" y="0"/>
                        <a:pt x="1496" y="131"/>
                        <a:pt x="1496" y="291"/>
                      </a:cubicBezTo>
                      <a:lnTo>
                        <a:pt x="1496" y="489"/>
                      </a:lnTo>
                      <a:cubicBezTo>
                        <a:pt x="1469" y="484"/>
                        <a:pt x="1441" y="480"/>
                        <a:pt x="1413" y="479"/>
                      </a:cubicBezTo>
                      <a:lnTo>
                        <a:pt x="1413" y="291"/>
                      </a:lnTo>
                      <a:cubicBezTo>
                        <a:pt x="1413" y="176"/>
                        <a:pt x="1320" y="83"/>
                        <a:pt x="1205" y="83"/>
                      </a:cubicBezTo>
                      <a:lnTo>
                        <a:pt x="802" y="83"/>
                      </a:lnTo>
                      <a:cubicBezTo>
                        <a:pt x="701" y="83"/>
                        <a:pt x="617" y="155"/>
                        <a:pt x="598" y="249"/>
                      </a:cubicBezTo>
                      <a:lnTo>
                        <a:pt x="1039" y="249"/>
                      </a:lnTo>
                      <a:cubicBezTo>
                        <a:pt x="1180" y="249"/>
                        <a:pt x="1297" y="349"/>
                        <a:pt x="1324" y="482"/>
                      </a:cubicBezTo>
                      <a:cubicBezTo>
                        <a:pt x="1297" y="485"/>
                        <a:pt x="1270" y="491"/>
                        <a:pt x="1243" y="499"/>
                      </a:cubicBezTo>
                      <a:cubicBezTo>
                        <a:pt x="1224" y="404"/>
                        <a:pt x="1140" y="333"/>
                        <a:pt x="1039" y="333"/>
                      </a:cubicBezTo>
                      <a:lnTo>
                        <a:pt x="291" y="333"/>
                      </a:lnTo>
                      <a:cubicBezTo>
                        <a:pt x="177" y="333"/>
                        <a:pt x="83" y="426"/>
                        <a:pt x="83" y="540"/>
                      </a:cubicBezTo>
                      <a:lnTo>
                        <a:pt x="83" y="1455"/>
                      </a:lnTo>
                      <a:cubicBezTo>
                        <a:pt x="83" y="1569"/>
                        <a:pt x="177" y="1663"/>
                        <a:pt x="291" y="1663"/>
                      </a:cubicBezTo>
                      <a:lnTo>
                        <a:pt x="1039" y="1663"/>
                      </a:lnTo>
                      <a:cubicBezTo>
                        <a:pt x="1126" y="1663"/>
                        <a:pt x="1200" y="1609"/>
                        <a:pt x="1231" y="1534"/>
                      </a:cubicBezTo>
                      <a:close/>
                      <a:moveTo>
                        <a:pt x="1641" y="1453"/>
                      </a:moveTo>
                      <a:cubicBezTo>
                        <a:pt x="1401" y="1591"/>
                        <a:pt x="1093" y="1509"/>
                        <a:pt x="955" y="1269"/>
                      </a:cubicBezTo>
                      <a:cubicBezTo>
                        <a:pt x="816" y="1029"/>
                        <a:pt x="899" y="722"/>
                        <a:pt x="1138" y="583"/>
                      </a:cubicBezTo>
                      <a:cubicBezTo>
                        <a:pt x="1378" y="445"/>
                        <a:pt x="1686" y="527"/>
                        <a:pt x="1824" y="767"/>
                      </a:cubicBezTo>
                      <a:cubicBezTo>
                        <a:pt x="1963" y="1007"/>
                        <a:pt x="1880" y="1314"/>
                        <a:pt x="1641" y="1453"/>
                      </a:cubicBezTo>
                      <a:close/>
                      <a:moveTo>
                        <a:pt x="1599" y="1381"/>
                      </a:moveTo>
                      <a:cubicBezTo>
                        <a:pt x="1799" y="1266"/>
                        <a:pt x="1868" y="1009"/>
                        <a:pt x="1752" y="809"/>
                      </a:cubicBezTo>
                      <a:cubicBezTo>
                        <a:pt x="1637" y="608"/>
                        <a:pt x="1380" y="539"/>
                        <a:pt x="1180" y="655"/>
                      </a:cubicBezTo>
                      <a:cubicBezTo>
                        <a:pt x="980" y="771"/>
                        <a:pt x="911" y="1027"/>
                        <a:pt x="1026" y="1228"/>
                      </a:cubicBezTo>
                      <a:cubicBezTo>
                        <a:pt x="1142" y="1428"/>
                        <a:pt x="1399" y="1497"/>
                        <a:pt x="1599" y="1381"/>
                      </a:cubicBezTo>
                      <a:close/>
                      <a:moveTo>
                        <a:pt x="1767" y="1422"/>
                      </a:moveTo>
                      <a:lnTo>
                        <a:pt x="1551" y="1547"/>
                      </a:lnTo>
                      <a:lnTo>
                        <a:pt x="1717" y="1835"/>
                      </a:lnTo>
                      <a:lnTo>
                        <a:pt x="1933" y="1710"/>
                      </a:lnTo>
                      <a:lnTo>
                        <a:pt x="1767" y="1422"/>
                      </a:lnTo>
                      <a:close/>
                      <a:moveTo>
                        <a:pt x="1956" y="1749"/>
                      </a:moveTo>
                      <a:lnTo>
                        <a:pt x="1739" y="1874"/>
                      </a:lnTo>
                      <a:cubicBezTo>
                        <a:pt x="1774" y="1934"/>
                        <a:pt x="1850" y="1954"/>
                        <a:pt x="1910" y="1919"/>
                      </a:cubicBezTo>
                      <a:cubicBezTo>
                        <a:pt x="1969" y="1885"/>
                        <a:pt x="1990" y="1809"/>
                        <a:pt x="1956" y="1749"/>
                      </a:cubicBezTo>
                      <a:close/>
                      <a:moveTo>
                        <a:pt x="803" y="551"/>
                      </a:moveTo>
                      <a:lnTo>
                        <a:pt x="249" y="551"/>
                      </a:lnTo>
                      <a:lnTo>
                        <a:pt x="249" y="613"/>
                      </a:lnTo>
                      <a:lnTo>
                        <a:pt x="803" y="613"/>
                      </a:lnTo>
                      <a:lnTo>
                        <a:pt x="803" y="551"/>
                      </a:lnTo>
                      <a:close/>
                      <a:moveTo>
                        <a:pt x="675" y="828"/>
                      </a:moveTo>
                      <a:lnTo>
                        <a:pt x="249" y="828"/>
                      </a:lnTo>
                      <a:lnTo>
                        <a:pt x="249" y="890"/>
                      </a:lnTo>
                      <a:lnTo>
                        <a:pt x="675" y="890"/>
                      </a:lnTo>
                      <a:lnTo>
                        <a:pt x="675" y="828"/>
                      </a:lnTo>
                      <a:close/>
                      <a:moveTo>
                        <a:pt x="249" y="1167"/>
                      </a:moveTo>
                      <a:lnTo>
                        <a:pt x="675" y="1167"/>
                      </a:lnTo>
                      <a:lnTo>
                        <a:pt x="675" y="1105"/>
                      </a:lnTo>
                      <a:lnTo>
                        <a:pt x="249" y="1105"/>
                      </a:lnTo>
                      <a:lnTo>
                        <a:pt x="249" y="1167"/>
                      </a:lnTo>
                      <a:close/>
                      <a:moveTo>
                        <a:pt x="249" y="1444"/>
                      </a:moveTo>
                      <a:lnTo>
                        <a:pt x="803" y="1444"/>
                      </a:lnTo>
                      <a:lnTo>
                        <a:pt x="803" y="1382"/>
                      </a:lnTo>
                      <a:lnTo>
                        <a:pt x="249" y="1382"/>
                      </a:lnTo>
                      <a:lnTo>
                        <a:pt x="249" y="1444"/>
                      </a:lnTo>
                      <a:close/>
                      <a:moveTo>
                        <a:pt x="1308" y="1105"/>
                      </a:moveTo>
                      <a:lnTo>
                        <a:pt x="1179" y="961"/>
                      </a:lnTo>
                      <a:lnTo>
                        <a:pt x="1118" y="1017"/>
                      </a:lnTo>
                      <a:lnTo>
                        <a:pt x="1300" y="1219"/>
                      </a:lnTo>
                      <a:lnTo>
                        <a:pt x="1657" y="922"/>
                      </a:lnTo>
                      <a:lnTo>
                        <a:pt x="1604" y="858"/>
                      </a:lnTo>
                      <a:lnTo>
                        <a:pt x="1308" y="1105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182832" tIns="91416" rIns="182832" bIns="91416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 sz="7200" dirty="0"/>
                </a:p>
              </p:txBody>
            </p:sp>
          </p:grpSp>
        </p:grpSp>
        <p:grpSp>
          <p:nvGrpSpPr>
            <p:cNvPr id="8" name="íṧľiḓê"/>
            <p:cNvGrpSpPr/>
            <p:nvPr/>
          </p:nvGrpSpPr>
          <p:grpSpPr>
            <a:xfrm>
              <a:off x="736745" y="2607313"/>
              <a:ext cx="5267105" cy="2075204"/>
              <a:chOff x="736745" y="1275545"/>
              <a:chExt cx="5267105" cy="2075204"/>
            </a:xfrm>
          </p:grpSpPr>
          <p:grpSp>
            <p:nvGrpSpPr>
              <p:cNvPr id="15" name="i$ḻíḋè"/>
              <p:cNvGrpSpPr/>
              <p:nvPr/>
            </p:nvGrpSpPr>
            <p:grpSpPr>
              <a:xfrm>
                <a:off x="736745" y="1356666"/>
                <a:ext cx="1933578" cy="1993257"/>
                <a:chOff x="736745" y="1356666"/>
                <a:chExt cx="1933578" cy="1993257"/>
              </a:xfrm>
            </p:grpSpPr>
            <p:sp>
              <p:nvSpPr>
                <p:cNvPr id="19" name="işlîdè"/>
                <p:cNvSpPr/>
                <p:nvPr/>
              </p:nvSpPr>
              <p:spPr>
                <a:xfrm>
                  <a:off x="736745" y="1416345"/>
                  <a:ext cx="1933578" cy="193357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noFill/>
                <a:ln w="25400" cap="flat" cmpd="sng" algn="ctr">
                  <a:solidFill>
                    <a:schemeClr val="accent1"/>
                  </a:solidFill>
                  <a:prstDash val="solid"/>
                  <a:miter lim="400000"/>
                  <a:headEnd type="none" w="med" len="med"/>
                  <a:tailEnd type="non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2">
                          <a:lumMod val="100000"/>
                        </a:schemeClr>
                      </a:solidFill>
                    </a14:hiddenFill>
                  </a:ext>
                </a:extLst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20" name="íṧlíḑè"/>
                <p:cNvSpPr/>
                <p:nvPr/>
              </p:nvSpPr>
              <p:spPr>
                <a:xfrm>
                  <a:off x="805009" y="1493193"/>
                  <a:ext cx="1797051" cy="179705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blipFill>
                  <a:blip r:embed="rId4"/>
                  <a:srcRect/>
                  <a:stretch>
                    <a:fillRect l="-25179" t="-1" r="-24825" b="-1"/>
                  </a:stretch>
                </a:blipFill>
                <a:ln w="12700" cap="flat" cmpd="sng" algn="ctr">
                  <a:noFill/>
                  <a:prstDash val="solid"/>
                  <a:miter lim="800000"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accent1">
                          <a:shade val="50000"/>
                        </a:schemeClr>
                      </a:solidFill>
                      <a:prstDash val="solid"/>
                      <a:miter lim="800000"/>
                      <a:headEnd/>
                      <a:tailEnd/>
                    </a14:hiddenLine>
                  </a:ext>
                </a:ex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defTabSz="914400"/>
                  <a:endParaRPr>
                    <a:solidFill>
                      <a:schemeClr val="lt1"/>
                    </a:solidFill>
                  </a:endParaRPr>
                </a:p>
              </p:txBody>
            </p:sp>
            <p:grpSp>
              <p:nvGrpSpPr>
                <p:cNvPr id="21" name="îšļiḋe"/>
                <p:cNvGrpSpPr/>
                <p:nvPr/>
              </p:nvGrpSpPr>
              <p:grpSpPr>
                <a:xfrm>
                  <a:off x="1936034" y="1356666"/>
                  <a:ext cx="675000" cy="675005"/>
                  <a:chOff x="7209746" y="4153276"/>
                  <a:chExt cx="675000" cy="675005"/>
                </a:xfrm>
              </p:grpSpPr>
              <p:sp>
                <p:nvSpPr>
                  <p:cNvPr id="22" name="íśľíḓê"/>
                  <p:cNvSpPr/>
                  <p:nvPr/>
                </p:nvSpPr>
                <p:spPr>
                  <a:xfrm>
                    <a:off x="7209746" y="4153276"/>
                    <a:ext cx="675000" cy="675005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3810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</a:defRPr>
                    </a:lvl9pPr>
                  </a:lstStyle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" name="íślîdé"/>
                  <p:cNvSpPr/>
                  <p:nvPr/>
                </p:nvSpPr>
                <p:spPr bwMode="auto">
                  <a:xfrm>
                    <a:off x="7375153" y="4322040"/>
                    <a:ext cx="344185" cy="337474"/>
                  </a:xfrm>
                  <a:custGeom>
                    <a:avLst/>
                    <a:gdLst>
                      <a:gd name="T0" fmla="*/ 1312 w 1990"/>
                      <a:gd name="T1" fmla="*/ 1552 h 1954"/>
                      <a:gd name="T2" fmla="*/ 291 w 1990"/>
                      <a:gd name="T3" fmla="*/ 1746 h 1954"/>
                      <a:gd name="T4" fmla="*/ 0 w 1990"/>
                      <a:gd name="T5" fmla="*/ 540 h 1954"/>
                      <a:gd name="T6" fmla="*/ 515 w 1990"/>
                      <a:gd name="T7" fmla="*/ 249 h 1954"/>
                      <a:gd name="T8" fmla="*/ 1205 w 1990"/>
                      <a:gd name="T9" fmla="*/ 0 h 1954"/>
                      <a:gd name="T10" fmla="*/ 1496 w 1990"/>
                      <a:gd name="T11" fmla="*/ 489 h 1954"/>
                      <a:gd name="T12" fmla="*/ 1413 w 1990"/>
                      <a:gd name="T13" fmla="*/ 291 h 1954"/>
                      <a:gd name="T14" fmla="*/ 802 w 1990"/>
                      <a:gd name="T15" fmla="*/ 83 h 1954"/>
                      <a:gd name="T16" fmla="*/ 1039 w 1990"/>
                      <a:gd name="T17" fmla="*/ 249 h 1954"/>
                      <a:gd name="T18" fmla="*/ 1243 w 1990"/>
                      <a:gd name="T19" fmla="*/ 499 h 1954"/>
                      <a:gd name="T20" fmla="*/ 291 w 1990"/>
                      <a:gd name="T21" fmla="*/ 333 h 1954"/>
                      <a:gd name="T22" fmla="*/ 83 w 1990"/>
                      <a:gd name="T23" fmla="*/ 1455 h 1954"/>
                      <a:gd name="T24" fmla="*/ 1039 w 1990"/>
                      <a:gd name="T25" fmla="*/ 1663 h 1954"/>
                      <a:gd name="T26" fmla="*/ 1641 w 1990"/>
                      <a:gd name="T27" fmla="*/ 1453 h 1954"/>
                      <a:gd name="T28" fmla="*/ 1138 w 1990"/>
                      <a:gd name="T29" fmla="*/ 583 h 1954"/>
                      <a:gd name="T30" fmla="*/ 1641 w 1990"/>
                      <a:gd name="T31" fmla="*/ 1453 h 1954"/>
                      <a:gd name="T32" fmla="*/ 1752 w 1990"/>
                      <a:gd name="T33" fmla="*/ 809 h 1954"/>
                      <a:gd name="T34" fmla="*/ 1026 w 1990"/>
                      <a:gd name="T35" fmla="*/ 1228 h 1954"/>
                      <a:gd name="T36" fmla="*/ 1767 w 1990"/>
                      <a:gd name="T37" fmla="*/ 1422 h 1954"/>
                      <a:gd name="T38" fmla="*/ 1717 w 1990"/>
                      <a:gd name="T39" fmla="*/ 1835 h 1954"/>
                      <a:gd name="T40" fmla="*/ 1767 w 1990"/>
                      <a:gd name="T41" fmla="*/ 1422 h 1954"/>
                      <a:gd name="T42" fmla="*/ 1739 w 1990"/>
                      <a:gd name="T43" fmla="*/ 1874 h 1954"/>
                      <a:gd name="T44" fmla="*/ 1956 w 1990"/>
                      <a:gd name="T45" fmla="*/ 1749 h 1954"/>
                      <a:gd name="T46" fmla="*/ 249 w 1990"/>
                      <a:gd name="T47" fmla="*/ 551 h 1954"/>
                      <a:gd name="T48" fmla="*/ 803 w 1990"/>
                      <a:gd name="T49" fmla="*/ 613 h 1954"/>
                      <a:gd name="T50" fmla="*/ 675 w 1990"/>
                      <a:gd name="T51" fmla="*/ 828 h 1954"/>
                      <a:gd name="T52" fmla="*/ 249 w 1990"/>
                      <a:gd name="T53" fmla="*/ 890 h 1954"/>
                      <a:gd name="T54" fmla="*/ 675 w 1990"/>
                      <a:gd name="T55" fmla="*/ 828 h 1954"/>
                      <a:gd name="T56" fmla="*/ 675 w 1990"/>
                      <a:gd name="T57" fmla="*/ 1167 h 1954"/>
                      <a:gd name="T58" fmla="*/ 249 w 1990"/>
                      <a:gd name="T59" fmla="*/ 1105 h 1954"/>
                      <a:gd name="T60" fmla="*/ 249 w 1990"/>
                      <a:gd name="T61" fmla="*/ 1444 h 1954"/>
                      <a:gd name="T62" fmla="*/ 803 w 1990"/>
                      <a:gd name="T63" fmla="*/ 1382 h 1954"/>
                      <a:gd name="T64" fmla="*/ 249 w 1990"/>
                      <a:gd name="T65" fmla="*/ 1444 h 1954"/>
                      <a:gd name="T66" fmla="*/ 1179 w 1990"/>
                      <a:gd name="T67" fmla="*/ 961 h 1954"/>
                      <a:gd name="T68" fmla="*/ 1300 w 1990"/>
                      <a:gd name="T69" fmla="*/ 1219 h 1954"/>
                      <a:gd name="T70" fmla="*/ 1604 w 1990"/>
                      <a:gd name="T71" fmla="*/ 858 h 19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</a:cxnLst>
                    <a:rect l="0" t="0" r="r" b="b"/>
                    <a:pathLst>
                      <a:path w="1990" h="1954">
                        <a:moveTo>
                          <a:pt x="1231" y="1534"/>
                        </a:moveTo>
                        <a:cubicBezTo>
                          <a:pt x="1258" y="1542"/>
                          <a:pt x="1285" y="1548"/>
                          <a:pt x="1312" y="1552"/>
                        </a:cubicBezTo>
                        <a:cubicBezTo>
                          <a:pt x="1272" y="1665"/>
                          <a:pt x="1165" y="1746"/>
                          <a:pt x="1039" y="1746"/>
                        </a:cubicBezTo>
                        <a:lnTo>
                          <a:pt x="291" y="1746"/>
                        </a:lnTo>
                        <a:cubicBezTo>
                          <a:pt x="131" y="1746"/>
                          <a:pt x="0" y="1615"/>
                          <a:pt x="0" y="1455"/>
                        </a:cubicBezTo>
                        <a:lnTo>
                          <a:pt x="0" y="540"/>
                        </a:lnTo>
                        <a:cubicBezTo>
                          <a:pt x="0" y="380"/>
                          <a:pt x="131" y="249"/>
                          <a:pt x="291" y="249"/>
                        </a:cubicBezTo>
                        <a:lnTo>
                          <a:pt x="515" y="249"/>
                        </a:lnTo>
                        <a:cubicBezTo>
                          <a:pt x="535" y="109"/>
                          <a:pt x="656" y="0"/>
                          <a:pt x="802" y="0"/>
                        </a:cubicBezTo>
                        <a:lnTo>
                          <a:pt x="1205" y="0"/>
                        </a:lnTo>
                        <a:cubicBezTo>
                          <a:pt x="1366" y="0"/>
                          <a:pt x="1496" y="131"/>
                          <a:pt x="1496" y="291"/>
                        </a:cubicBezTo>
                        <a:lnTo>
                          <a:pt x="1496" y="489"/>
                        </a:lnTo>
                        <a:cubicBezTo>
                          <a:pt x="1469" y="484"/>
                          <a:pt x="1441" y="480"/>
                          <a:pt x="1413" y="479"/>
                        </a:cubicBezTo>
                        <a:lnTo>
                          <a:pt x="1413" y="291"/>
                        </a:lnTo>
                        <a:cubicBezTo>
                          <a:pt x="1413" y="176"/>
                          <a:pt x="1320" y="83"/>
                          <a:pt x="1205" y="83"/>
                        </a:cubicBezTo>
                        <a:lnTo>
                          <a:pt x="802" y="83"/>
                        </a:lnTo>
                        <a:cubicBezTo>
                          <a:pt x="701" y="83"/>
                          <a:pt x="617" y="155"/>
                          <a:pt x="598" y="249"/>
                        </a:cubicBezTo>
                        <a:lnTo>
                          <a:pt x="1039" y="249"/>
                        </a:lnTo>
                        <a:cubicBezTo>
                          <a:pt x="1180" y="249"/>
                          <a:pt x="1297" y="349"/>
                          <a:pt x="1324" y="482"/>
                        </a:cubicBezTo>
                        <a:cubicBezTo>
                          <a:pt x="1297" y="485"/>
                          <a:pt x="1270" y="491"/>
                          <a:pt x="1243" y="499"/>
                        </a:cubicBezTo>
                        <a:cubicBezTo>
                          <a:pt x="1224" y="404"/>
                          <a:pt x="1140" y="333"/>
                          <a:pt x="1039" y="333"/>
                        </a:cubicBezTo>
                        <a:lnTo>
                          <a:pt x="291" y="333"/>
                        </a:lnTo>
                        <a:cubicBezTo>
                          <a:pt x="177" y="333"/>
                          <a:pt x="83" y="426"/>
                          <a:pt x="83" y="540"/>
                        </a:cubicBezTo>
                        <a:lnTo>
                          <a:pt x="83" y="1455"/>
                        </a:lnTo>
                        <a:cubicBezTo>
                          <a:pt x="83" y="1569"/>
                          <a:pt x="177" y="1663"/>
                          <a:pt x="291" y="1663"/>
                        </a:cubicBezTo>
                        <a:lnTo>
                          <a:pt x="1039" y="1663"/>
                        </a:lnTo>
                        <a:cubicBezTo>
                          <a:pt x="1126" y="1663"/>
                          <a:pt x="1200" y="1609"/>
                          <a:pt x="1231" y="1534"/>
                        </a:cubicBezTo>
                        <a:close/>
                        <a:moveTo>
                          <a:pt x="1641" y="1453"/>
                        </a:moveTo>
                        <a:cubicBezTo>
                          <a:pt x="1401" y="1591"/>
                          <a:pt x="1093" y="1509"/>
                          <a:pt x="955" y="1269"/>
                        </a:cubicBezTo>
                        <a:cubicBezTo>
                          <a:pt x="816" y="1029"/>
                          <a:pt x="899" y="722"/>
                          <a:pt x="1138" y="583"/>
                        </a:cubicBezTo>
                        <a:cubicBezTo>
                          <a:pt x="1378" y="445"/>
                          <a:pt x="1686" y="527"/>
                          <a:pt x="1824" y="767"/>
                        </a:cubicBezTo>
                        <a:cubicBezTo>
                          <a:pt x="1963" y="1007"/>
                          <a:pt x="1880" y="1314"/>
                          <a:pt x="1641" y="1453"/>
                        </a:cubicBezTo>
                        <a:close/>
                        <a:moveTo>
                          <a:pt x="1599" y="1381"/>
                        </a:moveTo>
                        <a:cubicBezTo>
                          <a:pt x="1799" y="1266"/>
                          <a:pt x="1868" y="1009"/>
                          <a:pt x="1752" y="809"/>
                        </a:cubicBezTo>
                        <a:cubicBezTo>
                          <a:pt x="1637" y="608"/>
                          <a:pt x="1380" y="539"/>
                          <a:pt x="1180" y="655"/>
                        </a:cubicBezTo>
                        <a:cubicBezTo>
                          <a:pt x="980" y="771"/>
                          <a:pt x="911" y="1027"/>
                          <a:pt x="1026" y="1228"/>
                        </a:cubicBezTo>
                        <a:cubicBezTo>
                          <a:pt x="1142" y="1428"/>
                          <a:pt x="1399" y="1497"/>
                          <a:pt x="1599" y="1381"/>
                        </a:cubicBezTo>
                        <a:close/>
                        <a:moveTo>
                          <a:pt x="1767" y="1422"/>
                        </a:moveTo>
                        <a:lnTo>
                          <a:pt x="1551" y="1547"/>
                        </a:lnTo>
                        <a:lnTo>
                          <a:pt x="1717" y="1835"/>
                        </a:lnTo>
                        <a:lnTo>
                          <a:pt x="1933" y="1710"/>
                        </a:lnTo>
                        <a:lnTo>
                          <a:pt x="1767" y="1422"/>
                        </a:lnTo>
                        <a:close/>
                        <a:moveTo>
                          <a:pt x="1956" y="1749"/>
                        </a:moveTo>
                        <a:lnTo>
                          <a:pt x="1739" y="1874"/>
                        </a:lnTo>
                        <a:cubicBezTo>
                          <a:pt x="1774" y="1934"/>
                          <a:pt x="1850" y="1954"/>
                          <a:pt x="1910" y="1919"/>
                        </a:cubicBezTo>
                        <a:cubicBezTo>
                          <a:pt x="1969" y="1885"/>
                          <a:pt x="1990" y="1809"/>
                          <a:pt x="1956" y="1749"/>
                        </a:cubicBezTo>
                        <a:close/>
                        <a:moveTo>
                          <a:pt x="803" y="551"/>
                        </a:moveTo>
                        <a:lnTo>
                          <a:pt x="249" y="551"/>
                        </a:lnTo>
                        <a:lnTo>
                          <a:pt x="249" y="613"/>
                        </a:lnTo>
                        <a:lnTo>
                          <a:pt x="803" y="613"/>
                        </a:lnTo>
                        <a:lnTo>
                          <a:pt x="803" y="551"/>
                        </a:lnTo>
                        <a:close/>
                        <a:moveTo>
                          <a:pt x="675" y="828"/>
                        </a:moveTo>
                        <a:lnTo>
                          <a:pt x="249" y="828"/>
                        </a:lnTo>
                        <a:lnTo>
                          <a:pt x="249" y="890"/>
                        </a:lnTo>
                        <a:lnTo>
                          <a:pt x="675" y="890"/>
                        </a:lnTo>
                        <a:lnTo>
                          <a:pt x="675" y="828"/>
                        </a:lnTo>
                        <a:close/>
                        <a:moveTo>
                          <a:pt x="249" y="1167"/>
                        </a:moveTo>
                        <a:lnTo>
                          <a:pt x="675" y="1167"/>
                        </a:lnTo>
                        <a:lnTo>
                          <a:pt x="675" y="1105"/>
                        </a:lnTo>
                        <a:lnTo>
                          <a:pt x="249" y="1105"/>
                        </a:lnTo>
                        <a:lnTo>
                          <a:pt x="249" y="1167"/>
                        </a:lnTo>
                        <a:close/>
                        <a:moveTo>
                          <a:pt x="249" y="1444"/>
                        </a:moveTo>
                        <a:lnTo>
                          <a:pt x="803" y="1444"/>
                        </a:lnTo>
                        <a:lnTo>
                          <a:pt x="803" y="1382"/>
                        </a:lnTo>
                        <a:lnTo>
                          <a:pt x="249" y="1382"/>
                        </a:lnTo>
                        <a:lnTo>
                          <a:pt x="249" y="1444"/>
                        </a:lnTo>
                        <a:close/>
                        <a:moveTo>
                          <a:pt x="1308" y="1105"/>
                        </a:moveTo>
                        <a:lnTo>
                          <a:pt x="1179" y="961"/>
                        </a:lnTo>
                        <a:lnTo>
                          <a:pt x="1118" y="1017"/>
                        </a:lnTo>
                        <a:lnTo>
                          <a:pt x="1300" y="1219"/>
                        </a:lnTo>
                        <a:lnTo>
                          <a:pt x="1657" y="922"/>
                        </a:lnTo>
                        <a:lnTo>
                          <a:pt x="1604" y="858"/>
                        </a:lnTo>
                        <a:lnTo>
                          <a:pt x="1308" y="1105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vert="horz" wrap="square" lIns="182832" tIns="91416" rIns="182832" bIns="91416" numCol="1" anchor="t" anchorCtr="0" compatLnSpc="1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endParaRPr lang="en-US" sz="7200" dirty="0"/>
                  </a:p>
                </p:txBody>
              </p:sp>
            </p:grpSp>
          </p:grpSp>
          <p:grpSp>
            <p:nvGrpSpPr>
              <p:cNvPr id="16" name="íşḻiḍe"/>
              <p:cNvGrpSpPr/>
              <p:nvPr/>
            </p:nvGrpSpPr>
            <p:grpSpPr>
              <a:xfrm>
                <a:off x="2767467" y="1275545"/>
                <a:ext cx="3236383" cy="2075204"/>
                <a:chOff x="2776441" y="1231264"/>
                <a:chExt cx="3236383" cy="2075204"/>
              </a:xfrm>
            </p:grpSpPr>
            <p:sp>
              <p:nvSpPr>
                <p:cNvPr id="17" name="iṩḷîḋê"/>
                <p:cNvSpPr txBox="1"/>
                <p:nvPr/>
              </p:nvSpPr>
              <p:spPr>
                <a:xfrm>
                  <a:off x="2776441" y="1231264"/>
                  <a:ext cx="3236383" cy="588331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rtlCol="0" anchor="ctr" anchorCtr="0">
                  <a:normAutofit/>
                </a:bodyPr>
                <a:lstStyle/>
                <a:p>
                  <a:r>
                    <a:rPr lang="en-US" altLang="zh-CN" b="1" dirty="0">
                      <a:solidFill>
                        <a:schemeClr val="accent1"/>
                      </a:solidFill>
                    </a:rPr>
                    <a:t>Text here</a:t>
                  </a:r>
                  <a:endParaRPr lang="en-US" altLang="zh-CN" b="1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18" name="íşļîḍê"/>
                <p:cNvSpPr txBox="1"/>
                <p:nvPr/>
              </p:nvSpPr>
              <p:spPr>
                <a:xfrm>
                  <a:off x="2776441" y="1819596"/>
                  <a:ext cx="3236382" cy="148687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rtlCol="0">
                  <a:norm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en-US" altLang="zh-CN" sz="1000" dirty="0"/>
                    <a:t>Unified fonts make reading more fluent.</a:t>
                  </a:r>
                  <a:endParaRPr lang="en-US" altLang="zh-CN" sz="10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000" dirty="0"/>
                    <a:t>Theme color makes PPT more convenient to change.</a:t>
                  </a:r>
                  <a:endParaRPr lang="en-US" altLang="zh-CN" sz="1000" dirty="0"/>
                </a:p>
                <a:p>
                  <a:pPr>
                    <a:lnSpc>
                      <a:spcPct val="150000"/>
                    </a:lnSpc>
                  </a:pPr>
                  <a:endParaRPr lang="en-US" altLang="zh-CN" sz="1000" dirty="0"/>
                </a:p>
                <a:p>
                  <a:pPr>
                    <a:lnSpc>
                      <a:spcPct val="150000"/>
                    </a:lnSpc>
                  </a:pPr>
                  <a:r>
                    <a:rPr lang="en-US" altLang="zh-CN" sz="1000" dirty="0"/>
                    <a:t>Adjust the spacing to adapt to Chinese typesetting, use the reference line in PPT.</a:t>
                  </a:r>
                  <a:endParaRPr lang="en-US" altLang="zh-CN" sz="1000" dirty="0"/>
                </a:p>
              </p:txBody>
            </p:sp>
          </p:grpSp>
        </p:grpSp>
        <p:grpSp>
          <p:nvGrpSpPr>
            <p:cNvPr id="9" name="iŝ1íḑé"/>
            <p:cNvGrpSpPr/>
            <p:nvPr/>
          </p:nvGrpSpPr>
          <p:grpSpPr>
            <a:xfrm>
              <a:off x="8441722" y="1275545"/>
              <a:ext cx="3236383" cy="2075204"/>
              <a:chOff x="2776441" y="1231264"/>
              <a:chExt cx="3236383" cy="2075204"/>
            </a:xfrm>
          </p:grpSpPr>
          <p:sp>
            <p:nvSpPr>
              <p:cNvPr id="13" name="îṡḻïďe"/>
              <p:cNvSpPr txBox="1"/>
              <p:nvPr/>
            </p:nvSpPr>
            <p:spPr>
              <a:xfrm>
                <a:off x="2776441" y="1231264"/>
                <a:ext cx="3236383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b="1" dirty="0">
                    <a:solidFill>
                      <a:schemeClr val="accent2"/>
                    </a:solidFill>
                  </a:rPr>
                  <a:t>Text here</a:t>
                </a:r>
                <a:endParaRPr lang="en-US" altLang="zh-CN" b="1" dirty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14" name="iṣḷidè"/>
              <p:cNvSpPr txBox="1"/>
              <p:nvPr/>
            </p:nvSpPr>
            <p:spPr>
              <a:xfrm>
                <a:off x="2776441" y="1819596"/>
                <a:ext cx="3236382" cy="148687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Unified fonts make reading more fluent.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Theme color makes PPT more convenient to change.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Adjust the spacing to adapt to Chinese typesetting, use the reference line in PPT.</a:t>
                </a:r>
                <a:endParaRPr lang="en-US" altLang="zh-CN" sz="1000" dirty="0"/>
              </a:p>
            </p:txBody>
          </p:sp>
        </p:grpSp>
        <p:grpSp>
          <p:nvGrpSpPr>
            <p:cNvPr id="10" name="isľïḓe"/>
            <p:cNvGrpSpPr/>
            <p:nvPr/>
          </p:nvGrpSpPr>
          <p:grpSpPr>
            <a:xfrm>
              <a:off x="8441722" y="4011984"/>
              <a:ext cx="3236383" cy="2075204"/>
              <a:chOff x="2776441" y="1231264"/>
              <a:chExt cx="3236383" cy="2075204"/>
            </a:xfrm>
          </p:grpSpPr>
          <p:sp>
            <p:nvSpPr>
              <p:cNvPr id="11" name="íṩļîḍè"/>
              <p:cNvSpPr txBox="1"/>
              <p:nvPr/>
            </p:nvSpPr>
            <p:spPr>
              <a:xfrm>
                <a:off x="2776441" y="1231264"/>
                <a:ext cx="3236383" cy="588331"/>
              </a:xfrm>
              <a:prstGeom prst="rect">
                <a:avLst/>
              </a:prstGeom>
              <a:noFill/>
            </p:spPr>
            <p:txBody>
              <a:bodyPr wrap="none" lIns="90000" tIns="46800" rIns="90000" bIns="46800" rtlCol="0" anchor="ctr" anchorCtr="0">
                <a:normAutofit/>
              </a:bodyPr>
              <a:lstStyle/>
              <a:p>
                <a:r>
                  <a:rPr lang="en-US" altLang="zh-CN" b="1" dirty="0">
                    <a:solidFill>
                      <a:schemeClr val="accent3"/>
                    </a:solidFill>
                  </a:rPr>
                  <a:t>Text here</a:t>
                </a:r>
                <a:endParaRPr lang="en-US" altLang="zh-CN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12" name="îṣḷîḑé"/>
              <p:cNvSpPr txBox="1"/>
              <p:nvPr/>
            </p:nvSpPr>
            <p:spPr>
              <a:xfrm>
                <a:off x="2776441" y="1819596"/>
                <a:ext cx="3236382" cy="1486872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Unified fonts make reading more fluent.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Theme color makes PPT more convenient to change.</a:t>
                </a: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endParaRPr lang="en-US" altLang="zh-CN" sz="10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1000" dirty="0"/>
                  <a:t>Adjust the spacing to adapt to Chinese typesetting, use the reference line in PPT.</a:t>
                </a:r>
                <a:endParaRPr lang="en-US" altLang="zh-CN" sz="1000" dirty="0"/>
              </a:p>
            </p:txBody>
          </p:sp>
        </p:grpSp>
      </p:grpSp>
      <p:pic>
        <p:nvPicPr>
          <p:cNvPr id="34" name="图片 33" descr="中科大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 userDrawn="1"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 userDrawn="1"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096053" y="394802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eb6bc0b4-3768-44eb-a12a-473e60c287ef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293775"/>
            <a:ext cx="10740408" cy="4515322"/>
            <a:chOff x="669925" y="1293775"/>
            <a:chExt cx="10740408" cy="4515322"/>
          </a:xfrm>
        </p:grpSpPr>
        <p:grpSp>
          <p:nvGrpSpPr>
            <p:cNvPr id="6" name="îşľïdè"/>
            <p:cNvGrpSpPr/>
            <p:nvPr/>
          </p:nvGrpSpPr>
          <p:grpSpPr>
            <a:xfrm>
              <a:off x="8832304" y="4039567"/>
              <a:ext cx="2578029" cy="1153507"/>
              <a:chOff x="8662573" y="1518902"/>
              <a:chExt cx="2578029" cy="1153507"/>
            </a:xfrm>
          </p:grpSpPr>
          <p:sp>
            <p:nvSpPr>
              <p:cNvPr id="27" name="íSḻíḓè"/>
              <p:cNvSpPr txBox="1"/>
              <p:nvPr/>
            </p:nvSpPr>
            <p:spPr>
              <a:xfrm>
                <a:off x="8662573" y="1947401"/>
                <a:ext cx="2578029" cy="72500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28" name="ïsḻíḓê"/>
              <p:cNvSpPr/>
              <p:nvPr/>
            </p:nvSpPr>
            <p:spPr>
              <a:xfrm>
                <a:off x="8662573" y="1518902"/>
                <a:ext cx="2578029" cy="320994"/>
              </a:xfrm>
              <a:prstGeom prst="rect">
                <a:avLst/>
              </a:prstGeom>
            </p:spPr>
            <p:txBody>
              <a:bodyPr wrap="none" lIns="90000" tIns="46800" rIns="90000" bIns="46800" anchor="b">
                <a:normAutofit lnSpcReduction="10000"/>
              </a:bodyPr>
              <a:lstStyle/>
              <a:p>
                <a:pPr lvl="0" defTabSz="914400">
                  <a:spcBef>
                    <a:spcPct val="0"/>
                  </a:spcBef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7" name="ïšḷîḑè"/>
            <p:cNvGrpSpPr/>
            <p:nvPr/>
          </p:nvGrpSpPr>
          <p:grpSpPr>
            <a:xfrm>
              <a:off x="3860591" y="4763095"/>
              <a:ext cx="2578029" cy="1046002"/>
              <a:chOff x="8662573" y="1518902"/>
              <a:chExt cx="2578029" cy="1046002"/>
            </a:xfrm>
          </p:grpSpPr>
          <p:sp>
            <p:nvSpPr>
              <p:cNvPr id="25" name="iṧlíḍê"/>
              <p:cNvSpPr txBox="1"/>
              <p:nvPr/>
            </p:nvSpPr>
            <p:spPr>
              <a:xfrm>
                <a:off x="8662573" y="1839896"/>
                <a:ext cx="2578029" cy="72500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26" name="ïṡliḍe"/>
              <p:cNvSpPr/>
              <p:nvPr/>
            </p:nvSpPr>
            <p:spPr>
              <a:xfrm>
                <a:off x="8662573" y="1518902"/>
                <a:ext cx="2578029" cy="320994"/>
              </a:xfrm>
              <a:prstGeom prst="rect">
                <a:avLst/>
              </a:prstGeom>
            </p:spPr>
            <p:txBody>
              <a:bodyPr wrap="none" lIns="90000" tIns="46800" rIns="90000" bIns="46800" anchor="b">
                <a:normAutofit lnSpcReduction="10000"/>
              </a:bodyPr>
              <a:lstStyle/>
              <a:p>
                <a:pPr lvl="0" algn="r" defTabSz="914400">
                  <a:spcBef>
                    <a:spcPct val="0"/>
                  </a:spcBef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8" name="ísļîḑè"/>
            <p:cNvGrpSpPr/>
            <p:nvPr/>
          </p:nvGrpSpPr>
          <p:grpSpPr>
            <a:xfrm>
              <a:off x="5530072" y="1293775"/>
              <a:ext cx="2578029" cy="1046002"/>
              <a:chOff x="8662573" y="1518902"/>
              <a:chExt cx="2578029" cy="1046002"/>
            </a:xfrm>
          </p:grpSpPr>
          <p:sp>
            <p:nvSpPr>
              <p:cNvPr id="23" name="íşļiďè"/>
              <p:cNvSpPr txBox="1"/>
              <p:nvPr/>
            </p:nvSpPr>
            <p:spPr>
              <a:xfrm>
                <a:off x="8662573" y="1839896"/>
                <a:ext cx="2578029" cy="72500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anchor="t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900" dirty="0"/>
                  <a:t>Copy paste fonts. Choose the only option to retain text.</a:t>
                </a:r>
                <a:endParaRPr lang="en-US" altLang="zh-CN" sz="900" dirty="0"/>
              </a:p>
            </p:txBody>
          </p:sp>
          <p:sp>
            <p:nvSpPr>
              <p:cNvPr id="24" name="iş1ïḓe"/>
              <p:cNvSpPr/>
              <p:nvPr/>
            </p:nvSpPr>
            <p:spPr>
              <a:xfrm>
                <a:off x="8662573" y="1518902"/>
                <a:ext cx="2578029" cy="320994"/>
              </a:xfrm>
              <a:prstGeom prst="rect">
                <a:avLst/>
              </a:prstGeom>
            </p:spPr>
            <p:txBody>
              <a:bodyPr wrap="none" lIns="90000" tIns="46800" rIns="90000" bIns="46800" anchor="b">
                <a:normAutofit lnSpcReduction="10000"/>
              </a:bodyPr>
              <a:lstStyle/>
              <a:p>
                <a:pPr lvl="0" algn="r" defTabSz="914400">
                  <a:spcBef>
                    <a:spcPct val="0"/>
                  </a:spcBef>
                  <a:defRPr/>
                </a:pPr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9" name="íṣlíde"/>
            <p:cNvGrpSpPr/>
            <p:nvPr/>
          </p:nvGrpSpPr>
          <p:grpSpPr>
            <a:xfrm>
              <a:off x="5224716" y="1626503"/>
              <a:ext cx="4182594" cy="4182594"/>
              <a:chOff x="4406254" y="1268760"/>
              <a:chExt cx="4714082" cy="4714082"/>
            </a:xfrm>
          </p:grpSpPr>
          <p:sp>
            <p:nvSpPr>
              <p:cNvPr id="20" name="íṩļiďe"/>
              <p:cNvSpPr/>
              <p:nvPr/>
            </p:nvSpPr>
            <p:spPr>
              <a:xfrm>
                <a:off x="4406254" y="1268760"/>
                <a:ext cx="4714082" cy="4714082"/>
              </a:xfrm>
              <a:prstGeom prst="arc">
                <a:avLst>
                  <a:gd name="adj1" fmla="val 18000000"/>
                  <a:gd name="adj2" fmla="val 0"/>
                </a:avLst>
              </a:prstGeom>
              <a:ln w="19050">
                <a:solidFill>
                  <a:schemeClr val="tx1">
                    <a:lumMod val="40000"/>
                    <a:lumOff val="6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1" name="iṥļiďê"/>
              <p:cNvSpPr/>
              <p:nvPr/>
            </p:nvSpPr>
            <p:spPr>
              <a:xfrm rot="6300000">
                <a:off x="4406254" y="1268760"/>
                <a:ext cx="4714082" cy="4714082"/>
              </a:xfrm>
              <a:prstGeom prst="arc">
                <a:avLst>
                  <a:gd name="adj1" fmla="val 18000000"/>
                  <a:gd name="adj2" fmla="val 0"/>
                </a:avLst>
              </a:prstGeom>
              <a:ln w="19050">
                <a:solidFill>
                  <a:schemeClr val="tx1">
                    <a:lumMod val="40000"/>
                    <a:lumOff val="6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2" name="ï$ľíḑe"/>
              <p:cNvSpPr/>
              <p:nvPr/>
            </p:nvSpPr>
            <p:spPr>
              <a:xfrm rot="13500000">
                <a:off x="4406254" y="1268760"/>
                <a:ext cx="4714082" cy="4714082"/>
              </a:xfrm>
              <a:prstGeom prst="arc">
                <a:avLst>
                  <a:gd name="adj1" fmla="val 18000000"/>
                  <a:gd name="adj2" fmla="val 0"/>
                </a:avLst>
              </a:prstGeom>
              <a:ln w="19050">
                <a:solidFill>
                  <a:schemeClr val="tx1">
                    <a:lumMod val="40000"/>
                    <a:lumOff val="60000"/>
                  </a:schemeClr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0" name="îš1íďe"/>
            <p:cNvGrpSpPr/>
            <p:nvPr/>
          </p:nvGrpSpPr>
          <p:grpSpPr>
            <a:xfrm>
              <a:off x="6467311" y="2797090"/>
              <a:ext cx="1841420" cy="1841420"/>
              <a:chOff x="6043215" y="2905721"/>
              <a:chExt cx="1440160" cy="1440160"/>
            </a:xfrm>
          </p:grpSpPr>
          <p:sp>
            <p:nvSpPr>
              <p:cNvPr id="13" name="iśḷîḓê"/>
              <p:cNvSpPr/>
              <p:nvPr/>
            </p:nvSpPr>
            <p:spPr>
              <a:xfrm rot="10800000">
                <a:off x="6043215" y="2905721"/>
                <a:ext cx="1440160" cy="1440160"/>
              </a:xfrm>
              <a:prstGeom prst="pie">
                <a:avLst>
                  <a:gd name="adj1" fmla="val 3600000"/>
                  <a:gd name="adj2" fmla="val 1080000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4" name="îšlíḋê"/>
              <p:cNvSpPr/>
              <p:nvPr/>
            </p:nvSpPr>
            <p:spPr>
              <a:xfrm rot="10800000">
                <a:off x="6043215" y="2905721"/>
                <a:ext cx="1440160" cy="1440160"/>
              </a:xfrm>
              <a:prstGeom prst="pie">
                <a:avLst>
                  <a:gd name="adj1" fmla="val 3600000"/>
                  <a:gd name="adj2" fmla="val 10800000"/>
                </a:avLst>
              </a:prstGeom>
              <a:solidFill>
                <a:schemeClr val="accent3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5" name="ïṡ1iďê"/>
              <p:cNvSpPr/>
              <p:nvPr/>
            </p:nvSpPr>
            <p:spPr>
              <a:xfrm rot="3600000">
                <a:off x="6043215" y="2905721"/>
                <a:ext cx="1440160" cy="1440160"/>
              </a:xfrm>
              <a:prstGeom prst="pie">
                <a:avLst>
                  <a:gd name="adj1" fmla="val 3600000"/>
                  <a:gd name="adj2" fmla="val 10800000"/>
                </a:avLst>
              </a:prstGeom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6" name="íŝļiďê"/>
              <p:cNvSpPr/>
              <p:nvPr/>
            </p:nvSpPr>
            <p:spPr>
              <a:xfrm rot="18000000">
                <a:off x="6043215" y="2905721"/>
                <a:ext cx="1440160" cy="1440160"/>
              </a:xfrm>
              <a:prstGeom prst="pie">
                <a:avLst>
                  <a:gd name="adj1" fmla="val 3600000"/>
                  <a:gd name="adj2" fmla="val 10800000"/>
                </a:avLst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7" name="îś1îdé"/>
              <p:cNvSpPr/>
              <p:nvPr/>
            </p:nvSpPr>
            <p:spPr bwMode="auto">
              <a:xfrm>
                <a:off x="6851303" y="3162447"/>
                <a:ext cx="277846" cy="267616"/>
              </a:xfrm>
              <a:custGeom>
                <a:avLst/>
                <a:gdLst>
                  <a:gd name="connsiteX0" fmla="*/ 297615 w 597921"/>
                  <a:gd name="connsiteY0" fmla="*/ 96957 h 598324"/>
                  <a:gd name="connsiteX1" fmla="*/ 323434 w 597921"/>
                  <a:gd name="connsiteY1" fmla="*/ 122740 h 598324"/>
                  <a:gd name="connsiteX2" fmla="*/ 323434 w 597921"/>
                  <a:gd name="connsiteY2" fmla="*/ 289852 h 598324"/>
                  <a:gd name="connsiteX3" fmla="*/ 462572 w 597921"/>
                  <a:gd name="connsiteY3" fmla="*/ 289852 h 598324"/>
                  <a:gd name="connsiteX4" fmla="*/ 487913 w 597921"/>
                  <a:gd name="connsiteY4" fmla="*/ 315157 h 598324"/>
                  <a:gd name="connsiteX5" fmla="*/ 462572 w 597921"/>
                  <a:gd name="connsiteY5" fmla="*/ 340463 h 598324"/>
                  <a:gd name="connsiteX6" fmla="*/ 297615 w 597921"/>
                  <a:gd name="connsiteY6" fmla="*/ 340463 h 598324"/>
                  <a:gd name="connsiteX7" fmla="*/ 272274 w 597921"/>
                  <a:gd name="connsiteY7" fmla="*/ 315157 h 598324"/>
                  <a:gd name="connsiteX8" fmla="*/ 272274 w 597921"/>
                  <a:gd name="connsiteY8" fmla="*/ 122740 h 598324"/>
                  <a:gd name="connsiteX9" fmla="*/ 297615 w 597921"/>
                  <a:gd name="connsiteY9" fmla="*/ 96957 h 598324"/>
                  <a:gd name="connsiteX10" fmla="*/ 298127 w 597921"/>
                  <a:gd name="connsiteY10" fmla="*/ 0 h 598324"/>
                  <a:gd name="connsiteX11" fmla="*/ 597921 w 597921"/>
                  <a:gd name="connsiteY11" fmla="*/ 299401 h 598324"/>
                  <a:gd name="connsiteX12" fmla="*/ 298127 w 597921"/>
                  <a:gd name="connsiteY12" fmla="*/ 598324 h 598324"/>
                  <a:gd name="connsiteX13" fmla="*/ 35150 w 597921"/>
                  <a:gd name="connsiteY13" fmla="*/ 442177 h 598324"/>
                  <a:gd name="connsiteX14" fmla="*/ 34194 w 597921"/>
                  <a:gd name="connsiteY14" fmla="*/ 432149 h 598324"/>
                  <a:gd name="connsiteX15" fmla="*/ 40410 w 597921"/>
                  <a:gd name="connsiteY15" fmla="*/ 424509 h 598324"/>
                  <a:gd name="connsiteX16" fmla="*/ 74836 w 597921"/>
                  <a:gd name="connsiteY16" fmla="*/ 407796 h 598324"/>
                  <a:gd name="connsiteX17" fmla="*/ 91571 w 597921"/>
                  <a:gd name="connsiteY17" fmla="*/ 413049 h 598324"/>
                  <a:gd name="connsiteX18" fmla="*/ 298127 w 597921"/>
                  <a:gd name="connsiteY18" fmla="*/ 534815 h 598324"/>
                  <a:gd name="connsiteX19" fmla="*/ 534328 w 597921"/>
                  <a:gd name="connsiteY19" fmla="*/ 299401 h 598324"/>
                  <a:gd name="connsiteX20" fmla="*/ 298127 w 597921"/>
                  <a:gd name="connsiteY20" fmla="*/ 63509 h 598324"/>
                  <a:gd name="connsiteX21" fmla="*/ 145123 w 597921"/>
                  <a:gd name="connsiteY21" fmla="*/ 120333 h 598324"/>
                  <a:gd name="connsiteX22" fmla="*/ 200587 w 597921"/>
                  <a:gd name="connsiteY22" fmla="*/ 142299 h 598324"/>
                  <a:gd name="connsiteX23" fmla="*/ 208237 w 597921"/>
                  <a:gd name="connsiteY23" fmla="*/ 152327 h 598324"/>
                  <a:gd name="connsiteX24" fmla="*/ 203456 w 597921"/>
                  <a:gd name="connsiteY24" fmla="*/ 164265 h 598324"/>
                  <a:gd name="connsiteX25" fmla="*/ 48060 w 597921"/>
                  <a:gd name="connsiteY25" fmla="*/ 285553 h 598324"/>
                  <a:gd name="connsiteX26" fmla="*/ 35150 w 597921"/>
                  <a:gd name="connsiteY26" fmla="*/ 287463 h 598324"/>
                  <a:gd name="connsiteX27" fmla="*/ 27500 w 597921"/>
                  <a:gd name="connsiteY27" fmla="*/ 277435 h 598324"/>
                  <a:gd name="connsiteX28" fmla="*/ 246 w 597921"/>
                  <a:gd name="connsiteY28" fmla="*/ 82132 h 598324"/>
                  <a:gd name="connsiteX29" fmla="*/ 4550 w 597921"/>
                  <a:gd name="connsiteY29" fmla="*/ 70194 h 598324"/>
                  <a:gd name="connsiteX30" fmla="*/ 17459 w 597921"/>
                  <a:gd name="connsiteY30" fmla="*/ 68762 h 598324"/>
                  <a:gd name="connsiteX31" fmla="*/ 80574 w 597921"/>
                  <a:gd name="connsiteY31" fmla="*/ 94070 h 598324"/>
                  <a:gd name="connsiteX32" fmla="*/ 298127 w 597921"/>
                  <a:gd name="connsiteY32" fmla="*/ 0 h 598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597921" h="598324">
                    <a:moveTo>
                      <a:pt x="297615" y="96957"/>
                    </a:moveTo>
                    <a:cubicBezTo>
                      <a:pt x="311959" y="96957"/>
                      <a:pt x="323434" y="108416"/>
                      <a:pt x="323434" y="122740"/>
                    </a:cubicBezTo>
                    <a:lnTo>
                      <a:pt x="323434" y="289852"/>
                    </a:lnTo>
                    <a:lnTo>
                      <a:pt x="462572" y="289852"/>
                    </a:lnTo>
                    <a:cubicBezTo>
                      <a:pt x="476438" y="289852"/>
                      <a:pt x="487913" y="301311"/>
                      <a:pt x="487913" y="315157"/>
                    </a:cubicBezTo>
                    <a:cubicBezTo>
                      <a:pt x="487913" y="329004"/>
                      <a:pt x="476438" y="340463"/>
                      <a:pt x="462572" y="340463"/>
                    </a:cubicBezTo>
                    <a:lnTo>
                      <a:pt x="297615" y="340463"/>
                    </a:lnTo>
                    <a:cubicBezTo>
                      <a:pt x="283749" y="340463"/>
                      <a:pt x="272274" y="329004"/>
                      <a:pt x="272274" y="315157"/>
                    </a:cubicBezTo>
                    <a:lnTo>
                      <a:pt x="272274" y="122740"/>
                    </a:lnTo>
                    <a:cubicBezTo>
                      <a:pt x="272274" y="108416"/>
                      <a:pt x="283749" y="96957"/>
                      <a:pt x="297615" y="96957"/>
                    </a:cubicBezTo>
                    <a:close/>
                    <a:moveTo>
                      <a:pt x="298127" y="0"/>
                    </a:moveTo>
                    <a:cubicBezTo>
                      <a:pt x="463564" y="0"/>
                      <a:pt x="597921" y="134181"/>
                      <a:pt x="597921" y="299401"/>
                    </a:cubicBezTo>
                    <a:cubicBezTo>
                      <a:pt x="597921" y="464143"/>
                      <a:pt x="463564" y="598324"/>
                      <a:pt x="298127" y="598324"/>
                    </a:cubicBezTo>
                    <a:cubicBezTo>
                      <a:pt x="188155" y="598324"/>
                      <a:pt x="87268" y="538635"/>
                      <a:pt x="35150" y="442177"/>
                    </a:cubicBezTo>
                    <a:cubicBezTo>
                      <a:pt x="33238" y="438835"/>
                      <a:pt x="32760" y="435492"/>
                      <a:pt x="34194" y="432149"/>
                    </a:cubicBezTo>
                    <a:cubicBezTo>
                      <a:pt x="35150" y="428807"/>
                      <a:pt x="37541" y="425942"/>
                      <a:pt x="40410" y="424509"/>
                    </a:cubicBezTo>
                    <a:lnTo>
                      <a:pt x="74836" y="407796"/>
                    </a:lnTo>
                    <a:cubicBezTo>
                      <a:pt x="81052" y="404931"/>
                      <a:pt x="88702" y="407319"/>
                      <a:pt x="91571" y="413049"/>
                    </a:cubicBezTo>
                    <a:cubicBezTo>
                      <a:pt x="133169" y="488018"/>
                      <a:pt x="212540" y="534815"/>
                      <a:pt x="298127" y="534815"/>
                    </a:cubicBezTo>
                    <a:cubicBezTo>
                      <a:pt x="428181" y="534815"/>
                      <a:pt x="534328" y="429284"/>
                      <a:pt x="534328" y="299401"/>
                    </a:cubicBezTo>
                    <a:cubicBezTo>
                      <a:pt x="534328" y="169517"/>
                      <a:pt x="428181" y="63509"/>
                      <a:pt x="298127" y="63509"/>
                    </a:cubicBezTo>
                    <a:cubicBezTo>
                      <a:pt x="242185" y="63509"/>
                      <a:pt x="187677" y="83565"/>
                      <a:pt x="145123" y="120333"/>
                    </a:cubicBezTo>
                    <a:lnTo>
                      <a:pt x="200587" y="142299"/>
                    </a:lnTo>
                    <a:cubicBezTo>
                      <a:pt x="204890" y="144209"/>
                      <a:pt x="207759" y="148029"/>
                      <a:pt x="208237" y="152327"/>
                    </a:cubicBezTo>
                    <a:cubicBezTo>
                      <a:pt x="208715" y="157102"/>
                      <a:pt x="207281" y="161399"/>
                      <a:pt x="203456" y="164265"/>
                    </a:cubicBezTo>
                    <a:lnTo>
                      <a:pt x="48060" y="285553"/>
                    </a:lnTo>
                    <a:cubicBezTo>
                      <a:pt x="44235" y="288418"/>
                      <a:pt x="39454" y="289373"/>
                      <a:pt x="35150" y="287463"/>
                    </a:cubicBezTo>
                    <a:cubicBezTo>
                      <a:pt x="31325" y="285553"/>
                      <a:pt x="27978" y="281733"/>
                      <a:pt x="27500" y="277435"/>
                    </a:cubicBezTo>
                    <a:lnTo>
                      <a:pt x="246" y="82132"/>
                    </a:lnTo>
                    <a:cubicBezTo>
                      <a:pt x="-710" y="77835"/>
                      <a:pt x="1203" y="73060"/>
                      <a:pt x="4550" y="70194"/>
                    </a:cubicBezTo>
                    <a:cubicBezTo>
                      <a:pt x="8375" y="67807"/>
                      <a:pt x="13156" y="66852"/>
                      <a:pt x="17459" y="68762"/>
                    </a:cubicBezTo>
                    <a:lnTo>
                      <a:pt x="80574" y="94070"/>
                    </a:lnTo>
                    <a:cubicBezTo>
                      <a:pt x="137472" y="33426"/>
                      <a:pt x="214931" y="0"/>
                      <a:pt x="298127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8" name="ïṧľïḓè"/>
              <p:cNvSpPr/>
              <p:nvPr/>
            </p:nvSpPr>
            <p:spPr bwMode="auto">
              <a:xfrm>
                <a:off x="6219232" y="3487065"/>
                <a:ext cx="277846" cy="267616"/>
              </a:xfrm>
              <a:custGeom>
                <a:avLst/>
                <a:gdLst>
                  <a:gd name="T0" fmla="*/ 4096 w 6827"/>
                  <a:gd name="T1" fmla="*/ 4551 h 6827"/>
                  <a:gd name="T2" fmla="*/ 6258 w 6827"/>
                  <a:gd name="T3" fmla="*/ 4096 h 6827"/>
                  <a:gd name="T4" fmla="*/ 2348 w 6827"/>
                  <a:gd name="T5" fmla="*/ 4911 h 6827"/>
                  <a:gd name="T6" fmla="*/ 569 w 6827"/>
                  <a:gd name="T7" fmla="*/ 4551 h 6827"/>
                  <a:gd name="T8" fmla="*/ 569 w 6827"/>
                  <a:gd name="T9" fmla="*/ 3982 h 6827"/>
                  <a:gd name="T10" fmla="*/ 1707 w 6827"/>
                  <a:gd name="T11" fmla="*/ 2503 h 6827"/>
                  <a:gd name="T12" fmla="*/ 3868 w 6827"/>
                  <a:gd name="T13" fmla="*/ 2731 h 6827"/>
                  <a:gd name="T14" fmla="*/ 5827 w 6827"/>
                  <a:gd name="T15" fmla="*/ 2004 h 6827"/>
                  <a:gd name="T16" fmla="*/ 6258 w 6827"/>
                  <a:gd name="T17" fmla="*/ 1820 h 6827"/>
                  <a:gd name="T18" fmla="*/ 4779 w 6827"/>
                  <a:gd name="T19" fmla="*/ 0 h 6827"/>
                  <a:gd name="T20" fmla="*/ 2854 w 6827"/>
                  <a:gd name="T21" fmla="*/ 2381 h 6827"/>
                  <a:gd name="T22" fmla="*/ 1239 w 6827"/>
                  <a:gd name="T23" fmla="*/ 2257 h 6827"/>
                  <a:gd name="T24" fmla="*/ 569 w 6827"/>
                  <a:gd name="T25" fmla="*/ 2844 h 6827"/>
                  <a:gd name="T26" fmla="*/ 569 w 6827"/>
                  <a:gd name="T27" fmla="*/ 2276 h 6827"/>
                  <a:gd name="T28" fmla="*/ 569 w 6827"/>
                  <a:gd name="T29" fmla="*/ 1707 h 6827"/>
                  <a:gd name="T30" fmla="*/ 569 w 6827"/>
                  <a:gd name="T31" fmla="*/ 1138 h 6827"/>
                  <a:gd name="T32" fmla="*/ 569 w 6827"/>
                  <a:gd name="T33" fmla="*/ 569 h 6827"/>
                  <a:gd name="T34" fmla="*/ 341 w 6827"/>
                  <a:gd name="T35" fmla="*/ 0 h 6827"/>
                  <a:gd name="T36" fmla="*/ 114 w 6827"/>
                  <a:gd name="T37" fmla="*/ 569 h 6827"/>
                  <a:gd name="T38" fmla="*/ 114 w 6827"/>
                  <a:gd name="T39" fmla="*/ 1138 h 6827"/>
                  <a:gd name="T40" fmla="*/ 114 w 6827"/>
                  <a:gd name="T41" fmla="*/ 1707 h 6827"/>
                  <a:gd name="T42" fmla="*/ 114 w 6827"/>
                  <a:gd name="T43" fmla="*/ 2276 h 6827"/>
                  <a:gd name="T44" fmla="*/ 114 w 6827"/>
                  <a:gd name="T45" fmla="*/ 2844 h 6827"/>
                  <a:gd name="T46" fmla="*/ 114 w 6827"/>
                  <a:gd name="T47" fmla="*/ 3413 h 6827"/>
                  <a:gd name="T48" fmla="*/ 114 w 6827"/>
                  <a:gd name="T49" fmla="*/ 3982 h 6827"/>
                  <a:gd name="T50" fmla="*/ 114 w 6827"/>
                  <a:gd name="T51" fmla="*/ 4551 h 6827"/>
                  <a:gd name="T52" fmla="*/ 114 w 6827"/>
                  <a:gd name="T53" fmla="*/ 5120 h 6827"/>
                  <a:gd name="T54" fmla="*/ 114 w 6827"/>
                  <a:gd name="T55" fmla="*/ 5689 h 6827"/>
                  <a:gd name="T56" fmla="*/ 114 w 6827"/>
                  <a:gd name="T57" fmla="*/ 6258 h 6827"/>
                  <a:gd name="T58" fmla="*/ 683 w 6827"/>
                  <a:gd name="T59" fmla="*/ 6713 h 6827"/>
                  <a:gd name="T60" fmla="*/ 1252 w 6827"/>
                  <a:gd name="T61" fmla="*/ 6713 h 6827"/>
                  <a:gd name="T62" fmla="*/ 1820 w 6827"/>
                  <a:gd name="T63" fmla="*/ 6713 h 6827"/>
                  <a:gd name="T64" fmla="*/ 2389 w 6827"/>
                  <a:gd name="T65" fmla="*/ 6713 h 6827"/>
                  <a:gd name="T66" fmla="*/ 2958 w 6827"/>
                  <a:gd name="T67" fmla="*/ 6713 h 6827"/>
                  <a:gd name="T68" fmla="*/ 3527 w 6827"/>
                  <a:gd name="T69" fmla="*/ 6713 h 6827"/>
                  <a:gd name="T70" fmla="*/ 4096 w 6827"/>
                  <a:gd name="T71" fmla="*/ 6713 h 6827"/>
                  <a:gd name="T72" fmla="*/ 4665 w 6827"/>
                  <a:gd name="T73" fmla="*/ 6713 h 6827"/>
                  <a:gd name="T74" fmla="*/ 5234 w 6827"/>
                  <a:gd name="T75" fmla="*/ 6713 h 6827"/>
                  <a:gd name="T76" fmla="*/ 5803 w 6827"/>
                  <a:gd name="T77" fmla="*/ 6713 h 6827"/>
                  <a:gd name="T78" fmla="*/ 6371 w 6827"/>
                  <a:gd name="T79" fmla="*/ 6713 h 6827"/>
                  <a:gd name="T80" fmla="*/ 6827 w 6827"/>
                  <a:gd name="T81" fmla="*/ 6485 h 6827"/>
                  <a:gd name="T82" fmla="*/ 6371 w 6827"/>
                  <a:gd name="T83" fmla="*/ 6258 h 6827"/>
                  <a:gd name="T84" fmla="*/ 5803 w 6827"/>
                  <a:gd name="T85" fmla="*/ 6258 h 6827"/>
                  <a:gd name="T86" fmla="*/ 5234 w 6827"/>
                  <a:gd name="T87" fmla="*/ 6258 h 6827"/>
                  <a:gd name="T88" fmla="*/ 4665 w 6827"/>
                  <a:gd name="T89" fmla="*/ 6258 h 6827"/>
                  <a:gd name="T90" fmla="*/ 4096 w 6827"/>
                  <a:gd name="T91" fmla="*/ 6258 h 6827"/>
                  <a:gd name="T92" fmla="*/ 3527 w 6827"/>
                  <a:gd name="T93" fmla="*/ 6258 h 6827"/>
                  <a:gd name="T94" fmla="*/ 2958 w 6827"/>
                  <a:gd name="T95" fmla="*/ 6258 h 6827"/>
                  <a:gd name="T96" fmla="*/ 2389 w 6827"/>
                  <a:gd name="T97" fmla="*/ 6258 h 6827"/>
                  <a:gd name="T98" fmla="*/ 1820 w 6827"/>
                  <a:gd name="T99" fmla="*/ 6258 h 6827"/>
                  <a:gd name="T100" fmla="*/ 1252 w 6827"/>
                  <a:gd name="T101" fmla="*/ 6258 h 6827"/>
                  <a:gd name="T102" fmla="*/ 683 w 6827"/>
                  <a:gd name="T103" fmla="*/ 6258 h 68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6827" h="6827">
                    <a:moveTo>
                      <a:pt x="1263" y="5234"/>
                    </a:moveTo>
                    <a:cubicBezTo>
                      <a:pt x="1316" y="5493"/>
                      <a:pt x="1546" y="5689"/>
                      <a:pt x="1820" y="5689"/>
                    </a:cubicBezTo>
                    <a:cubicBezTo>
                      <a:pt x="2114" y="5689"/>
                      <a:pt x="2354" y="5464"/>
                      <a:pt x="2383" y="5178"/>
                    </a:cubicBezTo>
                    <a:lnTo>
                      <a:pt x="3568" y="4191"/>
                    </a:lnTo>
                    <a:cubicBezTo>
                      <a:pt x="3652" y="4401"/>
                      <a:pt x="3856" y="4551"/>
                      <a:pt x="4096" y="4551"/>
                    </a:cubicBezTo>
                    <a:cubicBezTo>
                      <a:pt x="4348" y="4551"/>
                      <a:pt x="4560" y="4385"/>
                      <a:pt x="4635" y="4157"/>
                    </a:cubicBezTo>
                    <a:lnTo>
                      <a:pt x="5696" y="4736"/>
                    </a:lnTo>
                    <a:cubicBezTo>
                      <a:pt x="5732" y="5016"/>
                      <a:pt x="5969" y="5234"/>
                      <a:pt x="6258" y="5234"/>
                    </a:cubicBezTo>
                    <a:cubicBezTo>
                      <a:pt x="6571" y="5234"/>
                      <a:pt x="6827" y="4979"/>
                      <a:pt x="6827" y="4665"/>
                    </a:cubicBezTo>
                    <a:cubicBezTo>
                      <a:pt x="6827" y="4351"/>
                      <a:pt x="6571" y="4096"/>
                      <a:pt x="6258" y="4096"/>
                    </a:cubicBezTo>
                    <a:cubicBezTo>
                      <a:pt x="6006" y="4096"/>
                      <a:pt x="5794" y="4262"/>
                      <a:pt x="5719" y="4490"/>
                    </a:cubicBezTo>
                    <a:lnTo>
                      <a:pt x="4658" y="3911"/>
                    </a:lnTo>
                    <a:cubicBezTo>
                      <a:pt x="4622" y="3631"/>
                      <a:pt x="4385" y="3413"/>
                      <a:pt x="4096" y="3413"/>
                    </a:cubicBezTo>
                    <a:cubicBezTo>
                      <a:pt x="3802" y="3413"/>
                      <a:pt x="3563" y="3638"/>
                      <a:pt x="3533" y="3924"/>
                    </a:cubicBezTo>
                    <a:lnTo>
                      <a:pt x="2348" y="4911"/>
                    </a:lnTo>
                    <a:cubicBezTo>
                      <a:pt x="2265" y="4701"/>
                      <a:pt x="2060" y="4551"/>
                      <a:pt x="1820" y="4551"/>
                    </a:cubicBezTo>
                    <a:cubicBezTo>
                      <a:pt x="1546" y="4551"/>
                      <a:pt x="1316" y="4747"/>
                      <a:pt x="1263" y="5006"/>
                    </a:cubicBezTo>
                    <a:lnTo>
                      <a:pt x="455" y="5006"/>
                    </a:lnTo>
                    <a:lnTo>
                      <a:pt x="455" y="4551"/>
                    </a:lnTo>
                    <a:lnTo>
                      <a:pt x="569" y="4551"/>
                    </a:lnTo>
                    <a:cubicBezTo>
                      <a:pt x="632" y="4551"/>
                      <a:pt x="683" y="4500"/>
                      <a:pt x="683" y="4437"/>
                    </a:cubicBezTo>
                    <a:cubicBezTo>
                      <a:pt x="683" y="4374"/>
                      <a:pt x="632" y="4324"/>
                      <a:pt x="569" y="4324"/>
                    </a:cubicBezTo>
                    <a:lnTo>
                      <a:pt x="455" y="4324"/>
                    </a:lnTo>
                    <a:lnTo>
                      <a:pt x="455" y="3982"/>
                    </a:lnTo>
                    <a:lnTo>
                      <a:pt x="569" y="3982"/>
                    </a:lnTo>
                    <a:cubicBezTo>
                      <a:pt x="632" y="3982"/>
                      <a:pt x="683" y="3931"/>
                      <a:pt x="683" y="3868"/>
                    </a:cubicBezTo>
                    <a:cubicBezTo>
                      <a:pt x="683" y="3806"/>
                      <a:pt x="632" y="3755"/>
                      <a:pt x="569" y="3755"/>
                    </a:cubicBezTo>
                    <a:lnTo>
                      <a:pt x="480" y="3755"/>
                    </a:lnTo>
                    <a:lnTo>
                      <a:pt x="1407" y="2416"/>
                    </a:lnTo>
                    <a:cubicBezTo>
                      <a:pt x="1494" y="2470"/>
                      <a:pt x="1596" y="2503"/>
                      <a:pt x="1707" y="2503"/>
                    </a:cubicBezTo>
                    <a:cubicBezTo>
                      <a:pt x="1888" y="2503"/>
                      <a:pt x="2048" y="2416"/>
                      <a:pt x="2152" y="2284"/>
                    </a:cubicBezTo>
                    <a:lnTo>
                      <a:pt x="2752" y="2584"/>
                    </a:lnTo>
                    <a:cubicBezTo>
                      <a:pt x="2740" y="2631"/>
                      <a:pt x="2731" y="2680"/>
                      <a:pt x="2731" y="2731"/>
                    </a:cubicBezTo>
                    <a:cubicBezTo>
                      <a:pt x="2731" y="3044"/>
                      <a:pt x="2986" y="3300"/>
                      <a:pt x="3300" y="3300"/>
                    </a:cubicBezTo>
                    <a:cubicBezTo>
                      <a:pt x="3613" y="3300"/>
                      <a:pt x="3868" y="3044"/>
                      <a:pt x="3868" y="2731"/>
                    </a:cubicBezTo>
                    <a:cubicBezTo>
                      <a:pt x="3868" y="2608"/>
                      <a:pt x="3829" y="2496"/>
                      <a:pt x="3763" y="2403"/>
                    </a:cubicBezTo>
                    <a:lnTo>
                      <a:pt x="4488" y="1055"/>
                    </a:lnTo>
                    <a:cubicBezTo>
                      <a:pt x="4574" y="1107"/>
                      <a:pt x="4672" y="1138"/>
                      <a:pt x="4779" y="1138"/>
                    </a:cubicBezTo>
                    <a:cubicBezTo>
                      <a:pt x="4891" y="1138"/>
                      <a:pt x="4995" y="1104"/>
                      <a:pt x="5083" y="1048"/>
                    </a:cubicBezTo>
                    <a:lnTo>
                      <a:pt x="5827" y="2004"/>
                    </a:lnTo>
                    <a:cubicBezTo>
                      <a:pt x="5829" y="2007"/>
                      <a:pt x="5833" y="2009"/>
                      <a:pt x="5836" y="2011"/>
                    </a:cubicBezTo>
                    <a:cubicBezTo>
                      <a:pt x="5745" y="2112"/>
                      <a:pt x="5689" y="2244"/>
                      <a:pt x="5689" y="2389"/>
                    </a:cubicBezTo>
                    <a:cubicBezTo>
                      <a:pt x="5689" y="2703"/>
                      <a:pt x="5944" y="2958"/>
                      <a:pt x="6258" y="2958"/>
                    </a:cubicBezTo>
                    <a:cubicBezTo>
                      <a:pt x="6571" y="2958"/>
                      <a:pt x="6827" y="2703"/>
                      <a:pt x="6827" y="2389"/>
                    </a:cubicBezTo>
                    <a:cubicBezTo>
                      <a:pt x="6827" y="2076"/>
                      <a:pt x="6571" y="1820"/>
                      <a:pt x="6258" y="1820"/>
                    </a:cubicBezTo>
                    <a:cubicBezTo>
                      <a:pt x="6170" y="1820"/>
                      <a:pt x="6087" y="1842"/>
                      <a:pt x="6013" y="1878"/>
                    </a:cubicBezTo>
                    <a:cubicBezTo>
                      <a:pt x="6010" y="1874"/>
                      <a:pt x="6010" y="1869"/>
                      <a:pt x="6006" y="1864"/>
                    </a:cubicBezTo>
                    <a:lnTo>
                      <a:pt x="5248" y="890"/>
                    </a:lnTo>
                    <a:cubicBezTo>
                      <a:pt x="5311" y="798"/>
                      <a:pt x="5348" y="688"/>
                      <a:pt x="5348" y="569"/>
                    </a:cubicBezTo>
                    <a:cubicBezTo>
                      <a:pt x="5348" y="255"/>
                      <a:pt x="5092" y="0"/>
                      <a:pt x="4779" y="0"/>
                    </a:cubicBezTo>
                    <a:cubicBezTo>
                      <a:pt x="4465" y="0"/>
                      <a:pt x="4210" y="255"/>
                      <a:pt x="4210" y="569"/>
                    </a:cubicBezTo>
                    <a:cubicBezTo>
                      <a:pt x="4210" y="691"/>
                      <a:pt x="4249" y="804"/>
                      <a:pt x="4315" y="897"/>
                    </a:cubicBezTo>
                    <a:lnTo>
                      <a:pt x="3590" y="2244"/>
                    </a:lnTo>
                    <a:cubicBezTo>
                      <a:pt x="3505" y="2193"/>
                      <a:pt x="3406" y="2162"/>
                      <a:pt x="3300" y="2162"/>
                    </a:cubicBezTo>
                    <a:cubicBezTo>
                      <a:pt x="3118" y="2162"/>
                      <a:pt x="2959" y="2248"/>
                      <a:pt x="2854" y="2381"/>
                    </a:cubicBezTo>
                    <a:lnTo>
                      <a:pt x="2254" y="2081"/>
                    </a:lnTo>
                    <a:cubicBezTo>
                      <a:pt x="2267" y="2034"/>
                      <a:pt x="2276" y="1985"/>
                      <a:pt x="2276" y="1934"/>
                    </a:cubicBezTo>
                    <a:cubicBezTo>
                      <a:pt x="2276" y="1621"/>
                      <a:pt x="2020" y="1365"/>
                      <a:pt x="1707" y="1365"/>
                    </a:cubicBezTo>
                    <a:cubicBezTo>
                      <a:pt x="1393" y="1365"/>
                      <a:pt x="1138" y="1621"/>
                      <a:pt x="1138" y="1934"/>
                    </a:cubicBezTo>
                    <a:cubicBezTo>
                      <a:pt x="1138" y="2054"/>
                      <a:pt x="1176" y="2166"/>
                      <a:pt x="1239" y="2257"/>
                    </a:cubicBezTo>
                    <a:lnTo>
                      <a:pt x="593" y="3191"/>
                    </a:lnTo>
                    <a:cubicBezTo>
                      <a:pt x="585" y="3189"/>
                      <a:pt x="578" y="3186"/>
                      <a:pt x="569" y="3186"/>
                    </a:cubicBezTo>
                    <a:lnTo>
                      <a:pt x="455" y="3186"/>
                    </a:lnTo>
                    <a:lnTo>
                      <a:pt x="455" y="2844"/>
                    </a:lnTo>
                    <a:lnTo>
                      <a:pt x="569" y="2844"/>
                    </a:lnTo>
                    <a:cubicBezTo>
                      <a:pt x="632" y="2844"/>
                      <a:pt x="683" y="2794"/>
                      <a:pt x="683" y="2731"/>
                    </a:cubicBezTo>
                    <a:cubicBezTo>
                      <a:pt x="683" y="2668"/>
                      <a:pt x="632" y="2617"/>
                      <a:pt x="569" y="2617"/>
                    </a:cubicBezTo>
                    <a:lnTo>
                      <a:pt x="455" y="2617"/>
                    </a:lnTo>
                    <a:lnTo>
                      <a:pt x="455" y="2276"/>
                    </a:lnTo>
                    <a:lnTo>
                      <a:pt x="569" y="2276"/>
                    </a:lnTo>
                    <a:cubicBezTo>
                      <a:pt x="632" y="2276"/>
                      <a:pt x="683" y="2225"/>
                      <a:pt x="683" y="2162"/>
                    </a:cubicBezTo>
                    <a:cubicBezTo>
                      <a:pt x="683" y="2099"/>
                      <a:pt x="632" y="2048"/>
                      <a:pt x="569" y="2048"/>
                    </a:cubicBezTo>
                    <a:lnTo>
                      <a:pt x="455" y="2048"/>
                    </a:lnTo>
                    <a:lnTo>
                      <a:pt x="455" y="1707"/>
                    </a:lnTo>
                    <a:lnTo>
                      <a:pt x="569" y="1707"/>
                    </a:lnTo>
                    <a:cubicBezTo>
                      <a:pt x="632" y="1707"/>
                      <a:pt x="683" y="1656"/>
                      <a:pt x="683" y="1593"/>
                    </a:cubicBezTo>
                    <a:cubicBezTo>
                      <a:pt x="683" y="1530"/>
                      <a:pt x="632" y="1479"/>
                      <a:pt x="569" y="1479"/>
                    </a:cubicBezTo>
                    <a:lnTo>
                      <a:pt x="455" y="1479"/>
                    </a:lnTo>
                    <a:lnTo>
                      <a:pt x="455" y="1138"/>
                    </a:lnTo>
                    <a:lnTo>
                      <a:pt x="569" y="1138"/>
                    </a:lnTo>
                    <a:cubicBezTo>
                      <a:pt x="632" y="1138"/>
                      <a:pt x="683" y="1087"/>
                      <a:pt x="683" y="1024"/>
                    </a:cubicBezTo>
                    <a:cubicBezTo>
                      <a:pt x="683" y="961"/>
                      <a:pt x="632" y="910"/>
                      <a:pt x="569" y="910"/>
                    </a:cubicBezTo>
                    <a:lnTo>
                      <a:pt x="455" y="910"/>
                    </a:lnTo>
                    <a:lnTo>
                      <a:pt x="455" y="569"/>
                    </a:lnTo>
                    <a:lnTo>
                      <a:pt x="569" y="569"/>
                    </a:lnTo>
                    <a:cubicBezTo>
                      <a:pt x="632" y="569"/>
                      <a:pt x="683" y="518"/>
                      <a:pt x="683" y="455"/>
                    </a:cubicBezTo>
                    <a:cubicBezTo>
                      <a:pt x="683" y="392"/>
                      <a:pt x="632" y="341"/>
                      <a:pt x="569" y="341"/>
                    </a:cubicBezTo>
                    <a:lnTo>
                      <a:pt x="455" y="341"/>
                    </a:lnTo>
                    <a:lnTo>
                      <a:pt x="455" y="114"/>
                    </a:lnTo>
                    <a:cubicBezTo>
                      <a:pt x="455" y="51"/>
                      <a:pt x="404" y="0"/>
                      <a:pt x="341" y="0"/>
                    </a:cubicBezTo>
                    <a:cubicBezTo>
                      <a:pt x="278" y="0"/>
                      <a:pt x="228" y="51"/>
                      <a:pt x="228" y="114"/>
                    </a:cubicBezTo>
                    <a:lnTo>
                      <a:pt x="228" y="341"/>
                    </a:lnTo>
                    <a:lnTo>
                      <a:pt x="114" y="341"/>
                    </a:lnTo>
                    <a:cubicBezTo>
                      <a:pt x="51" y="341"/>
                      <a:pt x="0" y="392"/>
                      <a:pt x="0" y="455"/>
                    </a:cubicBezTo>
                    <a:cubicBezTo>
                      <a:pt x="0" y="518"/>
                      <a:pt x="51" y="569"/>
                      <a:pt x="114" y="569"/>
                    </a:cubicBezTo>
                    <a:lnTo>
                      <a:pt x="228" y="569"/>
                    </a:lnTo>
                    <a:lnTo>
                      <a:pt x="228" y="910"/>
                    </a:lnTo>
                    <a:lnTo>
                      <a:pt x="114" y="910"/>
                    </a:lnTo>
                    <a:cubicBezTo>
                      <a:pt x="51" y="910"/>
                      <a:pt x="0" y="961"/>
                      <a:pt x="0" y="1024"/>
                    </a:cubicBezTo>
                    <a:cubicBezTo>
                      <a:pt x="0" y="1087"/>
                      <a:pt x="51" y="1138"/>
                      <a:pt x="114" y="1138"/>
                    </a:cubicBezTo>
                    <a:lnTo>
                      <a:pt x="228" y="1138"/>
                    </a:lnTo>
                    <a:lnTo>
                      <a:pt x="228" y="1479"/>
                    </a:lnTo>
                    <a:lnTo>
                      <a:pt x="114" y="1479"/>
                    </a:lnTo>
                    <a:cubicBezTo>
                      <a:pt x="51" y="1479"/>
                      <a:pt x="0" y="1530"/>
                      <a:pt x="0" y="1593"/>
                    </a:cubicBezTo>
                    <a:cubicBezTo>
                      <a:pt x="0" y="1656"/>
                      <a:pt x="51" y="1707"/>
                      <a:pt x="114" y="1707"/>
                    </a:cubicBezTo>
                    <a:lnTo>
                      <a:pt x="228" y="1707"/>
                    </a:lnTo>
                    <a:lnTo>
                      <a:pt x="228" y="2048"/>
                    </a:lnTo>
                    <a:lnTo>
                      <a:pt x="114" y="2048"/>
                    </a:lnTo>
                    <a:cubicBezTo>
                      <a:pt x="51" y="2048"/>
                      <a:pt x="0" y="2099"/>
                      <a:pt x="0" y="2162"/>
                    </a:cubicBezTo>
                    <a:cubicBezTo>
                      <a:pt x="0" y="2225"/>
                      <a:pt x="51" y="2276"/>
                      <a:pt x="114" y="2276"/>
                    </a:cubicBezTo>
                    <a:lnTo>
                      <a:pt x="228" y="2276"/>
                    </a:lnTo>
                    <a:lnTo>
                      <a:pt x="228" y="2617"/>
                    </a:lnTo>
                    <a:lnTo>
                      <a:pt x="114" y="2617"/>
                    </a:lnTo>
                    <a:cubicBezTo>
                      <a:pt x="51" y="2617"/>
                      <a:pt x="0" y="2668"/>
                      <a:pt x="0" y="2731"/>
                    </a:cubicBezTo>
                    <a:cubicBezTo>
                      <a:pt x="0" y="2794"/>
                      <a:pt x="51" y="2844"/>
                      <a:pt x="114" y="2844"/>
                    </a:cubicBezTo>
                    <a:lnTo>
                      <a:pt x="228" y="2844"/>
                    </a:lnTo>
                    <a:lnTo>
                      <a:pt x="228" y="3186"/>
                    </a:lnTo>
                    <a:lnTo>
                      <a:pt x="114" y="3186"/>
                    </a:lnTo>
                    <a:cubicBezTo>
                      <a:pt x="51" y="3186"/>
                      <a:pt x="0" y="3237"/>
                      <a:pt x="0" y="3300"/>
                    </a:cubicBezTo>
                    <a:cubicBezTo>
                      <a:pt x="0" y="3362"/>
                      <a:pt x="51" y="3413"/>
                      <a:pt x="114" y="3413"/>
                    </a:cubicBezTo>
                    <a:lnTo>
                      <a:pt x="228" y="3413"/>
                    </a:lnTo>
                    <a:lnTo>
                      <a:pt x="228" y="3755"/>
                    </a:lnTo>
                    <a:lnTo>
                      <a:pt x="114" y="3755"/>
                    </a:lnTo>
                    <a:cubicBezTo>
                      <a:pt x="51" y="3755"/>
                      <a:pt x="0" y="3806"/>
                      <a:pt x="0" y="3868"/>
                    </a:cubicBezTo>
                    <a:cubicBezTo>
                      <a:pt x="0" y="3931"/>
                      <a:pt x="51" y="3982"/>
                      <a:pt x="114" y="3982"/>
                    </a:cubicBezTo>
                    <a:lnTo>
                      <a:pt x="228" y="3982"/>
                    </a:lnTo>
                    <a:lnTo>
                      <a:pt x="228" y="4324"/>
                    </a:lnTo>
                    <a:lnTo>
                      <a:pt x="114" y="4324"/>
                    </a:lnTo>
                    <a:cubicBezTo>
                      <a:pt x="51" y="4324"/>
                      <a:pt x="0" y="4374"/>
                      <a:pt x="0" y="4437"/>
                    </a:cubicBezTo>
                    <a:cubicBezTo>
                      <a:pt x="0" y="4500"/>
                      <a:pt x="51" y="4551"/>
                      <a:pt x="114" y="4551"/>
                    </a:cubicBezTo>
                    <a:lnTo>
                      <a:pt x="228" y="4551"/>
                    </a:lnTo>
                    <a:lnTo>
                      <a:pt x="228" y="4892"/>
                    </a:lnTo>
                    <a:lnTo>
                      <a:pt x="114" y="4892"/>
                    </a:lnTo>
                    <a:cubicBezTo>
                      <a:pt x="51" y="4892"/>
                      <a:pt x="0" y="4943"/>
                      <a:pt x="0" y="5006"/>
                    </a:cubicBezTo>
                    <a:cubicBezTo>
                      <a:pt x="0" y="5069"/>
                      <a:pt x="51" y="5120"/>
                      <a:pt x="114" y="5120"/>
                    </a:cubicBezTo>
                    <a:lnTo>
                      <a:pt x="228" y="5120"/>
                    </a:lnTo>
                    <a:lnTo>
                      <a:pt x="228" y="5461"/>
                    </a:lnTo>
                    <a:lnTo>
                      <a:pt x="114" y="5461"/>
                    </a:lnTo>
                    <a:cubicBezTo>
                      <a:pt x="51" y="5461"/>
                      <a:pt x="0" y="5512"/>
                      <a:pt x="0" y="5575"/>
                    </a:cubicBezTo>
                    <a:cubicBezTo>
                      <a:pt x="0" y="5638"/>
                      <a:pt x="51" y="5689"/>
                      <a:pt x="114" y="5689"/>
                    </a:cubicBezTo>
                    <a:lnTo>
                      <a:pt x="228" y="5689"/>
                    </a:lnTo>
                    <a:lnTo>
                      <a:pt x="228" y="6030"/>
                    </a:lnTo>
                    <a:lnTo>
                      <a:pt x="114" y="6030"/>
                    </a:lnTo>
                    <a:cubicBezTo>
                      <a:pt x="51" y="6030"/>
                      <a:pt x="0" y="6081"/>
                      <a:pt x="0" y="6144"/>
                    </a:cubicBezTo>
                    <a:cubicBezTo>
                      <a:pt x="0" y="6207"/>
                      <a:pt x="51" y="6258"/>
                      <a:pt x="114" y="6258"/>
                    </a:cubicBezTo>
                    <a:lnTo>
                      <a:pt x="228" y="6258"/>
                    </a:lnTo>
                    <a:lnTo>
                      <a:pt x="228" y="6485"/>
                    </a:lnTo>
                    <a:cubicBezTo>
                      <a:pt x="228" y="6548"/>
                      <a:pt x="278" y="6599"/>
                      <a:pt x="341" y="6599"/>
                    </a:cubicBezTo>
                    <a:lnTo>
                      <a:pt x="683" y="6599"/>
                    </a:lnTo>
                    <a:lnTo>
                      <a:pt x="683" y="6713"/>
                    </a:lnTo>
                    <a:cubicBezTo>
                      <a:pt x="683" y="6776"/>
                      <a:pt x="734" y="6827"/>
                      <a:pt x="796" y="6827"/>
                    </a:cubicBezTo>
                    <a:cubicBezTo>
                      <a:pt x="859" y="6827"/>
                      <a:pt x="910" y="6776"/>
                      <a:pt x="910" y="6713"/>
                    </a:cubicBezTo>
                    <a:lnTo>
                      <a:pt x="910" y="6599"/>
                    </a:lnTo>
                    <a:lnTo>
                      <a:pt x="1252" y="6599"/>
                    </a:lnTo>
                    <a:lnTo>
                      <a:pt x="1252" y="6713"/>
                    </a:lnTo>
                    <a:cubicBezTo>
                      <a:pt x="1252" y="6776"/>
                      <a:pt x="1302" y="6827"/>
                      <a:pt x="1365" y="6827"/>
                    </a:cubicBezTo>
                    <a:cubicBezTo>
                      <a:pt x="1428" y="6827"/>
                      <a:pt x="1479" y="6776"/>
                      <a:pt x="1479" y="6713"/>
                    </a:cubicBezTo>
                    <a:lnTo>
                      <a:pt x="1479" y="6599"/>
                    </a:lnTo>
                    <a:lnTo>
                      <a:pt x="1820" y="6599"/>
                    </a:lnTo>
                    <a:lnTo>
                      <a:pt x="1820" y="6713"/>
                    </a:lnTo>
                    <a:cubicBezTo>
                      <a:pt x="1820" y="6776"/>
                      <a:pt x="1871" y="6827"/>
                      <a:pt x="1934" y="6827"/>
                    </a:cubicBezTo>
                    <a:cubicBezTo>
                      <a:pt x="1997" y="6827"/>
                      <a:pt x="2048" y="6776"/>
                      <a:pt x="2048" y="6713"/>
                    </a:cubicBezTo>
                    <a:lnTo>
                      <a:pt x="2048" y="6599"/>
                    </a:lnTo>
                    <a:lnTo>
                      <a:pt x="2389" y="6599"/>
                    </a:lnTo>
                    <a:lnTo>
                      <a:pt x="2389" y="6713"/>
                    </a:lnTo>
                    <a:cubicBezTo>
                      <a:pt x="2389" y="6776"/>
                      <a:pt x="2440" y="6827"/>
                      <a:pt x="2503" y="6827"/>
                    </a:cubicBezTo>
                    <a:cubicBezTo>
                      <a:pt x="2566" y="6827"/>
                      <a:pt x="2617" y="6776"/>
                      <a:pt x="2617" y="6713"/>
                    </a:cubicBezTo>
                    <a:lnTo>
                      <a:pt x="2617" y="6599"/>
                    </a:lnTo>
                    <a:lnTo>
                      <a:pt x="2958" y="6599"/>
                    </a:lnTo>
                    <a:lnTo>
                      <a:pt x="2958" y="6713"/>
                    </a:lnTo>
                    <a:cubicBezTo>
                      <a:pt x="2958" y="6776"/>
                      <a:pt x="3009" y="6827"/>
                      <a:pt x="3072" y="6827"/>
                    </a:cubicBezTo>
                    <a:cubicBezTo>
                      <a:pt x="3135" y="6827"/>
                      <a:pt x="3186" y="6776"/>
                      <a:pt x="3186" y="6713"/>
                    </a:cubicBezTo>
                    <a:lnTo>
                      <a:pt x="3186" y="6599"/>
                    </a:lnTo>
                    <a:lnTo>
                      <a:pt x="3527" y="6599"/>
                    </a:lnTo>
                    <a:lnTo>
                      <a:pt x="3527" y="6713"/>
                    </a:lnTo>
                    <a:cubicBezTo>
                      <a:pt x="3527" y="6776"/>
                      <a:pt x="3578" y="6827"/>
                      <a:pt x="3641" y="6827"/>
                    </a:cubicBezTo>
                    <a:cubicBezTo>
                      <a:pt x="3704" y="6827"/>
                      <a:pt x="3755" y="6776"/>
                      <a:pt x="3755" y="6713"/>
                    </a:cubicBezTo>
                    <a:lnTo>
                      <a:pt x="3755" y="6599"/>
                    </a:lnTo>
                    <a:lnTo>
                      <a:pt x="4096" y="6599"/>
                    </a:lnTo>
                    <a:lnTo>
                      <a:pt x="4096" y="6713"/>
                    </a:lnTo>
                    <a:cubicBezTo>
                      <a:pt x="4096" y="6776"/>
                      <a:pt x="4147" y="6827"/>
                      <a:pt x="4210" y="6827"/>
                    </a:cubicBezTo>
                    <a:cubicBezTo>
                      <a:pt x="4273" y="6827"/>
                      <a:pt x="4323" y="6776"/>
                      <a:pt x="4323" y="6713"/>
                    </a:cubicBezTo>
                    <a:lnTo>
                      <a:pt x="4323" y="6599"/>
                    </a:lnTo>
                    <a:lnTo>
                      <a:pt x="4665" y="6599"/>
                    </a:lnTo>
                    <a:lnTo>
                      <a:pt x="4665" y="6713"/>
                    </a:lnTo>
                    <a:cubicBezTo>
                      <a:pt x="4665" y="6776"/>
                      <a:pt x="4716" y="6827"/>
                      <a:pt x="4779" y="6827"/>
                    </a:cubicBezTo>
                    <a:cubicBezTo>
                      <a:pt x="4842" y="6827"/>
                      <a:pt x="4892" y="6776"/>
                      <a:pt x="4892" y="6713"/>
                    </a:cubicBezTo>
                    <a:lnTo>
                      <a:pt x="4892" y="6599"/>
                    </a:lnTo>
                    <a:lnTo>
                      <a:pt x="5234" y="6599"/>
                    </a:lnTo>
                    <a:lnTo>
                      <a:pt x="5234" y="6713"/>
                    </a:lnTo>
                    <a:cubicBezTo>
                      <a:pt x="5234" y="6776"/>
                      <a:pt x="5285" y="6827"/>
                      <a:pt x="5347" y="6827"/>
                    </a:cubicBezTo>
                    <a:cubicBezTo>
                      <a:pt x="5410" y="6827"/>
                      <a:pt x="5461" y="6776"/>
                      <a:pt x="5461" y="6713"/>
                    </a:cubicBezTo>
                    <a:lnTo>
                      <a:pt x="5461" y="6599"/>
                    </a:lnTo>
                    <a:lnTo>
                      <a:pt x="5803" y="6599"/>
                    </a:lnTo>
                    <a:lnTo>
                      <a:pt x="5803" y="6713"/>
                    </a:lnTo>
                    <a:cubicBezTo>
                      <a:pt x="5803" y="6776"/>
                      <a:pt x="5853" y="6827"/>
                      <a:pt x="5916" y="6827"/>
                    </a:cubicBezTo>
                    <a:cubicBezTo>
                      <a:pt x="5979" y="6827"/>
                      <a:pt x="6030" y="6776"/>
                      <a:pt x="6030" y="6713"/>
                    </a:cubicBezTo>
                    <a:lnTo>
                      <a:pt x="6030" y="6599"/>
                    </a:lnTo>
                    <a:lnTo>
                      <a:pt x="6371" y="6599"/>
                    </a:lnTo>
                    <a:lnTo>
                      <a:pt x="6371" y="6713"/>
                    </a:lnTo>
                    <a:cubicBezTo>
                      <a:pt x="6371" y="6776"/>
                      <a:pt x="6422" y="6827"/>
                      <a:pt x="6485" y="6827"/>
                    </a:cubicBezTo>
                    <a:cubicBezTo>
                      <a:pt x="6548" y="6827"/>
                      <a:pt x="6599" y="6776"/>
                      <a:pt x="6599" y="6713"/>
                    </a:cubicBezTo>
                    <a:lnTo>
                      <a:pt x="6599" y="6599"/>
                    </a:lnTo>
                    <a:lnTo>
                      <a:pt x="6713" y="6599"/>
                    </a:lnTo>
                    <a:cubicBezTo>
                      <a:pt x="6776" y="6599"/>
                      <a:pt x="6827" y="6548"/>
                      <a:pt x="6827" y="6485"/>
                    </a:cubicBezTo>
                    <a:cubicBezTo>
                      <a:pt x="6827" y="6422"/>
                      <a:pt x="6776" y="6372"/>
                      <a:pt x="6713" y="6372"/>
                    </a:cubicBezTo>
                    <a:lnTo>
                      <a:pt x="6599" y="6372"/>
                    </a:lnTo>
                    <a:lnTo>
                      <a:pt x="6599" y="6258"/>
                    </a:lnTo>
                    <a:cubicBezTo>
                      <a:pt x="6599" y="6195"/>
                      <a:pt x="6548" y="6144"/>
                      <a:pt x="6485" y="6144"/>
                    </a:cubicBezTo>
                    <a:cubicBezTo>
                      <a:pt x="6422" y="6144"/>
                      <a:pt x="6371" y="6195"/>
                      <a:pt x="6371" y="6258"/>
                    </a:cubicBezTo>
                    <a:lnTo>
                      <a:pt x="6371" y="6372"/>
                    </a:lnTo>
                    <a:lnTo>
                      <a:pt x="6030" y="6372"/>
                    </a:lnTo>
                    <a:lnTo>
                      <a:pt x="6030" y="6258"/>
                    </a:lnTo>
                    <a:cubicBezTo>
                      <a:pt x="6030" y="6195"/>
                      <a:pt x="5979" y="6144"/>
                      <a:pt x="5916" y="6144"/>
                    </a:cubicBezTo>
                    <a:cubicBezTo>
                      <a:pt x="5853" y="6144"/>
                      <a:pt x="5803" y="6195"/>
                      <a:pt x="5803" y="6258"/>
                    </a:cubicBezTo>
                    <a:lnTo>
                      <a:pt x="5803" y="6372"/>
                    </a:lnTo>
                    <a:lnTo>
                      <a:pt x="5461" y="6372"/>
                    </a:lnTo>
                    <a:lnTo>
                      <a:pt x="5461" y="6258"/>
                    </a:lnTo>
                    <a:cubicBezTo>
                      <a:pt x="5461" y="6195"/>
                      <a:pt x="5410" y="6144"/>
                      <a:pt x="5347" y="6144"/>
                    </a:cubicBezTo>
                    <a:cubicBezTo>
                      <a:pt x="5285" y="6144"/>
                      <a:pt x="5234" y="6195"/>
                      <a:pt x="5234" y="6258"/>
                    </a:cubicBezTo>
                    <a:lnTo>
                      <a:pt x="5234" y="6372"/>
                    </a:lnTo>
                    <a:lnTo>
                      <a:pt x="4892" y="6372"/>
                    </a:lnTo>
                    <a:lnTo>
                      <a:pt x="4892" y="6258"/>
                    </a:lnTo>
                    <a:cubicBezTo>
                      <a:pt x="4892" y="6195"/>
                      <a:pt x="4842" y="6144"/>
                      <a:pt x="4779" y="6144"/>
                    </a:cubicBezTo>
                    <a:cubicBezTo>
                      <a:pt x="4716" y="6144"/>
                      <a:pt x="4665" y="6195"/>
                      <a:pt x="4665" y="6258"/>
                    </a:cubicBezTo>
                    <a:lnTo>
                      <a:pt x="4665" y="6372"/>
                    </a:lnTo>
                    <a:lnTo>
                      <a:pt x="4323" y="6372"/>
                    </a:lnTo>
                    <a:lnTo>
                      <a:pt x="4323" y="6258"/>
                    </a:lnTo>
                    <a:cubicBezTo>
                      <a:pt x="4323" y="6195"/>
                      <a:pt x="4273" y="6144"/>
                      <a:pt x="4210" y="6144"/>
                    </a:cubicBezTo>
                    <a:cubicBezTo>
                      <a:pt x="4147" y="6144"/>
                      <a:pt x="4096" y="6195"/>
                      <a:pt x="4096" y="6258"/>
                    </a:cubicBezTo>
                    <a:lnTo>
                      <a:pt x="4096" y="6372"/>
                    </a:lnTo>
                    <a:lnTo>
                      <a:pt x="3755" y="6372"/>
                    </a:lnTo>
                    <a:lnTo>
                      <a:pt x="3755" y="6258"/>
                    </a:lnTo>
                    <a:cubicBezTo>
                      <a:pt x="3755" y="6195"/>
                      <a:pt x="3704" y="6144"/>
                      <a:pt x="3641" y="6144"/>
                    </a:cubicBezTo>
                    <a:cubicBezTo>
                      <a:pt x="3578" y="6144"/>
                      <a:pt x="3527" y="6195"/>
                      <a:pt x="3527" y="6258"/>
                    </a:cubicBezTo>
                    <a:lnTo>
                      <a:pt x="3527" y="6372"/>
                    </a:lnTo>
                    <a:lnTo>
                      <a:pt x="3186" y="6372"/>
                    </a:lnTo>
                    <a:lnTo>
                      <a:pt x="3186" y="6258"/>
                    </a:lnTo>
                    <a:cubicBezTo>
                      <a:pt x="3186" y="6195"/>
                      <a:pt x="3135" y="6144"/>
                      <a:pt x="3072" y="6144"/>
                    </a:cubicBezTo>
                    <a:cubicBezTo>
                      <a:pt x="3009" y="6144"/>
                      <a:pt x="2958" y="6195"/>
                      <a:pt x="2958" y="6258"/>
                    </a:cubicBezTo>
                    <a:lnTo>
                      <a:pt x="2958" y="6372"/>
                    </a:lnTo>
                    <a:lnTo>
                      <a:pt x="2617" y="6372"/>
                    </a:lnTo>
                    <a:lnTo>
                      <a:pt x="2617" y="6258"/>
                    </a:lnTo>
                    <a:cubicBezTo>
                      <a:pt x="2617" y="6195"/>
                      <a:pt x="2566" y="6144"/>
                      <a:pt x="2503" y="6144"/>
                    </a:cubicBezTo>
                    <a:cubicBezTo>
                      <a:pt x="2440" y="6144"/>
                      <a:pt x="2389" y="6195"/>
                      <a:pt x="2389" y="6258"/>
                    </a:cubicBezTo>
                    <a:lnTo>
                      <a:pt x="2389" y="6372"/>
                    </a:lnTo>
                    <a:lnTo>
                      <a:pt x="2048" y="6372"/>
                    </a:lnTo>
                    <a:lnTo>
                      <a:pt x="2048" y="6258"/>
                    </a:lnTo>
                    <a:cubicBezTo>
                      <a:pt x="2048" y="6195"/>
                      <a:pt x="1997" y="6144"/>
                      <a:pt x="1934" y="6144"/>
                    </a:cubicBezTo>
                    <a:cubicBezTo>
                      <a:pt x="1871" y="6144"/>
                      <a:pt x="1820" y="6195"/>
                      <a:pt x="1820" y="6258"/>
                    </a:cubicBezTo>
                    <a:lnTo>
                      <a:pt x="1820" y="6372"/>
                    </a:lnTo>
                    <a:lnTo>
                      <a:pt x="1479" y="6372"/>
                    </a:lnTo>
                    <a:lnTo>
                      <a:pt x="1479" y="6258"/>
                    </a:lnTo>
                    <a:cubicBezTo>
                      <a:pt x="1479" y="6195"/>
                      <a:pt x="1428" y="6144"/>
                      <a:pt x="1365" y="6144"/>
                    </a:cubicBezTo>
                    <a:cubicBezTo>
                      <a:pt x="1302" y="6144"/>
                      <a:pt x="1252" y="6195"/>
                      <a:pt x="1252" y="6258"/>
                    </a:cubicBezTo>
                    <a:lnTo>
                      <a:pt x="1252" y="6372"/>
                    </a:lnTo>
                    <a:lnTo>
                      <a:pt x="910" y="6372"/>
                    </a:lnTo>
                    <a:lnTo>
                      <a:pt x="910" y="6258"/>
                    </a:lnTo>
                    <a:cubicBezTo>
                      <a:pt x="910" y="6195"/>
                      <a:pt x="859" y="6144"/>
                      <a:pt x="796" y="6144"/>
                    </a:cubicBezTo>
                    <a:cubicBezTo>
                      <a:pt x="734" y="6144"/>
                      <a:pt x="683" y="6195"/>
                      <a:pt x="683" y="6258"/>
                    </a:cubicBezTo>
                    <a:lnTo>
                      <a:pt x="683" y="6372"/>
                    </a:lnTo>
                    <a:lnTo>
                      <a:pt x="455" y="6372"/>
                    </a:lnTo>
                    <a:lnTo>
                      <a:pt x="455" y="5234"/>
                    </a:lnTo>
                    <a:lnTo>
                      <a:pt x="1263" y="523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9" name="íŝḷîḑe"/>
              <p:cNvSpPr/>
              <p:nvPr/>
            </p:nvSpPr>
            <p:spPr bwMode="auto">
              <a:xfrm>
                <a:off x="6851303" y="3813760"/>
                <a:ext cx="277846" cy="267616"/>
              </a:xfrm>
              <a:custGeom>
                <a:avLst/>
                <a:gdLst>
                  <a:gd name="T0" fmla="*/ 3413 w 6827"/>
                  <a:gd name="T1" fmla="*/ 0 h 5912"/>
                  <a:gd name="T2" fmla="*/ 0 w 6827"/>
                  <a:gd name="T3" fmla="*/ 5912 h 5912"/>
                  <a:gd name="T4" fmla="*/ 6827 w 6827"/>
                  <a:gd name="T5" fmla="*/ 5912 h 5912"/>
                  <a:gd name="T6" fmla="*/ 3413 w 6827"/>
                  <a:gd name="T7" fmla="*/ 0 h 5912"/>
                  <a:gd name="T8" fmla="*/ 3413 w 6827"/>
                  <a:gd name="T9" fmla="*/ 972 h 5912"/>
                  <a:gd name="T10" fmla="*/ 4489 w 6827"/>
                  <a:gd name="T11" fmla="*/ 2835 h 5912"/>
                  <a:gd name="T12" fmla="*/ 2338 w 6827"/>
                  <a:gd name="T13" fmla="*/ 2835 h 5912"/>
                  <a:gd name="T14" fmla="*/ 3413 w 6827"/>
                  <a:gd name="T15" fmla="*/ 972 h 5912"/>
                  <a:gd name="T16" fmla="*/ 842 w 6827"/>
                  <a:gd name="T17" fmla="*/ 5426 h 5912"/>
                  <a:gd name="T18" fmla="*/ 1917 w 6827"/>
                  <a:gd name="T19" fmla="*/ 3564 h 5912"/>
                  <a:gd name="T20" fmla="*/ 2993 w 6827"/>
                  <a:gd name="T21" fmla="*/ 5426 h 5912"/>
                  <a:gd name="T22" fmla="*/ 842 w 6827"/>
                  <a:gd name="T23" fmla="*/ 5426 h 5912"/>
                  <a:gd name="T24" fmla="*/ 2338 w 6827"/>
                  <a:gd name="T25" fmla="*/ 3321 h 5912"/>
                  <a:gd name="T26" fmla="*/ 4489 w 6827"/>
                  <a:gd name="T27" fmla="*/ 3321 h 5912"/>
                  <a:gd name="T28" fmla="*/ 3413 w 6827"/>
                  <a:gd name="T29" fmla="*/ 5183 h 5912"/>
                  <a:gd name="T30" fmla="*/ 2338 w 6827"/>
                  <a:gd name="T31" fmla="*/ 3321 h 5912"/>
                  <a:gd name="T32" fmla="*/ 4910 w 6827"/>
                  <a:gd name="T33" fmla="*/ 3564 h 5912"/>
                  <a:gd name="T34" fmla="*/ 5985 w 6827"/>
                  <a:gd name="T35" fmla="*/ 5426 h 5912"/>
                  <a:gd name="T36" fmla="*/ 3834 w 6827"/>
                  <a:gd name="T37" fmla="*/ 5426 h 5912"/>
                  <a:gd name="T38" fmla="*/ 4910 w 6827"/>
                  <a:gd name="T39" fmla="*/ 3564 h 59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827" h="5912">
                    <a:moveTo>
                      <a:pt x="3413" y="0"/>
                    </a:moveTo>
                    <a:lnTo>
                      <a:pt x="0" y="5912"/>
                    </a:lnTo>
                    <a:lnTo>
                      <a:pt x="6827" y="5912"/>
                    </a:lnTo>
                    <a:lnTo>
                      <a:pt x="3413" y="0"/>
                    </a:lnTo>
                    <a:close/>
                    <a:moveTo>
                      <a:pt x="3413" y="972"/>
                    </a:moveTo>
                    <a:lnTo>
                      <a:pt x="4489" y="2835"/>
                    </a:lnTo>
                    <a:lnTo>
                      <a:pt x="2338" y="2835"/>
                    </a:lnTo>
                    <a:lnTo>
                      <a:pt x="3413" y="972"/>
                    </a:lnTo>
                    <a:close/>
                    <a:moveTo>
                      <a:pt x="842" y="5426"/>
                    </a:moveTo>
                    <a:lnTo>
                      <a:pt x="1917" y="3564"/>
                    </a:lnTo>
                    <a:lnTo>
                      <a:pt x="2993" y="5426"/>
                    </a:lnTo>
                    <a:lnTo>
                      <a:pt x="842" y="5426"/>
                    </a:lnTo>
                    <a:close/>
                    <a:moveTo>
                      <a:pt x="2338" y="3321"/>
                    </a:moveTo>
                    <a:lnTo>
                      <a:pt x="4489" y="3321"/>
                    </a:lnTo>
                    <a:lnTo>
                      <a:pt x="3413" y="5183"/>
                    </a:lnTo>
                    <a:lnTo>
                      <a:pt x="2338" y="3321"/>
                    </a:lnTo>
                    <a:close/>
                    <a:moveTo>
                      <a:pt x="4910" y="3564"/>
                    </a:moveTo>
                    <a:lnTo>
                      <a:pt x="5985" y="5426"/>
                    </a:lnTo>
                    <a:lnTo>
                      <a:pt x="3834" y="5426"/>
                    </a:lnTo>
                    <a:lnTo>
                      <a:pt x="4910" y="356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1" name="ïŝlïḋé"/>
            <p:cNvSpPr txBox="1"/>
            <p:nvPr/>
          </p:nvSpPr>
          <p:spPr>
            <a:xfrm>
              <a:off x="669925" y="2747329"/>
              <a:ext cx="3793216" cy="1468059"/>
            </a:xfrm>
            <a:prstGeom prst="rect">
              <a:avLst/>
            </a:prstGeom>
            <a:noFill/>
          </p:spPr>
          <p:txBody>
            <a:bodyPr wrap="square" lIns="90000" tIns="46800" rIns="90000" bIns="46800" rtlCol="0">
              <a:normAutofit fontScale="85000" lnSpcReduction="10000"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zh-CN" sz="1400" dirty="0"/>
                <a:t>Unified fonts make reading more fluent.</a:t>
              </a:r>
              <a:endParaRPr lang="en-US" altLang="zh-CN" sz="1400" dirty="0"/>
            </a:p>
            <a:p>
              <a:pPr algn="just">
                <a:lnSpc>
                  <a:spcPct val="150000"/>
                </a:lnSpc>
              </a:pPr>
              <a:r>
                <a:rPr lang="en-US" altLang="zh-CN" sz="1700" b="1" dirty="0"/>
                <a:t>Theme color makes PPT more convenient to change.</a:t>
              </a:r>
              <a:endParaRPr lang="en-US" altLang="zh-CN" sz="1700" b="1" dirty="0"/>
            </a:p>
            <a:p>
              <a:pPr algn="just">
                <a:lnSpc>
                  <a:spcPct val="150000"/>
                </a:lnSpc>
              </a:pPr>
              <a:r>
                <a:rPr lang="en-US" altLang="zh-CN" sz="1400" dirty="0"/>
                <a:t>Adjust the spacing to adapt to Chinese typesetting, use the reference line in PPT.</a:t>
              </a:r>
              <a:endParaRPr lang="en-US" altLang="zh-CN" sz="1600" b="1" dirty="0"/>
            </a:p>
            <a:p>
              <a:pPr algn="just">
                <a:lnSpc>
                  <a:spcPct val="150000"/>
                </a:lnSpc>
              </a:pPr>
              <a:endPara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" name="ïşlîdê"/>
            <p:cNvSpPr txBox="1"/>
            <p:nvPr/>
          </p:nvSpPr>
          <p:spPr>
            <a:xfrm>
              <a:off x="786000" y="2347350"/>
              <a:ext cx="413883" cy="395777"/>
            </a:xfrm>
            <a:prstGeom prst="rect">
              <a:avLst/>
            </a:prstGeom>
            <a:noFill/>
          </p:spPr>
          <p:txBody>
            <a:bodyPr wrap="square" lIns="90000" tIns="46800" rIns="90000" bIns="46800" anchor="ctr">
              <a:prstTxWarp prst="textPlain">
                <a:avLst/>
              </a:prstTxWarp>
              <a:normAutofit fontScale="47500" lnSpcReduction="20000"/>
            </a:bodyPr>
            <a:lstStyle/>
            <a:p>
              <a:r>
                <a:rPr lang="en-US" sz="4800" dirty="0">
                  <a:solidFill>
                    <a:schemeClr val="bg1">
                      <a:lumMod val="85000"/>
                    </a:schemeClr>
                  </a:solidFill>
                </a:rPr>
                <a:t>“</a:t>
              </a:r>
              <a:endParaRPr lang="en-US" sz="4800" dirty="0">
                <a:solidFill>
                  <a:schemeClr val="bg1">
                    <a:lumMod val="85000"/>
                  </a:schemeClr>
                </a:solidFill>
              </a:endParaRPr>
            </a:p>
          </p:txBody>
        </p:sp>
      </p:grpSp>
      <p:pic>
        <p:nvPicPr>
          <p:cNvPr id="29" name="图片 28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d1366ba-7641-464a-932f-5d857f1af7e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059918" y="1085850"/>
            <a:ext cx="10429110" cy="5057775"/>
            <a:chOff x="1059918" y="1085850"/>
            <a:chExt cx="10429110" cy="5057775"/>
          </a:xfrm>
        </p:grpSpPr>
        <p:grpSp>
          <p:nvGrpSpPr>
            <p:cNvPr id="6" name="iS1iḍé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>
              <a:grpSpLocks noChangeAspect="1"/>
            </p:cNvGrpSpPr>
            <p:nvPr/>
          </p:nvGrpSpPr>
          <p:grpSpPr>
            <a:xfrm>
              <a:off x="1059918" y="1085850"/>
              <a:ext cx="10429110" cy="4310245"/>
              <a:chOff x="1059918" y="1028700"/>
              <a:chExt cx="10429110" cy="4310245"/>
            </a:xfrm>
          </p:grpSpPr>
          <p:sp>
            <p:nvSpPr>
              <p:cNvPr id="10" name="ïṣ1íḓé"/>
              <p:cNvSpPr/>
              <p:nvPr/>
            </p:nvSpPr>
            <p:spPr bwMode="auto">
              <a:xfrm>
                <a:off x="1059918" y="1686790"/>
                <a:ext cx="2443859" cy="2443859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11" name="îṥḷïďè"/>
              <p:cNvSpPr/>
              <p:nvPr/>
            </p:nvSpPr>
            <p:spPr bwMode="auto">
              <a:xfrm>
                <a:off x="1503145" y="2130015"/>
                <a:ext cx="1557409" cy="1557409"/>
              </a:xfrm>
              <a:prstGeom prst="ellipse">
                <a:avLst/>
              </a:prstGeom>
              <a:solidFill>
                <a:schemeClr val="accent1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12" name="ïšľïďe"/>
              <p:cNvGrpSpPr/>
              <p:nvPr/>
            </p:nvGrpSpPr>
            <p:grpSpPr>
              <a:xfrm>
                <a:off x="3153571" y="1914547"/>
                <a:ext cx="3340223" cy="1988346"/>
                <a:chOff x="2864250" y="1742172"/>
                <a:chExt cx="1976635" cy="1176638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67" name="íṣľïḑê"/>
                <p:cNvSpPr/>
                <p:nvPr/>
              </p:nvSpPr>
              <p:spPr bwMode="auto">
                <a:xfrm rot="8100000" flipH="1">
                  <a:off x="2864250" y="1800627"/>
                  <a:ext cx="1059730" cy="1059728"/>
                </a:xfrm>
                <a:custGeom>
                  <a:avLst/>
                  <a:gdLst/>
                  <a:ahLst/>
                  <a:cxnLst>
                    <a:cxn ang="0">
                      <a:pos x="158" y="73"/>
                    </a:cxn>
                    <a:cxn ang="0">
                      <a:pos x="86" y="0"/>
                    </a:cxn>
                    <a:cxn ang="0">
                      <a:pos x="0" y="87"/>
                    </a:cxn>
                    <a:cxn ang="0">
                      <a:pos x="69" y="158"/>
                    </a:cxn>
                    <a:cxn ang="0">
                      <a:pos x="158" y="73"/>
                    </a:cxn>
                  </a:cxnLst>
                  <a:rect l="0" t="0" r="r" b="b"/>
                  <a:pathLst>
                    <a:path w="158" h="158">
                      <a:moveTo>
                        <a:pt x="158" y="73"/>
                      </a:move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51"/>
                        <a:pt x="50" y="86"/>
                        <a:pt x="0" y="87"/>
                      </a:cubicBezTo>
                      <a:cubicBezTo>
                        <a:pt x="69" y="158"/>
                        <a:pt x="69" y="158"/>
                        <a:pt x="69" y="158"/>
                      </a:cubicBezTo>
                      <a:cubicBezTo>
                        <a:pt x="71" y="107"/>
                        <a:pt x="107" y="73"/>
                        <a:pt x="158" y="7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8" name="iśľîḑè"/>
                <p:cNvSpPr/>
                <p:nvPr/>
              </p:nvSpPr>
              <p:spPr bwMode="auto">
                <a:xfrm>
                  <a:off x="3664247" y="1742172"/>
                  <a:ext cx="1176638" cy="1176638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3" name="islïḑè"/>
              <p:cNvGrpSpPr/>
              <p:nvPr/>
            </p:nvGrpSpPr>
            <p:grpSpPr>
              <a:xfrm>
                <a:off x="6208863" y="2071457"/>
                <a:ext cx="2789075" cy="1674531"/>
                <a:chOff x="4672271" y="1835025"/>
                <a:chExt cx="1650483" cy="990932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65" name="îšľidè"/>
                <p:cNvSpPr/>
                <p:nvPr/>
              </p:nvSpPr>
              <p:spPr bwMode="auto">
                <a:xfrm rot="8100000" flipH="1">
                  <a:off x="4672271" y="1899389"/>
                  <a:ext cx="862206" cy="862204"/>
                </a:xfrm>
                <a:custGeom>
                  <a:avLst/>
                  <a:gdLst/>
                  <a:ahLst/>
                  <a:cxnLst>
                    <a:cxn ang="0">
                      <a:pos x="158" y="73"/>
                    </a:cxn>
                    <a:cxn ang="0">
                      <a:pos x="86" y="0"/>
                    </a:cxn>
                    <a:cxn ang="0">
                      <a:pos x="0" y="87"/>
                    </a:cxn>
                    <a:cxn ang="0">
                      <a:pos x="69" y="158"/>
                    </a:cxn>
                    <a:cxn ang="0">
                      <a:pos x="158" y="73"/>
                    </a:cxn>
                  </a:cxnLst>
                  <a:rect l="0" t="0" r="r" b="b"/>
                  <a:pathLst>
                    <a:path w="158" h="158">
                      <a:moveTo>
                        <a:pt x="158" y="73"/>
                      </a:move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51"/>
                        <a:pt x="50" y="86"/>
                        <a:pt x="0" y="87"/>
                      </a:cubicBezTo>
                      <a:cubicBezTo>
                        <a:pt x="69" y="158"/>
                        <a:pt x="69" y="158"/>
                        <a:pt x="69" y="158"/>
                      </a:cubicBezTo>
                      <a:cubicBezTo>
                        <a:pt x="71" y="107"/>
                        <a:pt x="107" y="73"/>
                        <a:pt x="158" y="7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6" name="îṥḷiḓé"/>
                <p:cNvSpPr/>
                <p:nvPr/>
              </p:nvSpPr>
              <p:spPr bwMode="auto">
                <a:xfrm>
                  <a:off x="5331822" y="1835025"/>
                  <a:ext cx="990932" cy="990932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4" name="îṩľîďe"/>
              <p:cNvGrpSpPr/>
              <p:nvPr/>
            </p:nvGrpSpPr>
            <p:grpSpPr>
              <a:xfrm>
                <a:off x="8757968" y="2238159"/>
                <a:ext cx="2260943" cy="1341122"/>
                <a:chOff x="6414703" y="1981123"/>
                <a:chExt cx="1532523" cy="909045"/>
              </a:xfrm>
              <a:solidFill>
                <a:schemeClr val="accent1">
                  <a:lumMod val="20000"/>
                  <a:lumOff val="80000"/>
                </a:schemeClr>
              </a:solidFill>
            </p:grpSpPr>
            <p:sp>
              <p:nvSpPr>
                <p:cNvPr id="63" name="íṣḻiḑê"/>
                <p:cNvSpPr/>
                <p:nvPr/>
              </p:nvSpPr>
              <p:spPr bwMode="auto">
                <a:xfrm rot="8100000" flipH="1">
                  <a:off x="6414703" y="2019786"/>
                  <a:ext cx="831722" cy="831720"/>
                </a:xfrm>
                <a:custGeom>
                  <a:avLst/>
                  <a:gdLst/>
                  <a:ahLst/>
                  <a:cxnLst>
                    <a:cxn ang="0">
                      <a:pos x="158" y="73"/>
                    </a:cxn>
                    <a:cxn ang="0">
                      <a:pos x="86" y="0"/>
                    </a:cxn>
                    <a:cxn ang="0">
                      <a:pos x="0" y="87"/>
                    </a:cxn>
                    <a:cxn ang="0">
                      <a:pos x="69" y="158"/>
                    </a:cxn>
                    <a:cxn ang="0">
                      <a:pos x="158" y="73"/>
                    </a:cxn>
                  </a:cxnLst>
                  <a:rect l="0" t="0" r="r" b="b"/>
                  <a:pathLst>
                    <a:path w="158" h="158">
                      <a:moveTo>
                        <a:pt x="158" y="73"/>
                      </a:moveTo>
                      <a:cubicBezTo>
                        <a:pt x="86" y="0"/>
                        <a:pt x="86" y="0"/>
                        <a:pt x="86" y="0"/>
                      </a:cubicBezTo>
                      <a:cubicBezTo>
                        <a:pt x="85" y="51"/>
                        <a:pt x="50" y="86"/>
                        <a:pt x="0" y="87"/>
                      </a:cubicBezTo>
                      <a:cubicBezTo>
                        <a:pt x="69" y="158"/>
                        <a:pt x="69" y="158"/>
                        <a:pt x="69" y="158"/>
                      </a:cubicBezTo>
                      <a:cubicBezTo>
                        <a:pt x="71" y="107"/>
                        <a:pt x="107" y="73"/>
                        <a:pt x="158" y="7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4" name="iSḻiḓê"/>
                <p:cNvSpPr/>
                <p:nvPr/>
              </p:nvSpPr>
              <p:spPr bwMode="auto">
                <a:xfrm>
                  <a:off x="7038181" y="1981123"/>
                  <a:ext cx="909045" cy="909045"/>
                </a:xfrm>
                <a:prstGeom prst="ellipse">
                  <a:avLst/>
                </a:pr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5" name="ïS1íde"/>
              <p:cNvSpPr/>
              <p:nvPr/>
            </p:nvSpPr>
            <p:spPr bwMode="auto">
              <a:xfrm>
                <a:off x="7627103" y="2375153"/>
                <a:ext cx="1067135" cy="1067135"/>
              </a:xfrm>
              <a:prstGeom prst="ellipse">
                <a:avLst/>
              </a:prstGeom>
              <a:solidFill>
                <a:schemeClr val="accent3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16" name="íṩḷïďe"/>
              <p:cNvGrpSpPr/>
              <p:nvPr/>
            </p:nvGrpSpPr>
            <p:grpSpPr>
              <a:xfrm>
                <a:off x="7915900" y="2645424"/>
                <a:ext cx="489543" cy="526565"/>
                <a:chOff x="4679950" y="2714626"/>
                <a:chExt cx="188913" cy="203200"/>
              </a:xfrm>
              <a:solidFill>
                <a:schemeClr val="bg1"/>
              </a:solidFill>
            </p:grpSpPr>
            <p:sp>
              <p:nvSpPr>
                <p:cNvPr id="60" name="îś1ïḓê"/>
                <p:cNvSpPr/>
                <p:nvPr/>
              </p:nvSpPr>
              <p:spPr bwMode="auto">
                <a:xfrm>
                  <a:off x="4792663" y="2824163"/>
                  <a:ext cx="76200" cy="93663"/>
                </a:xfrm>
                <a:custGeom>
                  <a:avLst/>
                  <a:gdLst/>
                  <a:ahLst/>
                  <a:cxnLst>
                    <a:cxn ang="0">
                      <a:pos x="49" y="12"/>
                    </a:cxn>
                    <a:cxn ang="0">
                      <a:pos x="43" y="5"/>
                    </a:cxn>
                    <a:cxn ang="0">
                      <a:pos x="35" y="1"/>
                    </a:cxn>
                    <a:cxn ang="0">
                      <a:pos x="26" y="0"/>
                    </a:cxn>
                    <a:cxn ang="0">
                      <a:pos x="7" y="6"/>
                    </a:cxn>
                    <a:cxn ang="0">
                      <a:pos x="0" y="25"/>
                    </a:cxn>
                    <a:cxn ang="0">
                      <a:pos x="0" y="40"/>
                    </a:cxn>
                    <a:cxn ang="0">
                      <a:pos x="7" y="57"/>
                    </a:cxn>
                    <a:cxn ang="0">
                      <a:pos x="26" y="62"/>
                    </a:cxn>
                    <a:cxn ang="0">
                      <a:pos x="35" y="61"/>
                    </a:cxn>
                    <a:cxn ang="0">
                      <a:pos x="43" y="58"/>
                    </a:cxn>
                    <a:cxn ang="0">
                      <a:pos x="49" y="51"/>
                    </a:cxn>
                    <a:cxn ang="0">
                      <a:pos x="51" y="40"/>
                    </a:cxn>
                    <a:cxn ang="0">
                      <a:pos x="51" y="24"/>
                    </a:cxn>
                    <a:cxn ang="0">
                      <a:pos x="49" y="12"/>
                    </a:cxn>
                    <a:cxn ang="0">
                      <a:pos x="37" y="39"/>
                    </a:cxn>
                    <a:cxn ang="0">
                      <a:pos x="34" y="46"/>
                    </a:cxn>
                    <a:cxn ang="0">
                      <a:pos x="26" y="49"/>
                    </a:cxn>
                    <a:cxn ang="0">
                      <a:pos x="17" y="46"/>
                    </a:cxn>
                    <a:cxn ang="0">
                      <a:pos x="15" y="38"/>
                    </a:cxn>
                    <a:cxn ang="0">
                      <a:pos x="15" y="28"/>
                    </a:cxn>
                    <a:cxn ang="0">
                      <a:pos x="17" y="18"/>
                    </a:cxn>
                    <a:cxn ang="0">
                      <a:pos x="26" y="14"/>
                    </a:cxn>
                    <a:cxn ang="0">
                      <a:pos x="34" y="18"/>
                    </a:cxn>
                    <a:cxn ang="0">
                      <a:pos x="37" y="27"/>
                    </a:cxn>
                    <a:cxn ang="0">
                      <a:pos x="37" y="39"/>
                    </a:cxn>
                  </a:cxnLst>
                  <a:rect l="0" t="0" r="r" b="b"/>
                  <a:pathLst>
                    <a:path w="51" h="62">
                      <a:moveTo>
                        <a:pt x="49" y="12"/>
                      </a:moveTo>
                      <a:cubicBezTo>
                        <a:pt x="47" y="9"/>
                        <a:pt x="45" y="7"/>
                        <a:pt x="43" y="5"/>
                      </a:cubicBezTo>
                      <a:cubicBezTo>
                        <a:pt x="40" y="3"/>
                        <a:pt x="38" y="2"/>
                        <a:pt x="35" y="1"/>
                      </a:cubicBezTo>
                      <a:cubicBezTo>
                        <a:pt x="32" y="0"/>
                        <a:pt x="29" y="0"/>
                        <a:pt x="26" y="0"/>
                      </a:cubicBezTo>
                      <a:cubicBezTo>
                        <a:pt x="18" y="0"/>
                        <a:pt x="12" y="2"/>
                        <a:pt x="7" y="6"/>
                      </a:cubicBezTo>
                      <a:cubicBezTo>
                        <a:pt x="2" y="10"/>
                        <a:pt x="0" y="17"/>
                        <a:pt x="0" y="25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7"/>
                        <a:pt x="2" y="53"/>
                        <a:pt x="7" y="57"/>
                      </a:cubicBezTo>
                      <a:cubicBezTo>
                        <a:pt x="12" y="61"/>
                        <a:pt x="18" y="62"/>
                        <a:pt x="26" y="62"/>
                      </a:cubicBezTo>
                      <a:cubicBezTo>
                        <a:pt x="29" y="62"/>
                        <a:pt x="32" y="62"/>
                        <a:pt x="35" y="61"/>
                      </a:cubicBezTo>
                      <a:cubicBezTo>
                        <a:pt x="38" y="61"/>
                        <a:pt x="41" y="59"/>
                        <a:pt x="43" y="58"/>
                      </a:cubicBezTo>
                      <a:cubicBezTo>
                        <a:pt x="45" y="56"/>
                        <a:pt x="47" y="53"/>
                        <a:pt x="49" y="51"/>
                      </a:cubicBezTo>
                      <a:cubicBezTo>
                        <a:pt x="50" y="48"/>
                        <a:pt x="51" y="44"/>
                        <a:pt x="51" y="40"/>
                      </a:cubicBezTo>
                      <a:cubicBezTo>
                        <a:pt x="51" y="24"/>
                        <a:pt x="51" y="24"/>
                        <a:pt x="51" y="24"/>
                      </a:cubicBezTo>
                      <a:cubicBezTo>
                        <a:pt x="51" y="19"/>
                        <a:pt x="50" y="15"/>
                        <a:pt x="49" y="12"/>
                      </a:cubicBezTo>
                      <a:close/>
                      <a:moveTo>
                        <a:pt x="37" y="39"/>
                      </a:moveTo>
                      <a:cubicBezTo>
                        <a:pt x="37" y="41"/>
                        <a:pt x="36" y="43"/>
                        <a:pt x="34" y="46"/>
                      </a:cubicBezTo>
                      <a:cubicBezTo>
                        <a:pt x="33" y="48"/>
                        <a:pt x="30" y="49"/>
                        <a:pt x="26" y="49"/>
                      </a:cubicBezTo>
                      <a:cubicBezTo>
                        <a:pt x="22" y="49"/>
                        <a:pt x="19" y="48"/>
                        <a:pt x="17" y="46"/>
                      </a:cubicBezTo>
                      <a:cubicBezTo>
                        <a:pt x="15" y="44"/>
                        <a:pt x="15" y="41"/>
                        <a:pt x="15" y="38"/>
                      </a:cubicBezTo>
                      <a:cubicBezTo>
                        <a:pt x="15" y="28"/>
                        <a:pt x="15" y="28"/>
                        <a:pt x="15" y="28"/>
                      </a:cubicBezTo>
                      <a:cubicBezTo>
                        <a:pt x="15" y="24"/>
                        <a:pt x="15" y="20"/>
                        <a:pt x="17" y="18"/>
                      </a:cubicBezTo>
                      <a:cubicBezTo>
                        <a:pt x="19" y="15"/>
                        <a:pt x="22" y="14"/>
                        <a:pt x="26" y="14"/>
                      </a:cubicBezTo>
                      <a:cubicBezTo>
                        <a:pt x="30" y="14"/>
                        <a:pt x="33" y="15"/>
                        <a:pt x="34" y="18"/>
                      </a:cubicBezTo>
                      <a:cubicBezTo>
                        <a:pt x="36" y="21"/>
                        <a:pt x="37" y="24"/>
                        <a:pt x="37" y="27"/>
                      </a:cubicBezTo>
                      <a:lnTo>
                        <a:pt x="37" y="39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1" name="íṩľidè"/>
                <p:cNvSpPr/>
                <p:nvPr/>
              </p:nvSpPr>
              <p:spPr bwMode="auto">
                <a:xfrm>
                  <a:off x="4679950" y="2716213"/>
                  <a:ext cx="77788" cy="95250"/>
                </a:xfrm>
                <a:custGeom>
                  <a:avLst/>
                  <a:gdLst/>
                  <a:ahLst/>
                  <a:cxnLst>
                    <a:cxn ang="0">
                      <a:pos x="35" y="62"/>
                    </a:cxn>
                    <a:cxn ang="0">
                      <a:pos x="43" y="58"/>
                    </a:cxn>
                    <a:cxn ang="0">
                      <a:pos x="49" y="51"/>
                    </a:cxn>
                    <a:cxn ang="0">
                      <a:pos x="51" y="40"/>
                    </a:cxn>
                    <a:cxn ang="0">
                      <a:pos x="51" y="24"/>
                    </a:cxn>
                    <a:cxn ang="0">
                      <a:pos x="49" y="13"/>
                    </a:cxn>
                    <a:cxn ang="0">
                      <a:pos x="43" y="5"/>
                    </a:cxn>
                    <a:cxn ang="0">
                      <a:pos x="35" y="1"/>
                    </a:cxn>
                    <a:cxn ang="0">
                      <a:pos x="26" y="0"/>
                    </a:cxn>
                    <a:cxn ang="0">
                      <a:pos x="7" y="7"/>
                    </a:cxn>
                    <a:cxn ang="0">
                      <a:pos x="0" y="26"/>
                    </a:cxn>
                    <a:cxn ang="0">
                      <a:pos x="0" y="40"/>
                    </a:cxn>
                    <a:cxn ang="0">
                      <a:pos x="7" y="57"/>
                    </a:cxn>
                    <a:cxn ang="0">
                      <a:pos x="26" y="63"/>
                    </a:cxn>
                    <a:cxn ang="0">
                      <a:pos x="35" y="62"/>
                    </a:cxn>
                    <a:cxn ang="0">
                      <a:pos x="14" y="39"/>
                    </a:cxn>
                    <a:cxn ang="0">
                      <a:pos x="14" y="29"/>
                    </a:cxn>
                    <a:cxn ang="0">
                      <a:pos x="17" y="18"/>
                    </a:cxn>
                    <a:cxn ang="0">
                      <a:pos x="26" y="14"/>
                    </a:cxn>
                    <a:cxn ang="0">
                      <a:pos x="34" y="18"/>
                    </a:cxn>
                    <a:cxn ang="0">
                      <a:pos x="36" y="28"/>
                    </a:cxn>
                    <a:cxn ang="0">
                      <a:pos x="36" y="39"/>
                    </a:cxn>
                    <a:cxn ang="0">
                      <a:pos x="34" y="46"/>
                    </a:cxn>
                    <a:cxn ang="0">
                      <a:pos x="26" y="49"/>
                    </a:cxn>
                    <a:cxn ang="0">
                      <a:pos x="17" y="46"/>
                    </a:cxn>
                    <a:cxn ang="0">
                      <a:pos x="14" y="39"/>
                    </a:cxn>
                  </a:cxnLst>
                  <a:rect l="0" t="0" r="r" b="b"/>
                  <a:pathLst>
                    <a:path w="51" h="63">
                      <a:moveTo>
                        <a:pt x="35" y="62"/>
                      </a:moveTo>
                      <a:cubicBezTo>
                        <a:pt x="38" y="61"/>
                        <a:pt x="41" y="60"/>
                        <a:pt x="43" y="58"/>
                      </a:cubicBezTo>
                      <a:cubicBezTo>
                        <a:pt x="45" y="56"/>
                        <a:pt x="47" y="54"/>
                        <a:pt x="49" y="51"/>
                      </a:cubicBezTo>
                      <a:cubicBezTo>
                        <a:pt x="50" y="48"/>
                        <a:pt x="51" y="45"/>
                        <a:pt x="51" y="40"/>
                      </a:cubicBezTo>
                      <a:cubicBezTo>
                        <a:pt x="51" y="24"/>
                        <a:pt x="51" y="24"/>
                        <a:pt x="51" y="24"/>
                      </a:cubicBezTo>
                      <a:cubicBezTo>
                        <a:pt x="51" y="20"/>
                        <a:pt x="50" y="16"/>
                        <a:pt x="49" y="13"/>
                      </a:cubicBezTo>
                      <a:cubicBezTo>
                        <a:pt x="47" y="10"/>
                        <a:pt x="45" y="7"/>
                        <a:pt x="43" y="5"/>
                      </a:cubicBezTo>
                      <a:cubicBezTo>
                        <a:pt x="40" y="3"/>
                        <a:pt x="38" y="2"/>
                        <a:pt x="35" y="1"/>
                      </a:cubicBezTo>
                      <a:cubicBezTo>
                        <a:pt x="32" y="1"/>
                        <a:pt x="29" y="0"/>
                        <a:pt x="26" y="0"/>
                      </a:cubicBezTo>
                      <a:cubicBezTo>
                        <a:pt x="18" y="0"/>
                        <a:pt x="12" y="2"/>
                        <a:pt x="7" y="7"/>
                      </a:cubicBezTo>
                      <a:cubicBezTo>
                        <a:pt x="2" y="11"/>
                        <a:pt x="0" y="17"/>
                        <a:pt x="0" y="26"/>
                      </a:cubicBezTo>
                      <a:cubicBezTo>
                        <a:pt x="0" y="40"/>
                        <a:pt x="0" y="40"/>
                        <a:pt x="0" y="40"/>
                      </a:cubicBezTo>
                      <a:cubicBezTo>
                        <a:pt x="0" y="48"/>
                        <a:pt x="2" y="54"/>
                        <a:pt x="7" y="57"/>
                      </a:cubicBezTo>
                      <a:cubicBezTo>
                        <a:pt x="12" y="61"/>
                        <a:pt x="18" y="63"/>
                        <a:pt x="26" y="63"/>
                      </a:cubicBezTo>
                      <a:cubicBezTo>
                        <a:pt x="29" y="63"/>
                        <a:pt x="32" y="62"/>
                        <a:pt x="35" y="62"/>
                      </a:cubicBezTo>
                      <a:close/>
                      <a:moveTo>
                        <a:pt x="14" y="39"/>
                      </a:moveTo>
                      <a:cubicBezTo>
                        <a:pt x="14" y="29"/>
                        <a:pt x="14" y="29"/>
                        <a:pt x="14" y="29"/>
                      </a:cubicBezTo>
                      <a:cubicBezTo>
                        <a:pt x="14" y="24"/>
                        <a:pt x="15" y="21"/>
                        <a:pt x="17" y="18"/>
                      </a:cubicBezTo>
                      <a:cubicBezTo>
                        <a:pt x="18" y="15"/>
                        <a:pt x="22" y="14"/>
                        <a:pt x="26" y="14"/>
                      </a:cubicBezTo>
                      <a:cubicBezTo>
                        <a:pt x="30" y="14"/>
                        <a:pt x="33" y="15"/>
                        <a:pt x="34" y="18"/>
                      </a:cubicBezTo>
                      <a:cubicBezTo>
                        <a:pt x="36" y="21"/>
                        <a:pt x="36" y="24"/>
                        <a:pt x="36" y="28"/>
                      </a:cubicBezTo>
                      <a:cubicBezTo>
                        <a:pt x="36" y="39"/>
                        <a:pt x="36" y="39"/>
                        <a:pt x="36" y="39"/>
                      </a:cubicBezTo>
                      <a:cubicBezTo>
                        <a:pt x="36" y="42"/>
                        <a:pt x="36" y="44"/>
                        <a:pt x="34" y="46"/>
                      </a:cubicBezTo>
                      <a:cubicBezTo>
                        <a:pt x="32" y="48"/>
                        <a:pt x="30" y="49"/>
                        <a:pt x="26" y="49"/>
                      </a:cubicBezTo>
                      <a:cubicBezTo>
                        <a:pt x="22" y="49"/>
                        <a:pt x="19" y="48"/>
                        <a:pt x="17" y="46"/>
                      </a:cubicBezTo>
                      <a:cubicBezTo>
                        <a:pt x="15" y="44"/>
                        <a:pt x="14" y="42"/>
                        <a:pt x="14" y="3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62" name="íśḷïḍê"/>
                <p:cNvSpPr/>
                <p:nvPr/>
              </p:nvSpPr>
              <p:spPr bwMode="auto">
                <a:xfrm>
                  <a:off x="4710113" y="2714626"/>
                  <a:ext cx="130175" cy="203200"/>
                </a:xfrm>
                <a:custGeom>
                  <a:avLst/>
                  <a:gdLst/>
                  <a:ahLst/>
                  <a:cxnLst>
                    <a:cxn ang="0">
                      <a:pos x="86" y="1"/>
                    </a:cxn>
                    <a:cxn ang="0">
                      <a:pos x="83" y="0"/>
                    </a:cxn>
                    <a:cxn ang="0">
                      <a:pos x="72" y="0"/>
                    </a:cxn>
                    <a:cxn ang="0">
                      <a:pos x="68" y="1"/>
                    </a:cxn>
                    <a:cxn ang="0">
                      <a:pos x="65" y="5"/>
                    </a:cxn>
                    <a:cxn ang="0">
                      <a:pos x="2" y="128"/>
                    </a:cxn>
                    <a:cxn ang="0">
                      <a:pos x="1" y="133"/>
                    </a:cxn>
                    <a:cxn ang="0">
                      <a:pos x="4" y="134"/>
                    </a:cxn>
                    <a:cxn ang="0">
                      <a:pos x="15" y="134"/>
                    </a:cxn>
                    <a:cxn ang="0">
                      <a:pos x="18" y="133"/>
                    </a:cxn>
                    <a:cxn ang="0">
                      <a:pos x="21" y="129"/>
                    </a:cxn>
                    <a:cxn ang="0">
                      <a:pos x="84" y="6"/>
                    </a:cxn>
                    <a:cxn ang="0">
                      <a:pos x="86" y="1"/>
                    </a:cxn>
                  </a:cxnLst>
                  <a:rect l="0" t="0" r="r" b="b"/>
                  <a:pathLst>
                    <a:path w="86" h="134">
                      <a:moveTo>
                        <a:pt x="86" y="1"/>
                      </a:moveTo>
                      <a:cubicBezTo>
                        <a:pt x="86" y="1"/>
                        <a:pt x="85" y="0"/>
                        <a:pt x="83" y="0"/>
                      </a:cubicBezTo>
                      <a:cubicBezTo>
                        <a:pt x="72" y="0"/>
                        <a:pt x="72" y="0"/>
                        <a:pt x="72" y="0"/>
                      </a:cubicBezTo>
                      <a:cubicBezTo>
                        <a:pt x="70" y="0"/>
                        <a:pt x="69" y="1"/>
                        <a:pt x="68" y="1"/>
                      </a:cubicBezTo>
                      <a:cubicBezTo>
                        <a:pt x="67" y="2"/>
                        <a:pt x="66" y="3"/>
                        <a:pt x="65" y="5"/>
                      </a:cubicBezTo>
                      <a:cubicBezTo>
                        <a:pt x="2" y="128"/>
                        <a:pt x="2" y="128"/>
                        <a:pt x="2" y="128"/>
                      </a:cubicBezTo>
                      <a:cubicBezTo>
                        <a:pt x="1" y="131"/>
                        <a:pt x="0" y="132"/>
                        <a:pt x="1" y="133"/>
                      </a:cubicBezTo>
                      <a:cubicBezTo>
                        <a:pt x="1" y="134"/>
                        <a:pt x="2" y="134"/>
                        <a:pt x="4" y="134"/>
                      </a:cubicBezTo>
                      <a:cubicBezTo>
                        <a:pt x="15" y="134"/>
                        <a:pt x="15" y="134"/>
                        <a:pt x="15" y="134"/>
                      </a:cubicBezTo>
                      <a:cubicBezTo>
                        <a:pt x="16" y="134"/>
                        <a:pt x="17" y="134"/>
                        <a:pt x="18" y="133"/>
                      </a:cubicBezTo>
                      <a:cubicBezTo>
                        <a:pt x="19" y="133"/>
                        <a:pt x="20" y="131"/>
                        <a:pt x="21" y="129"/>
                      </a:cubicBezTo>
                      <a:cubicBezTo>
                        <a:pt x="84" y="6"/>
                        <a:pt x="84" y="6"/>
                        <a:pt x="84" y="6"/>
                      </a:cubicBezTo>
                      <a:cubicBezTo>
                        <a:pt x="85" y="4"/>
                        <a:pt x="86" y="2"/>
                        <a:pt x="86" y="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grpSp>
            <p:nvGrpSpPr>
              <p:cNvPr id="17" name="ïṡľîdê"/>
              <p:cNvGrpSpPr/>
              <p:nvPr/>
            </p:nvGrpSpPr>
            <p:grpSpPr>
              <a:xfrm>
                <a:off x="1789626" y="2672459"/>
                <a:ext cx="994285" cy="578069"/>
                <a:chOff x="4606925" y="2349501"/>
                <a:chExt cx="341313" cy="198438"/>
              </a:xfrm>
              <a:solidFill>
                <a:schemeClr val="bg1"/>
              </a:solidFill>
            </p:grpSpPr>
            <p:sp>
              <p:nvSpPr>
                <p:cNvPr id="51" name="ïṧļîḍé"/>
                <p:cNvSpPr/>
                <p:nvPr/>
              </p:nvSpPr>
              <p:spPr bwMode="auto">
                <a:xfrm>
                  <a:off x="4779963" y="2466976"/>
                  <a:ext cx="1588" cy="1588"/>
                </a:xfrm>
                <a:prstGeom prst="rect">
                  <a:avLst/>
                </a:prstGeom>
                <a:grpFill/>
                <a:ln w="9525">
                  <a:noFill/>
                  <a:miter lim="800000"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2" name="íṩ1îḋê"/>
                <p:cNvSpPr/>
                <p:nvPr/>
              </p:nvSpPr>
              <p:spPr bwMode="auto">
                <a:xfrm>
                  <a:off x="4754563" y="2511426"/>
                  <a:ext cx="23813" cy="31750"/>
                </a:xfrm>
                <a:custGeom>
                  <a:avLst/>
                  <a:gdLst/>
                  <a:ahLst/>
                  <a:cxnLst>
                    <a:cxn ang="0">
                      <a:pos x="16" y="3"/>
                    </a:cxn>
                    <a:cxn ang="0">
                      <a:pos x="14" y="1"/>
                    </a:cxn>
                    <a:cxn ang="0">
                      <a:pos x="12" y="0"/>
                    </a:cxn>
                    <a:cxn ang="0">
                      <a:pos x="6" y="4"/>
                    </a:cxn>
                    <a:cxn ang="0">
                      <a:pos x="5" y="6"/>
                    </a:cxn>
                    <a:cxn ang="0">
                      <a:pos x="2" y="12"/>
                    </a:cxn>
                    <a:cxn ang="0">
                      <a:pos x="1" y="16"/>
                    </a:cxn>
                    <a:cxn ang="0">
                      <a:pos x="1" y="19"/>
                    </a:cxn>
                    <a:cxn ang="0">
                      <a:pos x="3" y="21"/>
                    </a:cxn>
                    <a:cxn ang="0">
                      <a:pos x="3" y="21"/>
                    </a:cxn>
                    <a:cxn ang="0">
                      <a:pos x="5" y="21"/>
                    </a:cxn>
                    <a:cxn ang="0">
                      <a:pos x="11" y="18"/>
                    </a:cxn>
                    <a:cxn ang="0">
                      <a:pos x="15" y="10"/>
                    </a:cxn>
                    <a:cxn ang="0">
                      <a:pos x="15" y="10"/>
                    </a:cxn>
                    <a:cxn ang="0">
                      <a:pos x="16" y="6"/>
                    </a:cxn>
                    <a:cxn ang="0">
                      <a:pos x="16" y="3"/>
                    </a:cxn>
                  </a:cxnLst>
                  <a:rect l="0" t="0" r="r" b="b"/>
                  <a:pathLst>
                    <a:path w="16" h="21">
                      <a:moveTo>
                        <a:pt x="16" y="3"/>
                      </a:moveTo>
                      <a:cubicBezTo>
                        <a:pt x="15" y="2"/>
                        <a:pt x="15" y="2"/>
                        <a:pt x="14" y="1"/>
                      </a:cubicBezTo>
                      <a:cubicBezTo>
                        <a:pt x="13" y="1"/>
                        <a:pt x="13" y="0"/>
                        <a:pt x="12" y="0"/>
                      </a:cubicBezTo>
                      <a:cubicBezTo>
                        <a:pt x="10" y="0"/>
                        <a:pt x="7" y="2"/>
                        <a:pt x="6" y="4"/>
                      </a:cubicBezTo>
                      <a:cubicBezTo>
                        <a:pt x="5" y="6"/>
                        <a:pt x="5" y="6"/>
                        <a:pt x="5" y="6"/>
                      </a:cubicBezTo>
                      <a:cubicBezTo>
                        <a:pt x="5" y="6"/>
                        <a:pt x="2" y="11"/>
                        <a:pt x="2" y="12"/>
                      </a:cubicBezTo>
                      <a:cubicBezTo>
                        <a:pt x="1" y="13"/>
                        <a:pt x="1" y="14"/>
                        <a:pt x="1" y="16"/>
                      </a:cubicBezTo>
                      <a:cubicBezTo>
                        <a:pt x="0" y="17"/>
                        <a:pt x="1" y="18"/>
                        <a:pt x="1" y="19"/>
                      </a:cubicBezTo>
                      <a:cubicBezTo>
                        <a:pt x="2" y="19"/>
                        <a:pt x="2" y="20"/>
                        <a:pt x="3" y="21"/>
                      </a:cubicBezTo>
                      <a:cubicBezTo>
                        <a:pt x="3" y="21"/>
                        <a:pt x="3" y="21"/>
                        <a:pt x="3" y="21"/>
                      </a:cubicBezTo>
                      <a:cubicBezTo>
                        <a:pt x="4" y="21"/>
                        <a:pt x="4" y="21"/>
                        <a:pt x="5" y="21"/>
                      </a:cubicBezTo>
                      <a:cubicBezTo>
                        <a:pt x="7" y="21"/>
                        <a:pt x="10" y="20"/>
                        <a:pt x="11" y="18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5" y="10"/>
                        <a:pt x="15" y="10"/>
                        <a:pt x="15" y="10"/>
                      </a:cubicBezTo>
                      <a:cubicBezTo>
                        <a:pt x="16" y="9"/>
                        <a:pt x="16" y="7"/>
                        <a:pt x="16" y="6"/>
                      </a:cubicBezTo>
                      <a:cubicBezTo>
                        <a:pt x="16" y="5"/>
                        <a:pt x="16" y="4"/>
                        <a:pt x="16" y="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3" name="íśľîḑé"/>
                <p:cNvSpPr/>
                <p:nvPr/>
              </p:nvSpPr>
              <p:spPr bwMode="auto">
                <a:xfrm>
                  <a:off x="4733925" y="2487613"/>
                  <a:ext cx="31750" cy="46038"/>
                </a:xfrm>
                <a:custGeom>
                  <a:avLst/>
                  <a:gdLst/>
                  <a:ahLst/>
                  <a:cxnLst>
                    <a:cxn ang="0">
                      <a:pos x="20" y="10"/>
                    </a:cxn>
                    <a:cxn ang="0">
                      <a:pos x="21" y="10"/>
                    </a:cxn>
                    <a:cxn ang="0">
                      <a:pos x="21" y="7"/>
                    </a:cxn>
                    <a:cxn ang="0">
                      <a:pos x="21" y="3"/>
                    </a:cxn>
                    <a:cxn ang="0">
                      <a:pos x="18" y="0"/>
                    </a:cxn>
                    <a:cxn ang="0">
                      <a:pos x="16" y="0"/>
                    </a:cxn>
                    <a:cxn ang="0">
                      <a:pos x="10" y="3"/>
                    </a:cxn>
                    <a:cxn ang="0">
                      <a:pos x="1" y="21"/>
                    </a:cxn>
                    <a:cxn ang="0">
                      <a:pos x="1" y="27"/>
                    </a:cxn>
                    <a:cxn ang="0">
                      <a:pos x="4" y="29"/>
                    </a:cxn>
                    <a:cxn ang="0">
                      <a:pos x="6" y="30"/>
                    </a:cxn>
                    <a:cxn ang="0">
                      <a:pos x="13" y="27"/>
                    </a:cxn>
                    <a:cxn ang="0">
                      <a:pos x="15" y="21"/>
                    </a:cxn>
                    <a:cxn ang="0">
                      <a:pos x="20" y="10"/>
                    </a:cxn>
                  </a:cxnLst>
                  <a:rect l="0" t="0" r="r" b="b"/>
                  <a:pathLst>
                    <a:path w="22" h="30">
                      <a:moveTo>
                        <a:pt x="20" y="10"/>
                      </a:moveTo>
                      <a:cubicBezTo>
                        <a:pt x="21" y="10"/>
                        <a:pt x="21" y="10"/>
                        <a:pt x="21" y="10"/>
                      </a:cubicBezTo>
                      <a:cubicBezTo>
                        <a:pt x="21" y="9"/>
                        <a:pt x="21" y="8"/>
                        <a:pt x="21" y="7"/>
                      </a:cubicBezTo>
                      <a:cubicBezTo>
                        <a:pt x="22" y="5"/>
                        <a:pt x="21" y="4"/>
                        <a:pt x="21" y="3"/>
                      </a:cubicBezTo>
                      <a:cubicBezTo>
                        <a:pt x="20" y="2"/>
                        <a:pt x="19" y="1"/>
                        <a:pt x="18" y="0"/>
                      </a:cubicBezTo>
                      <a:cubicBezTo>
                        <a:pt x="17" y="0"/>
                        <a:pt x="17" y="0"/>
                        <a:pt x="16" y="0"/>
                      </a:cubicBezTo>
                      <a:cubicBezTo>
                        <a:pt x="14" y="0"/>
                        <a:pt x="11" y="1"/>
                        <a:pt x="10" y="3"/>
                      </a:cubicBezTo>
                      <a:cubicBezTo>
                        <a:pt x="9" y="4"/>
                        <a:pt x="1" y="21"/>
                        <a:pt x="1" y="21"/>
                      </a:cubicBezTo>
                      <a:cubicBezTo>
                        <a:pt x="0" y="24"/>
                        <a:pt x="1" y="25"/>
                        <a:pt x="1" y="27"/>
                      </a:cubicBezTo>
                      <a:cubicBezTo>
                        <a:pt x="2" y="28"/>
                        <a:pt x="3" y="29"/>
                        <a:pt x="4" y="29"/>
                      </a:cubicBezTo>
                      <a:cubicBezTo>
                        <a:pt x="5" y="30"/>
                        <a:pt x="5" y="30"/>
                        <a:pt x="6" y="30"/>
                      </a:cubicBezTo>
                      <a:cubicBezTo>
                        <a:pt x="8" y="30"/>
                        <a:pt x="11" y="29"/>
                        <a:pt x="13" y="27"/>
                      </a:cubicBezTo>
                      <a:cubicBezTo>
                        <a:pt x="15" y="21"/>
                        <a:pt x="15" y="21"/>
                        <a:pt x="15" y="21"/>
                      </a:cubicBezTo>
                      <a:lnTo>
                        <a:pt x="20" y="1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4" name="íŝḻiďe"/>
                <p:cNvSpPr/>
                <p:nvPr/>
              </p:nvSpPr>
              <p:spPr bwMode="auto">
                <a:xfrm>
                  <a:off x="4697413" y="2471738"/>
                  <a:ext cx="20638" cy="31750"/>
                </a:xfrm>
                <a:custGeom>
                  <a:avLst/>
                  <a:gdLst/>
                  <a:ahLst/>
                  <a:cxnLst>
                    <a:cxn ang="0">
                      <a:pos x="14" y="8"/>
                    </a:cxn>
                    <a:cxn ang="0">
                      <a:pos x="13" y="3"/>
                    </a:cxn>
                    <a:cxn ang="0">
                      <a:pos x="9" y="0"/>
                    </a:cxn>
                    <a:cxn ang="0">
                      <a:pos x="9" y="0"/>
                    </a:cxn>
                    <a:cxn ang="0">
                      <a:pos x="8" y="0"/>
                    </a:cxn>
                    <a:cxn ang="0">
                      <a:pos x="4" y="2"/>
                    </a:cxn>
                    <a:cxn ang="0">
                      <a:pos x="1" y="6"/>
                    </a:cxn>
                    <a:cxn ang="0">
                      <a:pos x="1" y="6"/>
                    </a:cxn>
                    <a:cxn ang="0">
                      <a:pos x="0" y="11"/>
                    </a:cxn>
                    <a:cxn ang="0">
                      <a:pos x="0" y="13"/>
                    </a:cxn>
                    <a:cxn ang="0">
                      <a:pos x="1" y="18"/>
                    </a:cxn>
                    <a:cxn ang="0">
                      <a:pos x="5" y="20"/>
                    </a:cxn>
                    <a:cxn ang="0">
                      <a:pos x="6" y="21"/>
                    </a:cxn>
                    <a:cxn ang="0">
                      <a:pos x="11" y="18"/>
                    </a:cxn>
                    <a:cxn ang="0">
                      <a:pos x="14" y="9"/>
                    </a:cxn>
                    <a:cxn ang="0">
                      <a:pos x="14" y="8"/>
                    </a:cxn>
                  </a:cxnLst>
                  <a:rect l="0" t="0" r="r" b="b"/>
                  <a:pathLst>
                    <a:path w="14" h="21">
                      <a:moveTo>
                        <a:pt x="14" y="8"/>
                      </a:moveTo>
                      <a:cubicBezTo>
                        <a:pt x="14" y="6"/>
                        <a:pt x="14" y="4"/>
                        <a:pt x="13" y="3"/>
                      </a:cubicBezTo>
                      <a:cubicBezTo>
                        <a:pt x="12" y="2"/>
                        <a:pt x="11" y="1"/>
                        <a:pt x="9" y="0"/>
                      </a:cubicBezTo>
                      <a:cubicBezTo>
                        <a:pt x="9" y="0"/>
                        <a:pt x="9" y="0"/>
                        <a:pt x="9" y="0"/>
                      </a:cubicBezTo>
                      <a:cubicBezTo>
                        <a:pt x="9" y="0"/>
                        <a:pt x="9" y="0"/>
                        <a:pt x="8" y="0"/>
                      </a:cubicBezTo>
                      <a:cubicBezTo>
                        <a:pt x="7" y="0"/>
                        <a:pt x="5" y="1"/>
                        <a:pt x="4" y="2"/>
                      </a:cubicBezTo>
                      <a:cubicBezTo>
                        <a:pt x="3" y="3"/>
                        <a:pt x="2" y="4"/>
                        <a:pt x="1" y="6"/>
                      </a:cubicBezTo>
                      <a:cubicBezTo>
                        <a:pt x="1" y="6"/>
                        <a:pt x="1" y="6"/>
                        <a:pt x="1" y="6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0" y="12"/>
                        <a:pt x="0" y="13"/>
                        <a:pt x="0" y="13"/>
                      </a:cubicBezTo>
                      <a:cubicBezTo>
                        <a:pt x="0" y="15"/>
                        <a:pt x="0" y="17"/>
                        <a:pt x="1" y="18"/>
                      </a:cubicBezTo>
                      <a:cubicBezTo>
                        <a:pt x="2" y="19"/>
                        <a:pt x="3" y="20"/>
                        <a:pt x="5" y="20"/>
                      </a:cubicBezTo>
                      <a:cubicBezTo>
                        <a:pt x="5" y="20"/>
                        <a:pt x="5" y="21"/>
                        <a:pt x="6" y="21"/>
                      </a:cubicBezTo>
                      <a:cubicBezTo>
                        <a:pt x="7" y="21"/>
                        <a:pt x="10" y="20"/>
                        <a:pt x="11" y="18"/>
                      </a:cubicBezTo>
                      <a:cubicBezTo>
                        <a:pt x="14" y="9"/>
                        <a:pt x="14" y="9"/>
                        <a:pt x="14" y="9"/>
                      </a:cubicBezTo>
                      <a:cubicBezTo>
                        <a:pt x="14" y="9"/>
                        <a:pt x="14" y="8"/>
                        <a:pt x="14" y="8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5" name="íšḻîḓè"/>
                <p:cNvSpPr/>
                <p:nvPr/>
              </p:nvSpPr>
              <p:spPr bwMode="auto">
                <a:xfrm>
                  <a:off x="4714875" y="2479676"/>
                  <a:ext cx="26988" cy="39688"/>
                </a:xfrm>
                <a:custGeom>
                  <a:avLst/>
                  <a:gdLst/>
                  <a:ahLst/>
                  <a:cxnLst>
                    <a:cxn ang="0">
                      <a:pos x="18" y="7"/>
                    </a:cxn>
                    <a:cxn ang="0">
                      <a:pos x="17" y="3"/>
                    </a:cxn>
                    <a:cxn ang="0">
                      <a:pos x="15" y="1"/>
                    </a:cxn>
                    <a:cxn ang="0">
                      <a:pos x="15" y="1"/>
                    </a:cxn>
                    <a:cxn ang="0">
                      <a:pos x="13" y="0"/>
                    </a:cxn>
                    <a:cxn ang="0">
                      <a:pos x="6" y="5"/>
                    </a:cxn>
                    <a:cxn ang="0">
                      <a:pos x="6" y="5"/>
                    </a:cxn>
                    <a:cxn ang="0">
                      <a:pos x="1" y="16"/>
                    </a:cxn>
                    <a:cxn ang="0">
                      <a:pos x="0" y="20"/>
                    </a:cxn>
                    <a:cxn ang="0">
                      <a:pos x="1" y="24"/>
                    </a:cxn>
                    <a:cxn ang="0">
                      <a:pos x="3" y="26"/>
                    </a:cxn>
                    <a:cxn ang="0">
                      <a:pos x="3" y="26"/>
                    </a:cxn>
                    <a:cxn ang="0">
                      <a:pos x="5" y="26"/>
                    </a:cxn>
                    <a:cxn ang="0">
                      <a:pos x="11" y="23"/>
                    </a:cxn>
                    <a:cxn ang="0">
                      <a:pos x="17" y="11"/>
                    </a:cxn>
                    <a:cxn ang="0">
                      <a:pos x="18" y="7"/>
                    </a:cxn>
                  </a:cxnLst>
                  <a:rect l="0" t="0" r="r" b="b"/>
                  <a:pathLst>
                    <a:path w="18" h="27">
                      <a:moveTo>
                        <a:pt x="18" y="7"/>
                      </a:moveTo>
                      <a:cubicBezTo>
                        <a:pt x="18" y="6"/>
                        <a:pt x="18" y="4"/>
                        <a:pt x="17" y="3"/>
                      </a:cubicBezTo>
                      <a:cubicBezTo>
                        <a:pt x="17" y="2"/>
                        <a:pt x="16" y="1"/>
                        <a:pt x="15" y="1"/>
                      </a:cubicBezTo>
                      <a:cubicBezTo>
                        <a:pt x="15" y="1"/>
                        <a:pt x="15" y="1"/>
                        <a:pt x="15" y="1"/>
                      </a:cubicBezTo>
                      <a:cubicBezTo>
                        <a:pt x="14" y="0"/>
                        <a:pt x="14" y="0"/>
                        <a:pt x="13" y="0"/>
                      </a:cubicBezTo>
                      <a:cubicBezTo>
                        <a:pt x="10" y="0"/>
                        <a:pt x="7" y="2"/>
                        <a:pt x="6" y="5"/>
                      </a:cubicBezTo>
                      <a:cubicBezTo>
                        <a:pt x="6" y="5"/>
                        <a:pt x="6" y="5"/>
                        <a:pt x="6" y="5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0" y="17"/>
                        <a:pt x="0" y="19"/>
                        <a:pt x="0" y="20"/>
                      </a:cubicBezTo>
                      <a:cubicBezTo>
                        <a:pt x="0" y="21"/>
                        <a:pt x="0" y="22"/>
                        <a:pt x="1" y="24"/>
                      </a:cubicBezTo>
                      <a:cubicBezTo>
                        <a:pt x="1" y="25"/>
                        <a:pt x="2" y="26"/>
                        <a:pt x="3" y="26"/>
                      </a:cubicBezTo>
                      <a:cubicBezTo>
                        <a:pt x="3" y="26"/>
                        <a:pt x="3" y="26"/>
                        <a:pt x="3" y="26"/>
                      </a:cubicBezTo>
                      <a:cubicBezTo>
                        <a:pt x="4" y="26"/>
                        <a:pt x="4" y="26"/>
                        <a:pt x="5" y="26"/>
                      </a:cubicBezTo>
                      <a:cubicBezTo>
                        <a:pt x="7" y="27"/>
                        <a:pt x="9" y="26"/>
                        <a:pt x="11" y="23"/>
                      </a:cubicBezTo>
                      <a:cubicBezTo>
                        <a:pt x="11" y="23"/>
                        <a:pt x="17" y="11"/>
                        <a:pt x="17" y="11"/>
                      </a:cubicBezTo>
                      <a:cubicBezTo>
                        <a:pt x="18" y="8"/>
                        <a:pt x="18" y="7"/>
                        <a:pt x="18" y="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6" name="išļiḍè"/>
                <p:cNvSpPr/>
                <p:nvPr/>
              </p:nvSpPr>
              <p:spPr bwMode="auto">
                <a:xfrm>
                  <a:off x="4606925" y="2352676"/>
                  <a:ext cx="76200" cy="122238"/>
                </a:xfrm>
                <a:custGeom>
                  <a:avLst/>
                  <a:gdLst/>
                  <a:ahLst/>
                  <a:cxnLst>
                    <a:cxn ang="0">
                      <a:pos x="26" y="66"/>
                    </a:cxn>
                    <a:cxn ang="0">
                      <a:pos x="50" y="13"/>
                    </a:cxn>
                    <a:cxn ang="0">
                      <a:pos x="29" y="0"/>
                    </a:cxn>
                    <a:cxn ang="0">
                      <a:pos x="1" y="65"/>
                    </a:cxn>
                    <a:cxn ang="0">
                      <a:pos x="25" y="78"/>
                    </a:cxn>
                    <a:cxn ang="0">
                      <a:pos x="36" y="73"/>
                    </a:cxn>
                    <a:cxn ang="0">
                      <a:pos x="33" y="71"/>
                    </a:cxn>
                    <a:cxn ang="0">
                      <a:pos x="26" y="66"/>
                    </a:cxn>
                  </a:cxnLst>
                  <a:rect l="0" t="0" r="r" b="b"/>
                  <a:pathLst>
                    <a:path w="50" h="80">
                      <a:moveTo>
                        <a:pt x="26" y="66"/>
                      </a:moveTo>
                      <a:cubicBezTo>
                        <a:pt x="29" y="27"/>
                        <a:pt x="50" y="13"/>
                        <a:pt x="50" y="13"/>
                      </a:cubicBezTo>
                      <a:cubicBezTo>
                        <a:pt x="29" y="0"/>
                        <a:pt x="29" y="0"/>
                        <a:pt x="29" y="0"/>
                      </a:cubicBezTo>
                      <a:cubicBezTo>
                        <a:pt x="0" y="23"/>
                        <a:pt x="1" y="65"/>
                        <a:pt x="1" y="65"/>
                      </a:cubicBezTo>
                      <a:cubicBezTo>
                        <a:pt x="25" y="78"/>
                        <a:pt x="25" y="78"/>
                        <a:pt x="25" y="78"/>
                      </a:cubicBezTo>
                      <a:cubicBezTo>
                        <a:pt x="29" y="80"/>
                        <a:pt x="36" y="73"/>
                        <a:pt x="36" y="73"/>
                      </a:cubicBezTo>
                      <a:cubicBezTo>
                        <a:pt x="33" y="71"/>
                        <a:pt x="33" y="71"/>
                        <a:pt x="33" y="71"/>
                      </a:cubicBezTo>
                      <a:cubicBezTo>
                        <a:pt x="26" y="79"/>
                        <a:pt x="26" y="71"/>
                        <a:pt x="26" y="6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7" name="îSḷíḋè"/>
                <p:cNvSpPr/>
                <p:nvPr/>
              </p:nvSpPr>
              <p:spPr bwMode="auto">
                <a:xfrm>
                  <a:off x="4868863" y="2349501"/>
                  <a:ext cx="79375" cy="120650"/>
                </a:xfrm>
                <a:custGeom>
                  <a:avLst/>
                  <a:gdLst/>
                  <a:ahLst/>
                  <a:cxnLst>
                    <a:cxn ang="0">
                      <a:pos x="21" y="0"/>
                    </a:cxn>
                    <a:cxn ang="0">
                      <a:pos x="0" y="14"/>
                    </a:cxn>
                    <a:cxn ang="0">
                      <a:pos x="24" y="64"/>
                    </a:cxn>
                    <a:cxn ang="0">
                      <a:pos x="17" y="70"/>
                    </a:cxn>
                    <a:cxn ang="0">
                      <a:pos x="14" y="72"/>
                    </a:cxn>
                    <a:cxn ang="0">
                      <a:pos x="25" y="76"/>
                    </a:cxn>
                    <a:cxn ang="0">
                      <a:pos x="50" y="63"/>
                    </a:cxn>
                    <a:cxn ang="0">
                      <a:pos x="21" y="0"/>
                    </a:cxn>
                  </a:cxnLst>
                  <a:rect l="0" t="0" r="r" b="b"/>
                  <a:pathLst>
                    <a:path w="52" h="79">
                      <a:moveTo>
                        <a:pt x="21" y="0"/>
                      </a:moveTo>
                      <a:cubicBezTo>
                        <a:pt x="0" y="14"/>
                        <a:pt x="0" y="14"/>
                        <a:pt x="0" y="14"/>
                      </a:cubicBezTo>
                      <a:cubicBezTo>
                        <a:pt x="0" y="14"/>
                        <a:pt x="21" y="26"/>
                        <a:pt x="24" y="64"/>
                      </a:cubicBezTo>
                      <a:cubicBezTo>
                        <a:pt x="23" y="69"/>
                        <a:pt x="23" y="78"/>
                        <a:pt x="17" y="70"/>
                      </a:cubicBezTo>
                      <a:cubicBezTo>
                        <a:pt x="14" y="72"/>
                        <a:pt x="14" y="72"/>
                        <a:pt x="14" y="72"/>
                      </a:cubicBezTo>
                      <a:cubicBezTo>
                        <a:pt x="14" y="72"/>
                        <a:pt x="20" y="79"/>
                        <a:pt x="25" y="76"/>
                      </a:cubicBezTo>
                      <a:cubicBezTo>
                        <a:pt x="50" y="63"/>
                        <a:pt x="50" y="63"/>
                        <a:pt x="50" y="63"/>
                      </a:cubicBezTo>
                      <a:cubicBezTo>
                        <a:pt x="50" y="63"/>
                        <a:pt x="52" y="23"/>
                        <a:pt x="21" y="0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8" name="îŝ1íďê"/>
                <p:cNvSpPr/>
                <p:nvPr/>
              </p:nvSpPr>
              <p:spPr bwMode="auto">
                <a:xfrm>
                  <a:off x="4700588" y="2371726"/>
                  <a:ext cx="193675" cy="176213"/>
                </a:xfrm>
                <a:custGeom>
                  <a:avLst/>
                  <a:gdLst/>
                  <a:ahLst/>
                  <a:cxnLst>
                    <a:cxn ang="0">
                      <a:pos x="117" y="61"/>
                    </a:cxn>
                    <a:cxn ang="0">
                      <a:pos x="118" y="58"/>
                    </a:cxn>
                    <a:cxn ang="0">
                      <a:pos x="111" y="8"/>
                    </a:cxn>
                    <a:cxn ang="0">
                      <a:pos x="58" y="0"/>
                    </a:cxn>
                    <a:cxn ang="0">
                      <a:pos x="23" y="5"/>
                    </a:cxn>
                    <a:cxn ang="0">
                      <a:pos x="17" y="8"/>
                    </a:cxn>
                    <a:cxn ang="0">
                      <a:pos x="1" y="24"/>
                    </a:cxn>
                    <a:cxn ang="0">
                      <a:pos x="24" y="28"/>
                    </a:cxn>
                    <a:cxn ang="0">
                      <a:pos x="31" y="22"/>
                    </a:cxn>
                    <a:cxn ang="0">
                      <a:pos x="51" y="23"/>
                    </a:cxn>
                    <a:cxn ang="0">
                      <a:pos x="93" y="51"/>
                    </a:cxn>
                    <a:cxn ang="0">
                      <a:pos x="116" y="69"/>
                    </a:cxn>
                    <a:cxn ang="0">
                      <a:pos x="116" y="72"/>
                    </a:cxn>
                    <a:cxn ang="0">
                      <a:pos x="113" y="76"/>
                    </a:cxn>
                    <a:cxn ang="0">
                      <a:pos x="109" y="76"/>
                    </a:cxn>
                    <a:cxn ang="0">
                      <a:pos x="103" y="72"/>
                    </a:cxn>
                    <a:cxn ang="0">
                      <a:pos x="99" y="70"/>
                    </a:cxn>
                    <a:cxn ang="0">
                      <a:pos x="73" y="59"/>
                    </a:cxn>
                    <a:cxn ang="0">
                      <a:pos x="101" y="78"/>
                    </a:cxn>
                    <a:cxn ang="0">
                      <a:pos x="103" y="83"/>
                    </a:cxn>
                    <a:cxn ang="0">
                      <a:pos x="100" y="88"/>
                    </a:cxn>
                    <a:cxn ang="0">
                      <a:pos x="96" y="88"/>
                    </a:cxn>
                    <a:cxn ang="0">
                      <a:pos x="79" y="79"/>
                    </a:cxn>
                    <a:cxn ang="0">
                      <a:pos x="71" y="74"/>
                    </a:cxn>
                    <a:cxn ang="0">
                      <a:pos x="66" y="75"/>
                    </a:cxn>
                    <a:cxn ang="0">
                      <a:pos x="69" y="80"/>
                    </a:cxn>
                    <a:cxn ang="0">
                      <a:pos x="83" y="88"/>
                    </a:cxn>
                    <a:cxn ang="0">
                      <a:pos x="86" y="92"/>
                    </a:cxn>
                    <a:cxn ang="0">
                      <a:pos x="86" y="98"/>
                    </a:cxn>
                    <a:cxn ang="0">
                      <a:pos x="82" y="100"/>
                    </a:cxn>
                    <a:cxn ang="0">
                      <a:pos x="79" y="99"/>
                    </a:cxn>
                    <a:cxn ang="0">
                      <a:pos x="71" y="95"/>
                    </a:cxn>
                    <a:cxn ang="0">
                      <a:pos x="62" y="91"/>
                    </a:cxn>
                    <a:cxn ang="0">
                      <a:pos x="59" y="96"/>
                    </a:cxn>
                    <a:cxn ang="0">
                      <a:pos x="69" y="101"/>
                    </a:cxn>
                    <a:cxn ang="0">
                      <a:pos x="71" y="106"/>
                    </a:cxn>
                    <a:cxn ang="0">
                      <a:pos x="69" y="110"/>
                    </a:cxn>
                    <a:cxn ang="0">
                      <a:pos x="67" y="110"/>
                    </a:cxn>
                    <a:cxn ang="0">
                      <a:pos x="65" y="110"/>
                    </a:cxn>
                    <a:cxn ang="0">
                      <a:pos x="51" y="110"/>
                    </a:cxn>
                    <a:cxn ang="0">
                      <a:pos x="63" y="116"/>
                    </a:cxn>
                    <a:cxn ang="0">
                      <a:pos x="63" y="116"/>
                    </a:cxn>
                    <a:cxn ang="0">
                      <a:pos x="63" y="116"/>
                    </a:cxn>
                    <a:cxn ang="0">
                      <a:pos x="69" y="117"/>
                    </a:cxn>
                    <a:cxn ang="0">
                      <a:pos x="76" y="112"/>
                    </a:cxn>
                    <a:cxn ang="0">
                      <a:pos x="77" y="106"/>
                    </a:cxn>
                    <a:cxn ang="0">
                      <a:pos x="82" y="106"/>
                    </a:cxn>
                    <a:cxn ang="0">
                      <a:pos x="82" y="106"/>
                    </a:cxn>
                    <a:cxn ang="0">
                      <a:pos x="91" y="102"/>
                    </a:cxn>
                    <a:cxn ang="0">
                      <a:pos x="93" y="94"/>
                    </a:cxn>
                    <a:cxn ang="0">
                      <a:pos x="102" y="94"/>
                    </a:cxn>
                    <a:cxn ang="0">
                      <a:pos x="110" y="83"/>
                    </a:cxn>
                    <a:cxn ang="0">
                      <a:pos x="111" y="83"/>
                    </a:cxn>
                    <a:cxn ang="0">
                      <a:pos x="117" y="81"/>
                    </a:cxn>
                    <a:cxn ang="0">
                      <a:pos x="122" y="74"/>
                    </a:cxn>
                    <a:cxn ang="0">
                      <a:pos x="121" y="65"/>
                    </a:cxn>
                  </a:cxnLst>
                  <a:rect l="0" t="0" r="r" b="b"/>
                  <a:pathLst>
                    <a:path w="129" h="117">
                      <a:moveTo>
                        <a:pt x="118" y="61"/>
                      </a:moveTo>
                      <a:cubicBezTo>
                        <a:pt x="117" y="61"/>
                        <a:pt x="117" y="61"/>
                        <a:pt x="117" y="61"/>
                      </a:cubicBezTo>
                      <a:cubicBezTo>
                        <a:pt x="114" y="59"/>
                        <a:pt x="114" y="59"/>
                        <a:pt x="114" y="59"/>
                      </a:cubicBezTo>
                      <a:cubicBezTo>
                        <a:pt x="116" y="58"/>
                        <a:pt x="118" y="58"/>
                        <a:pt x="118" y="58"/>
                      </a:cubicBezTo>
                      <a:cubicBezTo>
                        <a:pt x="124" y="55"/>
                        <a:pt x="129" y="52"/>
                        <a:pt x="129" y="52"/>
                      </a:cubicBezTo>
                      <a:cubicBezTo>
                        <a:pt x="129" y="25"/>
                        <a:pt x="111" y="8"/>
                        <a:pt x="111" y="8"/>
                      </a:cubicBezTo>
                      <a:cubicBezTo>
                        <a:pt x="111" y="8"/>
                        <a:pt x="104" y="13"/>
                        <a:pt x="98" y="14"/>
                      </a:cubicBezTo>
                      <a:cubicBezTo>
                        <a:pt x="92" y="14"/>
                        <a:pt x="59" y="0"/>
                        <a:pt x="58" y="0"/>
                      </a:cubicBezTo>
                      <a:cubicBezTo>
                        <a:pt x="58" y="0"/>
                        <a:pt x="53" y="1"/>
                        <a:pt x="52" y="1"/>
                      </a:cubicBezTo>
                      <a:cubicBezTo>
                        <a:pt x="51" y="1"/>
                        <a:pt x="27" y="5"/>
                        <a:pt x="23" y="5"/>
                      </a:cubicBezTo>
                      <a:cubicBezTo>
                        <a:pt x="21" y="5"/>
                        <a:pt x="20" y="5"/>
                        <a:pt x="20" y="6"/>
                      </a:cubicBezTo>
                      <a:cubicBezTo>
                        <a:pt x="19" y="6"/>
                        <a:pt x="18" y="6"/>
                        <a:pt x="17" y="8"/>
                      </a:cubicBezTo>
                      <a:cubicBezTo>
                        <a:pt x="15" y="9"/>
                        <a:pt x="14" y="11"/>
                        <a:pt x="12" y="13"/>
                      </a:cubicBezTo>
                      <a:cubicBezTo>
                        <a:pt x="9" y="16"/>
                        <a:pt x="5" y="21"/>
                        <a:pt x="1" y="24"/>
                      </a:cubicBezTo>
                      <a:cubicBezTo>
                        <a:pt x="1" y="24"/>
                        <a:pt x="0" y="25"/>
                        <a:pt x="0" y="26"/>
                      </a:cubicBezTo>
                      <a:cubicBezTo>
                        <a:pt x="2" y="30"/>
                        <a:pt x="12" y="38"/>
                        <a:pt x="24" y="28"/>
                      </a:cubicBezTo>
                      <a:cubicBezTo>
                        <a:pt x="28" y="25"/>
                        <a:pt x="30" y="22"/>
                        <a:pt x="31" y="22"/>
                      </a:cubicBezTo>
                      <a:cubicBezTo>
                        <a:pt x="31" y="22"/>
                        <a:pt x="31" y="22"/>
                        <a:pt x="31" y="22"/>
                      </a:cubicBezTo>
                      <a:cubicBezTo>
                        <a:pt x="31" y="21"/>
                        <a:pt x="32" y="21"/>
                        <a:pt x="32" y="21"/>
                      </a:cubicBezTo>
                      <a:cubicBezTo>
                        <a:pt x="51" y="23"/>
                        <a:pt x="51" y="23"/>
                        <a:pt x="51" y="23"/>
                      </a:cubicBezTo>
                      <a:cubicBezTo>
                        <a:pt x="70" y="36"/>
                        <a:pt x="70" y="36"/>
                        <a:pt x="70" y="36"/>
                      </a:cubicBezTo>
                      <a:cubicBezTo>
                        <a:pt x="93" y="51"/>
                        <a:pt x="93" y="51"/>
                        <a:pt x="93" y="51"/>
                      </a:cubicBezTo>
                      <a:cubicBezTo>
                        <a:pt x="114" y="66"/>
                        <a:pt x="114" y="66"/>
                        <a:pt x="114" y="66"/>
                      </a:cubicBezTo>
                      <a:cubicBezTo>
                        <a:pt x="115" y="67"/>
                        <a:pt x="115" y="68"/>
                        <a:pt x="116" y="69"/>
                      </a:cubicBezTo>
                      <a:cubicBezTo>
                        <a:pt x="116" y="69"/>
                        <a:pt x="116" y="70"/>
                        <a:pt x="116" y="71"/>
                      </a:cubicBezTo>
                      <a:cubicBezTo>
                        <a:pt x="116" y="71"/>
                        <a:pt x="116" y="72"/>
                        <a:pt x="116" y="72"/>
                      </a:cubicBezTo>
                      <a:cubicBezTo>
                        <a:pt x="116" y="73"/>
                        <a:pt x="116" y="74"/>
                        <a:pt x="115" y="74"/>
                      </a:cubicBezTo>
                      <a:cubicBezTo>
                        <a:pt x="115" y="75"/>
                        <a:pt x="114" y="75"/>
                        <a:pt x="113" y="76"/>
                      </a:cubicBezTo>
                      <a:cubicBezTo>
                        <a:pt x="113" y="76"/>
                        <a:pt x="112" y="76"/>
                        <a:pt x="111" y="76"/>
                      </a:cubicBezTo>
                      <a:cubicBezTo>
                        <a:pt x="111" y="76"/>
                        <a:pt x="110" y="76"/>
                        <a:pt x="109" y="76"/>
                      </a:cubicBezTo>
                      <a:cubicBezTo>
                        <a:pt x="103" y="72"/>
                        <a:pt x="103" y="72"/>
                        <a:pt x="103" y="72"/>
                      </a:cubicBezTo>
                      <a:cubicBezTo>
                        <a:pt x="103" y="72"/>
                        <a:pt x="103" y="72"/>
                        <a:pt x="103" y="72"/>
                      </a:cubicBezTo>
                      <a:cubicBezTo>
                        <a:pt x="99" y="70"/>
                        <a:pt x="99" y="70"/>
                        <a:pt x="99" y="70"/>
                      </a:cubicBezTo>
                      <a:cubicBezTo>
                        <a:pt x="99" y="70"/>
                        <a:pt x="99" y="70"/>
                        <a:pt x="99" y="70"/>
                      </a:cubicBezTo>
                      <a:cubicBezTo>
                        <a:pt x="77" y="58"/>
                        <a:pt x="77" y="58"/>
                        <a:pt x="77" y="58"/>
                      </a:cubicBezTo>
                      <a:cubicBezTo>
                        <a:pt x="76" y="57"/>
                        <a:pt x="74" y="58"/>
                        <a:pt x="73" y="59"/>
                      </a:cubicBezTo>
                      <a:cubicBezTo>
                        <a:pt x="72" y="61"/>
                        <a:pt x="73" y="63"/>
                        <a:pt x="74" y="64"/>
                      </a:cubicBezTo>
                      <a:cubicBezTo>
                        <a:pt x="101" y="78"/>
                        <a:pt x="101" y="78"/>
                        <a:pt x="101" y="78"/>
                      </a:cubicBezTo>
                      <a:cubicBezTo>
                        <a:pt x="101" y="78"/>
                        <a:pt x="102" y="79"/>
                        <a:pt x="102" y="80"/>
                      </a:cubicBezTo>
                      <a:cubicBezTo>
                        <a:pt x="103" y="81"/>
                        <a:pt x="103" y="82"/>
                        <a:pt x="103" y="83"/>
                      </a:cubicBezTo>
                      <a:cubicBezTo>
                        <a:pt x="103" y="84"/>
                        <a:pt x="103" y="85"/>
                        <a:pt x="102" y="87"/>
                      </a:cubicBezTo>
                      <a:cubicBezTo>
                        <a:pt x="102" y="87"/>
                        <a:pt x="101" y="88"/>
                        <a:pt x="100" y="88"/>
                      </a:cubicBezTo>
                      <a:cubicBezTo>
                        <a:pt x="99" y="88"/>
                        <a:pt x="99" y="88"/>
                        <a:pt x="98" y="88"/>
                      </a:cubicBezTo>
                      <a:cubicBezTo>
                        <a:pt x="98" y="88"/>
                        <a:pt x="97" y="88"/>
                        <a:pt x="96" y="88"/>
                      </a:cubicBezTo>
                      <a:cubicBezTo>
                        <a:pt x="96" y="88"/>
                        <a:pt x="94" y="87"/>
                        <a:pt x="92" y="86"/>
                      </a:cubicBezTo>
                      <a:cubicBezTo>
                        <a:pt x="89" y="84"/>
                        <a:pt x="83" y="81"/>
                        <a:pt x="79" y="79"/>
                      </a:cubicBezTo>
                      <a:cubicBezTo>
                        <a:pt x="77" y="77"/>
                        <a:pt x="74" y="76"/>
                        <a:pt x="73" y="75"/>
                      </a:cubicBezTo>
                      <a:cubicBezTo>
                        <a:pt x="72" y="75"/>
                        <a:pt x="71" y="75"/>
                        <a:pt x="71" y="74"/>
                      </a:cubicBezTo>
                      <a:cubicBezTo>
                        <a:pt x="70" y="74"/>
                        <a:pt x="70" y="74"/>
                        <a:pt x="70" y="74"/>
                      </a:cubicBezTo>
                      <a:cubicBezTo>
                        <a:pt x="68" y="73"/>
                        <a:pt x="67" y="73"/>
                        <a:pt x="66" y="75"/>
                      </a:cubicBezTo>
                      <a:cubicBezTo>
                        <a:pt x="65" y="77"/>
                        <a:pt x="65" y="79"/>
                        <a:pt x="67" y="79"/>
                      </a:cubicBezTo>
                      <a:cubicBezTo>
                        <a:pt x="67" y="80"/>
                        <a:pt x="68" y="80"/>
                        <a:pt x="69" y="80"/>
                      </a:cubicBezTo>
                      <a:cubicBezTo>
                        <a:pt x="71" y="82"/>
                        <a:pt x="77" y="85"/>
                        <a:pt x="83" y="88"/>
                      </a:cubicBezTo>
                      <a:cubicBezTo>
                        <a:pt x="83" y="88"/>
                        <a:pt x="83" y="88"/>
                        <a:pt x="83" y="88"/>
                      </a:cubicBezTo>
                      <a:cubicBezTo>
                        <a:pt x="83" y="88"/>
                        <a:pt x="84" y="89"/>
                        <a:pt x="84" y="89"/>
                      </a:cubicBezTo>
                      <a:cubicBezTo>
                        <a:pt x="85" y="90"/>
                        <a:pt x="86" y="91"/>
                        <a:pt x="86" y="92"/>
                      </a:cubicBezTo>
                      <a:cubicBezTo>
                        <a:pt x="87" y="93"/>
                        <a:pt x="87" y="94"/>
                        <a:pt x="87" y="95"/>
                      </a:cubicBezTo>
                      <a:cubicBezTo>
                        <a:pt x="87" y="96"/>
                        <a:pt x="87" y="97"/>
                        <a:pt x="86" y="98"/>
                      </a:cubicBezTo>
                      <a:cubicBezTo>
                        <a:pt x="86" y="99"/>
                        <a:pt x="85" y="99"/>
                        <a:pt x="84" y="100"/>
                      </a:cubicBezTo>
                      <a:cubicBezTo>
                        <a:pt x="83" y="100"/>
                        <a:pt x="82" y="100"/>
                        <a:pt x="82" y="100"/>
                      </a:cubicBezTo>
                      <a:cubicBezTo>
                        <a:pt x="82" y="100"/>
                        <a:pt x="82" y="100"/>
                        <a:pt x="82" y="100"/>
                      </a:cubicBezTo>
                      <a:cubicBezTo>
                        <a:pt x="81" y="100"/>
                        <a:pt x="80" y="100"/>
                        <a:pt x="79" y="99"/>
                      </a:cubicBezTo>
                      <a:cubicBezTo>
                        <a:pt x="72" y="96"/>
                        <a:pt x="72" y="96"/>
                        <a:pt x="72" y="96"/>
                      </a:cubicBezTo>
                      <a:cubicBezTo>
                        <a:pt x="72" y="96"/>
                        <a:pt x="71" y="95"/>
                        <a:pt x="71" y="95"/>
                      </a:cubicBezTo>
                      <a:cubicBezTo>
                        <a:pt x="71" y="95"/>
                        <a:pt x="70" y="95"/>
                        <a:pt x="70" y="95"/>
                      </a:cubicBezTo>
                      <a:cubicBezTo>
                        <a:pt x="62" y="91"/>
                        <a:pt x="62" y="91"/>
                        <a:pt x="62" y="91"/>
                      </a:cubicBezTo>
                      <a:cubicBezTo>
                        <a:pt x="61" y="90"/>
                        <a:pt x="59" y="91"/>
                        <a:pt x="58" y="92"/>
                      </a:cubicBezTo>
                      <a:cubicBezTo>
                        <a:pt x="57" y="94"/>
                        <a:pt x="58" y="96"/>
                        <a:pt x="59" y="96"/>
                      </a:cubicBezTo>
                      <a:cubicBezTo>
                        <a:pt x="69" y="101"/>
                        <a:pt x="69" y="101"/>
                        <a:pt x="69" y="101"/>
                      </a:cubicBezTo>
                      <a:cubicBezTo>
                        <a:pt x="69" y="101"/>
                        <a:pt x="69" y="101"/>
                        <a:pt x="69" y="101"/>
                      </a:cubicBezTo>
                      <a:cubicBezTo>
                        <a:pt x="70" y="102"/>
                        <a:pt x="70" y="103"/>
                        <a:pt x="71" y="104"/>
                      </a:cubicBezTo>
                      <a:cubicBezTo>
                        <a:pt x="71" y="104"/>
                        <a:pt x="71" y="105"/>
                        <a:pt x="71" y="106"/>
                      </a:cubicBezTo>
                      <a:cubicBezTo>
                        <a:pt x="71" y="107"/>
                        <a:pt x="71" y="108"/>
                        <a:pt x="70" y="109"/>
                      </a:cubicBezTo>
                      <a:cubicBezTo>
                        <a:pt x="70" y="109"/>
                        <a:pt x="70" y="110"/>
                        <a:pt x="69" y="110"/>
                      </a:cubicBezTo>
                      <a:cubicBezTo>
                        <a:pt x="68" y="110"/>
                        <a:pt x="68" y="110"/>
                        <a:pt x="68" y="110"/>
                      </a:cubicBezTo>
                      <a:cubicBezTo>
                        <a:pt x="67" y="110"/>
                        <a:pt x="67" y="110"/>
                        <a:pt x="67" y="110"/>
                      </a:cubicBezTo>
                      <a:cubicBezTo>
                        <a:pt x="67" y="110"/>
                        <a:pt x="66" y="110"/>
                        <a:pt x="65" y="110"/>
                      </a:cubicBezTo>
                      <a:cubicBezTo>
                        <a:pt x="65" y="110"/>
                        <a:pt x="65" y="110"/>
                        <a:pt x="65" y="110"/>
                      </a:cubicBezTo>
                      <a:cubicBezTo>
                        <a:pt x="54" y="105"/>
                        <a:pt x="54" y="105"/>
                        <a:pt x="54" y="105"/>
                      </a:cubicBezTo>
                      <a:cubicBezTo>
                        <a:pt x="54" y="105"/>
                        <a:pt x="52" y="108"/>
                        <a:pt x="51" y="110"/>
                      </a:cubicBezTo>
                      <a:cubicBezTo>
                        <a:pt x="51" y="110"/>
                        <a:pt x="51" y="110"/>
                        <a:pt x="51" y="110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3" y="116"/>
                        <a:pt x="63" y="116"/>
                        <a:pt x="63" y="116"/>
                      </a:cubicBezTo>
                      <a:cubicBezTo>
                        <a:pt x="64" y="116"/>
                        <a:pt x="66" y="117"/>
                        <a:pt x="67" y="117"/>
                      </a:cubicBezTo>
                      <a:cubicBezTo>
                        <a:pt x="68" y="117"/>
                        <a:pt x="68" y="117"/>
                        <a:pt x="69" y="117"/>
                      </a:cubicBezTo>
                      <a:cubicBezTo>
                        <a:pt x="70" y="116"/>
                        <a:pt x="71" y="116"/>
                        <a:pt x="72" y="115"/>
                      </a:cubicBezTo>
                      <a:cubicBezTo>
                        <a:pt x="73" y="115"/>
                        <a:pt x="75" y="114"/>
                        <a:pt x="76" y="112"/>
                      </a:cubicBezTo>
                      <a:cubicBezTo>
                        <a:pt x="77" y="110"/>
                        <a:pt x="77" y="108"/>
                        <a:pt x="77" y="106"/>
                      </a:cubicBezTo>
                      <a:cubicBezTo>
                        <a:pt x="77" y="106"/>
                        <a:pt x="77" y="106"/>
                        <a:pt x="77" y="106"/>
                      </a:cubicBezTo>
                      <a:cubicBezTo>
                        <a:pt x="79" y="106"/>
                        <a:pt x="80" y="106"/>
                        <a:pt x="82" y="106"/>
                      </a:cubicBezTo>
                      <a:cubicBezTo>
                        <a:pt x="82" y="106"/>
                        <a:pt x="82" y="106"/>
                        <a:pt x="82" y="106"/>
                      </a:cubicBezTo>
                      <a:cubicBezTo>
                        <a:pt x="82" y="106"/>
                        <a:pt x="82" y="106"/>
                        <a:pt x="82" y="106"/>
                      </a:cubicBezTo>
                      <a:cubicBezTo>
                        <a:pt x="82" y="106"/>
                        <a:pt x="82" y="106"/>
                        <a:pt x="82" y="106"/>
                      </a:cubicBezTo>
                      <a:cubicBezTo>
                        <a:pt x="82" y="106"/>
                        <a:pt x="84" y="106"/>
                        <a:pt x="86" y="106"/>
                      </a:cubicBezTo>
                      <a:cubicBezTo>
                        <a:pt x="88" y="105"/>
                        <a:pt x="90" y="104"/>
                        <a:pt x="91" y="102"/>
                      </a:cubicBezTo>
                      <a:cubicBezTo>
                        <a:pt x="93" y="99"/>
                        <a:pt x="94" y="97"/>
                        <a:pt x="94" y="95"/>
                      </a:cubicBezTo>
                      <a:cubicBezTo>
                        <a:pt x="94" y="94"/>
                        <a:pt x="94" y="94"/>
                        <a:pt x="93" y="94"/>
                      </a:cubicBezTo>
                      <a:cubicBezTo>
                        <a:pt x="95" y="95"/>
                        <a:pt x="97" y="95"/>
                        <a:pt x="98" y="95"/>
                      </a:cubicBezTo>
                      <a:cubicBezTo>
                        <a:pt x="99" y="95"/>
                        <a:pt x="101" y="95"/>
                        <a:pt x="102" y="94"/>
                      </a:cubicBezTo>
                      <a:cubicBezTo>
                        <a:pt x="104" y="94"/>
                        <a:pt x="106" y="92"/>
                        <a:pt x="107" y="90"/>
                      </a:cubicBezTo>
                      <a:cubicBezTo>
                        <a:pt x="109" y="88"/>
                        <a:pt x="110" y="86"/>
                        <a:pt x="110" y="83"/>
                      </a:cubicBezTo>
                      <a:cubicBezTo>
                        <a:pt x="110" y="83"/>
                        <a:pt x="109" y="83"/>
                        <a:pt x="109" y="82"/>
                      </a:cubicBezTo>
                      <a:cubicBezTo>
                        <a:pt x="110" y="82"/>
                        <a:pt x="111" y="83"/>
                        <a:pt x="111" y="83"/>
                      </a:cubicBezTo>
                      <a:cubicBezTo>
                        <a:pt x="111" y="83"/>
                        <a:pt x="111" y="83"/>
                        <a:pt x="111" y="83"/>
                      </a:cubicBezTo>
                      <a:cubicBezTo>
                        <a:pt x="113" y="83"/>
                        <a:pt x="115" y="82"/>
                        <a:pt x="117" y="81"/>
                      </a:cubicBezTo>
                      <a:cubicBezTo>
                        <a:pt x="118" y="80"/>
                        <a:pt x="119" y="79"/>
                        <a:pt x="120" y="78"/>
                      </a:cubicBezTo>
                      <a:cubicBezTo>
                        <a:pt x="121" y="77"/>
                        <a:pt x="122" y="75"/>
                        <a:pt x="122" y="74"/>
                      </a:cubicBezTo>
                      <a:cubicBezTo>
                        <a:pt x="122" y="73"/>
                        <a:pt x="122" y="72"/>
                        <a:pt x="122" y="71"/>
                      </a:cubicBezTo>
                      <a:cubicBezTo>
                        <a:pt x="122" y="69"/>
                        <a:pt x="122" y="67"/>
                        <a:pt x="121" y="65"/>
                      </a:cubicBezTo>
                      <a:cubicBezTo>
                        <a:pt x="120" y="64"/>
                        <a:pt x="119" y="63"/>
                        <a:pt x="118" y="61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9" name="iṧḷíḍê"/>
                <p:cNvSpPr/>
                <p:nvPr/>
              </p:nvSpPr>
              <p:spPr bwMode="auto">
                <a:xfrm>
                  <a:off x="4656138" y="2382838"/>
                  <a:ext cx="53975" cy="98425"/>
                </a:xfrm>
                <a:custGeom>
                  <a:avLst/>
                  <a:gdLst/>
                  <a:ahLst/>
                  <a:cxnLst>
                    <a:cxn ang="0">
                      <a:pos x="20" y="53"/>
                    </a:cxn>
                    <a:cxn ang="0">
                      <a:pos x="17" y="51"/>
                    </a:cxn>
                    <a:cxn ang="0">
                      <a:pos x="16" y="50"/>
                    </a:cxn>
                    <a:cxn ang="0">
                      <a:pos x="15" y="49"/>
                    </a:cxn>
                    <a:cxn ang="0">
                      <a:pos x="6" y="45"/>
                    </a:cxn>
                    <a:cxn ang="0">
                      <a:pos x="14" y="16"/>
                    </a:cxn>
                    <a:cxn ang="0">
                      <a:pos x="20" y="8"/>
                    </a:cxn>
                    <a:cxn ang="0">
                      <a:pos x="21" y="7"/>
                    </a:cxn>
                    <a:cxn ang="0">
                      <a:pos x="25" y="7"/>
                    </a:cxn>
                    <a:cxn ang="0">
                      <a:pos x="31" y="9"/>
                    </a:cxn>
                    <a:cxn ang="0">
                      <a:pos x="36" y="3"/>
                    </a:cxn>
                    <a:cxn ang="0">
                      <a:pos x="35" y="3"/>
                    </a:cxn>
                    <a:cxn ang="0">
                      <a:pos x="26" y="1"/>
                    </a:cxn>
                    <a:cxn ang="0">
                      <a:pos x="23" y="0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22" y="0"/>
                    </a:cxn>
                    <a:cxn ang="0">
                      <a:pos x="19" y="0"/>
                    </a:cxn>
                    <a:cxn ang="0">
                      <a:pos x="9" y="13"/>
                    </a:cxn>
                    <a:cxn ang="0">
                      <a:pos x="0" y="46"/>
                    </a:cxn>
                    <a:cxn ang="0">
                      <a:pos x="0" y="47"/>
                    </a:cxn>
                    <a:cxn ang="0">
                      <a:pos x="2" y="50"/>
                    </a:cxn>
                    <a:cxn ang="0">
                      <a:pos x="5" y="51"/>
                    </a:cxn>
                    <a:cxn ang="0">
                      <a:pos x="13" y="55"/>
                    </a:cxn>
                    <a:cxn ang="0">
                      <a:pos x="13" y="55"/>
                    </a:cxn>
                    <a:cxn ang="0">
                      <a:pos x="17" y="59"/>
                    </a:cxn>
                    <a:cxn ang="0">
                      <a:pos x="25" y="66"/>
                    </a:cxn>
                    <a:cxn ang="0">
                      <a:pos x="27" y="60"/>
                    </a:cxn>
                    <a:cxn ang="0">
                      <a:pos x="20" y="53"/>
                    </a:cxn>
                  </a:cxnLst>
                  <a:rect l="0" t="0" r="r" b="b"/>
                  <a:pathLst>
                    <a:path w="36" h="66">
                      <a:moveTo>
                        <a:pt x="20" y="53"/>
                      </a:moveTo>
                      <a:cubicBezTo>
                        <a:pt x="19" y="52"/>
                        <a:pt x="18" y="51"/>
                        <a:pt x="17" y="51"/>
                      </a:cubicBezTo>
                      <a:cubicBezTo>
                        <a:pt x="17" y="50"/>
                        <a:pt x="17" y="50"/>
                        <a:pt x="16" y="50"/>
                      </a:cubicBezTo>
                      <a:cubicBezTo>
                        <a:pt x="16" y="50"/>
                        <a:pt x="16" y="49"/>
                        <a:pt x="15" y="49"/>
                      </a:cubicBezTo>
                      <a:cubicBezTo>
                        <a:pt x="11" y="47"/>
                        <a:pt x="8" y="46"/>
                        <a:pt x="6" y="45"/>
                      </a:cubicBezTo>
                      <a:cubicBezTo>
                        <a:pt x="6" y="33"/>
                        <a:pt x="10" y="23"/>
                        <a:pt x="14" y="16"/>
                      </a:cubicBezTo>
                      <a:cubicBezTo>
                        <a:pt x="16" y="13"/>
                        <a:pt x="19" y="10"/>
                        <a:pt x="20" y="8"/>
                      </a:cubicBezTo>
                      <a:cubicBezTo>
                        <a:pt x="21" y="7"/>
                        <a:pt x="21" y="7"/>
                        <a:pt x="21" y="7"/>
                      </a:cubicBezTo>
                      <a:cubicBezTo>
                        <a:pt x="22" y="7"/>
                        <a:pt x="23" y="7"/>
                        <a:pt x="25" y="7"/>
                      </a:cubicBezTo>
                      <a:cubicBezTo>
                        <a:pt x="26" y="8"/>
                        <a:pt x="29" y="9"/>
                        <a:pt x="31" y="9"/>
                      </a:cubicBezTo>
                      <a:cubicBezTo>
                        <a:pt x="33" y="7"/>
                        <a:pt x="35" y="5"/>
                        <a:pt x="36" y="3"/>
                      </a:cubicBezTo>
                      <a:cubicBezTo>
                        <a:pt x="36" y="3"/>
                        <a:pt x="35" y="3"/>
                        <a:pt x="35" y="3"/>
                      </a:cubicBezTo>
                      <a:cubicBezTo>
                        <a:pt x="32" y="3"/>
                        <a:pt x="29" y="2"/>
                        <a:pt x="26" y="1"/>
                      </a:cubicBezTo>
                      <a:cubicBezTo>
                        <a:pt x="25" y="1"/>
                        <a:pt x="24" y="0"/>
                        <a:pt x="23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1" y="0"/>
                        <a:pt x="19" y="0"/>
                        <a:pt x="19" y="0"/>
                      </a:cubicBezTo>
                      <a:cubicBezTo>
                        <a:pt x="18" y="1"/>
                        <a:pt x="14" y="5"/>
                        <a:pt x="9" y="13"/>
                      </a:cubicBezTo>
                      <a:cubicBezTo>
                        <a:pt x="4" y="20"/>
                        <a:pt x="0" y="32"/>
                        <a:pt x="0" y="46"/>
                      </a:cubicBezTo>
                      <a:cubicBezTo>
                        <a:pt x="0" y="47"/>
                        <a:pt x="0" y="47"/>
                        <a:pt x="0" y="47"/>
                      </a:cubicBezTo>
                      <a:cubicBezTo>
                        <a:pt x="0" y="48"/>
                        <a:pt x="0" y="49"/>
                        <a:pt x="2" y="50"/>
                      </a:cubicBezTo>
                      <a:cubicBezTo>
                        <a:pt x="2" y="50"/>
                        <a:pt x="3" y="50"/>
                        <a:pt x="5" y="51"/>
                      </a:cubicBezTo>
                      <a:cubicBezTo>
                        <a:pt x="7" y="52"/>
                        <a:pt x="10" y="54"/>
                        <a:pt x="13" y="55"/>
                      </a:cubicBezTo>
                      <a:cubicBezTo>
                        <a:pt x="13" y="55"/>
                        <a:pt x="13" y="55"/>
                        <a:pt x="13" y="55"/>
                      </a:cubicBezTo>
                      <a:cubicBezTo>
                        <a:pt x="14" y="56"/>
                        <a:pt x="16" y="57"/>
                        <a:pt x="17" y="59"/>
                      </a:cubicBezTo>
                      <a:cubicBezTo>
                        <a:pt x="19" y="61"/>
                        <a:pt x="25" y="66"/>
                        <a:pt x="25" y="66"/>
                      </a:cubicBezTo>
                      <a:cubicBezTo>
                        <a:pt x="26" y="64"/>
                        <a:pt x="26" y="62"/>
                        <a:pt x="27" y="60"/>
                      </a:cubicBezTo>
                      <a:cubicBezTo>
                        <a:pt x="25" y="57"/>
                        <a:pt x="22" y="55"/>
                        <a:pt x="20" y="53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18" name="iṧḻîdé"/>
              <p:cNvSpPr/>
              <p:nvPr/>
            </p:nvSpPr>
            <p:spPr bwMode="auto">
              <a:xfrm>
                <a:off x="9921024" y="2481388"/>
                <a:ext cx="854662" cy="854662"/>
              </a:xfrm>
              <a:prstGeom prst="ellipse">
                <a:avLst/>
              </a:prstGeom>
              <a:solidFill>
                <a:schemeClr val="accent4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19" name="is1íḍé"/>
              <p:cNvGrpSpPr/>
              <p:nvPr/>
            </p:nvGrpSpPr>
            <p:grpSpPr>
              <a:xfrm>
                <a:off x="10119266" y="2744336"/>
                <a:ext cx="458208" cy="328771"/>
                <a:chOff x="4192588" y="2719388"/>
                <a:chExt cx="280988" cy="201613"/>
              </a:xfrm>
              <a:solidFill>
                <a:schemeClr val="bg1"/>
              </a:solidFill>
            </p:grpSpPr>
            <p:sp>
              <p:nvSpPr>
                <p:cNvPr id="48" name="îşḷîḍè"/>
                <p:cNvSpPr/>
                <p:nvPr/>
              </p:nvSpPr>
              <p:spPr bwMode="auto">
                <a:xfrm>
                  <a:off x="4192588" y="2762251"/>
                  <a:ext cx="77788" cy="73025"/>
                </a:xfrm>
                <a:custGeom>
                  <a:avLst/>
                  <a:gdLst/>
                  <a:ahLst/>
                  <a:cxnLst>
                    <a:cxn ang="0">
                      <a:pos x="32" y="0"/>
                    </a:cxn>
                    <a:cxn ang="0">
                      <a:pos x="0" y="31"/>
                    </a:cxn>
                    <a:cxn ang="0">
                      <a:pos x="0" y="46"/>
                    </a:cxn>
                    <a:cxn ang="0">
                      <a:pos x="32" y="15"/>
                    </a:cxn>
                    <a:cxn ang="0">
                      <a:pos x="41" y="25"/>
                    </a:cxn>
                    <a:cxn ang="0">
                      <a:pos x="49" y="17"/>
                    </a:cxn>
                    <a:cxn ang="0">
                      <a:pos x="32" y="0"/>
                    </a:cxn>
                  </a:cxnLst>
                  <a:rect l="0" t="0" r="r" b="b"/>
                  <a:pathLst>
                    <a:path w="49" h="46">
                      <a:moveTo>
                        <a:pt x="32" y="0"/>
                      </a:moveTo>
                      <a:lnTo>
                        <a:pt x="0" y="31"/>
                      </a:lnTo>
                      <a:lnTo>
                        <a:pt x="0" y="46"/>
                      </a:lnTo>
                      <a:lnTo>
                        <a:pt x="32" y="15"/>
                      </a:lnTo>
                      <a:lnTo>
                        <a:pt x="41" y="25"/>
                      </a:lnTo>
                      <a:lnTo>
                        <a:pt x="49" y="17"/>
                      </a:lnTo>
                      <a:lnTo>
                        <a:pt x="32" y="0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9" name="í$ḷidé"/>
                <p:cNvSpPr/>
                <p:nvPr/>
              </p:nvSpPr>
              <p:spPr bwMode="auto">
                <a:xfrm>
                  <a:off x="4192588" y="2719388"/>
                  <a:ext cx="280988" cy="188913"/>
                </a:xfrm>
                <a:custGeom>
                  <a:avLst/>
                  <a:gdLst/>
                  <a:ahLst/>
                  <a:cxnLst>
                    <a:cxn ang="0">
                      <a:pos x="183" y="2"/>
                    </a:cxn>
                    <a:cxn ang="0">
                      <a:pos x="179" y="0"/>
                    </a:cxn>
                    <a:cxn ang="0">
                      <a:pos x="153" y="0"/>
                    </a:cxn>
                    <a:cxn ang="0">
                      <a:pos x="148" y="6"/>
                    </a:cxn>
                    <a:cxn ang="0">
                      <a:pos x="153" y="12"/>
                    </a:cxn>
                    <a:cxn ang="0">
                      <a:pos x="165" y="12"/>
                    </a:cxn>
                    <a:cxn ang="0">
                      <a:pos x="121" y="56"/>
                    </a:cxn>
                    <a:cxn ang="0">
                      <a:pos x="86" y="22"/>
                    </a:cxn>
                    <a:cxn ang="0">
                      <a:pos x="0" y="108"/>
                    </a:cxn>
                    <a:cxn ang="0">
                      <a:pos x="0" y="125"/>
                    </a:cxn>
                    <a:cxn ang="0">
                      <a:pos x="86" y="38"/>
                    </a:cxn>
                    <a:cxn ang="0">
                      <a:pos x="121" y="73"/>
                    </a:cxn>
                    <a:cxn ang="0">
                      <a:pos x="173" y="20"/>
                    </a:cxn>
                    <a:cxn ang="0">
                      <a:pos x="173" y="32"/>
                    </a:cxn>
                    <a:cxn ang="0">
                      <a:pos x="179" y="38"/>
                    </a:cxn>
                    <a:cxn ang="0">
                      <a:pos x="185" y="32"/>
                    </a:cxn>
                    <a:cxn ang="0">
                      <a:pos x="185" y="6"/>
                    </a:cxn>
                    <a:cxn ang="0">
                      <a:pos x="183" y="2"/>
                    </a:cxn>
                  </a:cxnLst>
                  <a:rect l="0" t="0" r="r" b="b"/>
                  <a:pathLst>
                    <a:path w="185" h="125">
                      <a:moveTo>
                        <a:pt x="183" y="2"/>
                      </a:moveTo>
                      <a:cubicBezTo>
                        <a:pt x="182" y="1"/>
                        <a:pt x="181" y="0"/>
                        <a:pt x="179" y="0"/>
                      </a:cubicBezTo>
                      <a:cubicBezTo>
                        <a:pt x="153" y="0"/>
                        <a:pt x="153" y="0"/>
                        <a:pt x="153" y="0"/>
                      </a:cubicBezTo>
                      <a:cubicBezTo>
                        <a:pt x="150" y="0"/>
                        <a:pt x="148" y="3"/>
                        <a:pt x="148" y="6"/>
                      </a:cubicBezTo>
                      <a:cubicBezTo>
                        <a:pt x="148" y="9"/>
                        <a:pt x="150" y="12"/>
                        <a:pt x="153" y="12"/>
                      </a:cubicBezTo>
                      <a:cubicBezTo>
                        <a:pt x="165" y="12"/>
                        <a:pt x="165" y="12"/>
                        <a:pt x="165" y="12"/>
                      </a:cubicBezTo>
                      <a:cubicBezTo>
                        <a:pt x="121" y="56"/>
                        <a:pt x="121" y="56"/>
                        <a:pt x="121" y="56"/>
                      </a:cubicBezTo>
                      <a:cubicBezTo>
                        <a:pt x="86" y="22"/>
                        <a:pt x="86" y="22"/>
                        <a:pt x="86" y="22"/>
                      </a:cubicBezTo>
                      <a:cubicBezTo>
                        <a:pt x="0" y="108"/>
                        <a:pt x="0" y="108"/>
                        <a:pt x="0" y="108"/>
                      </a:cubicBezTo>
                      <a:cubicBezTo>
                        <a:pt x="0" y="125"/>
                        <a:pt x="0" y="125"/>
                        <a:pt x="0" y="125"/>
                      </a:cubicBezTo>
                      <a:cubicBezTo>
                        <a:pt x="86" y="38"/>
                        <a:pt x="86" y="38"/>
                        <a:pt x="86" y="38"/>
                      </a:cubicBezTo>
                      <a:cubicBezTo>
                        <a:pt x="121" y="73"/>
                        <a:pt x="121" y="73"/>
                        <a:pt x="121" y="73"/>
                      </a:cubicBezTo>
                      <a:cubicBezTo>
                        <a:pt x="173" y="20"/>
                        <a:pt x="173" y="20"/>
                        <a:pt x="173" y="20"/>
                      </a:cubicBezTo>
                      <a:cubicBezTo>
                        <a:pt x="173" y="32"/>
                        <a:pt x="173" y="32"/>
                        <a:pt x="173" y="32"/>
                      </a:cubicBezTo>
                      <a:cubicBezTo>
                        <a:pt x="173" y="35"/>
                        <a:pt x="176" y="38"/>
                        <a:pt x="179" y="38"/>
                      </a:cubicBezTo>
                      <a:cubicBezTo>
                        <a:pt x="182" y="38"/>
                        <a:pt x="185" y="35"/>
                        <a:pt x="185" y="32"/>
                      </a:cubicBezTo>
                      <a:cubicBezTo>
                        <a:pt x="185" y="6"/>
                        <a:pt x="185" y="6"/>
                        <a:pt x="185" y="6"/>
                      </a:cubicBezTo>
                      <a:cubicBezTo>
                        <a:pt x="185" y="5"/>
                        <a:pt x="184" y="3"/>
                        <a:pt x="183" y="2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50" name="îSľîḑe"/>
                <p:cNvSpPr/>
                <p:nvPr/>
              </p:nvSpPr>
              <p:spPr bwMode="auto">
                <a:xfrm>
                  <a:off x="4286250" y="2813051"/>
                  <a:ext cx="187325" cy="107950"/>
                </a:xfrm>
                <a:custGeom>
                  <a:avLst/>
                  <a:gdLst/>
                  <a:ahLst/>
                  <a:cxnLst>
                    <a:cxn ang="0">
                      <a:pos x="117" y="37"/>
                    </a:cxn>
                    <a:cxn ang="0">
                      <a:pos x="123" y="31"/>
                    </a:cxn>
                    <a:cxn ang="0">
                      <a:pos x="123" y="5"/>
                    </a:cxn>
                    <a:cxn ang="0">
                      <a:pos x="121" y="1"/>
                    </a:cxn>
                    <a:cxn ang="0">
                      <a:pos x="117" y="0"/>
                    </a:cxn>
                    <a:cxn ang="0">
                      <a:pos x="91" y="0"/>
                    </a:cxn>
                    <a:cxn ang="0">
                      <a:pos x="86" y="5"/>
                    </a:cxn>
                    <a:cxn ang="0">
                      <a:pos x="91" y="11"/>
                    </a:cxn>
                    <a:cxn ang="0">
                      <a:pos x="103" y="11"/>
                    </a:cxn>
                    <a:cxn ang="0">
                      <a:pos x="60" y="55"/>
                    </a:cxn>
                    <a:cxn ang="0">
                      <a:pos x="8" y="3"/>
                    </a:cxn>
                    <a:cxn ang="0">
                      <a:pos x="0" y="12"/>
                    </a:cxn>
                    <a:cxn ang="0">
                      <a:pos x="60" y="71"/>
                    </a:cxn>
                    <a:cxn ang="0">
                      <a:pos x="111" y="19"/>
                    </a:cxn>
                    <a:cxn ang="0">
                      <a:pos x="111" y="31"/>
                    </a:cxn>
                    <a:cxn ang="0">
                      <a:pos x="117" y="37"/>
                    </a:cxn>
                  </a:cxnLst>
                  <a:rect l="0" t="0" r="r" b="b"/>
                  <a:pathLst>
                    <a:path w="123" h="71">
                      <a:moveTo>
                        <a:pt x="117" y="37"/>
                      </a:moveTo>
                      <a:cubicBezTo>
                        <a:pt x="120" y="37"/>
                        <a:pt x="123" y="34"/>
                        <a:pt x="123" y="31"/>
                      </a:cubicBezTo>
                      <a:cubicBezTo>
                        <a:pt x="123" y="5"/>
                        <a:pt x="123" y="5"/>
                        <a:pt x="123" y="5"/>
                      </a:cubicBezTo>
                      <a:cubicBezTo>
                        <a:pt x="123" y="4"/>
                        <a:pt x="122" y="2"/>
                        <a:pt x="121" y="1"/>
                      </a:cubicBezTo>
                      <a:cubicBezTo>
                        <a:pt x="120" y="0"/>
                        <a:pt x="119" y="0"/>
                        <a:pt x="117" y="0"/>
                      </a:cubicBezTo>
                      <a:cubicBezTo>
                        <a:pt x="91" y="0"/>
                        <a:pt x="91" y="0"/>
                        <a:pt x="91" y="0"/>
                      </a:cubicBezTo>
                      <a:cubicBezTo>
                        <a:pt x="88" y="0"/>
                        <a:pt x="86" y="2"/>
                        <a:pt x="86" y="5"/>
                      </a:cubicBezTo>
                      <a:cubicBezTo>
                        <a:pt x="86" y="8"/>
                        <a:pt x="88" y="11"/>
                        <a:pt x="91" y="11"/>
                      </a:cubicBezTo>
                      <a:cubicBezTo>
                        <a:pt x="103" y="11"/>
                        <a:pt x="103" y="11"/>
                        <a:pt x="103" y="11"/>
                      </a:cubicBezTo>
                      <a:cubicBezTo>
                        <a:pt x="60" y="55"/>
                        <a:pt x="60" y="55"/>
                        <a:pt x="60" y="55"/>
                      </a:cubicBezTo>
                      <a:cubicBezTo>
                        <a:pt x="8" y="3"/>
                        <a:pt x="8" y="3"/>
                        <a:pt x="8" y="3"/>
                      </a:cubicBezTo>
                      <a:cubicBezTo>
                        <a:pt x="0" y="12"/>
                        <a:pt x="0" y="12"/>
                        <a:pt x="0" y="12"/>
                      </a:cubicBezTo>
                      <a:cubicBezTo>
                        <a:pt x="60" y="71"/>
                        <a:pt x="60" y="71"/>
                        <a:pt x="60" y="71"/>
                      </a:cubicBezTo>
                      <a:cubicBezTo>
                        <a:pt x="111" y="19"/>
                        <a:pt x="111" y="19"/>
                        <a:pt x="111" y="19"/>
                      </a:cubicBezTo>
                      <a:cubicBezTo>
                        <a:pt x="111" y="31"/>
                        <a:pt x="111" y="31"/>
                        <a:pt x="111" y="31"/>
                      </a:cubicBezTo>
                      <a:cubicBezTo>
                        <a:pt x="111" y="34"/>
                        <a:pt x="114" y="37"/>
                        <a:pt x="117" y="37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0" name="ïşḻïḍê"/>
              <p:cNvSpPr/>
              <p:nvPr/>
            </p:nvSpPr>
            <p:spPr bwMode="auto">
              <a:xfrm>
                <a:off x="4866061" y="2275159"/>
                <a:ext cx="1267122" cy="1267123"/>
              </a:xfrm>
              <a:prstGeom prst="ellipse">
                <a:avLst/>
              </a:prstGeom>
              <a:solidFill>
                <a:schemeClr val="accent2"/>
              </a:solidFill>
              <a:ln w="76200">
                <a:solidFill>
                  <a:schemeClr val="bg1"/>
                </a:solidFill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1" name="ïṡ1ïďè"/>
              <p:cNvGrpSpPr/>
              <p:nvPr/>
            </p:nvGrpSpPr>
            <p:grpSpPr>
              <a:xfrm>
                <a:off x="5200290" y="2591079"/>
                <a:ext cx="598755" cy="635253"/>
                <a:chOff x="4175125" y="2278063"/>
                <a:chExt cx="260350" cy="276225"/>
              </a:xfrm>
              <a:solidFill>
                <a:schemeClr val="bg1"/>
              </a:solidFill>
            </p:grpSpPr>
            <p:sp>
              <p:nvSpPr>
                <p:cNvPr id="37" name="ïšľïdé"/>
                <p:cNvSpPr/>
                <p:nvPr/>
              </p:nvSpPr>
              <p:spPr bwMode="auto">
                <a:xfrm>
                  <a:off x="4203700" y="2295526"/>
                  <a:ext cx="33338" cy="38100"/>
                </a:xfrm>
                <a:custGeom>
                  <a:avLst/>
                  <a:gdLst/>
                  <a:ahLst/>
                  <a:cxnLst>
                    <a:cxn ang="0">
                      <a:pos x="11" y="25"/>
                    </a:cxn>
                    <a:cxn ang="0">
                      <a:pos x="2" y="17"/>
                    </a:cxn>
                    <a:cxn ang="0">
                      <a:pos x="2" y="16"/>
                    </a:cxn>
                    <a:cxn ang="0">
                      <a:pos x="1" y="16"/>
                    </a:cxn>
                    <a:cxn ang="0">
                      <a:pos x="0" y="12"/>
                    </a:cxn>
                    <a:cxn ang="0">
                      <a:pos x="1" y="11"/>
                    </a:cxn>
                    <a:cxn ang="0">
                      <a:pos x="1" y="11"/>
                    </a:cxn>
                    <a:cxn ang="0">
                      <a:pos x="2" y="10"/>
                    </a:cxn>
                    <a:cxn ang="0">
                      <a:pos x="11" y="0"/>
                    </a:cxn>
                    <a:cxn ang="0">
                      <a:pos x="21" y="11"/>
                    </a:cxn>
                    <a:cxn ang="0">
                      <a:pos x="21" y="11"/>
                    </a:cxn>
                    <a:cxn ang="0">
                      <a:pos x="21" y="11"/>
                    </a:cxn>
                    <a:cxn ang="0">
                      <a:pos x="22" y="12"/>
                    </a:cxn>
                    <a:cxn ang="0">
                      <a:pos x="20" y="16"/>
                    </a:cxn>
                    <a:cxn ang="0">
                      <a:pos x="20" y="16"/>
                    </a:cxn>
                    <a:cxn ang="0">
                      <a:pos x="20" y="16"/>
                    </a:cxn>
                    <a:cxn ang="0">
                      <a:pos x="11" y="25"/>
                    </a:cxn>
                  </a:cxnLst>
                  <a:rect l="0" t="0" r="r" b="b"/>
                  <a:pathLst>
                    <a:path w="22" h="25">
                      <a:moveTo>
                        <a:pt x="11" y="25"/>
                      </a:moveTo>
                      <a:cubicBezTo>
                        <a:pt x="5" y="25"/>
                        <a:pt x="3" y="19"/>
                        <a:pt x="2" y="17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1" y="16"/>
                        <a:pt x="1" y="16"/>
                        <a:pt x="1" y="16"/>
                      </a:cubicBezTo>
                      <a:cubicBezTo>
                        <a:pt x="0" y="16"/>
                        <a:pt x="0" y="14"/>
                        <a:pt x="0" y="12"/>
                      </a:cubicBezTo>
                      <a:cubicBezTo>
                        <a:pt x="0" y="12"/>
                        <a:pt x="0" y="12"/>
                        <a:pt x="1" y="11"/>
                      </a:cubicBezTo>
                      <a:cubicBezTo>
                        <a:pt x="1" y="11"/>
                        <a:pt x="1" y="11"/>
                        <a:pt x="1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5"/>
                        <a:pt x="6" y="0"/>
                        <a:pt x="11" y="0"/>
                      </a:cubicBezTo>
                      <a:cubicBezTo>
                        <a:pt x="16" y="0"/>
                        <a:pt x="20" y="5"/>
                        <a:pt x="21" y="11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2" y="12"/>
                        <a:pt x="22" y="12"/>
                        <a:pt x="22" y="12"/>
                      </a:cubicBezTo>
                      <a:cubicBezTo>
                        <a:pt x="22" y="14"/>
                        <a:pt x="21" y="15"/>
                        <a:pt x="20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19" y="19"/>
                        <a:pt x="17" y="25"/>
                        <a:pt x="11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8" name="íSḻiḓè"/>
                <p:cNvSpPr/>
                <p:nvPr/>
              </p:nvSpPr>
              <p:spPr bwMode="auto">
                <a:xfrm>
                  <a:off x="4371975" y="2295526"/>
                  <a:ext cx="34925" cy="38100"/>
                </a:xfrm>
                <a:custGeom>
                  <a:avLst/>
                  <a:gdLst/>
                  <a:ahLst/>
                  <a:cxnLst>
                    <a:cxn ang="0">
                      <a:pos x="12" y="25"/>
                    </a:cxn>
                    <a:cxn ang="0">
                      <a:pos x="3" y="17"/>
                    </a:cxn>
                    <a:cxn ang="0">
                      <a:pos x="3" y="16"/>
                    </a:cxn>
                    <a:cxn ang="0">
                      <a:pos x="2" y="16"/>
                    </a:cxn>
                    <a:cxn ang="0">
                      <a:pos x="0" y="12"/>
                    </a:cxn>
                    <a:cxn ang="0">
                      <a:pos x="1" y="11"/>
                    </a:cxn>
                    <a:cxn ang="0">
                      <a:pos x="2" y="11"/>
                    </a:cxn>
                    <a:cxn ang="0">
                      <a:pos x="2" y="10"/>
                    </a:cxn>
                    <a:cxn ang="0">
                      <a:pos x="12" y="0"/>
                    </a:cxn>
                    <a:cxn ang="0">
                      <a:pos x="21" y="11"/>
                    </a:cxn>
                    <a:cxn ang="0">
                      <a:pos x="21" y="11"/>
                    </a:cxn>
                    <a:cxn ang="0">
                      <a:pos x="22" y="11"/>
                    </a:cxn>
                    <a:cxn ang="0">
                      <a:pos x="23" y="12"/>
                    </a:cxn>
                    <a:cxn ang="0">
                      <a:pos x="21" y="16"/>
                    </a:cxn>
                    <a:cxn ang="0">
                      <a:pos x="21" y="16"/>
                    </a:cxn>
                    <a:cxn ang="0">
                      <a:pos x="20" y="16"/>
                    </a:cxn>
                    <a:cxn ang="0">
                      <a:pos x="12" y="25"/>
                    </a:cxn>
                  </a:cxnLst>
                  <a:rect l="0" t="0" r="r" b="b"/>
                  <a:pathLst>
                    <a:path w="23" h="25">
                      <a:moveTo>
                        <a:pt x="12" y="25"/>
                      </a:moveTo>
                      <a:cubicBezTo>
                        <a:pt x="6" y="25"/>
                        <a:pt x="3" y="19"/>
                        <a:pt x="3" y="17"/>
                      </a:cubicBezTo>
                      <a:cubicBezTo>
                        <a:pt x="3" y="16"/>
                        <a:pt x="3" y="16"/>
                        <a:pt x="3" y="16"/>
                      </a:cubicBezTo>
                      <a:cubicBezTo>
                        <a:pt x="2" y="16"/>
                        <a:pt x="2" y="16"/>
                        <a:pt x="2" y="16"/>
                      </a:cubicBezTo>
                      <a:cubicBezTo>
                        <a:pt x="1" y="16"/>
                        <a:pt x="0" y="14"/>
                        <a:pt x="0" y="12"/>
                      </a:cubicBezTo>
                      <a:cubicBezTo>
                        <a:pt x="0" y="12"/>
                        <a:pt x="1" y="12"/>
                        <a:pt x="1" y="11"/>
                      </a:cubicBezTo>
                      <a:cubicBezTo>
                        <a:pt x="2" y="11"/>
                        <a:pt x="2" y="11"/>
                        <a:pt x="2" y="11"/>
                      </a:cubicBezTo>
                      <a:cubicBezTo>
                        <a:pt x="2" y="10"/>
                        <a:pt x="2" y="10"/>
                        <a:pt x="2" y="10"/>
                      </a:cubicBezTo>
                      <a:cubicBezTo>
                        <a:pt x="2" y="5"/>
                        <a:pt x="6" y="0"/>
                        <a:pt x="12" y="0"/>
                      </a:cubicBezTo>
                      <a:cubicBezTo>
                        <a:pt x="17" y="0"/>
                        <a:pt x="21" y="5"/>
                        <a:pt x="21" y="11"/>
                      </a:cubicBezTo>
                      <a:cubicBezTo>
                        <a:pt x="21" y="11"/>
                        <a:pt x="21" y="11"/>
                        <a:pt x="21" y="11"/>
                      </a:cubicBezTo>
                      <a:cubicBezTo>
                        <a:pt x="22" y="11"/>
                        <a:pt x="22" y="11"/>
                        <a:pt x="22" y="11"/>
                      </a:cubicBezTo>
                      <a:cubicBezTo>
                        <a:pt x="22" y="12"/>
                        <a:pt x="23" y="12"/>
                        <a:pt x="23" y="12"/>
                      </a:cubicBezTo>
                      <a:cubicBezTo>
                        <a:pt x="23" y="14"/>
                        <a:pt x="22" y="15"/>
                        <a:pt x="21" y="16"/>
                      </a:cubicBezTo>
                      <a:cubicBezTo>
                        <a:pt x="21" y="16"/>
                        <a:pt x="21" y="16"/>
                        <a:pt x="21" y="16"/>
                      </a:cubicBezTo>
                      <a:cubicBezTo>
                        <a:pt x="20" y="16"/>
                        <a:pt x="20" y="16"/>
                        <a:pt x="20" y="16"/>
                      </a:cubicBezTo>
                      <a:cubicBezTo>
                        <a:pt x="20" y="19"/>
                        <a:pt x="18" y="25"/>
                        <a:pt x="12" y="25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39" name="îSlîdé"/>
                <p:cNvSpPr/>
                <p:nvPr/>
              </p:nvSpPr>
              <p:spPr bwMode="auto">
                <a:xfrm>
                  <a:off x="4183063" y="2339976"/>
                  <a:ext cx="69850" cy="141288"/>
                </a:xfrm>
                <a:custGeom>
                  <a:avLst/>
                  <a:gdLst/>
                  <a:ahLst/>
                  <a:cxnLst>
                    <a:cxn ang="0">
                      <a:pos x="32" y="94"/>
                    </a:cxn>
                    <a:cxn ang="0">
                      <a:pos x="27" y="89"/>
                    </a:cxn>
                    <a:cxn ang="0">
                      <a:pos x="27" y="48"/>
                    </a:cxn>
                    <a:cxn ang="0">
                      <a:pos x="22" y="48"/>
                    </a:cxn>
                    <a:cxn ang="0">
                      <a:pos x="22" y="89"/>
                    </a:cxn>
                    <a:cxn ang="0">
                      <a:pos x="17" y="94"/>
                    </a:cxn>
                    <a:cxn ang="0">
                      <a:pos x="12" y="89"/>
                    </a:cxn>
                    <a:cxn ang="0">
                      <a:pos x="12" y="45"/>
                    </a:cxn>
                    <a:cxn ang="0">
                      <a:pos x="12" y="42"/>
                    </a:cxn>
                    <a:cxn ang="0">
                      <a:pos x="12" y="13"/>
                    </a:cxn>
                    <a:cxn ang="0">
                      <a:pos x="11" y="13"/>
                    </a:cxn>
                    <a:cxn ang="0">
                      <a:pos x="11" y="13"/>
                    </a:cxn>
                    <a:cxn ang="0">
                      <a:pos x="7" y="28"/>
                    </a:cxn>
                    <a:cxn ang="0">
                      <a:pos x="8" y="44"/>
                    </a:cxn>
                    <a:cxn ang="0">
                      <a:pos x="7" y="47"/>
                    </a:cxn>
                    <a:cxn ang="0">
                      <a:pos x="5" y="48"/>
                    </a:cxn>
                    <a:cxn ang="0">
                      <a:pos x="5" y="48"/>
                    </a:cxn>
                    <a:cxn ang="0">
                      <a:pos x="2" y="44"/>
                    </a:cxn>
                    <a:cxn ang="0">
                      <a:pos x="1" y="44"/>
                    </a:cxn>
                    <a:cxn ang="0">
                      <a:pos x="1" y="28"/>
                    </a:cxn>
                    <a:cxn ang="0">
                      <a:pos x="7" y="4"/>
                    </a:cxn>
                    <a:cxn ang="0">
                      <a:pos x="16" y="1"/>
                    </a:cxn>
                    <a:cxn ang="0">
                      <a:pos x="17" y="0"/>
                    </a:cxn>
                    <a:cxn ang="0">
                      <a:pos x="21" y="14"/>
                    </a:cxn>
                    <a:cxn ang="0">
                      <a:pos x="23" y="17"/>
                    </a:cxn>
                    <a:cxn ang="0">
                      <a:pos x="23" y="13"/>
                    </a:cxn>
                    <a:cxn ang="0">
                      <a:pos x="24" y="5"/>
                    </a:cxn>
                    <a:cxn ang="0">
                      <a:pos x="25" y="4"/>
                    </a:cxn>
                    <a:cxn ang="0">
                      <a:pos x="24" y="2"/>
                    </a:cxn>
                    <a:cxn ang="0">
                      <a:pos x="25" y="1"/>
                    </a:cxn>
                    <a:cxn ang="0">
                      <a:pos x="25" y="1"/>
                    </a:cxn>
                    <a:cxn ang="0">
                      <a:pos x="26" y="2"/>
                    </a:cxn>
                    <a:cxn ang="0">
                      <a:pos x="25" y="4"/>
                    </a:cxn>
                    <a:cxn ang="0">
                      <a:pos x="25" y="5"/>
                    </a:cxn>
                    <a:cxn ang="0">
                      <a:pos x="27" y="13"/>
                    </a:cxn>
                    <a:cxn ang="0">
                      <a:pos x="27" y="17"/>
                    </a:cxn>
                    <a:cxn ang="0">
                      <a:pos x="29" y="14"/>
                    </a:cxn>
                    <a:cxn ang="0">
                      <a:pos x="33" y="0"/>
                    </a:cxn>
                    <a:cxn ang="0">
                      <a:pos x="34" y="1"/>
                    </a:cxn>
                    <a:cxn ang="0">
                      <a:pos x="43" y="4"/>
                    </a:cxn>
                    <a:cxn ang="0">
                      <a:pos x="47" y="13"/>
                    </a:cxn>
                    <a:cxn ang="0">
                      <a:pos x="43" y="34"/>
                    </a:cxn>
                    <a:cxn ang="0">
                      <a:pos x="43" y="48"/>
                    </a:cxn>
                    <a:cxn ang="0">
                      <a:pos x="42" y="44"/>
                    </a:cxn>
                    <a:cxn ang="0">
                      <a:pos x="42" y="44"/>
                    </a:cxn>
                    <a:cxn ang="0">
                      <a:pos x="42" y="28"/>
                    </a:cxn>
                    <a:cxn ang="0">
                      <a:pos x="40" y="13"/>
                    </a:cxn>
                    <a:cxn ang="0">
                      <a:pos x="38" y="14"/>
                    </a:cxn>
                    <a:cxn ang="0">
                      <a:pos x="38" y="42"/>
                    </a:cxn>
                    <a:cxn ang="0">
                      <a:pos x="37" y="44"/>
                    </a:cxn>
                    <a:cxn ang="0">
                      <a:pos x="37" y="89"/>
                    </a:cxn>
                    <a:cxn ang="0">
                      <a:pos x="32" y="94"/>
                    </a:cxn>
                  </a:cxnLst>
                  <a:rect l="0" t="0" r="r" b="b"/>
                  <a:pathLst>
                    <a:path w="47" h="94">
                      <a:moveTo>
                        <a:pt x="32" y="94"/>
                      </a:moveTo>
                      <a:cubicBezTo>
                        <a:pt x="30" y="94"/>
                        <a:pt x="27" y="92"/>
                        <a:pt x="27" y="89"/>
                      </a:cubicBezTo>
                      <a:cubicBezTo>
                        <a:pt x="27" y="48"/>
                        <a:pt x="27" y="48"/>
                        <a:pt x="27" y="48"/>
                      </a:cubicBezTo>
                      <a:cubicBezTo>
                        <a:pt x="22" y="48"/>
                        <a:pt x="22" y="48"/>
                        <a:pt x="22" y="48"/>
                      </a:cubicBezTo>
                      <a:cubicBezTo>
                        <a:pt x="22" y="89"/>
                        <a:pt x="22" y="89"/>
                        <a:pt x="22" y="89"/>
                      </a:cubicBezTo>
                      <a:cubicBezTo>
                        <a:pt x="22" y="92"/>
                        <a:pt x="20" y="94"/>
                        <a:pt x="17" y="94"/>
                      </a:cubicBezTo>
                      <a:cubicBezTo>
                        <a:pt x="15" y="94"/>
                        <a:pt x="12" y="92"/>
                        <a:pt x="12" y="89"/>
                      </a:cubicBezTo>
                      <a:cubicBezTo>
                        <a:pt x="12" y="45"/>
                        <a:pt x="12" y="45"/>
                        <a:pt x="12" y="45"/>
                      </a:cubicBezTo>
                      <a:cubicBezTo>
                        <a:pt x="12" y="44"/>
                        <a:pt x="12" y="43"/>
                        <a:pt x="12" y="42"/>
                      </a:cubicBezTo>
                      <a:cubicBezTo>
                        <a:pt x="12" y="13"/>
                        <a:pt x="12" y="13"/>
                        <a:pt x="12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11" y="13"/>
                        <a:pt x="11" y="13"/>
                        <a:pt x="11" y="13"/>
                      </a:cubicBezTo>
                      <a:cubicBezTo>
                        <a:pt x="9" y="13"/>
                        <a:pt x="7" y="26"/>
                        <a:pt x="7" y="28"/>
                      </a:cubicBezTo>
                      <a:cubicBezTo>
                        <a:pt x="7" y="36"/>
                        <a:pt x="8" y="44"/>
                        <a:pt x="8" y="44"/>
                      </a:cubicBezTo>
                      <a:cubicBezTo>
                        <a:pt x="8" y="46"/>
                        <a:pt x="8" y="46"/>
                        <a:pt x="7" y="47"/>
                      </a:cubicBezTo>
                      <a:cubicBezTo>
                        <a:pt x="7" y="48"/>
                        <a:pt x="6" y="48"/>
                        <a:pt x="5" y="48"/>
                      </a:cubicBezTo>
                      <a:cubicBezTo>
                        <a:pt x="5" y="48"/>
                        <a:pt x="5" y="48"/>
                        <a:pt x="5" y="48"/>
                      </a:cubicBezTo>
                      <a:cubicBezTo>
                        <a:pt x="2" y="48"/>
                        <a:pt x="2" y="47"/>
                        <a:pt x="2" y="44"/>
                      </a:cubicBezTo>
                      <a:cubicBezTo>
                        <a:pt x="1" y="44"/>
                        <a:pt x="1" y="44"/>
                        <a:pt x="1" y="44"/>
                      </a:cubicBezTo>
                      <a:cubicBezTo>
                        <a:pt x="1" y="44"/>
                        <a:pt x="0" y="33"/>
                        <a:pt x="1" y="28"/>
                      </a:cubicBezTo>
                      <a:cubicBezTo>
                        <a:pt x="2" y="9"/>
                        <a:pt x="6" y="5"/>
                        <a:pt x="7" y="4"/>
                      </a:cubicBezTo>
                      <a:cubicBezTo>
                        <a:pt x="8" y="3"/>
                        <a:pt x="11" y="2"/>
                        <a:pt x="16" y="1"/>
                      </a:cubicBezTo>
                      <a:cubicBezTo>
                        <a:pt x="16" y="0"/>
                        <a:pt x="17" y="0"/>
                        <a:pt x="17" y="0"/>
                      </a:cubicBezTo>
                      <a:cubicBezTo>
                        <a:pt x="17" y="3"/>
                        <a:pt x="18" y="8"/>
                        <a:pt x="21" y="14"/>
                      </a:cubicBezTo>
                      <a:cubicBezTo>
                        <a:pt x="23" y="17"/>
                        <a:pt x="23" y="17"/>
                        <a:pt x="23" y="17"/>
                      </a:cubicBezTo>
                      <a:cubicBezTo>
                        <a:pt x="23" y="13"/>
                        <a:pt x="23" y="13"/>
                        <a:pt x="23" y="13"/>
                      </a:cubicBezTo>
                      <a:cubicBezTo>
                        <a:pt x="24" y="9"/>
                        <a:pt x="24" y="5"/>
                        <a:pt x="24" y="5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24" y="2"/>
                        <a:pt x="24" y="2"/>
                        <a:pt x="24" y="2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5" y="1"/>
                        <a:pt x="25" y="1"/>
                        <a:pt x="25" y="1"/>
                      </a:cubicBezTo>
                      <a:cubicBezTo>
                        <a:pt x="26" y="2"/>
                        <a:pt x="26" y="2"/>
                        <a:pt x="26" y="2"/>
                      </a:cubicBezTo>
                      <a:cubicBezTo>
                        <a:pt x="25" y="4"/>
                        <a:pt x="25" y="4"/>
                        <a:pt x="25" y="4"/>
                      </a:cubicBezTo>
                      <a:cubicBezTo>
                        <a:pt x="25" y="5"/>
                        <a:pt x="25" y="5"/>
                        <a:pt x="25" y="5"/>
                      </a:cubicBezTo>
                      <a:cubicBezTo>
                        <a:pt x="25" y="5"/>
                        <a:pt x="26" y="9"/>
                        <a:pt x="27" y="13"/>
                      </a:cubicBezTo>
                      <a:cubicBezTo>
                        <a:pt x="27" y="17"/>
                        <a:pt x="27" y="17"/>
                        <a:pt x="27" y="17"/>
                      </a:cubicBezTo>
                      <a:cubicBezTo>
                        <a:pt x="29" y="14"/>
                        <a:pt x="29" y="14"/>
                        <a:pt x="29" y="14"/>
                      </a:cubicBezTo>
                      <a:cubicBezTo>
                        <a:pt x="31" y="8"/>
                        <a:pt x="32" y="3"/>
                        <a:pt x="33" y="0"/>
                      </a:cubicBezTo>
                      <a:cubicBezTo>
                        <a:pt x="33" y="0"/>
                        <a:pt x="34" y="0"/>
                        <a:pt x="34" y="1"/>
                      </a:cubicBezTo>
                      <a:cubicBezTo>
                        <a:pt x="38" y="2"/>
                        <a:pt x="41" y="3"/>
                        <a:pt x="43" y="4"/>
                      </a:cubicBezTo>
                      <a:cubicBezTo>
                        <a:pt x="43" y="4"/>
                        <a:pt x="45" y="7"/>
                        <a:pt x="47" y="13"/>
                      </a:cubicBezTo>
                      <a:cubicBezTo>
                        <a:pt x="45" y="19"/>
                        <a:pt x="44" y="26"/>
                        <a:pt x="43" y="34"/>
                      </a:cubicBezTo>
                      <a:cubicBezTo>
                        <a:pt x="43" y="37"/>
                        <a:pt x="43" y="42"/>
                        <a:pt x="43" y="48"/>
                      </a:cubicBezTo>
                      <a:cubicBezTo>
                        <a:pt x="42" y="47"/>
                        <a:pt x="42" y="45"/>
                        <a:pt x="42" y="44"/>
                      </a:cubicBezTo>
                      <a:cubicBezTo>
                        <a:pt x="42" y="44"/>
                        <a:pt x="42" y="44"/>
                        <a:pt x="42" y="44"/>
                      </a:cubicBezTo>
                      <a:cubicBezTo>
                        <a:pt x="42" y="44"/>
                        <a:pt x="43" y="36"/>
                        <a:pt x="42" y="28"/>
                      </a:cubicBezTo>
                      <a:cubicBezTo>
                        <a:pt x="42" y="26"/>
                        <a:pt x="41" y="16"/>
                        <a:pt x="40" y="13"/>
                      </a:cubicBezTo>
                      <a:cubicBezTo>
                        <a:pt x="38" y="14"/>
                        <a:pt x="38" y="14"/>
                        <a:pt x="38" y="14"/>
                      </a:cubicBezTo>
                      <a:cubicBezTo>
                        <a:pt x="38" y="42"/>
                        <a:pt x="38" y="42"/>
                        <a:pt x="38" y="42"/>
                      </a:cubicBezTo>
                      <a:cubicBezTo>
                        <a:pt x="38" y="43"/>
                        <a:pt x="38" y="44"/>
                        <a:pt x="37" y="44"/>
                      </a:cubicBezTo>
                      <a:cubicBezTo>
                        <a:pt x="37" y="89"/>
                        <a:pt x="37" y="89"/>
                        <a:pt x="37" y="89"/>
                      </a:cubicBezTo>
                      <a:cubicBezTo>
                        <a:pt x="37" y="92"/>
                        <a:pt x="35" y="94"/>
                        <a:pt x="32" y="9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0" name="işḷiḑè"/>
                <p:cNvSpPr/>
                <p:nvPr/>
              </p:nvSpPr>
              <p:spPr bwMode="auto">
                <a:xfrm>
                  <a:off x="4356100" y="2339976"/>
                  <a:ext cx="69850" cy="141288"/>
                </a:xfrm>
                <a:custGeom>
                  <a:avLst/>
                  <a:gdLst/>
                  <a:ahLst/>
                  <a:cxnLst>
                    <a:cxn ang="0">
                      <a:pos x="29" y="94"/>
                    </a:cxn>
                    <a:cxn ang="0">
                      <a:pos x="24" y="89"/>
                    </a:cxn>
                    <a:cxn ang="0">
                      <a:pos x="24" y="48"/>
                    </a:cxn>
                    <a:cxn ang="0">
                      <a:pos x="19" y="48"/>
                    </a:cxn>
                    <a:cxn ang="0">
                      <a:pos x="19" y="89"/>
                    </a:cxn>
                    <a:cxn ang="0">
                      <a:pos x="14" y="94"/>
                    </a:cxn>
                    <a:cxn ang="0">
                      <a:pos x="9" y="89"/>
                    </a:cxn>
                    <a:cxn ang="0">
                      <a:pos x="9" y="45"/>
                    </a:cxn>
                    <a:cxn ang="0">
                      <a:pos x="9" y="42"/>
                    </a:cxn>
                    <a:cxn ang="0">
                      <a:pos x="9" y="12"/>
                    </a:cxn>
                    <a:cxn ang="0">
                      <a:pos x="7" y="13"/>
                    </a:cxn>
                    <a:cxn ang="0">
                      <a:pos x="7" y="13"/>
                    </a:cxn>
                    <a:cxn ang="0">
                      <a:pos x="4" y="28"/>
                    </a:cxn>
                    <a:cxn ang="0">
                      <a:pos x="5" y="44"/>
                    </a:cxn>
                    <a:cxn ang="0">
                      <a:pos x="3" y="48"/>
                    </a:cxn>
                    <a:cxn ang="0">
                      <a:pos x="3" y="34"/>
                    </a:cxn>
                    <a:cxn ang="0">
                      <a:pos x="0" y="13"/>
                    </a:cxn>
                    <a:cxn ang="0">
                      <a:pos x="4" y="4"/>
                    </a:cxn>
                    <a:cxn ang="0">
                      <a:pos x="12" y="1"/>
                    </a:cxn>
                    <a:cxn ang="0">
                      <a:pos x="14" y="0"/>
                    </a:cxn>
                    <a:cxn ang="0">
                      <a:pos x="18" y="14"/>
                    </a:cxn>
                    <a:cxn ang="0">
                      <a:pos x="19" y="17"/>
                    </a:cxn>
                    <a:cxn ang="0">
                      <a:pos x="20" y="13"/>
                    </a:cxn>
                    <a:cxn ang="0">
                      <a:pos x="21" y="5"/>
                    </a:cxn>
                    <a:cxn ang="0">
                      <a:pos x="21" y="4"/>
                    </a:cxn>
                    <a:cxn ang="0">
                      <a:pos x="20" y="2"/>
                    </a:cxn>
                    <a:cxn ang="0">
                      <a:pos x="21" y="1"/>
                    </a:cxn>
                    <a:cxn ang="0">
                      <a:pos x="22" y="1"/>
                    </a:cxn>
                    <a:cxn ang="0">
                      <a:pos x="23" y="2"/>
                    </a:cxn>
                    <a:cxn ang="0">
                      <a:pos x="22" y="4"/>
                    </a:cxn>
                    <a:cxn ang="0">
                      <a:pos x="22" y="5"/>
                    </a:cxn>
                    <a:cxn ang="0">
                      <a:pos x="23" y="13"/>
                    </a:cxn>
                    <a:cxn ang="0">
                      <a:pos x="24" y="17"/>
                    </a:cxn>
                    <a:cxn ang="0">
                      <a:pos x="25" y="14"/>
                    </a:cxn>
                    <a:cxn ang="0">
                      <a:pos x="29" y="0"/>
                    </a:cxn>
                    <a:cxn ang="0">
                      <a:pos x="31" y="1"/>
                    </a:cxn>
                    <a:cxn ang="0">
                      <a:pos x="40" y="4"/>
                    </a:cxn>
                    <a:cxn ang="0">
                      <a:pos x="46" y="28"/>
                    </a:cxn>
                    <a:cxn ang="0">
                      <a:pos x="45" y="44"/>
                    </a:cxn>
                    <a:cxn ang="0">
                      <a:pos x="45" y="44"/>
                    </a:cxn>
                    <a:cxn ang="0">
                      <a:pos x="42" y="48"/>
                    </a:cxn>
                    <a:cxn ang="0">
                      <a:pos x="42" y="48"/>
                    </a:cxn>
                    <a:cxn ang="0">
                      <a:pos x="38" y="44"/>
                    </a:cxn>
                    <a:cxn ang="0">
                      <a:pos x="38" y="44"/>
                    </a:cxn>
                    <a:cxn ang="0">
                      <a:pos x="39" y="28"/>
                    </a:cxn>
                    <a:cxn ang="0">
                      <a:pos x="36" y="13"/>
                    </a:cxn>
                    <a:cxn ang="0">
                      <a:pos x="34" y="12"/>
                    </a:cxn>
                    <a:cxn ang="0">
                      <a:pos x="34" y="42"/>
                    </a:cxn>
                    <a:cxn ang="0">
                      <a:pos x="34" y="44"/>
                    </a:cxn>
                    <a:cxn ang="0">
                      <a:pos x="34" y="89"/>
                    </a:cxn>
                    <a:cxn ang="0">
                      <a:pos x="29" y="94"/>
                    </a:cxn>
                  </a:cxnLst>
                  <a:rect l="0" t="0" r="r" b="b"/>
                  <a:pathLst>
                    <a:path w="46" h="94">
                      <a:moveTo>
                        <a:pt x="29" y="94"/>
                      </a:moveTo>
                      <a:cubicBezTo>
                        <a:pt x="26" y="94"/>
                        <a:pt x="24" y="92"/>
                        <a:pt x="24" y="89"/>
                      </a:cubicBezTo>
                      <a:cubicBezTo>
                        <a:pt x="24" y="48"/>
                        <a:pt x="24" y="48"/>
                        <a:pt x="24" y="48"/>
                      </a:cubicBezTo>
                      <a:cubicBezTo>
                        <a:pt x="19" y="48"/>
                        <a:pt x="19" y="48"/>
                        <a:pt x="19" y="48"/>
                      </a:cubicBezTo>
                      <a:cubicBezTo>
                        <a:pt x="19" y="89"/>
                        <a:pt x="19" y="89"/>
                        <a:pt x="19" y="89"/>
                      </a:cubicBezTo>
                      <a:cubicBezTo>
                        <a:pt x="19" y="92"/>
                        <a:pt x="17" y="94"/>
                        <a:pt x="14" y="94"/>
                      </a:cubicBezTo>
                      <a:cubicBezTo>
                        <a:pt x="11" y="94"/>
                        <a:pt x="9" y="92"/>
                        <a:pt x="9" y="89"/>
                      </a:cubicBezTo>
                      <a:cubicBezTo>
                        <a:pt x="9" y="45"/>
                        <a:pt x="9" y="45"/>
                        <a:pt x="9" y="45"/>
                      </a:cubicBezTo>
                      <a:cubicBezTo>
                        <a:pt x="9" y="44"/>
                        <a:pt x="9" y="43"/>
                        <a:pt x="9" y="42"/>
                      </a:cubicBezTo>
                      <a:cubicBezTo>
                        <a:pt x="9" y="12"/>
                        <a:pt x="9" y="12"/>
                        <a:pt x="9" y="12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7" y="13"/>
                        <a:pt x="7" y="13"/>
                        <a:pt x="7" y="13"/>
                      </a:cubicBezTo>
                      <a:cubicBezTo>
                        <a:pt x="5" y="14"/>
                        <a:pt x="4" y="26"/>
                        <a:pt x="4" y="28"/>
                      </a:cubicBezTo>
                      <a:cubicBezTo>
                        <a:pt x="4" y="36"/>
                        <a:pt x="5" y="44"/>
                        <a:pt x="5" y="44"/>
                      </a:cubicBezTo>
                      <a:cubicBezTo>
                        <a:pt x="5" y="45"/>
                        <a:pt x="4" y="47"/>
                        <a:pt x="3" y="48"/>
                      </a:cubicBezTo>
                      <a:cubicBezTo>
                        <a:pt x="3" y="43"/>
                        <a:pt x="4" y="38"/>
                        <a:pt x="3" y="34"/>
                      </a:cubicBezTo>
                      <a:cubicBezTo>
                        <a:pt x="3" y="26"/>
                        <a:pt x="1" y="18"/>
                        <a:pt x="0" y="13"/>
                      </a:cubicBezTo>
                      <a:cubicBezTo>
                        <a:pt x="1" y="7"/>
                        <a:pt x="3" y="4"/>
                        <a:pt x="4" y="4"/>
                      </a:cubicBezTo>
                      <a:cubicBezTo>
                        <a:pt x="6" y="3"/>
                        <a:pt x="9" y="2"/>
                        <a:pt x="12" y="1"/>
                      </a:cubicBezTo>
                      <a:cubicBezTo>
                        <a:pt x="13" y="0"/>
                        <a:pt x="13" y="0"/>
                        <a:pt x="14" y="0"/>
                      </a:cubicBezTo>
                      <a:cubicBezTo>
                        <a:pt x="14" y="3"/>
                        <a:pt x="15" y="8"/>
                        <a:pt x="18" y="14"/>
                      </a:cubicBezTo>
                      <a:cubicBezTo>
                        <a:pt x="19" y="17"/>
                        <a:pt x="19" y="17"/>
                        <a:pt x="19" y="17"/>
                      </a:cubicBezTo>
                      <a:cubicBezTo>
                        <a:pt x="20" y="13"/>
                        <a:pt x="20" y="13"/>
                        <a:pt x="20" y="13"/>
                      </a:cubicBezTo>
                      <a:cubicBezTo>
                        <a:pt x="20" y="9"/>
                        <a:pt x="21" y="5"/>
                        <a:pt x="21" y="5"/>
                      </a:cubicBezTo>
                      <a:cubicBezTo>
                        <a:pt x="21" y="4"/>
                        <a:pt x="21" y="4"/>
                        <a:pt x="21" y="4"/>
                      </a:cubicBezTo>
                      <a:cubicBezTo>
                        <a:pt x="20" y="2"/>
                        <a:pt x="20" y="2"/>
                        <a:pt x="20" y="2"/>
                      </a:cubicBezTo>
                      <a:cubicBezTo>
                        <a:pt x="21" y="1"/>
                        <a:pt x="21" y="1"/>
                        <a:pt x="21" y="1"/>
                      </a:cubicBezTo>
                      <a:cubicBezTo>
                        <a:pt x="22" y="1"/>
                        <a:pt x="22" y="1"/>
                        <a:pt x="22" y="1"/>
                      </a:cubicBezTo>
                      <a:cubicBezTo>
                        <a:pt x="23" y="2"/>
                        <a:pt x="23" y="2"/>
                        <a:pt x="23" y="2"/>
                      </a:cubicBezTo>
                      <a:cubicBezTo>
                        <a:pt x="22" y="4"/>
                        <a:pt x="22" y="4"/>
                        <a:pt x="22" y="4"/>
                      </a:cubicBezTo>
                      <a:cubicBezTo>
                        <a:pt x="22" y="5"/>
                        <a:pt x="22" y="5"/>
                        <a:pt x="22" y="5"/>
                      </a:cubicBezTo>
                      <a:cubicBezTo>
                        <a:pt x="22" y="5"/>
                        <a:pt x="23" y="9"/>
                        <a:pt x="23" y="13"/>
                      </a:cubicBezTo>
                      <a:cubicBezTo>
                        <a:pt x="24" y="17"/>
                        <a:pt x="24" y="17"/>
                        <a:pt x="24" y="17"/>
                      </a:cubicBezTo>
                      <a:cubicBezTo>
                        <a:pt x="25" y="14"/>
                        <a:pt x="25" y="14"/>
                        <a:pt x="25" y="14"/>
                      </a:cubicBezTo>
                      <a:cubicBezTo>
                        <a:pt x="28" y="8"/>
                        <a:pt x="29" y="3"/>
                        <a:pt x="29" y="0"/>
                      </a:cubicBezTo>
                      <a:cubicBezTo>
                        <a:pt x="30" y="0"/>
                        <a:pt x="30" y="0"/>
                        <a:pt x="31" y="1"/>
                      </a:cubicBezTo>
                      <a:cubicBezTo>
                        <a:pt x="34" y="2"/>
                        <a:pt x="38" y="3"/>
                        <a:pt x="40" y="4"/>
                      </a:cubicBezTo>
                      <a:cubicBezTo>
                        <a:pt x="40" y="5"/>
                        <a:pt x="44" y="9"/>
                        <a:pt x="46" y="28"/>
                      </a:cubicBezTo>
                      <a:cubicBezTo>
                        <a:pt x="46" y="33"/>
                        <a:pt x="45" y="44"/>
                        <a:pt x="45" y="44"/>
                      </a:cubicBezTo>
                      <a:cubicBezTo>
                        <a:pt x="45" y="44"/>
                        <a:pt x="45" y="44"/>
                        <a:pt x="45" y="44"/>
                      </a:cubicBezTo>
                      <a:cubicBezTo>
                        <a:pt x="44" y="47"/>
                        <a:pt x="44" y="48"/>
                        <a:pt x="42" y="48"/>
                      </a:cubicBezTo>
                      <a:cubicBezTo>
                        <a:pt x="42" y="48"/>
                        <a:pt x="42" y="48"/>
                        <a:pt x="42" y="48"/>
                      </a:cubicBezTo>
                      <a:cubicBezTo>
                        <a:pt x="39" y="48"/>
                        <a:pt x="38" y="46"/>
                        <a:pt x="38" y="44"/>
                      </a:cubicBezTo>
                      <a:cubicBezTo>
                        <a:pt x="38" y="44"/>
                        <a:pt x="38" y="44"/>
                        <a:pt x="38" y="44"/>
                      </a:cubicBezTo>
                      <a:cubicBezTo>
                        <a:pt x="38" y="44"/>
                        <a:pt x="39" y="36"/>
                        <a:pt x="39" y="28"/>
                      </a:cubicBezTo>
                      <a:cubicBezTo>
                        <a:pt x="39" y="26"/>
                        <a:pt x="38" y="14"/>
                        <a:pt x="36" y="13"/>
                      </a:cubicBezTo>
                      <a:cubicBezTo>
                        <a:pt x="34" y="12"/>
                        <a:pt x="34" y="12"/>
                        <a:pt x="34" y="12"/>
                      </a:cubicBezTo>
                      <a:cubicBezTo>
                        <a:pt x="34" y="42"/>
                        <a:pt x="34" y="42"/>
                        <a:pt x="34" y="42"/>
                      </a:cubicBezTo>
                      <a:cubicBezTo>
                        <a:pt x="34" y="43"/>
                        <a:pt x="34" y="44"/>
                        <a:pt x="34" y="44"/>
                      </a:cubicBezTo>
                      <a:cubicBezTo>
                        <a:pt x="34" y="89"/>
                        <a:pt x="34" y="89"/>
                        <a:pt x="34" y="89"/>
                      </a:cubicBezTo>
                      <a:cubicBezTo>
                        <a:pt x="34" y="92"/>
                        <a:pt x="32" y="94"/>
                        <a:pt x="29" y="9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1" name="íṩlîḑe"/>
                <p:cNvSpPr/>
                <p:nvPr/>
              </p:nvSpPr>
              <p:spPr bwMode="auto">
                <a:xfrm>
                  <a:off x="4254500" y="2335213"/>
                  <a:ext cx="100013" cy="190500"/>
                </a:xfrm>
                <a:custGeom>
                  <a:avLst/>
                  <a:gdLst/>
                  <a:ahLst/>
                  <a:cxnLst>
                    <a:cxn ang="0">
                      <a:pos x="23" y="126"/>
                    </a:cxn>
                    <a:cxn ang="0">
                      <a:pos x="16" y="120"/>
                    </a:cxn>
                    <a:cxn ang="0">
                      <a:pos x="16" y="60"/>
                    </a:cxn>
                    <a:cxn ang="0">
                      <a:pos x="15" y="56"/>
                    </a:cxn>
                    <a:cxn ang="0">
                      <a:pos x="15" y="17"/>
                    </a:cxn>
                    <a:cxn ang="0">
                      <a:pos x="14" y="18"/>
                    </a:cxn>
                    <a:cxn ang="0">
                      <a:pos x="14" y="18"/>
                    </a:cxn>
                    <a:cxn ang="0">
                      <a:pos x="10" y="38"/>
                    </a:cxn>
                    <a:cxn ang="0">
                      <a:pos x="10" y="60"/>
                    </a:cxn>
                    <a:cxn ang="0">
                      <a:pos x="9" y="64"/>
                    </a:cxn>
                    <a:cxn ang="0">
                      <a:pos x="6" y="65"/>
                    </a:cxn>
                    <a:cxn ang="0">
                      <a:pos x="6" y="65"/>
                    </a:cxn>
                    <a:cxn ang="0">
                      <a:pos x="1" y="60"/>
                    </a:cxn>
                    <a:cxn ang="0">
                      <a:pos x="1" y="59"/>
                    </a:cxn>
                    <a:cxn ang="0">
                      <a:pos x="0" y="38"/>
                    </a:cxn>
                    <a:cxn ang="0">
                      <a:pos x="9" y="6"/>
                    </a:cxn>
                    <a:cxn ang="0">
                      <a:pos x="20" y="1"/>
                    </a:cxn>
                    <a:cxn ang="0">
                      <a:pos x="23" y="0"/>
                    </a:cxn>
                    <a:cxn ang="0">
                      <a:pos x="28" y="19"/>
                    </a:cxn>
                    <a:cxn ang="0">
                      <a:pos x="30" y="22"/>
                    </a:cxn>
                    <a:cxn ang="0">
                      <a:pos x="30" y="18"/>
                    </a:cxn>
                    <a:cxn ang="0">
                      <a:pos x="32" y="7"/>
                    </a:cxn>
                    <a:cxn ang="0">
                      <a:pos x="32" y="6"/>
                    </a:cxn>
                    <a:cxn ang="0">
                      <a:pos x="30" y="3"/>
                    </a:cxn>
                    <a:cxn ang="0">
                      <a:pos x="32" y="2"/>
                    </a:cxn>
                    <a:cxn ang="0">
                      <a:pos x="33" y="2"/>
                    </a:cxn>
                    <a:cxn ang="0">
                      <a:pos x="35" y="3"/>
                    </a:cxn>
                    <a:cxn ang="0">
                      <a:pos x="33" y="6"/>
                    </a:cxn>
                    <a:cxn ang="0">
                      <a:pos x="34" y="7"/>
                    </a:cxn>
                    <a:cxn ang="0">
                      <a:pos x="35" y="18"/>
                    </a:cxn>
                    <a:cxn ang="0">
                      <a:pos x="36" y="22"/>
                    </a:cxn>
                    <a:cxn ang="0">
                      <a:pos x="37" y="19"/>
                    </a:cxn>
                    <a:cxn ang="0">
                      <a:pos x="43" y="0"/>
                    </a:cxn>
                    <a:cxn ang="0">
                      <a:pos x="45" y="1"/>
                    </a:cxn>
                    <a:cxn ang="0">
                      <a:pos x="57" y="6"/>
                    </a:cxn>
                    <a:cxn ang="0">
                      <a:pos x="65" y="38"/>
                    </a:cxn>
                    <a:cxn ang="0">
                      <a:pos x="64" y="59"/>
                    </a:cxn>
                    <a:cxn ang="0">
                      <a:pos x="64" y="60"/>
                    </a:cxn>
                    <a:cxn ang="0">
                      <a:pos x="60" y="65"/>
                    </a:cxn>
                    <a:cxn ang="0">
                      <a:pos x="60" y="65"/>
                    </a:cxn>
                    <a:cxn ang="0">
                      <a:pos x="55" y="60"/>
                    </a:cxn>
                    <a:cxn ang="0">
                      <a:pos x="56" y="38"/>
                    </a:cxn>
                    <a:cxn ang="0">
                      <a:pos x="52" y="18"/>
                    </a:cxn>
                    <a:cxn ang="0">
                      <a:pos x="52" y="18"/>
                    </a:cxn>
                    <a:cxn ang="0">
                      <a:pos x="50" y="17"/>
                    </a:cxn>
                    <a:cxn ang="0">
                      <a:pos x="50" y="56"/>
                    </a:cxn>
                    <a:cxn ang="0">
                      <a:pos x="50" y="60"/>
                    </a:cxn>
                    <a:cxn ang="0">
                      <a:pos x="50" y="120"/>
                    </a:cxn>
                    <a:cxn ang="0">
                      <a:pos x="43" y="126"/>
                    </a:cxn>
                    <a:cxn ang="0">
                      <a:pos x="43" y="126"/>
                    </a:cxn>
                    <a:cxn ang="0">
                      <a:pos x="42" y="126"/>
                    </a:cxn>
                    <a:cxn ang="0">
                      <a:pos x="36" y="120"/>
                    </a:cxn>
                    <a:cxn ang="0">
                      <a:pos x="36" y="65"/>
                    </a:cxn>
                    <a:cxn ang="0">
                      <a:pos x="30" y="65"/>
                    </a:cxn>
                    <a:cxn ang="0">
                      <a:pos x="30" y="120"/>
                    </a:cxn>
                    <a:cxn ang="0">
                      <a:pos x="23" y="126"/>
                    </a:cxn>
                  </a:cxnLst>
                  <a:rect l="0" t="0" r="r" b="b"/>
                  <a:pathLst>
                    <a:path w="66" h="126">
                      <a:moveTo>
                        <a:pt x="23" y="126"/>
                      </a:moveTo>
                      <a:cubicBezTo>
                        <a:pt x="19" y="126"/>
                        <a:pt x="16" y="123"/>
                        <a:pt x="16" y="120"/>
                      </a:cubicBezTo>
                      <a:cubicBezTo>
                        <a:pt x="16" y="60"/>
                        <a:pt x="16" y="60"/>
                        <a:pt x="16" y="60"/>
                      </a:cubicBezTo>
                      <a:cubicBezTo>
                        <a:pt x="16" y="59"/>
                        <a:pt x="15" y="57"/>
                        <a:pt x="15" y="56"/>
                      </a:cubicBezTo>
                      <a:cubicBezTo>
                        <a:pt x="15" y="17"/>
                        <a:pt x="15" y="17"/>
                        <a:pt x="15" y="17"/>
                      </a:cubicBez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4" y="18"/>
                        <a:pt x="14" y="18"/>
                        <a:pt x="14" y="18"/>
                      </a:cubicBezTo>
                      <a:cubicBezTo>
                        <a:pt x="12" y="19"/>
                        <a:pt x="10" y="33"/>
                        <a:pt x="10" y="38"/>
                      </a:cubicBezTo>
                      <a:cubicBezTo>
                        <a:pt x="9" y="48"/>
                        <a:pt x="10" y="60"/>
                        <a:pt x="10" y="60"/>
                      </a:cubicBezTo>
                      <a:cubicBezTo>
                        <a:pt x="10" y="61"/>
                        <a:pt x="10" y="63"/>
                        <a:pt x="9" y="64"/>
                      </a:cubicBezTo>
                      <a:cubicBezTo>
                        <a:pt x="9" y="65"/>
                        <a:pt x="7" y="65"/>
                        <a:pt x="6" y="65"/>
                      </a:cubicBezTo>
                      <a:cubicBezTo>
                        <a:pt x="6" y="65"/>
                        <a:pt x="6" y="65"/>
                        <a:pt x="6" y="65"/>
                      </a:cubicBezTo>
                      <a:cubicBezTo>
                        <a:pt x="3" y="65"/>
                        <a:pt x="2" y="63"/>
                        <a:pt x="1" y="60"/>
                      </a:cubicBezTo>
                      <a:cubicBezTo>
                        <a:pt x="1" y="59"/>
                        <a:pt x="1" y="59"/>
                        <a:pt x="1" y="59"/>
                      </a:cubicBezTo>
                      <a:cubicBezTo>
                        <a:pt x="1" y="59"/>
                        <a:pt x="0" y="45"/>
                        <a:pt x="0" y="38"/>
                      </a:cubicBezTo>
                      <a:cubicBezTo>
                        <a:pt x="2" y="14"/>
                        <a:pt x="7" y="7"/>
                        <a:pt x="9" y="6"/>
                      </a:cubicBezTo>
                      <a:cubicBezTo>
                        <a:pt x="11" y="4"/>
                        <a:pt x="16" y="3"/>
                        <a:pt x="20" y="1"/>
                      </a:cubicBezTo>
                      <a:cubicBezTo>
                        <a:pt x="21" y="1"/>
                        <a:pt x="22" y="1"/>
                        <a:pt x="23" y="0"/>
                      </a:cubicBezTo>
                      <a:cubicBezTo>
                        <a:pt x="23" y="4"/>
                        <a:pt x="24" y="11"/>
                        <a:pt x="28" y="19"/>
                      </a:cubicBezTo>
                      <a:cubicBezTo>
                        <a:pt x="30" y="22"/>
                        <a:pt x="30" y="22"/>
                        <a:pt x="30" y="22"/>
                      </a:cubicBezTo>
                      <a:cubicBezTo>
                        <a:pt x="30" y="18"/>
                        <a:pt x="30" y="18"/>
                        <a:pt x="30" y="18"/>
                      </a:cubicBezTo>
                      <a:cubicBezTo>
                        <a:pt x="31" y="13"/>
                        <a:pt x="32" y="7"/>
                        <a:pt x="32" y="7"/>
                      </a:cubicBezTo>
                      <a:cubicBezTo>
                        <a:pt x="32" y="6"/>
                        <a:pt x="32" y="6"/>
                        <a:pt x="32" y="6"/>
                      </a:cubicBezTo>
                      <a:cubicBezTo>
                        <a:pt x="30" y="3"/>
                        <a:pt x="30" y="3"/>
                        <a:pt x="30" y="3"/>
                      </a:cubicBezTo>
                      <a:cubicBezTo>
                        <a:pt x="32" y="2"/>
                        <a:pt x="32" y="2"/>
                        <a:pt x="32" y="2"/>
                      </a:cubicBezTo>
                      <a:cubicBezTo>
                        <a:pt x="33" y="2"/>
                        <a:pt x="33" y="2"/>
                        <a:pt x="33" y="2"/>
                      </a:cubicBezTo>
                      <a:cubicBezTo>
                        <a:pt x="35" y="3"/>
                        <a:pt x="35" y="3"/>
                        <a:pt x="35" y="3"/>
                      </a:cubicBezTo>
                      <a:cubicBezTo>
                        <a:pt x="33" y="6"/>
                        <a:pt x="33" y="6"/>
                        <a:pt x="33" y="6"/>
                      </a:cubicBezTo>
                      <a:cubicBezTo>
                        <a:pt x="34" y="7"/>
                        <a:pt x="34" y="7"/>
                        <a:pt x="34" y="7"/>
                      </a:cubicBezTo>
                      <a:cubicBezTo>
                        <a:pt x="34" y="8"/>
                        <a:pt x="35" y="13"/>
                        <a:pt x="35" y="18"/>
                      </a:cubicBezTo>
                      <a:cubicBezTo>
                        <a:pt x="36" y="22"/>
                        <a:pt x="36" y="22"/>
                        <a:pt x="36" y="22"/>
                      </a:cubicBezTo>
                      <a:cubicBezTo>
                        <a:pt x="37" y="19"/>
                        <a:pt x="37" y="19"/>
                        <a:pt x="37" y="19"/>
                      </a:cubicBezTo>
                      <a:cubicBezTo>
                        <a:pt x="41" y="11"/>
                        <a:pt x="42" y="4"/>
                        <a:pt x="43" y="0"/>
                      </a:cubicBezTo>
                      <a:cubicBezTo>
                        <a:pt x="44" y="1"/>
                        <a:pt x="44" y="1"/>
                        <a:pt x="45" y="1"/>
                      </a:cubicBezTo>
                      <a:cubicBezTo>
                        <a:pt x="49" y="3"/>
                        <a:pt x="54" y="4"/>
                        <a:pt x="57" y="6"/>
                      </a:cubicBezTo>
                      <a:cubicBezTo>
                        <a:pt x="58" y="7"/>
                        <a:pt x="63" y="13"/>
                        <a:pt x="65" y="38"/>
                      </a:cubicBezTo>
                      <a:cubicBezTo>
                        <a:pt x="66" y="45"/>
                        <a:pt x="64" y="59"/>
                        <a:pt x="64" y="59"/>
                      </a:cubicBezTo>
                      <a:cubicBezTo>
                        <a:pt x="64" y="60"/>
                        <a:pt x="64" y="60"/>
                        <a:pt x="64" y="60"/>
                      </a:cubicBezTo>
                      <a:cubicBezTo>
                        <a:pt x="63" y="63"/>
                        <a:pt x="63" y="65"/>
                        <a:pt x="60" y="65"/>
                      </a:cubicBezTo>
                      <a:cubicBezTo>
                        <a:pt x="60" y="65"/>
                        <a:pt x="60" y="65"/>
                        <a:pt x="60" y="65"/>
                      </a:cubicBezTo>
                      <a:cubicBezTo>
                        <a:pt x="55" y="65"/>
                        <a:pt x="55" y="61"/>
                        <a:pt x="55" y="60"/>
                      </a:cubicBezTo>
                      <a:cubicBezTo>
                        <a:pt x="55" y="60"/>
                        <a:pt x="56" y="48"/>
                        <a:pt x="56" y="38"/>
                      </a:cubicBezTo>
                      <a:cubicBezTo>
                        <a:pt x="55" y="34"/>
                        <a:pt x="54" y="20"/>
                        <a:pt x="52" y="18"/>
                      </a:cubicBezTo>
                      <a:cubicBezTo>
                        <a:pt x="52" y="18"/>
                        <a:pt x="52" y="18"/>
                        <a:pt x="52" y="18"/>
                      </a:cubicBezTo>
                      <a:cubicBezTo>
                        <a:pt x="50" y="17"/>
                        <a:pt x="50" y="17"/>
                        <a:pt x="50" y="17"/>
                      </a:cubicBezTo>
                      <a:cubicBezTo>
                        <a:pt x="50" y="56"/>
                        <a:pt x="50" y="56"/>
                        <a:pt x="50" y="56"/>
                      </a:cubicBezTo>
                      <a:cubicBezTo>
                        <a:pt x="50" y="57"/>
                        <a:pt x="50" y="59"/>
                        <a:pt x="50" y="60"/>
                      </a:cubicBezTo>
                      <a:cubicBezTo>
                        <a:pt x="50" y="120"/>
                        <a:pt x="50" y="120"/>
                        <a:pt x="50" y="120"/>
                      </a:cubicBezTo>
                      <a:cubicBezTo>
                        <a:pt x="50" y="123"/>
                        <a:pt x="47" y="126"/>
                        <a:pt x="43" y="126"/>
                      </a:cubicBezTo>
                      <a:cubicBezTo>
                        <a:pt x="43" y="126"/>
                        <a:pt x="43" y="126"/>
                        <a:pt x="43" y="126"/>
                      </a:cubicBezTo>
                      <a:cubicBezTo>
                        <a:pt x="42" y="126"/>
                        <a:pt x="42" y="126"/>
                        <a:pt x="42" y="126"/>
                      </a:cubicBezTo>
                      <a:cubicBezTo>
                        <a:pt x="39" y="126"/>
                        <a:pt x="36" y="123"/>
                        <a:pt x="36" y="120"/>
                      </a:cubicBezTo>
                      <a:cubicBezTo>
                        <a:pt x="36" y="65"/>
                        <a:pt x="36" y="65"/>
                        <a:pt x="36" y="65"/>
                      </a:cubicBezTo>
                      <a:cubicBezTo>
                        <a:pt x="30" y="65"/>
                        <a:pt x="30" y="65"/>
                        <a:pt x="30" y="65"/>
                      </a:cubicBezTo>
                      <a:cubicBezTo>
                        <a:pt x="30" y="120"/>
                        <a:pt x="30" y="120"/>
                        <a:pt x="30" y="120"/>
                      </a:cubicBezTo>
                      <a:cubicBezTo>
                        <a:pt x="30" y="123"/>
                        <a:pt x="27" y="126"/>
                        <a:pt x="23" y="126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2" name="îŝľïďé"/>
                <p:cNvSpPr/>
                <p:nvPr/>
              </p:nvSpPr>
              <p:spPr bwMode="auto">
                <a:xfrm>
                  <a:off x="4281488" y="2278063"/>
                  <a:ext cx="46038" cy="50800"/>
                </a:xfrm>
                <a:custGeom>
                  <a:avLst/>
                  <a:gdLst/>
                  <a:ahLst/>
                  <a:cxnLst>
                    <a:cxn ang="0">
                      <a:pos x="16" y="34"/>
                    </a:cxn>
                    <a:cxn ang="0">
                      <a:pos x="4" y="22"/>
                    </a:cxn>
                    <a:cxn ang="0">
                      <a:pos x="4" y="22"/>
                    </a:cxn>
                    <a:cxn ang="0">
                      <a:pos x="3" y="21"/>
                    </a:cxn>
                    <a:cxn ang="0">
                      <a:pos x="1" y="17"/>
                    </a:cxn>
                    <a:cxn ang="0">
                      <a:pos x="2" y="15"/>
                    </a:cxn>
                    <a:cxn ang="0">
                      <a:pos x="3" y="15"/>
                    </a:cxn>
                    <a:cxn ang="0">
                      <a:pos x="3" y="14"/>
                    </a:cxn>
                    <a:cxn ang="0">
                      <a:pos x="16" y="0"/>
                    </a:cxn>
                    <a:cxn ang="0">
                      <a:pos x="29" y="14"/>
                    </a:cxn>
                    <a:cxn ang="0">
                      <a:pos x="29" y="15"/>
                    </a:cxn>
                    <a:cxn ang="0">
                      <a:pos x="30" y="15"/>
                    </a:cxn>
                    <a:cxn ang="0">
                      <a:pos x="31" y="17"/>
                    </a:cxn>
                    <a:cxn ang="0">
                      <a:pos x="29" y="21"/>
                    </a:cxn>
                    <a:cxn ang="0">
                      <a:pos x="28" y="22"/>
                    </a:cxn>
                    <a:cxn ang="0">
                      <a:pos x="28" y="22"/>
                    </a:cxn>
                    <a:cxn ang="0">
                      <a:pos x="16" y="34"/>
                    </a:cxn>
                  </a:cxnLst>
                  <a:rect l="0" t="0" r="r" b="b"/>
                  <a:pathLst>
                    <a:path w="31" h="34">
                      <a:moveTo>
                        <a:pt x="16" y="34"/>
                      </a:moveTo>
                      <a:cubicBezTo>
                        <a:pt x="8" y="34"/>
                        <a:pt x="5" y="25"/>
                        <a:pt x="4" y="22"/>
                      </a:cubicBezTo>
                      <a:cubicBezTo>
                        <a:pt x="4" y="22"/>
                        <a:pt x="4" y="22"/>
                        <a:pt x="4" y="22"/>
                      </a:cubicBezTo>
                      <a:cubicBezTo>
                        <a:pt x="3" y="21"/>
                        <a:pt x="3" y="21"/>
                        <a:pt x="3" y="21"/>
                      </a:cubicBezTo>
                      <a:cubicBezTo>
                        <a:pt x="1" y="21"/>
                        <a:pt x="0" y="18"/>
                        <a:pt x="1" y="17"/>
                      </a:cubicBezTo>
                      <a:cubicBezTo>
                        <a:pt x="1" y="16"/>
                        <a:pt x="1" y="15"/>
                        <a:pt x="2" y="15"/>
                      </a:cubicBezTo>
                      <a:cubicBezTo>
                        <a:pt x="3" y="15"/>
                        <a:pt x="3" y="15"/>
                        <a:pt x="3" y="15"/>
                      </a:cubicBezTo>
                      <a:cubicBezTo>
                        <a:pt x="3" y="14"/>
                        <a:pt x="3" y="14"/>
                        <a:pt x="3" y="14"/>
                      </a:cubicBezTo>
                      <a:cubicBezTo>
                        <a:pt x="3" y="6"/>
                        <a:pt x="9" y="0"/>
                        <a:pt x="16" y="0"/>
                      </a:cubicBezTo>
                      <a:cubicBezTo>
                        <a:pt x="23" y="0"/>
                        <a:pt x="28" y="6"/>
                        <a:pt x="29" y="14"/>
                      </a:cubicBezTo>
                      <a:cubicBezTo>
                        <a:pt x="29" y="15"/>
                        <a:pt x="29" y="15"/>
                        <a:pt x="29" y="15"/>
                      </a:cubicBezTo>
                      <a:cubicBezTo>
                        <a:pt x="30" y="15"/>
                        <a:pt x="30" y="15"/>
                        <a:pt x="30" y="15"/>
                      </a:cubicBezTo>
                      <a:cubicBezTo>
                        <a:pt x="30" y="15"/>
                        <a:pt x="31" y="16"/>
                        <a:pt x="31" y="17"/>
                      </a:cubicBezTo>
                      <a:cubicBezTo>
                        <a:pt x="31" y="18"/>
                        <a:pt x="30" y="21"/>
                        <a:pt x="29" y="21"/>
                      </a:cubicBezTo>
                      <a:cubicBezTo>
                        <a:pt x="28" y="22"/>
                        <a:pt x="28" y="22"/>
                        <a:pt x="28" y="22"/>
                      </a:cubicBezTo>
                      <a:cubicBezTo>
                        <a:pt x="28" y="22"/>
                        <a:pt x="28" y="22"/>
                        <a:pt x="28" y="22"/>
                      </a:cubicBezTo>
                      <a:cubicBezTo>
                        <a:pt x="27" y="25"/>
                        <a:pt x="24" y="34"/>
                        <a:pt x="16" y="34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3" name="ïṥliḑe"/>
                <p:cNvSpPr/>
                <p:nvPr/>
              </p:nvSpPr>
              <p:spPr bwMode="auto">
                <a:xfrm>
                  <a:off x="4338638" y="2452688"/>
                  <a:ext cx="23813" cy="11113"/>
                </a:xfrm>
                <a:custGeom>
                  <a:avLst/>
                  <a:gdLst/>
                  <a:ahLst/>
                  <a:cxnLst>
                    <a:cxn ang="0">
                      <a:pos x="8" y="5"/>
                    </a:cxn>
                    <a:cxn ang="0">
                      <a:pos x="7" y="4"/>
                    </a:cxn>
                    <a:cxn ang="0">
                      <a:pos x="0" y="3"/>
                    </a:cxn>
                    <a:cxn ang="0">
                      <a:pos x="0" y="1"/>
                    </a:cxn>
                    <a:cxn ang="0">
                      <a:pos x="9" y="2"/>
                    </a:cxn>
                    <a:cxn ang="0">
                      <a:pos x="10" y="2"/>
                    </a:cxn>
                    <a:cxn ang="0">
                      <a:pos x="10" y="0"/>
                    </a:cxn>
                    <a:cxn ang="0">
                      <a:pos x="16" y="4"/>
                    </a:cxn>
                    <a:cxn ang="0">
                      <a:pos x="8" y="7"/>
                    </a:cxn>
                    <a:cxn ang="0">
                      <a:pos x="8" y="5"/>
                    </a:cxn>
                  </a:cxnLst>
                  <a:rect l="0" t="0" r="r" b="b"/>
                  <a:pathLst>
                    <a:path w="16" h="7">
                      <a:moveTo>
                        <a:pt x="8" y="5"/>
                      </a:moveTo>
                      <a:cubicBezTo>
                        <a:pt x="7" y="4"/>
                        <a:pt x="7" y="4"/>
                        <a:pt x="7" y="4"/>
                      </a:cubicBezTo>
                      <a:cubicBezTo>
                        <a:pt x="5" y="4"/>
                        <a:pt x="2" y="4"/>
                        <a:pt x="0" y="3"/>
                      </a:cubicBezTo>
                      <a:cubicBezTo>
                        <a:pt x="0" y="1"/>
                        <a:pt x="0" y="1"/>
                        <a:pt x="0" y="1"/>
                      </a:cubicBezTo>
                      <a:cubicBezTo>
                        <a:pt x="3" y="1"/>
                        <a:pt x="6" y="1"/>
                        <a:pt x="9" y="2"/>
                      </a:cubicBezTo>
                      <a:cubicBezTo>
                        <a:pt x="10" y="2"/>
                        <a:pt x="10" y="2"/>
                        <a:pt x="10" y="2"/>
                      </a:cubicBezTo>
                      <a:cubicBezTo>
                        <a:pt x="10" y="0"/>
                        <a:pt x="10" y="0"/>
                        <a:pt x="10" y="0"/>
                      </a:cubicBezTo>
                      <a:cubicBezTo>
                        <a:pt x="16" y="4"/>
                        <a:pt x="16" y="4"/>
                        <a:pt x="16" y="4"/>
                      </a:cubicBezTo>
                      <a:cubicBezTo>
                        <a:pt x="8" y="7"/>
                        <a:pt x="8" y="7"/>
                        <a:pt x="8" y="7"/>
                      </a:cubicBezTo>
                      <a:lnTo>
                        <a:pt x="8" y="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4" name="îṩlidè"/>
                <p:cNvSpPr/>
                <p:nvPr/>
              </p:nvSpPr>
              <p:spPr bwMode="auto">
                <a:xfrm>
                  <a:off x="4216400" y="2525713"/>
                  <a:ext cx="142875" cy="28575"/>
                </a:xfrm>
                <a:custGeom>
                  <a:avLst/>
                  <a:gdLst/>
                  <a:ahLst/>
                  <a:cxnLst>
                    <a:cxn ang="0">
                      <a:pos x="59" y="19"/>
                    </a:cxn>
                    <a:cxn ang="0">
                      <a:pos x="22" y="16"/>
                    </a:cxn>
                    <a:cxn ang="0">
                      <a:pos x="14" y="14"/>
                    </a:cxn>
                    <a:cxn ang="0">
                      <a:pos x="14" y="14"/>
                    </a:cxn>
                    <a:cxn ang="0">
                      <a:pos x="9" y="18"/>
                    </a:cxn>
                    <a:cxn ang="0">
                      <a:pos x="0" y="3"/>
                    </a:cxn>
                    <a:cxn ang="0">
                      <a:pos x="27" y="0"/>
                    </a:cxn>
                    <a:cxn ang="0">
                      <a:pos x="23" y="5"/>
                    </a:cxn>
                    <a:cxn ang="0">
                      <a:pos x="24" y="5"/>
                    </a:cxn>
                    <a:cxn ang="0">
                      <a:pos x="28" y="6"/>
                    </a:cxn>
                    <a:cxn ang="0">
                      <a:pos x="59" y="9"/>
                    </a:cxn>
                    <a:cxn ang="0">
                      <a:pos x="91" y="6"/>
                    </a:cxn>
                    <a:cxn ang="0">
                      <a:pos x="88" y="14"/>
                    </a:cxn>
                    <a:cxn ang="0">
                      <a:pos x="95" y="16"/>
                    </a:cxn>
                    <a:cxn ang="0">
                      <a:pos x="91" y="16"/>
                    </a:cxn>
                    <a:cxn ang="0">
                      <a:pos x="59" y="19"/>
                    </a:cxn>
                  </a:cxnLst>
                  <a:rect l="0" t="0" r="r" b="b"/>
                  <a:pathLst>
                    <a:path w="95" h="19">
                      <a:moveTo>
                        <a:pt x="59" y="19"/>
                      </a:moveTo>
                      <a:cubicBezTo>
                        <a:pt x="46" y="19"/>
                        <a:pt x="34" y="18"/>
                        <a:pt x="22" y="16"/>
                      </a:cubicBezTo>
                      <a:cubicBezTo>
                        <a:pt x="20" y="15"/>
                        <a:pt x="17" y="15"/>
                        <a:pt x="14" y="14"/>
                      </a:cubicBezTo>
                      <a:cubicBezTo>
                        <a:pt x="14" y="14"/>
                        <a:pt x="14" y="14"/>
                        <a:pt x="14" y="14"/>
                      </a:cubicBezTo>
                      <a:cubicBezTo>
                        <a:pt x="9" y="18"/>
                        <a:pt x="9" y="18"/>
                        <a:pt x="9" y="18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23" y="5"/>
                        <a:pt x="23" y="5"/>
                        <a:pt x="23" y="5"/>
                      </a:cubicBezTo>
                      <a:cubicBezTo>
                        <a:pt x="24" y="5"/>
                        <a:pt x="24" y="5"/>
                        <a:pt x="24" y="5"/>
                      </a:cubicBezTo>
                      <a:cubicBezTo>
                        <a:pt x="26" y="5"/>
                        <a:pt x="27" y="6"/>
                        <a:pt x="28" y="6"/>
                      </a:cubicBezTo>
                      <a:cubicBezTo>
                        <a:pt x="38" y="8"/>
                        <a:pt x="48" y="9"/>
                        <a:pt x="59" y="9"/>
                      </a:cubicBezTo>
                      <a:cubicBezTo>
                        <a:pt x="70" y="9"/>
                        <a:pt x="80" y="8"/>
                        <a:pt x="91" y="6"/>
                      </a:cubicBezTo>
                      <a:cubicBezTo>
                        <a:pt x="88" y="14"/>
                        <a:pt x="88" y="14"/>
                        <a:pt x="88" y="14"/>
                      </a:cubicBezTo>
                      <a:cubicBezTo>
                        <a:pt x="95" y="16"/>
                        <a:pt x="95" y="16"/>
                        <a:pt x="95" y="16"/>
                      </a:cubicBezTo>
                      <a:cubicBezTo>
                        <a:pt x="94" y="16"/>
                        <a:pt x="92" y="16"/>
                        <a:pt x="91" y="16"/>
                      </a:cubicBezTo>
                      <a:cubicBezTo>
                        <a:pt x="81" y="18"/>
                        <a:pt x="70" y="19"/>
                        <a:pt x="59" y="19"/>
                      </a:cubicBez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5" name="ïśḻíďé"/>
                <p:cNvSpPr/>
                <p:nvPr/>
              </p:nvSpPr>
              <p:spPr bwMode="auto">
                <a:xfrm>
                  <a:off x="4175125" y="2474913"/>
                  <a:ext cx="38100" cy="61913"/>
                </a:xfrm>
                <a:custGeom>
                  <a:avLst/>
                  <a:gdLst/>
                  <a:ahLst/>
                  <a:cxnLst>
                    <a:cxn ang="0">
                      <a:pos x="20" y="41"/>
                    </a:cxn>
                    <a:cxn ang="0">
                      <a:pos x="7" y="33"/>
                    </a:cxn>
                    <a:cxn ang="0">
                      <a:pos x="2" y="27"/>
                    </a:cxn>
                    <a:cxn ang="0">
                      <a:pos x="0" y="19"/>
                    </a:cxn>
                    <a:cxn ang="0">
                      <a:pos x="2" y="10"/>
                    </a:cxn>
                    <a:cxn ang="0">
                      <a:pos x="10" y="3"/>
                    </a:cxn>
                    <a:cxn ang="0">
                      <a:pos x="13" y="0"/>
                    </a:cxn>
                    <a:cxn ang="0">
                      <a:pos x="16" y="7"/>
                    </a:cxn>
                    <a:cxn ang="0">
                      <a:pos x="15" y="8"/>
                    </a:cxn>
                    <a:cxn ang="0">
                      <a:pos x="12" y="12"/>
                    </a:cxn>
                    <a:cxn ang="0">
                      <a:pos x="12" y="15"/>
                    </a:cxn>
                    <a:cxn ang="0">
                      <a:pos x="13" y="19"/>
                    </a:cxn>
                    <a:cxn ang="0">
                      <a:pos x="17" y="24"/>
                    </a:cxn>
                    <a:cxn ang="0">
                      <a:pos x="25" y="30"/>
                    </a:cxn>
                    <a:cxn ang="0">
                      <a:pos x="17" y="31"/>
                    </a:cxn>
                    <a:cxn ang="0">
                      <a:pos x="20" y="41"/>
                    </a:cxn>
                  </a:cxnLst>
                  <a:rect l="0" t="0" r="r" b="b"/>
                  <a:pathLst>
                    <a:path w="25" h="41">
                      <a:moveTo>
                        <a:pt x="20" y="41"/>
                      </a:moveTo>
                      <a:cubicBezTo>
                        <a:pt x="15" y="39"/>
                        <a:pt x="10" y="36"/>
                        <a:pt x="7" y="33"/>
                      </a:cubicBezTo>
                      <a:cubicBezTo>
                        <a:pt x="5" y="31"/>
                        <a:pt x="3" y="29"/>
                        <a:pt x="2" y="27"/>
                      </a:cubicBezTo>
                      <a:cubicBezTo>
                        <a:pt x="0" y="25"/>
                        <a:pt x="0" y="22"/>
                        <a:pt x="0" y="19"/>
                      </a:cubicBezTo>
                      <a:cubicBezTo>
                        <a:pt x="0" y="16"/>
                        <a:pt x="1" y="13"/>
                        <a:pt x="2" y="10"/>
                      </a:cubicBezTo>
                      <a:cubicBezTo>
                        <a:pt x="4" y="7"/>
                        <a:pt x="7" y="5"/>
                        <a:pt x="10" y="3"/>
                      </a:cubicBezTo>
                      <a:cubicBezTo>
                        <a:pt x="11" y="2"/>
                        <a:pt x="12" y="1"/>
                        <a:pt x="13" y="0"/>
                      </a:cubicBezTo>
                      <a:cubicBezTo>
                        <a:pt x="13" y="3"/>
                        <a:pt x="14" y="5"/>
                        <a:pt x="16" y="7"/>
                      </a:cubicBezTo>
                      <a:cubicBezTo>
                        <a:pt x="16" y="7"/>
                        <a:pt x="15" y="8"/>
                        <a:pt x="15" y="8"/>
                      </a:cubicBezTo>
                      <a:cubicBezTo>
                        <a:pt x="14" y="9"/>
                        <a:pt x="13" y="10"/>
                        <a:pt x="12" y="12"/>
                      </a:cubicBezTo>
                      <a:cubicBezTo>
                        <a:pt x="12" y="13"/>
                        <a:pt x="12" y="14"/>
                        <a:pt x="12" y="15"/>
                      </a:cubicBezTo>
                      <a:cubicBezTo>
                        <a:pt x="12" y="17"/>
                        <a:pt x="12" y="18"/>
                        <a:pt x="13" y="19"/>
                      </a:cubicBezTo>
                      <a:cubicBezTo>
                        <a:pt x="14" y="21"/>
                        <a:pt x="15" y="23"/>
                        <a:pt x="17" y="24"/>
                      </a:cubicBezTo>
                      <a:cubicBezTo>
                        <a:pt x="19" y="26"/>
                        <a:pt x="22" y="28"/>
                        <a:pt x="25" y="30"/>
                      </a:cubicBezTo>
                      <a:cubicBezTo>
                        <a:pt x="17" y="31"/>
                        <a:pt x="17" y="31"/>
                        <a:pt x="17" y="31"/>
                      </a:cubicBezTo>
                      <a:lnTo>
                        <a:pt x="20" y="41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6" name="iṣlïḍé"/>
                <p:cNvSpPr/>
                <p:nvPr/>
              </p:nvSpPr>
              <p:spPr bwMode="auto">
                <a:xfrm>
                  <a:off x="4365625" y="2474913"/>
                  <a:ext cx="69850" cy="68263"/>
                </a:xfrm>
                <a:custGeom>
                  <a:avLst/>
                  <a:gdLst/>
                  <a:ahLst/>
                  <a:cxnLst>
                    <a:cxn ang="0">
                      <a:pos x="0" y="43"/>
                    </a:cxn>
                    <a:cxn ang="0">
                      <a:pos x="4" y="29"/>
                    </a:cxn>
                    <a:cxn ang="0">
                      <a:pos x="12" y="34"/>
                    </a:cxn>
                    <a:cxn ang="0">
                      <a:pos x="13" y="34"/>
                    </a:cxn>
                    <a:cxn ang="0">
                      <a:pos x="20" y="30"/>
                    </a:cxn>
                    <a:cxn ang="0">
                      <a:pos x="30" y="23"/>
                    </a:cxn>
                    <a:cxn ang="0">
                      <a:pos x="33" y="19"/>
                    </a:cxn>
                    <a:cxn ang="0">
                      <a:pos x="34" y="15"/>
                    </a:cxn>
                    <a:cxn ang="0">
                      <a:pos x="33" y="11"/>
                    </a:cxn>
                    <a:cxn ang="0">
                      <a:pos x="29" y="7"/>
                    </a:cxn>
                    <a:cxn ang="0">
                      <a:pos x="32" y="0"/>
                    </a:cxn>
                    <a:cxn ang="0">
                      <a:pos x="38" y="5"/>
                    </a:cxn>
                    <a:cxn ang="0">
                      <a:pos x="44" y="11"/>
                    </a:cxn>
                    <a:cxn ang="0">
                      <a:pos x="46" y="19"/>
                    </a:cxn>
                    <a:cxn ang="0">
                      <a:pos x="43" y="28"/>
                    </a:cxn>
                    <a:cxn ang="0">
                      <a:pos x="36" y="35"/>
                    </a:cxn>
                    <a:cxn ang="0">
                      <a:pos x="27" y="41"/>
                    </a:cxn>
                    <a:cxn ang="0">
                      <a:pos x="25" y="41"/>
                    </a:cxn>
                    <a:cxn ang="0">
                      <a:pos x="31" y="45"/>
                    </a:cxn>
                    <a:cxn ang="0">
                      <a:pos x="0" y="43"/>
                    </a:cxn>
                  </a:cxnLst>
                  <a:rect l="0" t="0" r="r" b="b"/>
                  <a:pathLst>
                    <a:path w="46" h="45">
                      <a:moveTo>
                        <a:pt x="0" y="43"/>
                      </a:moveTo>
                      <a:cubicBezTo>
                        <a:pt x="4" y="29"/>
                        <a:pt x="4" y="29"/>
                        <a:pt x="4" y="29"/>
                      </a:cubicBezTo>
                      <a:cubicBezTo>
                        <a:pt x="12" y="34"/>
                        <a:pt x="12" y="34"/>
                        <a:pt x="12" y="34"/>
                      </a:cubicBezTo>
                      <a:cubicBezTo>
                        <a:pt x="13" y="34"/>
                        <a:pt x="13" y="34"/>
                        <a:pt x="13" y="34"/>
                      </a:cubicBezTo>
                      <a:cubicBezTo>
                        <a:pt x="16" y="32"/>
                        <a:pt x="18" y="31"/>
                        <a:pt x="20" y="30"/>
                      </a:cubicBezTo>
                      <a:cubicBezTo>
                        <a:pt x="25" y="28"/>
                        <a:pt x="28" y="25"/>
                        <a:pt x="30" y="23"/>
                      </a:cubicBezTo>
                      <a:cubicBezTo>
                        <a:pt x="31" y="21"/>
                        <a:pt x="32" y="20"/>
                        <a:pt x="33" y="19"/>
                      </a:cubicBezTo>
                      <a:cubicBezTo>
                        <a:pt x="33" y="18"/>
                        <a:pt x="34" y="16"/>
                        <a:pt x="34" y="15"/>
                      </a:cubicBezTo>
                      <a:cubicBezTo>
                        <a:pt x="34" y="14"/>
                        <a:pt x="33" y="13"/>
                        <a:pt x="33" y="11"/>
                      </a:cubicBezTo>
                      <a:cubicBezTo>
                        <a:pt x="32" y="10"/>
                        <a:pt x="31" y="8"/>
                        <a:pt x="29" y="7"/>
                      </a:cubicBezTo>
                      <a:cubicBezTo>
                        <a:pt x="31" y="5"/>
                        <a:pt x="32" y="3"/>
                        <a:pt x="32" y="0"/>
                      </a:cubicBezTo>
                      <a:cubicBezTo>
                        <a:pt x="35" y="2"/>
                        <a:pt x="37" y="3"/>
                        <a:pt x="38" y="5"/>
                      </a:cubicBezTo>
                      <a:cubicBezTo>
                        <a:pt x="41" y="7"/>
                        <a:pt x="42" y="9"/>
                        <a:pt x="44" y="11"/>
                      </a:cubicBezTo>
                      <a:cubicBezTo>
                        <a:pt x="45" y="13"/>
                        <a:pt x="46" y="16"/>
                        <a:pt x="46" y="19"/>
                      </a:cubicBezTo>
                      <a:cubicBezTo>
                        <a:pt x="46" y="22"/>
                        <a:pt x="45" y="25"/>
                        <a:pt x="43" y="28"/>
                      </a:cubicBezTo>
                      <a:cubicBezTo>
                        <a:pt x="41" y="31"/>
                        <a:pt x="39" y="33"/>
                        <a:pt x="36" y="35"/>
                      </a:cubicBezTo>
                      <a:cubicBezTo>
                        <a:pt x="33" y="37"/>
                        <a:pt x="30" y="39"/>
                        <a:pt x="27" y="41"/>
                      </a:cubicBezTo>
                      <a:cubicBezTo>
                        <a:pt x="25" y="41"/>
                        <a:pt x="25" y="41"/>
                        <a:pt x="25" y="41"/>
                      </a:cubicBezTo>
                      <a:cubicBezTo>
                        <a:pt x="31" y="45"/>
                        <a:pt x="31" y="45"/>
                        <a:pt x="31" y="45"/>
                      </a:cubicBezTo>
                      <a:lnTo>
                        <a:pt x="0" y="43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  <p:sp>
              <p:nvSpPr>
                <p:cNvPr id="47" name="íṧľîḑe"/>
                <p:cNvSpPr/>
                <p:nvPr/>
              </p:nvSpPr>
              <p:spPr bwMode="auto">
                <a:xfrm>
                  <a:off x="4246563" y="2452688"/>
                  <a:ext cx="25400" cy="12700"/>
                </a:xfrm>
                <a:custGeom>
                  <a:avLst/>
                  <a:gdLst/>
                  <a:ahLst/>
                  <a:cxnLst>
                    <a:cxn ang="0">
                      <a:pos x="8" y="5"/>
                    </a:cxn>
                    <a:cxn ang="0">
                      <a:pos x="7" y="5"/>
                    </a:cxn>
                    <a:cxn ang="0">
                      <a:pos x="4" y="5"/>
                    </a:cxn>
                    <a:cxn ang="0">
                      <a:pos x="0" y="6"/>
                    </a:cxn>
                    <a:cxn ang="0">
                      <a:pos x="0" y="3"/>
                    </a:cxn>
                    <a:cxn ang="0">
                      <a:pos x="4" y="2"/>
                    </a:cxn>
                    <a:cxn ang="0">
                      <a:pos x="5" y="2"/>
                    </a:cxn>
                    <a:cxn ang="0">
                      <a:pos x="3" y="0"/>
                    </a:cxn>
                    <a:cxn ang="0">
                      <a:pos x="17" y="2"/>
                    </a:cxn>
                    <a:cxn ang="0">
                      <a:pos x="11" y="8"/>
                    </a:cxn>
                    <a:cxn ang="0">
                      <a:pos x="8" y="5"/>
                    </a:cxn>
                  </a:cxnLst>
                  <a:rect l="0" t="0" r="r" b="b"/>
                  <a:pathLst>
                    <a:path w="17" h="8">
                      <a:moveTo>
                        <a:pt x="8" y="5"/>
                      </a:moveTo>
                      <a:cubicBezTo>
                        <a:pt x="7" y="5"/>
                        <a:pt x="7" y="5"/>
                        <a:pt x="7" y="5"/>
                      </a:cubicBezTo>
                      <a:cubicBezTo>
                        <a:pt x="6" y="5"/>
                        <a:pt x="5" y="5"/>
                        <a:pt x="4" y="5"/>
                      </a:cubicBezTo>
                      <a:cubicBezTo>
                        <a:pt x="2" y="6"/>
                        <a:pt x="1" y="6"/>
                        <a:pt x="0" y="6"/>
                      </a:cubicBezTo>
                      <a:cubicBezTo>
                        <a:pt x="0" y="3"/>
                        <a:pt x="0" y="3"/>
                        <a:pt x="0" y="3"/>
                      </a:cubicBezTo>
                      <a:cubicBezTo>
                        <a:pt x="1" y="3"/>
                        <a:pt x="2" y="2"/>
                        <a:pt x="4" y="2"/>
                      </a:cubicBezTo>
                      <a:cubicBezTo>
                        <a:pt x="5" y="2"/>
                        <a:pt x="5" y="2"/>
                        <a:pt x="5" y="2"/>
                      </a:cubicBezTo>
                      <a:cubicBezTo>
                        <a:pt x="3" y="0"/>
                        <a:pt x="3" y="0"/>
                        <a:pt x="3" y="0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1" y="8"/>
                        <a:pt x="11" y="8"/>
                        <a:pt x="11" y="8"/>
                      </a:cubicBezTo>
                      <a:lnTo>
                        <a:pt x="8" y="5"/>
                      </a:lnTo>
                      <a:close/>
                    </a:path>
                  </a:pathLst>
                </a:custGeom>
                <a:grpFill/>
                <a:ln w="9525">
                  <a:noFill/>
                  <a:round/>
                </a:ln>
              </p:spPr>
              <p:txBody>
                <a:bodyPr anchor="ctr"/>
                <a:lstStyle/>
                <a:p>
                  <a:pPr algn="ctr"/>
                </a:p>
              </p:txBody>
            </p:sp>
          </p:grpSp>
          <p:sp>
            <p:nvSpPr>
              <p:cNvPr id="22" name="ïŝ1îḓé"/>
              <p:cNvSpPr/>
              <p:nvPr/>
            </p:nvSpPr>
            <p:spPr bwMode="auto">
              <a:xfrm rot="5400000">
                <a:off x="3854229" y="2780004"/>
                <a:ext cx="257430" cy="257430"/>
              </a:xfrm>
              <a:prstGeom prst="triangle">
                <a:avLst/>
              </a:pr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3" name="íşľîḍe"/>
              <p:cNvSpPr/>
              <p:nvPr/>
            </p:nvSpPr>
            <p:spPr bwMode="auto">
              <a:xfrm rot="5400000">
                <a:off x="6753559" y="2801455"/>
                <a:ext cx="214526" cy="214526"/>
              </a:xfrm>
              <a:prstGeom prst="triangle">
                <a:avLst/>
              </a:pr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4" name="iśľïḓè"/>
              <p:cNvSpPr/>
              <p:nvPr/>
            </p:nvSpPr>
            <p:spPr bwMode="auto">
              <a:xfrm rot="5400000">
                <a:off x="9293076" y="2833635"/>
                <a:ext cx="150168" cy="150168"/>
              </a:xfrm>
              <a:prstGeom prst="triangle">
                <a:avLst/>
              </a:prstGeom>
              <a:solidFill>
                <a:schemeClr val="tx2"/>
              </a:solidFill>
              <a:ln w="9525">
                <a:noFill/>
                <a:round/>
              </a:ln>
            </p:spPr>
            <p:txBody>
              <a:bodyPr anchor="ctr"/>
              <a:lstStyle/>
              <a:p>
                <a:pPr algn="ctr"/>
              </a:p>
            </p:txBody>
          </p:sp>
          <p:grpSp>
            <p:nvGrpSpPr>
              <p:cNvPr id="25" name="íṣlïďé"/>
              <p:cNvGrpSpPr/>
              <p:nvPr/>
            </p:nvGrpSpPr>
            <p:grpSpPr>
              <a:xfrm>
                <a:off x="1155849" y="4130649"/>
                <a:ext cx="2281348" cy="1208296"/>
                <a:chOff x="221553" y="4998859"/>
                <a:chExt cx="2281348" cy="1208296"/>
              </a:xfrm>
            </p:grpSpPr>
            <p:sp>
              <p:nvSpPr>
                <p:cNvPr id="35" name="íśḷïḑe"/>
                <p:cNvSpPr txBox="1"/>
                <p:nvPr/>
              </p:nvSpPr>
              <p:spPr bwMode="auto">
                <a:xfrm>
                  <a:off x="474165" y="4998859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6" name="íS1îḓé"/>
                <p:cNvSpPr txBox="1"/>
                <p:nvPr/>
              </p:nvSpPr>
              <p:spPr bwMode="auto">
                <a:xfrm>
                  <a:off x="221553" y="5508943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  <p:grpSp>
            <p:nvGrpSpPr>
              <p:cNvPr id="26" name="ïṩ1ïḓê"/>
              <p:cNvGrpSpPr/>
              <p:nvPr/>
            </p:nvGrpSpPr>
            <p:grpSpPr>
              <a:xfrm>
                <a:off x="4318787" y="3902893"/>
                <a:ext cx="2281348" cy="1208296"/>
                <a:chOff x="221553" y="4998859"/>
                <a:chExt cx="2281348" cy="1208296"/>
              </a:xfrm>
            </p:grpSpPr>
            <p:sp>
              <p:nvSpPr>
                <p:cNvPr id="33" name="îşḻiḋè"/>
                <p:cNvSpPr txBox="1"/>
                <p:nvPr/>
              </p:nvSpPr>
              <p:spPr bwMode="auto">
                <a:xfrm>
                  <a:off x="474165" y="4998859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4" name="ísļíďê"/>
                <p:cNvSpPr txBox="1"/>
                <p:nvPr/>
              </p:nvSpPr>
              <p:spPr bwMode="auto">
                <a:xfrm>
                  <a:off x="221553" y="5508943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  <p:grpSp>
            <p:nvGrpSpPr>
              <p:cNvPr id="27" name="ïş1íďè"/>
              <p:cNvGrpSpPr/>
              <p:nvPr/>
            </p:nvGrpSpPr>
            <p:grpSpPr>
              <a:xfrm>
                <a:off x="7026276" y="3745985"/>
                <a:ext cx="2281348" cy="1208296"/>
                <a:chOff x="221553" y="4998859"/>
                <a:chExt cx="2281348" cy="1208296"/>
              </a:xfrm>
            </p:grpSpPr>
            <p:sp>
              <p:nvSpPr>
                <p:cNvPr id="31" name="iṥliḓe"/>
                <p:cNvSpPr txBox="1"/>
                <p:nvPr/>
              </p:nvSpPr>
              <p:spPr bwMode="auto">
                <a:xfrm>
                  <a:off x="474165" y="4998859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2" name="iṥ1iḍè"/>
                <p:cNvSpPr txBox="1"/>
                <p:nvPr/>
              </p:nvSpPr>
              <p:spPr bwMode="auto">
                <a:xfrm>
                  <a:off x="221553" y="5508943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  <p:grpSp>
            <p:nvGrpSpPr>
              <p:cNvPr id="28" name="îś1íḓè"/>
              <p:cNvGrpSpPr/>
              <p:nvPr/>
            </p:nvGrpSpPr>
            <p:grpSpPr>
              <a:xfrm>
                <a:off x="9207680" y="1028700"/>
                <a:ext cx="2281348" cy="1208296"/>
                <a:chOff x="221553" y="2448278"/>
                <a:chExt cx="2281348" cy="1208296"/>
              </a:xfrm>
            </p:grpSpPr>
            <p:sp>
              <p:nvSpPr>
                <p:cNvPr id="29" name="iş1ïḍé"/>
                <p:cNvSpPr txBox="1"/>
                <p:nvPr/>
              </p:nvSpPr>
              <p:spPr bwMode="auto">
                <a:xfrm>
                  <a:off x="474165" y="2448278"/>
                  <a:ext cx="1776124" cy="510084"/>
                </a:xfrm>
                <a:prstGeom prst="rect">
                  <a:avLst/>
                </a:prstGeom>
                <a:noFill/>
              </p:spPr>
              <p:txBody>
                <a:bodyPr wrap="none" lIns="90000" tIns="46800" rIns="90000" bIns="46800" anchor="b" anchorCtr="1">
                  <a:normAutofit/>
                </a:bodyPr>
                <a:lstStyle/>
                <a:p>
                  <a:pPr latinLnBrk="0"/>
                  <a:r>
                    <a:rPr lang="en-US" altLang="zh-CN" sz="1600" b="1" dirty="0">
                      <a:effectLst/>
                    </a:rPr>
                    <a:t>Text here</a:t>
                  </a:r>
                  <a:endParaRPr lang="zh-CN" altLang="en-US" sz="1600" b="1" dirty="0">
                    <a:effectLst/>
                  </a:endParaRPr>
                </a:p>
              </p:txBody>
            </p:sp>
            <p:sp>
              <p:nvSpPr>
                <p:cNvPr id="30" name="íṧ1îdè"/>
                <p:cNvSpPr txBox="1"/>
                <p:nvPr/>
              </p:nvSpPr>
              <p:spPr bwMode="auto">
                <a:xfrm>
                  <a:off x="221553" y="2958362"/>
                  <a:ext cx="2281348" cy="698212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 anchorCtr="1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r>
                    <a:rPr lang="en-US" altLang="zh-CN" sz="1000" dirty="0"/>
                    <a:t>Copy paste fonts. Choose the only option to retain text.</a:t>
                  </a:r>
                  <a:endParaRPr lang="en-US" altLang="zh-CN" sz="1000" dirty="0"/>
                </a:p>
              </p:txBody>
            </p:sp>
          </p:grpSp>
        </p:grpSp>
        <p:cxnSp>
          <p:nvCxnSpPr>
            <p:cNvPr id="7" name="直接连接符 6"/>
            <p:cNvCxnSpPr/>
            <p:nvPr/>
          </p:nvCxnSpPr>
          <p:spPr>
            <a:xfrm>
              <a:off x="3981000" y="3442288"/>
              <a:ext cx="0" cy="270133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6858663" y="3442288"/>
              <a:ext cx="0" cy="270133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9327337" y="3442288"/>
              <a:ext cx="0" cy="2701337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9" name="图片 68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956d6f92-007c-4e07-be4a-6d5b24bc535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1574313"/>
            <a:ext cx="10845800" cy="4469743"/>
            <a:chOff x="673100" y="1574313"/>
            <a:chExt cx="10845800" cy="4469743"/>
          </a:xfrm>
        </p:grpSpPr>
        <p:sp>
          <p:nvSpPr>
            <p:cNvPr id="6" name="iṥļîḑe"/>
            <p:cNvSpPr/>
            <p:nvPr/>
          </p:nvSpPr>
          <p:spPr bwMode="auto">
            <a:xfrm>
              <a:off x="4463832" y="2419417"/>
              <a:ext cx="3291071" cy="25756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7" name="îślíḓè"/>
            <p:cNvSpPr/>
            <p:nvPr/>
          </p:nvSpPr>
          <p:spPr bwMode="auto">
            <a:xfrm>
              <a:off x="6114835" y="2419417"/>
              <a:ext cx="1640068" cy="257569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8" name="ïśḻiḋe"/>
            <p:cNvSpPr/>
            <p:nvPr/>
          </p:nvSpPr>
          <p:spPr bwMode="auto">
            <a:xfrm flipH="1">
              <a:off x="4448525" y="2752312"/>
              <a:ext cx="3321686" cy="2513427"/>
            </a:xfrm>
            <a:custGeom>
              <a:avLst/>
              <a:gdLst>
                <a:gd name="T0" fmla="*/ 0 w 3038"/>
                <a:gd name="T1" fmla="*/ 0 h 2059"/>
                <a:gd name="T2" fmla="*/ 3038 w 3038"/>
                <a:gd name="T3" fmla="*/ 0 h 2059"/>
                <a:gd name="T4" fmla="*/ 1697 w 3038"/>
                <a:gd name="T5" fmla="*/ 2059 h 2059"/>
                <a:gd name="T6" fmla="*/ 1328 w 3038"/>
                <a:gd name="T7" fmla="*/ 2059 h 2059"/>
                <a:gd name="T8" fmla="*/ 0 w 3038"/>
                <a:gd name="T9" fmla="*/ 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38" h="2059">
                  <a:moveTo>
                    <a:pt x="0" y="0"/>
                  </a:moveTo>
                  <a:lnTo>
                    <a:pt x="3038" y="0"/>
                  </a:lnTo>
                  <a:lnTo>
                    <a:pt x="1697" y="2059"/>
                  </a:lnTo>
                  <a:lnTo>
                    <a:pt x="1328" y="2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9" name="íšľîḍe"/>
            <p:cNvSpPr/>
            <p:nvPr/>
          </p:nvSpPr>
          <p:spPr bwMode="auto">
            <a:xfrm flipH="1">
              <a:off x="6103901" y="2752312"/>
              <a:ext cx="1666310" cy="2513427"/>
            </a:xfrm>
            <a:custGeom>
              <a:avLst/>
              <a:gdLst>
                <a:gd name="T0" fmla="*/ 1524 w 1524"/>
                <a:gd name="T1" fmla="*/ 0 h 2059"/>
                <a:gd name="T2" fmla="*/ 0 w 1524"/>
                <a:gd name="T3" fmla="*/ 0 h 2059"/>
                <a:gd name="T4" fmla="*/ 1328 w 1524"/>
                <a:gd name="T5" fmla="*/ 2059 h 2059"/>
                <a:gd name="T6" fmla="*/ 1524 w 1524"/>
                <a:gd name="T7" fmla="*/ 2059 h 2059"/>
                <a:gd name="T8" fmla="*/ 1524 w 1524"/>
                <a:gd name="T9" fmla="*/ 0 h 20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4" h="2059">
                  <a:moveTo>
                    <a:pt x="1524" y="0"/>
                  </a:moveTo>
                  <a:lnTo>
                    <a:pt x="0" y="0"/>
                  </a:lnTo>
                  <a:lnTo>
                    <a:pt x="1328" y="2059"/>
                  </a:lnTo>
                  <a:lnTo>
                    <a:pt x="1524" y="2059"/>
                  </a:lnTo>
                  <a:lnTo>
                    <a:pt x="1524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0" name="íşḷiḍè"/>
            <p:cNvSpPr/>
            <p:nvPr/>
          </p:nvSpPr>
          <p:spPr bwMode="auto">
            <a:xfrm>
              <a:off x="5911466" y="5324369"/>
              <a:ext cx="395803" cy="37841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1" name="ïsḻiḑe"/>
            <p:cNvSpPr/>
            <p:nvPr/>
          </p:nvSpPr>
          <p:spPr bwMode="auto">
            <a:xfrm>
              <a:off x="6114835" y="5324369"/>
              <a:ext cx="192435" cy="378418"/>
            </a:xfrm>
            <a:prstGeom prst="rect">
              <a:avLst/>
            </a:prstGeom>
            <a:solidFill>
              <a:schemeClr val="tx2">
                <a:lumMod val="60000"/>
                <a:lumOff val="40000"/>
                <a:alpha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/>
            </a:p>
          </p:txBody>
        </p:sp>
        <p:sp>
          <p:nvSpPr>
            <p:cNvPr id="12" name="íśliḑé"/>
            <p:cNvSpPr/>
            <p:nvPr/>
          </p:nvSpPr>
          <p:spPr bwMode="auto">
            <a:xfrm flipH="1">
              <a:off x="46624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13" name="ïś1íḋê"/>
            <p:cNvSpPr/>
            <p:nvPr/>
          </p:nvSpPr>
          <p:spPr bwMode="auto">
            <a:xfrm flipH="1">
              <a:off x="45729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14" name="íṡľíḋè"/>
            <p:cNvSpPr/>
            <p:nvPr/>
          </p:nvSpPr>
          <p:spPr bwMode="auto">
            <a:xfrm flipH="1">
              <a:off x="50688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15" name="íṩ1íḋé"/>
            <p:cNvSpPr/>
            <p:nvPr/>
          </p:nvSpPr>
          <p:spPr bwMode="auto">
            <a:xfrm flipH="1">
              <a:off x="49793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16" name="íṣḻïḍé"/>
            <p:cNvSpPr/>
            <p:nvPr/>
          </p:nvSpPr>
          <p:spPr bwMode="auto">
            <a:xfrm flipH="1">
              <a:off x="54752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17" name="íšḷïḓê"/>
            <p:cNvSpPr/>
            <p:nvPr/>
          </p:nvSpPr>
          <p:spPr bwMode="auto">
            <a:xfrm flipH="1">
              <a:off x="53857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18" name="ïślîďe"/>
            <p:cNvSpPr/>
            <p:nvPr/>
          </p:nvSpPr>
          <p:spPr bwMode="auto">
            <a:xfrm flipH="1">
              <a:off x="5881655" y="1574313"/>
              <a:ext cx="132737" cy="13124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19" name="işḷïḓe"/>
            <p:cNvSpPr/>
            <p:nvPr/>
          </p:nvSpPr>
          <p:spPr bwMode="auto">
            <a:xfrm flipH="1">
              <a:off x="57921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0" name="iṣḻîḑe"/>
            <p:cNvSpPr/>
            <p:nvPr/>
          </p:nvSpPr>
          <p:spPr bwMode="auto">
            <a:xfrm flipH="1">
              <a:off x="62880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1" name="ïş1îḓe"/>
            <p:cNvSpPr/>
            <p:nvPr/>
          </p:nvSpPr>
          <p:spPr bwMode="auto">
            <a:xfrm flipH="1">
              <a:off x="61985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2" name="ïšḻídè"/>
            <p:cNvSpPr/>
            <p:nvPr/>
          </p:nvSpPr>
          <p:spPr bwMode="auto">
            <a:xfrm flipH="1">
              <a:off x="66944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3" name="iṩļíḋê"/>
            <p:cNvSpPr/>
            <p:nvPr/>
          </p:nvSpPr>
          <p:spPr bwMode="auto">
            <a:xfrm flipH="1">
              <a:off x="66049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4" name="iṧļïḋè"/>
            <p:cNvSpPr/>
            <p:nvPr/>
          </p:nvSpPr>
          <p:spPr bwMode="auto">
            <a:xfrm flipH="1">
              <a:off x="71008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5" name="ïṡḷïḓê"/>
            <p:cNvSpPr/>
            <p:nvPr/>
          </p:nvSpPr>
          <p:spPr bwMode="auto">
            <a:xfrm flipH="1">
              <a:off x="70113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6" name="îṧlîdê"/>
            <p:cNvSpPr/>
            <p:nvPr/>
          </p:nvSpPr>
          <p:spPr bwMode="auto">
            <a:xfrm flipH="1">
              <a:off x="7507255" y="1574313"/>
              <a:ext cx="132737" cy="131244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sp>
          <p:nvSpPr>
            <p:cNvPr id="27" name="ïśľíďê"/>
            <p:cNvSpPr/>
            <p:nvPr/>
          </p:nvSpPr>
          <p:spPr bwMode="auto">
            <a:xfrm flipH="1">
              <a:off x="7417769" y="1718982"/>
              <a:ext cx="313198" cy="596564"/>
            </a:xfrm>
            <a:custGeom>
              <a:avLst/>
              <a:gdLst>
                <a:gd name="T0" fmla="*/ 87 w 87"/>
                <a:gd name="T1" fmla="*/ 24 h 168"/>
                <a:gd name="T2" fmla="*/ 62 w 87"/>
                <a:gd name="T3" fmla="*/ 0 h 168"/>
                <a:gd name="T4" fmla="*/ 37 w 87"/>
                <a:gd name="T5" fmla="*/ 0 h 168"/>
                <a:gd name="T6" fmla="*/ 35 w 87"/>
                <a:gd name="T7" fmla="*/ 0 h 168"/>
                <a:gd name="T8" fmla="*/ 25 w 87"/>
                <a:gd name="T9" fmla="*/ 0 h 168"/>
                <a:gd name="T10" fmla="*/ 0 w 87"/>
                <a:gd name="T11" fmla="*/ 24 h 168"/>
                <a:gd name="T12" fmla="*/ 0 w 87"/>
                <a:gd name="T13" fmla="*/ 24 h 168"/>
                <a:gd name="T14" fmla="*/ 0 w 87"/>
                <a:gd name="T15" fmla="*/ 73 h 168"/>
                <a:gd name="T16" fmla="*/ 8 w 87"/>
                <a:gd name="T17" fmla="*/ 81 h 168"/>
                <a:gd name="T18" fmla="*/ 16 w 87"/>
                <a:gd name="T19" fmla="*/ 73 h 168"/>
                <a:gd name="T20" fmla="*/ 16 w 87"/>
                <a:gd name="T21" fmla="*/ 44 h 168"/>
                <a:gd name="T22" fmla="*/ 16 w 87"/>
                <a:gd name="T23" fmla="*/ 28 h 168"/>
                <a:gd name="T24" fmla="*/ 20 w 87"/>
                <a:gd name="T25" fmla="*/ 28 h 168"/>
                <a:gd name="T26" fmla="*/ 20 w 87"/>
                <a:gd name="T27" fmla="*/ 46 h 168"/>
                <a:gd name="T28" fmla="*/ 20 w 87"/>
                <a:gd name="T29" fmla="*/ 77 h 168"/>
                <a:gd name="T30" fmla="*/ 20 w 87"/>
                <a:gd name="T31" fmla="*/ 81 h 168"/>
                <a:gd name="T32" fmla="*/ 20 w 87"/>
                <a:gd name="T33" fmla="*/ 157 h 168"/>
                <a:gd name="T34" fmla="*/ 31 w 87"/>
                <a:gd name="T35" fmla="*/ 168 h 168"/>
                <a:gd name="T36" fmla="*/ 41 w 87"/>
                <a:gd name="T37" fmla="*/ 157 h 168"/>
                <a:gd name="T38" fmla="*/ 41 w 87"/>
                <a:gd name="T39" fmla="*/ 81 h 168"/>
                <a:gd name="T40" fmla="*/ 46 w 87"/>
                <a:gd name="T41" fmla="*/ 81 h 168"/>
                <a:gd name="T42" fmla="*/ 46 w 87"/>
                <a:gd name="T43" fmla="*/ 157 h 168"/>
                <a:gd name="T44" fmla="*/ 56 w 87"/>
                <a:gd name="T45" fmla="*/ 168 h 168"/>
                <a:gd name="T46" fmla="*/ 67 w 87"/>
                <a:gd name="T47" fmla="*/ 157 h 168"/>
                <a:gd name="T48" fmla="*/ 67 w 87"/>
                <a:gd name="T49" fmla="*/ 81 h 168"/>
                <a:gd name="T50" fmla="*/ 67 w 87"/>
                <a:gd name="T51" fmla="*/ 77 h 168"/>
                <a:gd name="T52" fmla="*/ 67 w 87"/>
                <a:gd name="T53" fmla="*/ 46 h 168"/>
                <a:gd name="T54" fmla="*/ 67 w 87"/>
                <a:gd name="T55" fmla="*/ 28 h 168"/>
                <a:gd name="T56" fmla="*/ 71 w 87"/>
                <a:gd name="T57" fmla="*/ 28 h 168"/>
                <a:gd name="T58" fmla="*/ 71 w 87"/>
                <a:gd name="T59" fmla="*/ 44 h 168"/>
                <a:gd name="T60" fmla="*/ 71 w 87"/>
                <a:gd name="T61" fmla="*/ 73 h 168"/>
                <a:gd name="T62" fmla="*/ 79 w 87"/>
                <a:gd name="T63" fmla="*/ 81 h 168"/>
                <a:gd name="T64" fmla="*/ 87 w 87"/>
                <a:gd name="T65" fmla="*/ 73 h 168"/>
                <a:gd name="T66" fmla="*/ 87 w 87"/>
                <a:gd name="T67" fmla="*/ 24 h 168"/>
                <a:gd name="T68" fmla="*/ 87 w 87"/>
                <a:gd name="T69" fmla="*/ 24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168">
                  <a:moveTo>
                    <a:pt x="87" y="24"/>
                  </a:moveTo>
                  <a:cubicBezTo>
                    <a:pt x="87" y="11"/>
                    <a:pt x="75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2" y="0"/>
                    <a:pt x="0" y="11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73"/>
                    <a:pt x="0" y="73"/>
                    <a:pt x="0" y="73"/>
                  </a:cubicBezTo>
                  <a:cubicBezTo>
                    <a:pt x="0" y="78"/>
                    <a:pt x="4" y="81"/>
                    <a:pt x="8" y="81"/>
                  </a:cubicBezTo>
                  <a:cubicBezTo>
                    <a:pt x="13" y="81"/>
                    <a:pt x="16" y="78"/>
                    <a:pt x="16" y="73"/>
                  </a:cubicBezTo>
                  <a:cubicBezTo>
                    <a:pt x="16" y="44"/>
                    <a:pt x="16" y="44"/>
                    <a:pt x="16" y="44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20" y="28"/>
                    <a:pt x="20" y="28"/>
                    <a:pt x="20" y="28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0" y="77"/>
                    <a:pt x="20" y="77"/>
                    <a:pt x="20" y="77"/>
                  </a:cubicBezTo>
                  <a:cubicBezTo>
                    <a:pt x="20" y="81"/>
                    <a:pt x="20" y="81"/>
                    <a:pt x="20" y="81"/>
                  </a:cubicBezTo>
                  <a:cubicBezTo>
                    <a:pt x="20" y="157"/>
                    <a:pt x="20" y="157"/>
                    <a:pt x="20" y="157"/>
                  </a:cubicBezTo>
                  <a:cubicBezTo>
                    <a:pt x="20" y="163"/>
                    <a:pt x="25" y="168"/>
                    <a:pt x="31" y="168"/>
                  </a:cubicBezTo>
                  <a:cubicBezTo>
                    <a:pt x="37" y="168"/>
                    <a:pt x="41" y="163"/>
                    <a:pt x="41" y="157"/>
                  </a:cubicBezTo>
                  <a:cubicBezTo>
                    <a:pt x="41" y="81"/>
                    <a:pt x="41" y="81"/>
                    <a:pt x="41" y="81"/>
                  </a:cubicBezTo>
                  <a:cubicBezTo>
                    <a:pt x="46" y="81"/>
                    <a:pt x="46" y="81"/>
                    <a:pt x="46" y="81"/>
                  </a:cubicBezTo>
                  <a:cubicBezTo>
                    <a:pt x="46" y="157"/>
                    <a:pt x="46" y="157"/>
                    <a:pt x="46" y="157"/>
                  </a:cubicBezTo>
                  <a:cubicBezTo>
                    <a:pt x="46" y="163"/>
                    <a:pt x="50" y="168"/>
                    <a:pt x="56" y="168"/>
                  </a:cubicBezTo>
                  <a:cubicBezTo>
                    <a:pt x="62" y="168"/>
                    <a:pt x="67" y="163"/>
                    <a:pt x="67" y="157"/>
                  </a:cubicBezTo>
                  <a:cubicBezTo>
                    <a:pt x="67" y="81"/>
                    <a:pt x="67" y="81"/>
                    <a:pt x="67" y="81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1" y="28"/>
                    <a:pt x="71" y="28"/>
                    <a:pt x="71" y="28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1" y="73"/>
                    <a:pt x="71" y="73"/>
                    <a:pt x="71" y="73"/>
                  </a:cubicBezTo>
                  <a:cubicBezTo>
                    <a:pt x="71" y="78"/>
                    <a:pt x="74" y="81"/>
                    <a:pt x="79" y="81"/>
                  </a:cubicBezTo>
                  <a:cubicBezTo>
                    <a:pt x="83" y="81"/>
                    <a:pt x="87" y="78"/>
                    <a:pt x="87" y="73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7" y="24"/>
                    <a:pt x="87" y="24"/>
                    <a:pt x="87" y="24"/>
                  </a:cubicBez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solidFill>
                  <a:srgbClr val="404040"/>
                </a:solidFill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936001" y="3118645"/>
              <a:ext cx="1900592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3936001" y="4280861"/>
              <a:ext cx="1900592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/>
          </p:nvCxnSpPr>
          <p:spPr>
            <a:xfrm>
              <a:off x="6355408" y="3684616"/>
              <a:ext cx="192732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6355408" y="4887470"/>
              <a:ext cx="1927327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  <a:prstDash val="sysDash"/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íṧḻíďè"/>
            <p:cNvSpPr/>
            <p:nvPr/>
          </p:nvSpPr>
          <p:spPr>
            <a:xfrm>
              <a:off x="5842328" y="2867186"/>
              <a:ext cx="502920" cy="502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01</a:t>
              </a:r>
              <a:endParaRPr lang="en-US" sz="1400" b="1" dirty="0"/>
            </a:p>
          </p:txBody>
        </p:sp>
        <p:sp>
          <p:nvSpPr>
            <p:cNvPr id="33" name="íŝlïḑê"/>
            <p:cNvSpPr/>
            <p:nvPr/>
          </p:nvSpPr>
          <p:spPr>
            <a:xfrm>
              <a:off x="5842328" y="3433155"/>
              <a:ext cx="502920" cy="5029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02</a:t>
              </a:r>
              <a:endParaRPr lang="en-US" sz="1400" b="1" dirty="0"/>
            </a:p>
          </p:txBody>
        </p:sp>
        <p:sp>
          <p:nvSpPr>
            <p:cNvPr id="34" name="íSḷïďè"/>
            <p:cNvSpPr/>
            <p:nvPr/>
          </p:nvSpPr>
          <p:spPr>
            <a:xfrm>
              <a:off x="5842328" y="4029400"/>
              <a:ext cx="502920" cy="5029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03</a:t>
              </a:r>
              <a:endParaRPr lang="en-US" sz="1400" b="1" dirty="0"/>
            </a:p>
          </p:txBody>
        </p:sp>
        <p:sp>
          <p:nvSpPr>
            <p:cNvPr id="35" name="išliḓe"/>
            <p:cNvSpPr/>
            <p:nvPr/>
          </p:nvSpPr>
          <p:spPr>
            <a:xfrm>
              <a:off x="5842328" y="4636011"/>
              <a:ext cx="502920" cy="50292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>
              <a:normAutofit/>
            </a:bodyPr>
            <a:lstStyle/>
            <a:p>
              <a:pPr algn="ctr"/>
              <a:r>
                <a:rPr lang="en-US" sz="1400" b="1" dirty="0"/>
                <a:t>04</a:t>
              </a:r>
              <a:endParaRPr lang="en-US" sz="1400" b="1" dirty="0"/>
            </a:p>
          </p:txBody>
        </p:sp>
        <p:sp>
          <p:nvSpPr>
            <p:cNvPr id="36" name="iṡľïḓe"/>
            <p:cNvSpPr txBox="1"/>
            <p:nvPr/>
          </p:nvSpPr>
          <p:spPr>
            <a:xfrm>
              <a:off x="5919005" y="2394724"/>
              <a:ext cx="353990" cy="265492"/>
            </a:xfrm>
            <a:prstGeom prst="rect">
              <a:avLst/>
            </a:prstGeom>
            <a:noFill/>
          </p:spPr>
          <p:txBody>
            <a:bodyPr wrap="none" lIns="0" tIns="0" rIns="0" bIns="0">
              <a:prstTxWarp prst="textPlain">
                <a:avLst/>
              </a:prstTxWarp>
              <a:normAutofit lnSpcReduction="10000"/>
            </a:bodyPr>
            <a:lstStyle/>
            <a:p>
              <a:pPr algn="ctr"/>
              <a:r>
                <a:rPr lang="en-US" dirty="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50%</a:t>
              </a:r>
              <a:endParaRPr lang="en-US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7" name="îṧḻîḑè"/>
            <p:cNvSpPr txBox="1"/>
            <p:nvPr/>
          </p:nvSpPr>
          <p:spPr bwMode="auto">
            <a:xfrm>
              <a:off x="673100" y="2290876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38" name="íṣľîḑe"/>
            <p:cNvSpPr/>
            <p:nvPr/>
          </p:nvSpPr>
          <p:spPr bwMode="auto">
            <a:xfrm>
              <a:off x="673100" y="2732682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39" name="îṧlíḋe"/>
            <p:cNvSpPr txBox="1"/>
            <p:nvPr/>
          </p:nvSpPr>
          <p:spPr bwMode="auto">
            <a:xfrm>
              <a:off x="673100" y="4022124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40" name="işľide"/>
            <p:cNvSpPr/>
            <p:nvPr/>
          </p:nvSpPr>
          <p:spPr bwMode="auto">
            <a:xfrm>
              <a:off x="673100" y="4463930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41" name="îś1îdé"/>
            <p:cNvSpPr txBox="1"/>
            <p:nvPr/>
          </p:nvSpPr>
          <p:spPr bwMode="auto">
            <a:xfrm>
              <a:off x="8436001" y="4636011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42" name="ïṣḻíḍé"/>
            <p:cNvSpPr/>
            <p:nvPr/>
          </p:nvSpPr>
          <p:spPr bwMode="auto">
            <a:xfrm>
              <a:off x="8436001" y="5077817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  <p:sp>
          <p:nvSpPr>
            <p:cNvPr id="43" name="ïšľiḑè"/>
            <p:cNvSpPr txBox="1"/>
            <p:nvPr/>
          </p:nvSpPr>
          <p:spPr bwMode="auto">
            <a:xfrm>
              <a:off x="8436001" y="2897742"/>
              <a:ext cx="3082899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r>
                <a:rPr lang="en-US" altLang="zh-CN" sz="2000" b="1" dirty="0"/>
                <a:t>Text here</a:t>
              </a:r>
              <a:endParaRPr lang="en-US" altLang="zh-CN" sz="2000" b="1" dirty="0"/>
            </a:p>
          </p:txBody>
        </p:sp>
        <p:sp>
          <p:nvSpPr>
            <p:cNvPr id="44" name="ïṣľiḍê"/>
            <p:cNvSpPr/>
            <p:nvPr/>
          </p:nvSpPr>
          <p:spPr bwMode="auto">
            <a:xfrm>
              <a:off x="8436001" y="3339548"/>
              <a:ext cx="3082899" cy="9662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Copy paste fonts. Choose the only option to retain text. </a:t>
              </a:r>
              <a:endParaRPr lang="en-US" altLang="zh-CN" sz="1100" dirty="0"/>
            </a:p>
            <a:p>
              <a:pPr marL="171450" indent="-171450" algn="r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/>
                <a:t>……</a:t>
              </a:r>
              <a:endParaRPr lang="en-US" altLang="zh-CN" sz="1100" dirty="0"/>
            </a:p>
          </p:txBody>
        </p:sp>
      </p:grpSp>
      <p:pic>
        <p:nvPicPr>
          <p:cNvPr id="45" name="图片 44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fdb4f7d2-bc47-4eca-9fa1-04fdfe308a4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019436" y="1614881"/>
            <a:ext cx="10096129" cy="3925600"/>
            <a:chOff x="1019436" y="1614881"/>
            <a:chExt cx="10096129" cy="3925600"/>
          </a:xfrm>
        </p:grpSpPr>
        <p:grpSp>
          <p:nvGrpSpPr>
            <p:cNvPr id="6" name="íŝľíḋé"/>
            <p:cNvGrpSpPr/>
            <p:nvPr/>
          </p:nvGrpSpPr>
          <p:grpSpPr>
            <a:xfrm>
              <a:off x="1019436" y="2457354"/>
              <a:ext cx="577851" cy="577851"/>
              <a:chOff x="0" y="0"/>
              <a:chExt cx="1155700" cy="1155700"/>
            </a:xfrm>
          </p:grpSpPr>
          <p:sp>
            <p:nvSpPr>
              <p:cNvPr id="36" name="îṧ1iḓê"/>
              <p:cNvSpPr/>
              <p:nvPr/>
            </p:nvSpPr>
            <p:spPr>
              <a:xfrm>
                <a:off x="0" y="0"/>
                <a:ext cx="1155700" cy="1155700"/>
              </a:xfrm>
              <a:prstGeom prst="roundRect">
                <a:avLst>
                  <a:gd name="adj" fmla="val 15000"/>
                </a:avLst>
              </a:pr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7" name="îsļïdé"/>
              <p:cNvSpPr/>
              <p:nvPr/>
            </p:nvSpPr>
            <p:spPr>
              <a:xfrm>
                <a:off x="238357" y="219652"/>
                <a:ext cx="716400" cy="7163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51" h="21600" extrusionOk="0">
                    <a:moveTo>
                      <a:pt x="19313" y="4353"/>
                    </a:moveTo>
                    <a:lnTo>
                      <a:pt x="16178" y="7496"/>
                    </a:lnTo>
                    <a:cubicBezTo>
                      <a:pt x="16034" y="7640"/>
                      <a:pt x="15980" y="7851"/>
                      <a:pt x="16036" y="8047"/>
                    </a:cubicBezTo>
                    <a:lnTo>
                      <a:pt x="18732" y="17470"/>
                    </a:lnTo>
                    <a:cubicBezTo>
                      <a:pt x="18788" y="17666"/>
                      <a:pt x="18734" y="17878"/>
                      <a:pt x="18590" y="18022"/>
                    </a:cubicBezTo>
                    <a:lnTo>
                      <a:pt x="17170" y="19445"/>
                    </a:lnTo>
                    <a:cubicBezTo>
                      <a:pt x="17059" y="19556"/>
                      <a:pt x="16916" y="19609"/>
                      <a:pt x="16775" y="19609"/>
                    </a:cubicBezTo>
                    <a:cubicBezTo>
                      <a:pt x="16581" y="19609"/>
                      <a:pt x="16390" y="19510"/>
                      <a:pt x="16285" y="19322"/>
                    </a:cubicBezTo>
                    <a:lnTo>
                      <a:pt x="12375" y="12317"/>
                    </a:lnTo>
                    <a:cubicBezTo>
                      <a:pt x="12271" y="12129"/>
                      <a:pt x="12079" y="12029"/>
                      <a:pt x="11886" y="12029"/>
                    </a:cubicBezTo>
                    <a:cubicBezTo>
                      <a:pt x="11744" y="12029"/>
                      <a:pt x="11602" y="12083"/>
                      <a:pt x="11491" y="12194"/>
                    </a:cubicBezTo>
                    <a:lnTo>
                      <a:pt x="8519" y="15172"/>
                    </a:lnTo>
                    <a:cubicBezTo>
                      <a:pt x="8388" y="15304"/>
                      <a:pt x="8330" y="15492"/>
                      <a:pt x="8365" y="15674"/>
                    </a:cubicBezTo>
                    <a:lnTo>
                      <a:pt x="8996" y="18989"/>
                    </a:lnTo>
                    <a:cubicBezTo>
                      <a:pt x="9031" y="19171"/>
                      <a:pt x="8973" y="19359"/>
                      <a:pt x="8842" y="19491"/>
                    </a:cubicBezTo>
                    <a:lnTo>
                      <a:pt x="8441" y="19893"/>
                    </a:lnTo>
                    <a:cubicBezTo>
                      <a:pt x="8330" y="20004"/>
                      <a:pt x="8187" y="20058"/>
                      <a:pt x="8046" y="20058"/>
                    </a:cubicBezTo>
                    <a:cubicBezTo>
                      <a:pt x="7852" y="20058"/>
                      <a:pt x="7661" y="19958"/>
                      <a:pt x="7556" y="19770"/>
                    </a:cubicBezTo>
                    <a:lnTo>
                      <a:pt x="5577" y="16226"/>
                    </a:lnTo>
                    <a:cubicBezTo>
                      <a:pt x="5526" y="16136"/>
                      <a:pt x="5452" y="16061"/>
                      <a:pt x="5362" y="16010"/>
                    </a:cubicBezTo>
                    <a:lnTo>
                      <a:pt x="1826" y="14027"/>
                    </a:lnTo>
                    <a:cubicBezTo>
                      <a:pt x="1502" y="13845"/>
                      <a:pt x="1441" y="13403"/>
                      <a:pt x="1703" y="13141"/>
                    </a:cubicBezTo>
                    <a:lnTo>
                      <a:pt x="2105" y="12738"/>
                    </a:lnTo>
                    <a:cubicBezTo>
                      <a:pt x="2211" y="12632"/>
                      <a:pt x="2354" y="12574"/>
                      <a:pt x="2501" y="12574"/>
                    </a:cubicBezTo>
                    <a:cubicBezTo>
                      <a:pt x="2536" y="12574"/>
                      <a:pt x="2571" y="12577"/>
                      <a:pt x="2606" y="12584"/>
                    </a:cubicBezTo>
                    <a:lnTo>
                      <a:pt x="5913" y="13216"/>
                    </a:lnTo>
                    <a:cubicBezTo>
                      <a:pt x="5948" y="13223"/>
                      <a:pt x="5983" y="13226"/>
                      <a:pt x="6018" y="13226"/>
                    </a:cubicBezTo>
                    <a:cubicBezTo>
                      <a:pt x="6165" y="13226"/>
                      <a:pt x="6308" y="13168"/>
                      <a:pt x="6414" y="13062"/>
                    </a:cubicBezTo>
                    <a:lnTo>
                      <a:pt x="9385" y="10083"/>
                    </a:lnTo>
                    <a:cubicBezTo>
                      <a:pt x="9648" y="9820"/>
                      <a:pt x="9587" y="9379"/>
                      <a:pt x="9263" y="9197"/>
                    </a:cubicBezTo>
                    <a:lnTo>
                      <a:pt x="2273" y="5278"/>
                    </a:lnTo>
                    <a:cubicBezTo>
                      <a:pt x="1949" y="5097"/>
                      <a:pt x="1888" y="4655"/>
                      <a:pt x="2150" y="4392"/>
                    </a:cubicBezTo>
                    <a:lnTo>
                      <a:pt x="3571" y="2968"/>
                    </a:lnTo>
                    <a:cubicBezTo>
                      <a:pt x="3677" y="2862"/>
                      <a:pt x="3820" y="2804"/>
                      <a:pt x="3966" y="2804"/>
                    </a:cubicBezTo>
                    <a:cubicBezTo>
                      <a:pt x="4018" y="2804"/>
                      <a:pt x="4070" y="2811"/>
                      <a:pt x="4121" y="2826"/>
                    </a:cubicBezTo>
                    <a:lnTo>
                      <a:pt x="13523" y="5528"/>
                    </a:lnTo>
                    <a:cubicBezTo>
                      <a:pt x="13574" y="5543"/>
                      <a:pt x="13625" y="5550"/>
                      <a:pt x="13677" y="5550"/>
                    </a:cubicBezTo>
                    <a:cubicBezTo>
                      <a:pt x="13823" y="5550"/>
                      <a:pt x="13966" y="5493"/>
                      <a:pt x="14073" y="5386"/>
                    </a:cubicBezTo>
                    <a:lnTo>
                      <a:pt x="17208" y="2243"/>
                    </a:lnTo>
                    <a:cubicBezTo>
                      <a:pt x="17593" y="1857"/>
                      <a:pt x="18321" y="1542"/>
                      <a:pt x="18937" y="1542"/>
                    </a:cubicBezTo>
                    <a:cubicBezTo>
                      <a:pt x="19252" y="1542"/>
                      <a:pt x="19538" y="1624"/>
                      <a:pt x="19734" y="1821"/>
                    </a:cubicBezTo>
                    <a:cubicBezTo>
                      <a:pt x="20316" y="2404"/>
                      <a:pt x="19895" y="3770"/>
                      <a:pt x="19313" y="4353"/>
                    </a:cubicBezTo>
                    <a:cubicBezTo>
                      <a:pt x="19313" y="4353"/>
                      <a:pt x="19313" y="4353"/>
                      <a:pt x="19313" y="4353"/>
                    </a:cubicBezTo>
                    <a:close/>
                    <a:moveTo>
                      <a:pt x="20822" y="731"/>
                    </a:moveTo>
                    <a:cubicBezTo>
                      <a:pt x="20557" y="465"/>
                      <a:pt x="20235" y="268"/>
                      <a:pt x="19866" y="145"/>
                    </a:cubicBezTo>
                    <a:cubicBezTo>
                      <a:pt x="19578" y="49"/>
                      <a:pt x="19266" y="0"/>
                      <a:pt x="18937" y="0"/>
                    </a:cubicBezTo>
                    <a:cubicBezTo>
                      <a:pt x="18441" y="0"/>
                      <a:pt x="17909" y="111"/>
                      <a:pt x="17399" y="322"/>
                    </a:cubicBezTo>
                    <a:cubicBezTo>
                      <a:pt x="16897" y="530"/>
                      <a:pt x="16455" y="817"/>
                      <a:pt x="16120" y="1153"/>
                    </a:cubicBezTo>
                    <a:lnTo>
                      <a:pt x="13392" y="3887"/>
                    </a:lnTo>
                    <a:lnTo>
                      <a:pt x="4545" y="1343"/>
                    </a:lnTo>
                    <a:cubicBezTo>
                      <a:pt x="4357" y="1289"/>
                      <a:pt x="4162" y="1262"/>
                      <a:pt x="3966" y="1262"/>
                    </a:cubicBezTo>
                    <a:cubicBezTo>
                      <a:pt x="3691" y="1262"/>
                      <a:pt x="3423" y="1315"/>
                      <a:pt x="3169" y="1420"/>
                    </a:cubicBezTo>
                    <a:cubicBezTo>
                      <a:pt x="2911" y="1526"/>
                      <a:pt x="2680" y="1680"/>
                      <a:pt x="2482" y="1878"/>
                    </a:cubicBezTo>
                    <a:lnTo>
                      <a:pt x="1062" y="3301"/>
                    </a:lnTo>
                    <a:cubicBezTo>
                      <a:pt x="828" y="3536"/>
                      <a:pt x="650" y="3827"/>
                      <a:pt x="549" y="4142"/>
                    </a:cubicBezTo>
                    <a:cubicBezTo>
                      <a:pt x="452" y="4442"/>
                      <a:pt x="424" y="4765"/>
                      <a:pt x="467" y="5077"/>
                    </a:cubicBezTo>
                    <a:cubicBezTo>
                      <a:pt x="511" y="5389"/>
                      <a:pt x="625" y="5693"/>
                      <a:pt x="799" y="5955"/>
                    </a:cubicBezTo>
                    <a:cubicBezTo>
                      <a:pt x="982" y="6230"/>
                      <a:pt x="1232" y="6462"/>
                      <a:pt x="1522" y="6624"/>
                    </a:cubicBezTo>
                    <a:lnTo>
                      <a:pt x="7382" y="9910"/>
                    </a:lnTo>
                    <a:lnTo>
                      <a:pt x="5692" y="11604"/>
                    </a:lnTo>
                    <a:lnTo>
                      <a:pt x="2894" y="11069"/>
                    </a:lnTo>
                    <a:cubicBezTo>
                      <a:pt x="2765" y="11044"/>
                      <a:pt x="2632" y="11031"/>
                      <a:pt x="2501" y="11031"/>
                    </a:cubicBezTo>
                    <a:cubicBezTo>
                      <a:pt x="2225" y="11031"/>
                      <a:pt x="1956" y="11085"/>
                      <a:pt x="1701" y="11190"/>
                    </a:cubicBezTo>
                    <a:cubicBezTo>
                      <a:pt x="1444" y="11296"/>
                      <a:pt x="1213" y="11450"/>
                      <a:pt x="1017" y="11647"/>
                    </a:cubicBezTo>
                    <a:lnTo>
                      <a:pt x="615" y="12050"/>
                    </a:lnTo>
                    <a:cubicBezTo>
                      <a:pt x="380" y="12285"/>
                      <a:pt x="203" y="12576"/>
                      <a:pt x="101" y="12891"/>
                    </a:cubicBezTo>
                    <a:cubicBezTo>
                      <a:pt x="5" y="13191"/>
                      <a:pt x="-23" y="13513"/>
                      <a:pt x="20" y="13826"/>
                    </a:cubicBezTo>
                    <a:cubicBezTo>
                      <a:pt x="63" y="14138"/>
                      <a:pt x="178" y="14441"/>
                      <a:pt x="352" y="14703"/>
                    </a:cubicBezTo>
                    <a:cubicBezTo>
                      <a:pt x="535" y="14979"/>
                      <a:pt x="785" y="15210"/>
                      <a:pt x="1074" y="15373"/>
                    </a:cubicBezTo>
                    <a:lnTo>
                      <a:pt x="4369" y="17221"/>
                    </a:lnTo>
                    <a:lnTo>
                      <a:pt x="6213" y="20524"/>
                    </a:lnTo>
                    <a:cubicBezTo>
                      <a:pt x="6584" y="21188"/>
                      <a:pt x="7286" y="21600"/>
                      <a:pt x="8046" y="21600"/>
                    </a:cubicBezTo>
                    <a:cubicBezTo>
                      <a:pt x="8606" y="21600"/>
                      <a:pt x="9132" y="21381"/>
                      <a:pt x="9529" y="20984"/>
                    </a:cubicBezTo>
                    <a:lnTo>
                      <a:pt x="9930" y="20581"/>
                    </a:lnTo>
                    <a:cubicBezTo>
                      <a:pt x="10422" y="20088"/>
                      <a:pt x="10638" y="19385"/>
                      <a:pt x="10508" y="18700"/>
                    </a:cubicBezTo>
                    <a:lnTo>
                      <a:pt x="9974" y="15896"/>
                    </a:lnTo>
                    <a:lnTo>
                      <a:pt x="11664" y="14201"/>
                    </a:lnTo>
                    <a:lnTo>
                      <a:pt x="14942" y="20075"/>
                    </a:lnTo>
                    <a:cubicBezTo>
                      <a:pt x="15313" y="20739"/>
                      <a:pt x="16015" y="21152"/>
                      <a:pt x="16775" y="21152"/>
                    </a:cubicBezTo>
                    <a:cubicBezTo>
                      <a:pt x="17335" y="21152"/>
                      <a:pt x="17861" y="20933"/>
                      <a:pt x="18258" y="20536"/>
                    </a:cubicBezTo>
                    <a:lnTo>
                      <a:pt x="19678" y="19113"/>
                    </a:lnTo>
                    <a:cubicBezTo>
                      <a:pt x="20217" y="18572"/>
                      <a:pt x="20422" y="17780"/>
                      <a:pt x="20211" y="17045"/>
                    </a:cubicBezTo>
                    <a:lnTo>
                      <a:pt x="17674" y="8178"/>
                    </a:lnTo>
                    <a:lnTo>
                      <a:pt x="20402" y="5443"/>
                    </a:lnTo>
                    <a:cubicBezTo>
                      <a:pt x="20900" y="4943"/>
                      <a:pt x="21298" y="4185"/>
                      <a:pt x="21464" y="3413"/>
                    </a:cubicBezTo>
                    <a:cubicBezTo>
                      <a:pt x="21559" y="2971"/>
                      <a:pt x="21577" y="2546"/>
                      <a:pt x="21517" y="2149"/>
                    </a:cubicBezTo>
                    <a:cubicBezTo>
                      <a:pt x="21432" y="1592"/>
                      <a:pt x="21192" y="1102"/>
                      <a:pt x="20822" y="731"/>
                    </a:cubicBezTo>
                    <a:cubicBezTo>
                      <a:pt x="20822" y="731"/>
                      <a:pt x="20822" y="731"/>
                      <a:pt x="20822" y="73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ïş1îḋè"/>
            <p:cNvGrpSpPr/>
            <p:nvPr/>
          </p:nvGrpSpPr>
          <p:grpSpPr>
            <a:xfrm>
              <a:off x="1019436" y="1664804"/>
              <a:ext cx="577851" cy="577851"/>
              <a:chOff x="0" y="0"/>
              <a:chExt cx="1155700" cy="1155700"/>
            </a:xfrm>
          </p:grpSpPr>
          <p:sp>
            <p:nvSpPr>
              <p:cNvPr id="34" name="ïṥľíḑê"/>
              <p:cNvSpPr/>
              <p:nvPr/>
            </p:nvSpPr>
            <p:spPr>
              <a:xfrm>
                <a:off x="0" y="0"/>
                <a:ext cx="1155700" cy="1155700"/>
              </a:xfrm>
              <a:prstGeom prst="roundRect">
                <a:avLst>
                  <a:gd name="adj" fmla="val 15000"/>
                </a:avLst>
              </a:pr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5" name="îṥ1îḍé"/>
              <p:cNvSpPr/>
              <p:nvPr/>
            </p:nvSpPr>
            <p:spPr>
              <a:xfrm>
                <a:off x="210400" y="252831"/>
                <a:ext cx="772314" cy="6275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024" y="0"/>
                    </a:moveTo>
                    <a:cubicBezTo>
                      <a:pt x="912" y="0"/>
                      <a:pt x="0" y="1122"/>
                      <a:pt x="0" y="2491"/>
                    </a:cubicBezTo>
                    <a:lnTo>
                      <a:pt x="0" y="11634"/>
                    </a:lnTo>
                    <a:cubicBezTo>
                      <a:pt x="0" y="13008"/>
                      <a:pt x="912" y="14134"/>
                      <a:pt x="2024" y="14134"/>
                    </a:cubicBezTo>
                    <a:lnTo>
                      <a:pt x="2024" y="16617"/>
                    </a:lnTo>
                    <a:cubicBezTo>
                      <a:pt x="2024" y="17994"/>
                      <a:pt x="2935" y="19109"/>
                      <a:pt x="4049" y="19109"/>
                    </a:cubicBezTo>
                    <a:lnTo>
                      <a:pt x="4822" y="19109"/>
                    </a:lnTo>
                    <a:cubicBezTo>
                      <a:pt x="5125" y="20540"/>
                      <a:pt x="6166" y="21600"/>
                      <a:pt x="7423" y="21600"/>
                    </a:cubicBezTo>
                    <a:cubicBezTo>
                      <a:pt x="8673" y="21600"/>
                      <a:pt x="9726" y="20540"/>
                      <a:pt x="10030" y="19109"/>
                    </a:cubicBezTo>
                    <a:lnTo>
                      <a:pt x="13594" y="19109"/>
                    </a:lnTo>
                    <a:cubicBezTo>
                      <a:pt x="13897" y="20540"/>
                      <a:pt x="14942" y="21600"/>
                      <a:pt x="16202" y="21600"/>
                    </a:cubicBezTo>
                    <a:cubicBezTo>
                      <a:pt x="17449" y="21600"/>
                      <a:pt x="18498" y="20540"/>
                      <a:pt x="18803" y="19109"/>
                    </a:cubicBezTo>
                    <a:lnTo>
                      <a:pt x="19576" y="19109"/>
                    </a:lnTo>
                    <a:cubicBezTo>
                      <a:pt x="20692" y="19109"/>
                      <a:pt x="21600" y="17994"/>
                      <a:pt x="21600" y="16617"/>
                    </a:cubicBezTo>
                    <a:lnTo>
                      <a:pt x="21600" y="11634"/>
                    </a:lnTo>
                    <a:cubicBezTo>
                      <a:pt x="21600" y="11142"/>
                      <a:pt x="21482" y="10663"/>
                      <a:pt x="21259" y="10248"/>
                    </a:cubicBezTo>
                    <a:lnTo>
                      <a:pt x="18554" y="5265"/>
                    </a:lnTo>
                    <a:cubicBezTo>
                      <a:pt x="18182" y="4566"/>
                      <a:pt x="17557" y="4160"/>
                      <a:pt x="16876" y="4160"/>
                    </a:cubicBezTo>
                    <a:lnTo>
                      <a:pt x="14177" y="4160"/>
                    </a:lnTo>
                    <a:lnTo>
                      <a:pt x="14177" y="2491"/>
                    </a:lnTo>
                    <a:cubicBezTo>
                      <a:pt x="14177" y="1122"/>
                      <a:pt x="13265" y="0"/>
                      <a:pt x="12146" y="0"/>
                    </a:cubicBezTo>
                    <a:lnTo>
                      <a:pt x="2024" y="0"/>
                    </a:lnTo>
                    <a:close/>
                    <a:moveTo>
                      <a:pt x="2024" y="1669"/>
                    </a:moveTo>
                    <a:lnTo>
                      <a:pt x="12146" y="1669"/>
                    </a:lnTo>
                    <a:cubicBezTo>
                      <a:pt x="12524" y="1669"/>
                      <a:pt x="12821" y="2034"/>
                      <a:pt x="12821" y="2491"/>
                    </a:cubicBezTo>
                    <a:lnTo>
                      <a:pt x="12821" y="11634"/>
                    </a:lnTo>
                    <a:cubicBezTo>
                      <a:pt x="12821" y="12090"/>
                      <a:pt x="12524" y="12465"/>
                      <a:pt x="12146" y="12465"/>
                    </a:cubicBezTo>
                    <a:cubicBezTo>
                      <a:pt x="12146" y="12465"/>
                      <a:pt x="2024" y="12465"/>
                      <a:pt x="2024" y="12465"/>
                    </a:cubicBezTo>
                    <a:cubicBezTo>
                      <a:pt x="1649" y="12465"/>
                      <a:pt x="1350" y="12090"/>
                      <a:pt x="1350" y="11634"/>
                    </a:cubicBezTo>
                    <a:lnTo>
                      <a:pt x="1350" y="2491"/>
                    </a:lnTo>
                    <a:cubicBezTo>
                      <a:pt x="1350" y="2034"/>
                      <a:pt x="1649" y="1669"/>
                      <a:pt x="2024" y="1669"/>
                    </a:cubicBezTo>
                    <a:close/>
                    <a:moveTo>
                      <a:pt x="14177" y="5821"/>
                    </a:moveTo>
                    <a:lnTo>
                      <a:pt x="16876" y="5821"/>
                    </a:lnTo>
                    <a:cubicBezTo>
                      <a:pt x="17102" y="5821"/>
                      <a:pt x="17311" y="5958"/>
                      <a:pt x="17440" y="6184"/>
                    </a:cubicBezTo>
                    <a:lnTo>
                      <a:pt x="20132" y="11175"/>
                    </a:lnTo>
                    <a:cubicBezTo>
                      <a:pt x="20206" y="11307"/>
                      <a:pt x="20250" y="11475"/>
                      <a:pt x="20250" y="11634"/>
                    </a:cubicBezTo>
                    <a:cubicBezTo>
                      <a:pt x="20250" y="11634"/>
                      <a:pt x="20250" y="16617"/>
                      <a:pt x="20250" y="16617"/>
                    </a:cubicBezTo>
                    <a:cubicBezTo>
                      <a:pt x="20250" y="17074"/>
                      <a:pt x="19946" y="17448"/>
                      <a:pt x="19576" y="17448"/>
                    </a:cubicBezTo>
                    <a:lnTo>
                      <a:pt x="18803" y="17448"/>
                    </a:lnTo>
                    <a:cubicBezTo>
                      <a:pt x="18498" y="16016"/>
                      <a:pt x="17455" y="14956"/>
                      <a:pt x="16202" y="14956"/>
                    </a:cubicBezTo>
                    <a:cubicBezTo>
                      <a:pt x="14942" y="14956"/>
                      <a:pt x="13897" y="16016"/>
                      <a:pt x="13594" y="17448"/>
                    </a:cubicBezTo>
                    <a:lnTo>
                      <a:pt x="10030" y="17448"/>
                    </a:lnTo>
                    <a:cubicBezTo>
                      <a:pt x="9729" y="16016"/>
                      <a:pt x="8678" y="14956"/>
                      <a:pt x="7423" y="14956"/>
                    </a:cubicBezTo>
                    <a:cubicBezTo>
                      <a:pt x="6166" y="14956"/>
                      <a:pt x="5125" y="16016"/>
                      <a:pt x="4822" y="17448"/>
                    </a:cubicBezTo>
                    <a:lnTo>
                      <a:pt x="4049" y="17448"/>
                    </a:lnTo>
                    <a:cubicBezTo>
                      <a:pt x="3676" y="17448"/>
                      <a:pt x="3374" y="17074"/>
                      <a:pt x="3374" y="16617"/>
                    </a:cubicBezTo>
                    <a:lnTo>
                      <a:pt x="3374" y="14134"/>
                    </a:lnTo>
                    <a:lnTo>
                      <a:pt x="12146" y="14134"/>
                    </a:lnTo>
                    <a:cubicBezTo>
                      <a:pt x="13265" y="14134"/>
                      <a:pt x="14177" y="13008"/>
                      <a:pt x="14177" y="11634"/>
                    </a:cubicBezTo>
                    <a:lnTo>
                      <a:pt x="14177" y="5821"/>
                    </a:lnTo>
                    <a:close/>
                    <a:moveTo>
                      <a:pt x="15553" y="6450"/>
                    </a:moveTo>
                    <a:cubicBezTo>
                      <a:pt x="15182" y="6450"/>
                      <a:pt x="14885" y="6824"/>
                      <a:pt x="14885" y="7281"/>
                    </a:cubicBezTo>
                    <a:lnTo>
                      <a:pt x="14885" y="12263"/>
                    </a:lnTo>
                    <a:cubicBezTo>
                      <a:pt x="14885" y="12721"/>
                      <a:pt x="15182" y="13102"/>
                      <a:pt x="15553" y="13102"/>
                    </a:cubicBezTo>
                    <a:lnTo>
                      <a:pt x="18259" y="13102"/>
                    </a:lnTo>
                    <a:cubicBezTo>
                      <a:pt x="18629" y="13102"/>
                      <a:pt x="18934" y="12721"/>
                      <a:pt x="18934" y="12263"/>
                    </a:cubicBezTo>
                    <a:lnTo>
                      <a:pt x="18934" y="11022"/>
                    </a:lnTo>
                    <a:cubicBezTo>
                      <a:pt x="18934" y="10857"/>
                      <a:pt x="18888" y="10694"/>
                      <a:pt x="18816" y="10554"/>
                    </a:cubicBezTo>
                    <a:cubicBezTo>
                      <a:pt x="18816" y="10554"/>
                      <a:pt x="16798" y="6829"/>
                      <a:pt x="16798" y="6829"/>
                    </a:cubicBezTo>
                    <a:cubicBezTo>
                      <a:pt x="16673" y="6592"/>
                      <a:pt x="16460" y="6450"/>
                      <a:pt x="16234" y="6450"/>
                    </a:cubicBezTo>
                    <a:lnTo>
                      <a:pt x="15553" y="6450"/>
                    </a:lnTo>
                    <a:close/>
                    <a:moveTo>
                      <a:pt x="15553" y="7281"/>
                    </a:moveTo>
                    <a:lnTo>
                      <a:pt x="16234" y="7281"/>
                    </a:lnTo>
                    <a:lnTo>
                      <a:pt x="18259" y="11022"/>
                    </a:lnTo>
                    <a:cubicBezTo>
                      <a:pt x="18259" y="11022"/>
                      <a:pt x="18259" y="12263"/>
                      <a:pt x="18259" y="12263"/>
                    </a:cubicBezTo>
                    <a:lnTo>
                      <a:pt x="15553" y="12263"/>
                    </a:lnTo>
                    <a:lnTo>
                      <a:pt x="15553" y="7281"/>
                    </a:lnTo>
                    <a:close/>
                    <a:moveTo>
                      <a:pt x="7423" y="16617"/>
                    </a:moveTo>
                    <a:cubicBezTo>
                      <a:pt x="8167" y="16617"/>
                      <a:pt x="8772" y="17365"/>
                      <a:pt x="8772" y="18278"/>
                    </a:cubicBezTo>
                    <a:cubicBezTo>
                      <a:pt x="8772" y="19191"/>
                      <a:pt x="8167" y="19939"/>
                      <a:pt x="7423" y="19939"/>
                    </a:cubicBezTo>
                    <a:cubicBezTo>
                      <a:pt x="6677" y="19939"/>
                      <a:pt x="6073" y="19191"/>
                      <a:pt x="6073" y="18278"/>
                    </a:cubicBezTo>
                    <a:cubicBezTo>
                      <a:pt x="6073" y="17365"/>
                      <a:pt x="6677" y="16617"/>
                      <a:pt x="7423" y="16617"/>
                    </a:cubicBezTo>
                    <a:close/>
                    <a:moveTo>
                      <a:pt x="16202" y="16617"/>
                    </a:moveTo>
                    <a:cubicBezTo>
                      <a:pt x="16943" y="16617"/>
                      <a:pt x="17551" y="17365"/>
                      <a:pt x="17551" y="18278"/>
                    </a:cubicBezTo>
                    <a:cubicBezTo>
                      <a:pt x="17551" y="19191"/>
                      <a:pt x="16943" y="19939"/>
                      <a:pt x="16202" y="19939"/>
                    </a:cubicBezTo>
                    <a:cubicBezTo>
                      <a:pt x="15454" y="19939"/>
                      <a:pt x="14852" y="19191"/>
                      <a:pt x="14852" y="18278"/>
                    </a:cubicBezTo>
                    <a:cubicBezTo>
                      <a:pt x="14852" y="17365"/>
                      <a:pt x="15454" y="16617"/>
                      <a:pt x="16202" y="166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8" name="îṩlíḍê"/>
            <p:cNvGrpSpPr/>
            <p:nvPr/>
          </p:nvGrpSpPr>
          <p:grpSpPr>
            <a:xfrm>
              <a:off x="1019436" y="4042452"/>
              <a:ext cx="577851" cy="577851"/>
              <a:chOff x="0" y="0"/>
              <a:chExt cx="1155700" cy="1155700"/>
            </a:xfrm>
          </p:grpSpPr>
          <p:sp>
            <p:nvSpPr>
              <p:cNvPr id="32" name="ïšḷîḑè"/>
              <p:cNvSpPr/>
              <p:nvPr/>
            </p:nvSpPr>
            <p:spPr>
              <a:xfrm>
                <a:off x="0" y="0"/>
                <a:ext cx="1155700" cy="1155700"/>
              </a:xfrm>
              <a:prstGeom prst="roundRect">
                <a:avLst>
                  <a:gd name="adj" fmla="val 15000"/>
                </a:avLst>
              </a:pr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iṩḻïḑê"/>
              <p:cNvSpPr/>
              <p:nvPr/>
            </p:nvSpPr>
            <p:spPr>
              <a:xfrm>
                <a:off x="262400" y="165671"/>
                <a:ext cx="668314" cy="8477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8003" y="6729"/>
                    </a:moveTo>
                    <a:cubicBezTo>
                      <a:pt x="17891" y="6790"/>
                      <a:pt x="17842" y="6883"/>
                      <a:pt x="17842" y="6994"/>
                    </a:cubicBezTo>
                    <a:cubicBezTo>
                      <a:pt x="17842" y="7080"/>
                      <a:pt x="17901" y="7139"/>
                      <a:pt x="18015" y="7191"/>
                    </a:cubicBezTo>
                    <a:cubicBezTo>
                      <a:pt x="18122" y="7230"/>
                      <a:pt x="18344" y="7284"/>
                      <a:pt x="18697" y="7352"/>
                    </a:cubicBezTo>
                    <a:cubicBezTo>
                      <a:pt x="19207" y="7434"/>
                      <a:pt x="19552" y="7540"/>
                      <a:pt x="19715" y="7661"/>
                    </a:cubicBezTo>
                    <a:cubicBezTo>
                      <a:pt x="19899" y="7775"/>
                      <a:pt x="19976" y="7963"/>
                      <a:pt x="19976" y="8220"/>
                    </a:cubicBezTo>
                    <a:cubicBezTo>
                      <a:pt x="19976" y="8479"/>
                      <a:pt x="19851" y="8684"/>
                      <a:pt x="19591" y="8842"/>
                    </a:cubicBezTo>
                    <a:cubicBezTo>
                      <a:pt x="19332" y="8993"/>
                      <a:pt x="18985" y="9069"/>
                      <a:pt x="18546" y="9069"/>
                    </a:cubicBezTo>
                    <a:cubicBezTo>
                      <a:pt x="18091" y="9069"/>
                      <a:pt x="17748" y="8987"/>
                      <a:pt x="17505" y="8826"/>
                    </a:cubicBezTo>
                    <a:cubicBezTo>
                      <a:pt x="17256" y="8660"/>
                      <a:pt x="17122" y="8433"/>
                      <a:pt x="17105" y="8130"/>
                    </a:cubicBezTo>
                    <a:lnTo>
                      <a:pt x="17814" y="8130"/>
                    </a:lnTo>
                    <a:cubicBezTo>
                      <a:pt x="17814" y="8283"/>
                      <a:pt x="17879" y="8395"/>
                      <a:pt x="18015" y="8471"/>
                    </a:cubicBezTo>
                    <a:cubicBezTo>
                      <a:pt x="18132" y="8553"/>
                      <a:pt x="18312" y="8592"/>
                      <a:pt x="18546" y="8592"/>
                    </a:cubicBezTo>
                    <a:cubicBezTo>
                      <a:pt x="18773" y="8592"/>
                      <a:pt x="18957" y="8562"/>
                      <a:pt x="19091" y="8501"/>
                    </a:cubicBezTo>
                    <a:cubicBezTo>
                      <a:pt x="19217" y="8442"/>
                      <a:pt x="19283" y="8356"/>
                      <a:pt x="19283" y="8253"/>
                    </a:cubicBezTo>
                    <a:cubicBezTo>
                      <a:pt x="19283" y="8152"/>
                      <a:pt x="19234" y="8078"/>
                      <a:pt x="19148" y="8024"/>
                    </a:cubicBezTo>
                    <a:cubicBezTo>
                      <a:pt x="19054" y="7973"/>
                      <a:pt x="18860" y="7926"/>
                      <a:pt x="18555" y="7874"/>
                    </a:cubicBezTo>
                    <a:cubicBezTo>
                      <a:pt x="18003" y="7775"/>
                      <a:pt x="17623" y="7669"/>
                      <a:pt x="17440" y="7554"/>
                    </a:cubicBezTo>
                    <a:cubicBezTo>
                      <a:pt x="17256" y="7442"/>
                      <a:pt x="17161" y="7268"/>
                      <a:pt x="17161" y="7024"/>
                    </a:cubicBezTo>
                    <a:cubicBezTo>
                      <a:pt x="17161" y="6759"/>
                      <a:pt x="17278" y="6550"/>
                      <a:pt x="17527" y="6388"/>
                    </a:cubicBezTo>
                    <a:cubicBezTo>
                      <a:pt x="17776" y="6230"/>
                      <a:pt x="18103" y="6154"/>
                      <a:pt x="18524" y="6154"/>
                    </a:cubicBezTo>
                    <a:cubicBezTo>
                      <a:pt x="18919" y="6154"/>
                      <a:pt x="19234" y="6230"/>
                      <a:pt x="19487" y="6397"/>
                    </a:cubicBezTo>
                    <a:cubicBezTo>
                      <a:pt x="19737" y="6563"/>
                      <a:pt x="19868" y="6785"/>
                      <a:pt x="19899" y="7063"/>
                    </a:cubicBezTo>
                    <a:lnTo>
                      <a:pt x="19179" y="7063"/>
                    </a:lnTo>
                    <a:cubicBezTo>
                      <a:pt x="19169" y="6926"/>
                      <a:pt x="19091" y="6820"/>
                      <a:pt x="18967" y="6747"/>
                    </a:cubicBezTo>
                    <a:cubicBezTo>
                      <a:pt x="18832" y="6670"/>
                      <a:pt x="18648" y="6631"/>
                      <a:pt x="18437" y="6631"/>
                    </a:cubicBezTo>
                    <a:cubicBezTo>
                      <a:pt x="18257" y="6631"/>
                      <a:pt x="18103" y="6661"/>
                      <a:pt x="18003" y="6729"/>
                    </a:cubicBezTo>
                    <a:cubicBezTo>
                      <a:pt x="18003" y="6729"/>
                      <a:pt x="18003" y="6729"/>
                      <a:pt x="18003" y="6729"/>
                    </a:cubicBezTo>
                    <a:close/>
                    <a:moveTo>
                      <a:pt x="15761" y="7344"/>
                    </a:moveTo>
                    <a:cubicBezTo>
                      <a:pt x="15665" y="7405"/>
                      <a:pt x="15528" y="7434"/>
                      <a:pt x="15338" y="7434"/>
                    </a:cubicBezTo>
                    <a:lnTo>
                      <a:pt x="14490" y="7434"/>
                    </a:lnTo>
                    <a:lnTo>
                      <a:pt x="14490" y="6707"/>
                    </a:lnTo>
                    <a:lnTo>
                      <a:pt x="15366" y="6707"/>
                    </a:lnTo>
                    <a:cubicBezTo>
                      <a:pt x="15549" y="6707"/>
                      <a:pt x="15675" y="6738"/>
                      <a:pt x="15768" y="6798"/>
                    </a:cubicBezTo>
                    <a:cubicBezTo>
                      <a:pt x="15865" y="6857"/>
                      <a:pt x="15902" y="6950"/>
                      <a:pt x="15902" y="7070"/>
                    </a:cubicBezTo>
                    <a:cubicBezTo>
                      <a:pt x="15902" y="7191"/>
                      <a:pt x="15855" y="7284"/>
                      <a:pt x="15761" y="7344"/>
                    </a:cubicBezTo>
                    <a:cubicBezTo>
                      <a:pt x="15761" y="7344"/>
                      <a:pt x="15761" y="7344"/>
                      <a:pt x="15761" y="7344"/>
                    </a:cubicBezTo>
                    <a:close/>
                    <a:moveTo>
                      <a:pt x="16633" y="6994"/>
                    </a:moveTo>
                    <a:cubicBezTo>
                      <a:pt x="16633" y="6769"/>
                      <a:pt x="16526" y="6579"/>
                      <a:pt x="16326" y="6435"/>
                    </a:cubicBezTo>
                    <a:cubicBezTo>
                      <a:pt x="16124" y="6299"/>
                      <a:pt x="15855" y="6230"/>
                      <a:pt x="15518" y="6230"/>
                    </a:cubicBezTo>
                    <a:lnTo>
                      <a:pt x="13751" y="6230"/>
                    </a:lnTo>
                    <a:lnTo>
                      <a:pt x="13751" y="8993"/>
                    </a:lnTo>
                    <a:lnTo>
                      <a:pt x="14490" y="8993"/>
                    </a:lnTo>
                    <a:lnTo>
                      <a:pt x="14490" y="7904"/>
                    </a:lnTo>
                    <a:lnTo>
                      <a:pt x="15210" y="7904"/>
                    </a:lnTo>
                    <a:cubicBezTo>
                      <a:pt x="15432" y="7904"/>
                      <a:pt x="15577" y="7926"/>
                      <a:pt x="15665" y="7980"/>
                    </a:cubicBezTo>
                    <a:cubicBezTo>
                      <a:pt x="15761" y="8032"/>
                      <a:pt x="15800" y="8122"/>
                      <a:pt x="15800" y="8245"/>
                    </a:cubicBezTo>
                    <a:lnTo>
                      <a:pt x="15806" y="8494"/>
                    </a:lnTo>
                    <a:cubicBezTo>
                      <a:pt x="15806" y="8609"/>
                      <a:pt x="15815" y="8706"/>
                      <a:pt x="15837" y="8805"/>
                    </a:cubicBezTo>
                    <a:cubicBezTo>
                      <a:pt x="15855" y="8895"/>
                      <a:pt x="15865" y="8963"/>
                      <a:pt x="15886" y="8987"/>
                    </a:cubicBezTo>
                    <a:lnTo>
                      <a:pt x="16692" y="8987"/>
                    </a:lnTo>
                    <a:lnTo>
                      <a:pt x="16692" y="8919"/>
                    </a:lnTo>
                    <a:cubicBezTo>
                      <a:pt x="16633" y="8895"/>
                      <a:pt x="16585" y="8864"/>
                      <a:pt x="16575" y="8826"/>
                    </a:cubicBezTo>
                    <a:cubicBezTo>
                      <a:pt x="16547" y="8788"/>
                      <a:pt x="16538" y="8720"/>
                      <a:pt x="16526" y="8638"/>
                    </a:cubicBezTo>
                    <a:lnTo>
                      <a:pt x="16519" y="8184"/>
                    </a:lnTo>
                    <a:cubicBezTo>
                      <a:pt x="16508" y="7963"/>
                      <a:pt x="16401" y="7805"/>
                      <a:pt x="16202" y="7707"/>
                    </a:cubicBezTo>
                    <a:cubicBezTo>
                      <a:pt x="16174" y="7691"/>
                      <a:pt x="16135" y="7685"/>
                      <a:pt x="16086" y="7661"/>
                    </a:cubicBezTo>
                    <a:cubicBezTo>
                      <a:pt x="16163" y="7639"/>
                      <a:pt x="16230" y="7609"/>
                      <a:pt x="16298" y="7579"/>
                    </a:cubicBezTo>
                    <a:cubicBezTo>
                      <a:pt x="16519" y="7456"/>
                      <a:pt x="16633" y="7260"/>
                      <a:pt x="16633" y="6994"/>
                    </a:cubicBezTo>
                    <a:cubicBezTo>
                      <a:pt x="16633" y="6994"/>
                      <a:pt x="16633" y="6994"/>
                      <a:pt x="16633" y="6994"/>
                    </a:cubicBezTo>
                    <a:close/>
                    <a:moveTo>
                      <a:pt x="12311" y="8993"/>
                    </a:moveTo>
                    <a:lnTo>
                      <a:pt x="12311" y="7737"/>
                    </a:lnTo>
                    <a:lnTo>
                      <a:pt x="10936" y="7737"/>
                    </a:lnTo>
                    <a:lnTo>
                      <a:pt x="10936" y="8993"/>
                    </a:lnTo>
                    <a:lnTo>
                      <a:pt x="10200" y="8993"/>
                    </a:lnTo>
                    <a:lnTo>
                      <a:pt x="10200" y="6230"/>
                    </a:lnTo>
                    <a:lnTo>
                      <a:pt x="10936" y="6230"/>
                    </a:lnTo>
                    <a:lnTo>
                      <a:pt x="10936" y="7268"/>
                    </a:lnTo>
                    <a:lnTo>
                      <a:pt x="12311" y="7268"/>
                    </a:lnTo>
                    <a:lnTo>
                      <a:pt x="12311" y="6230"/>
                    </a:lnTo>
                    <a:lnTo>
                      <a:pt x="13033" y="6230"/>
                    </a:lnTo>
                    <a:lnTo>
                      <a:pt x="13033" y="8993"/>
                    </a:lnTo>
                    <a:cubicBezTo>
                      <a:pt x="13033" y="8993"/>
                      <a:pt x="12311" y="8993"/>
                      <a:pt x="12311" y="8993"/>
                    </a:cubicBezTo>
                    <a:close/>
                    <a:moveTo>
                      <a:pt x="16086" y="3348"/>
                    </a:moveTo>
                    <a:lnTo>
                      <a:pt x="16135" y="3271"/>
                    </a:lnTo>
                    <a:lnTo>
                      <a:pt x="17787" y="1111"/>
                    </a:lnTo>
                    <a:lnTo>
                      <a:pt x="17787" y="3348"/>
                    </a:lnTo>
                    <a:cubicBezTo>
                      <a:pt x="17787" y="3348"/>
                      <a:pt x="16086" y="3348"/>
                      <a:pt x="16086" y="3348"/>
                    </a:cubicBezTo>
                    <a:close/>
                    <a:moveTo>
                      <a:pt x="17787" y="5367"/>
                    </a:moveTo>
                    <a:lnTo>
                      <a:pt x="19104" y="5367"/>
                    </a:lnTo>
                    <a:lnTo>
                      <a:pt x="19104" y="4180"/>
                    </a:lnTo>
                    <a:lnTo>
                      <a:pt x="19868" y="4180"/>
                    </a:lnTo>
                    <a:lnTo>
                      <a:pt x="19868" y="3348"/>
                    </a:lnTo>
                    <a:lnTo>
                      <a:pt x="19104" y="3348"/>
                    </a:lnTo>
                    <a:lnTo>
                      <a:pt x="19104" y="0"/>
                    </a:lnTo>
                    <a:lnTo>
                      <a:pt x="17613" y="0"/>
                    </a:lnTo>
                    <a:lnTo>
                      <a:pt x="15106" y="3271"/>
                    </a:lnTo>
                    <a:lnTo>
                      <a:pt x="15106" y="4180"/>
                    </a:lnTo>
                    <a:lnTo>
                      <a:pt x="17787" y="4180"/>
                    </a:lnTo>
                    <a:cubicBezTo>
                      <a:pt x="17787" y="4180"/>
                      <a:pt x="17787" y="5367"/>
                      <a:pt x="17787" y="5367"/>
                    </a:cubicBezTo>
                    <a:close/>
                    <a:moveTo>
                      <a:pt x="14415" y="5367"/>
                    </a:moveTo>
                    <a:lnTo>
                      <a:pt x="9776" y="5367"/>
                    </a:lnTo>
                    <a:lnTo>
                      <a:pt x="9776" y="5360"/>
                    </a:lnTo>
                    <a:cubicBezTo>
                      <a:pt x="9776" y="4876"/>
                      <a:pt x="9929" y="4451"/>
                      <a:pt x="10247" y="4095"/>
                    </a:cubicBezTo>
                    <a:cubicBezTo>
                      <a:pt x="10563" y="3746"/>
                      <a:pt x="11159" y="3340"/>
                      <a:pt x="12024" y="2853"/>
                    </a:cubicBezTo>
                    <a:cubicBezTo>
                      <a:pt x="12410" y="2643"/>
                      <a:pt x="12676" y="2443"/>
                      <a:pt x="12841" y="2271"/>
                    </a:cubicBezTo>
                    <a:cubicBezTo>
                      <a:pt x="13003" y="2089"/>
                      <a:pt x="13081" y="1892"/>
                      <a:pt x="13081" y="1674"/>
                    </a:cubicBezTo>
                    <a:cubicBezTo>
                      <a:pt x="13081" y="1440"/>
                      <a:pt x="12995" y="1243"/>
                      <a:pt x="12820" y="1106"/>
                    </a:cubicBezTo>
                    <a:cubicBezTo>
                      <a:pt x="12648" y="954"/>
                      <a:pt x="12416" y="885"/>
                      <a:pt x="12121" y="885"/>
                    </a:cubicBezTo>
                    <a:cubicBezTo>
                      <a:pt x="11824" y="885"/>
                      <a:pt x="11581" y="976"/>
                      <a:pt x="11419" y="1158"/>
                    </a:cubicBezTo>
                    <a:cubicBezTo>
                      <a:pt x="11235" y="1342"/>
                      <a:pt x="11159" y="1590"/>
                      <a:pt x="11169" y="1892"/>
                    </a:cubicBezTo>
                    <a:lnTo>
                      <a:pt x="9863" y="1892"/>
                    </a:lnTo>
                    <a:cubicBezTo>
                      <a:pt x="9842" y="1317"/>
                      <a:pt x="10038" y="855"/>
                      <a:pt x="10449" y="514"/>
                    </a:cubicBezTo>
                    <a:cubicBezTo>
                      <a:pt x="10851" y="175"/>
                      <a:pt x="11419" y="0"/>
                      <a:pt x="12139" y="0"/>
                    </a:cubicBezTo>
                    <a:cubicBezTo>
                      <a:pt x="12801" y="0"/>
                      <a:pt x="13348" y="159"/>
                      <a:pt x="13779" y="470"/>
                    </a:cubicBezTo>
                    <a:cubicBezTo>
                      <a:pt x="14194" y="786"/>
                      <a:pt x="14415" y="1188"/>
                      <a:pt x="14415" y="1679"/>
                    </a:cubicBezTo>
                    <a:cubicBezTo>
                      <a:pt x="14415" y="2089"/>
                      <a:pt x="14290" y="2430"/>
                      <a:pt x="14051" y="2695"/>
                    </a:cubicBezTo>
                    <a:cubicBezTo>
                      <a:pt x="13810" y="2960"/>
                      <a:pt x="13358" y="3263"/>
                      <a:pt x="12697" y="3595"/>
                    </a:cubicBezTo>
                    <a:cubicBezTo>
                      <a:pt x="12080" y="3907"/>
                      <a:pt x="11668" y="4180"/>
                      <a:pt x="11438" y="4429"/>
                    </a:cubicBezTo>
                    <a:lnTo>
                      <a:pt x="11438" y="4437"/>
                    </a:lnTo>
                    <a:lnTo>
                      <a:pt x="14415" y="4437"/>
                    </a:lnTo>
                    <a:cubicBezTo>
                      <a:pt x="14415" y="4437"/>
                      <a:pt x="14415" y="5367"/>
                      <a:pt x="14415" y="5367"/>
                    </a:cubicBezTo>
                    <a:close/>
                    <a:moveTo>
                      <a:pt x="11045" y="20298"/>
                    </a:moveTo>
                    <a:cubicBezTo>
                      <a:pt x="11045" y="21008"/>
                      <a:pt x="10314" y="21600"/>
                      <a:pt x="9403" y="21600"/>
                    </a:cubicBezTo>
                    <a:cubicBezTo>
                      <a:pt x="8489" y="21600"/>
                      <a:pt x="7750" y="21008"/>
                      <a:pt x="7750" y="20298"/>
                    </a:cubicBezTo>
                    <a:cubicBezTo>
                      <a:pt x="7750" y="19577"/>
                      <a:pt x="8489" y="18995"/>
                      <a:pt x="9403" y="18995"/>
                    </a:cubicBezTo>
                    <a:cubicBezTo>
                      <a:pt x="10314" y="18995"/>
                      <a:pt x="11045" y="19577"/>
                      <a:pt x="11045" y="20298"/>
                    </a:cubicBezTo>
                    <a:cubicBezTo>
                      <a:pt x="11045" y="20298"/>
                      <a:pt x="11045" y="20298"/>
                      <a:pt x="11045" y="20298"/>
                    </a:cubicBezTo>
                    <a:close/>
                    <a:moveTo>
                      <a:pt x="5175" y="20298"/>
                    </a:moveTo>
                    <a:cubicBezTo>
                      <a:pt x="5175" y="21008"/>
                      <a:pt x="4448" y="21600"/>
                      <a:pt x="3541" y="21600"/>
                    </a:cubicBezTo>
                    <a:cubicBezTo>
                      <a:pt x="2625" y="21600"/>
                      <a:pt x="1882" y="21008"/>
                      <a:pt x="1882" y="20298"/>
                    </a:cubicBezTo>
                    <a:cubicBezTo>
                      <a:pt x="1882" y="19577"/>
                      <a:pt x="2625" y="18995"/>
                      <a:pt x="3541" y="18995"/>
                    </a:cubicBezTo>
                    <a:cubicBezTo>
                      <a:pt x="4448" y="18995"/>
                      <a:pt x="5175" y="19577"/>
                      <a:pt x="5175" y="20298"/>
                    </a:cubicBezTo>
                    <a:cubicBezTo>
                      <a:pt x="5175" y="20298"/>
                      <a:pt x="5175" y="20298"/>
                      <a:pt x="5175" y="20298"/>
                    </a:cubicBezTo>
                    <a:close/>
                    <a:moveTo>
                      <a:pt x="21600" y="12006"/>
                    </a:moveTo>
                    <a:cubicBezTo>
                      <a:pt x="21600" y="12259"/>
                      <a:pt x="21339" y="12460"/>
                      <a:pt x="21021" y="12460"/>
                    </a:cubicBezTo>
                    <a:lnTo>
                      <a:pt x="16990" y="12460"/>
                    </a:lnTo>
                    <a:lnTo>
                      <a:pt x="13714" y="18359"/>
                    </a:lnTo>
                    <a:cubicBezTo>
                      <a:pt x="13627" y="18526"/>
                      <a:pt x="13417" y="18624"/>
                      <a:pt x="13184" y="18624"/>
                    </a:cubicBezTo>
                    <a:lnTo>
                      <a:pt x="847" y="18624"/>
                    </a:lnTo>
                    <a:cubicBezTo>
                      <a:pt x="523" y="18624"/>
                      <a:pt x="264" y="18428"/>
                      <a:pt x="264" y="18177"/>
                    </a:cubicBezTo>
                    <a:cubicBezTo>
                      <a:pt x="264" y="17928"/>
                      <a:pt x="523" y="17723"/>
                      <a:pt x="847" y="17723"/>
                    </a:cubicBezTo>
                    <a:lnTo>
                      <a:pt x="12810" y="17723"/>
                    </a:lnTo>
                    <a:lnTo>
                      <a:pt x="16086" y="11824"/>
                    </a:lnTo>
                    <a:cubicBezTo>
                      <a:pt x="16174" y="11657"/>
                      <a:pt x="16384" y="11554"/>
                      <a:pt x="16613" y="11554"/>
                    </a:cubicBezTo>
                    <a:lnTo>
                      <a:pt x="21021" y="11554"/>
                    </a:lnTo>
                    <a:cubicBezTo>
                      <a:pt x="21339" y="11554"/>
                      <a:pt x="21600" y="11758"/>
                      <a:pt x="21600" y="12006"/>
                    </a:cubicBezTo>
                    <a:cubicBezTo>
                      <a:pt x="21600" y="12006"/>
                      <a:pt x="21600" y="12006"/>
                      <a:pt x="21600" y="12006"/>
                    </a:cubicBezTo>
                    <a:close/>
                    <a:moveTo>
                      <a:pt x="3650" y="4466"/>
                    </a:moveTo>
                    <a:cubicBezTo>
                      <a:pt x="5034" y="4466"/>
                      <a:pt x="6147" y="5345"/>
                      <a:pt x="6147" y="6435"/>
                    </a:cubicBezTo>
                    <a:lnTo>
                      <a:pt x="6147" y="9675"/>
                    </a:lnTo>
                    <a:lnTo>
                      <a:pt x="1158" y="9675"/>
                    </a:lnTo>
                    <a:lnTo>
                      <a:pt x="1158" y="6435"/>
                    </a:lnTo>
                    <a:cubicBezTo>
                      <a:pt x="1158" y="5345"/>
                      <a:pt x="2273" y="4466"/>
                      <a:pt x="3650" y="4466"/>
                    </a:cubicBezTo>
                    <a:cubicBezTo>
                      <a:pt x="3650" y="4466"/>
                      <a:pt x="3650" y="4466"/>
                      <a:pt x="3650" y="4466"/>
                    </a:cubicBezTo>
                    <a:close/>
                    <a:moveTo>
                      <a:pt x="10936" y="11113"/>
                    </a:moveTo>
                    <a:lnTo>
                      <a:pt x="5982" y="15080"/>
                    </a:lnTo>
                    <a:cubicBezTo>
                      <a:pt x="4963" y="13984"/>
                      <a:pt x="5059" y="12430"/>
                      <a:pt x="6310" y="11431"/>
                    </a:cubicBezTo>
                    <a:cubicBezTo>
                      <a:pt x="6992" y="10888"/>
                      <a:pt x="7903" y="10585"/>
                      <a:pt x="8872" y="10585"/>
                    </a:cubicBezTo>
                    <a:cubicBezTo>
                      <a:pt x="9620" y="10590"/>
                      <a:pt x="10341" y="10772"/>
                      <a:pt x="10936" y="11113"/>
                    </a:cubicBezTo>
                    <a:cubicBezTo>
                      <a:pt x="10936" y="11113"/>
                      <a:pt x="10936" y="11113"/>
                      <a:pt x="10936" y="11113"/>
                    </a:cubicBezTo>
                    <a:close/>
                    <a:moveTo>
                      <a:pt x="11438" y="15405"/>
                    </a:moveTo>
                    <a:cubicBezTo>
                      <a:pt x="10228" y="16366"/>
                      <a:pt x="8201" y="16481"/>
                      <a:pt x="6809" y="15716"/>
                    </a:cubicBezTo>
                    <a:lnTo>
                      <a:pt x="11765" y="11750"/>
                    </a:lnTo>
                    <a:cubicBezTo>
                      <a:pt x="12784" y="12856"/>
                      <a:pt x="12685" y="14398"/>
                      <a:pt x="11438" y="15405"/>
                    </a:cubicBezTo>
                    <a:cubicBezTo>
                      <a:pt x="11438" y="15405"/>
                      <a:pt x="11438" y="15405"/>
                      <a:pt x="11438" y="15405"/>
                    </a:cubicBezTo>
                    <a:close/>
                    <a:moveTo>
                      <a:pt x="1158" y="14082"/>
                    </a:moveTo>
                    <a:lnTo>
                      <a:pt x="1158" y="10585"/>
                    </a:lnTo>
                    <a:lnTo>
                      <a:pt x="5811" y="10585"/>
                    </a:lnTo>
                    <a:cubicBezTo>
                      <a:pt x="5704" y="10652"/>
                      <a:pt x="5590" y="10720"/>
                      <a:pt x="5493" y="10794"/>
                    </a:cubicBezTo>
                    <a:cubicBezTo>
                      <a:pt x="3821" y="12135"/>
                      <a:pt x="3713" y="14218"/>
                      <a:pt x="5109" y="15670"/>
                    </a:cubicBezTo>
                    <a:cubicBezTo>
                      <a:pt x="4686" y="15913"/>
                      <a:pt x="4187" y="16050"/>
                      <a:pt x="3650" y="16050"/>
                    </a:cubicBezTo>
                    <a:cubicBezTo>
                      <a:pt x="2273" y="16050"/>
                      <a:pt x="1158" y="15170"/>
                      <a:pt x="1158" y="14082"/>
                    </a:cubicBezTo>
                    <a:cubicBezTo>
                      <a:pt x="1158" y="14082"/>
                      <a:pt x="1158" y="14082"/>
                      <a:pt x="1158" y="14082"/>
                    </a:cubicBezTo>
                    <a:close/>
                    <a:moveTo>
                      <a:pt x="3650" y="16958"/>
                    </a:moveTo>
                    <a:cubicBezTo>
                      <a:pt x="4485" y="16958"/>
                      <a:pt x="5271" y="16732"/>
                      <a:pt x="5916" y="16323"/>
                    </a:cubicBezTo>
                    <a:cubicBezTo>
                      <a:pt x="6761" y="16852"/>
                      <a:pt x="7778" y="17155"/>
                      <a:pt x="8872" y="17155"/>
                    </a:cubicBezTo>
                    <a:cubicBezTo>
                      <a:pt x="10151" y="17155"/>
                      <a:pt x="11360" y="16761"/>
                      <a:pt x="12252" y="16041"/>
                    </a:cubicBezTo>
                    <a:cubicBezTo>
                      <a:pt x="14088" y="14573"/>
                      <a:pt x="14067" y="12195"/>
                      <a:pt x="12204" y="10750"/>
                    </a:cubicBezTo>
                    <a:cubicBezTo>
                      <a:pt x="11304" y="10059"/>
                      <a:pt x="10123" y="9675"/>
                      <a:pt x="8872" y="9675"/>
                    </a:cubicBezTo>
                    <a:cubicBezTo>
                      <a:pt x="8326" y="9675"/>
                      <a:pt x="7799" y="9764"/>
                      <a:pt x="7297" y="9902"/>
                    </a:cubicBezTo>
                    <a:lnTo>
                      <a:pt x="7297" y="6435"/>
                    </a:lnTo>
                    <a:cubicBezTo>
                      <a:pt x="7297" y="4846"/>
                      <a:pt x="5667" y="3557"/>
                      <a:pt x="3650" y="3557"/>
                    </a:cubicBezTo>
                    <a:cubicBezTo>
                      <a:pt x="1639" y="3557"/>
                      <a:pt x="0" y="4846"/>
                      <a:pt x="0" y="6435"/>
                    </a:cubicBezTo>
                    <a:lnTo>
                      <a:pt x="0" y="14082"/>
                    </a:lnTo>
                    <a:cubicBezTo>
                      <a:pt x="0" y="15670"/>
                      <a:pt x="1639" y="16958"/>
                      <a:pt x="3650" y="16958"/>
                    </a:cubicBezTo>
                    <a:cubicBezTo>
                      <a:pt x="3650" y="16958"/>
                      <a:pt x="3650" y="16958"/>
                      <a:pt x="3650" y="169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9" name="iṧľïďe"/>
            <p:cNvGrpSpPr/>
            <p:nvPr/>
          </p:nvGrpSpPr>
          <p:grpSpPr>
            <a:xfrm>
              <a:off x="1019436" y="3249903"/>
              <a:ext cx="577851" cy="577851"/>
              <a:chOff x="0" y="0"/>
              <a:chExt cx="1155700" cy="1155700"/>
            </a:xfrm>
          </p:grpSpPr>
          <p:sp>
            <p:nvSpPr>
              <p:cNvPr id="30" name="iṥḷiďê"/>
              <p:cNvSpPr/>
              <p:nvPr/>
            </p:nvSpPr>
            <p:spPr>
              <a:xfrm>
                <a:off x="0" y="0"/>
                <a:ext cx="1155700" cy="1155700"/>
              </a:xfrm>
              <a:prstGeom prst="roundRect">
                <a:avLst>
                  <a:gd name="adj" fmla="val 15000"/>
                </a:avLst>
              </a:pr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ïṥliḍê"/>
              <p:cNvSpPr/>
              <p:nvPr/>
            </p:nvSpPr>
            <p:spPr>
              <a:xfrm>
                <a:off x="183806" y="229985"/>
                <a:ext cx="825501" cy="65013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2" h="21600" extrusionOk="0">
                    <a:moveTo>
                      <a:pt x="4687" y="0"/>
                    </a:moveTo>
                    <a:cubicBezTo>
                      <a:pt x="4388" y="0"/>
                      <a:pt x="4151" y="312"/>
                      <a:pt x="4151" y="692"/>
                    </a:cubicBezTo>
                    <a:lnTo>
                      <a:pt x="4151" y="2973"/>
                    </a:lnTo>
                    <a:lnTo>
                      <a:pt x="1922" y="2973"/>
                    </a:lnTo>
                    <a:cubicBezTo>
                      <a:pt x="1624" y="2973"/>
                      <a:pt x="1385" y="3276"/>
                      <a:pt x="1385" y="3655"/>
                    </a:cubicBezTo>
                    <a:lnTo>
                      <a:pt x="1385" y="6952"/>
                    </a:lnTo>
                    <a:lnTo>
                      <a:pt x="539" y="6952"/>
                    </a:lnTo>
                    <a:cubicBezTo>
                      <a:pt x="371" y="6952"/>
                      <a:pt x="218" y="7053"/>
                      <a:pt x="116" y="7221"/>
                    </a:cubicBezTo>
                    <a:cubicBezTo>
                      <a:pt x="13" y="7389"/>
                      <a:pt x="-25" y="7608"/>
                      <a:pt x="17" y="7814"/>
                    </a:cubicBezTo>
                    <a:lnTo>
                      <a:pt x="1844" y="16813"/>
                    </a:lnTo>
                    <a:cubicBezTo>
                      <a:pt x="1891" y="17045"/>
                      <a:pt x="2030" y="17228"/>
                      <a:pt x="2211" y="17298"/>
                    </a:cubicBezTo>
                    <a:cubicBezTo>
                      <a:pt x="2642" y="17465"/>
                      <a:pt x="2944" y="17745"/>
                      <a:pt x="3212" y="17999"/>
                    </a:cubicBezTo>
                    <a:cubicBezTo>
                      <a:pt x="3604" y="18368"/>
                      <a:pt x="3943" y="18690"/>
                      <a:pt x="4652" y="18690"/>
                    </a:cubicBezTo>
                    <a:cubicBezTo>
                      <a:pt x="5361" y="18690"/>
                      <a:pt x="5699" y="18368"/>
                      <a:pt x="6091" y="17999"/>
                    </a:cubicBezTo>
                    <a:cubicBezTo>
                      <a:pt x="6514" y="17600"/>
                      <a:pt x="6994" y="17145"/>
                      <a:pt x="7918" y="17145"/>
                    </a:cubicBezTo>
                    <a:cubicBezTo>
                      <a:pt x="8840" y="17145"/>
                      <a:pt x="9315" y="17600"/>
                      <a:pt x="9738" y="17999"/>
                    </a:cubicBezTo>
                    <a:cubicBezTo>
                      <a:pt x="10130" y="18368"/>
                      <a:pt x="10467" y="18690"/>
                      <a:pt x="11177" y="18690"/>
                    </a:cubicBezTo>
                    <a:cubicBezTo>
                      <a:pt x="11887" y="18690"/>
                      <a:pt x="12231" y="18368"/>
                      <a:pt x="12623" y="17999"/>
                    </a:cubicBezTo>
                    <a:cubicBezTo>
                      <a:pt x="13046" y="17600"/>
                      <a:pt x="13519" y="17145"/>
                      <a:pt x="14443" y="17145"/>
                    </a:cubicBezTo>
                    <a:cubicBezTo>
                      <a:pt x="14876" y="17145"/>
                      <a:pt x="15253" y="17251"/>
                      <a:pt x="15600" y="17460"/>
                    </a:cubicBezTo>
                    <a:cubicBezTo>
                      <a:pt x="15836" y="17602"/>
                      <a:pt x="16125" y="17506"/>
                      <a:pt x="16277" y="17235"/>
                    </a:cubicBezTo>
                    <a:lnTo>
                      <a:pt x="21441" y="8038"/>
                    </a:lnTo>
                    <a:cubicBezTo>
                      <a:pt x="21558" y="7829"/>
                      <a:pt x="21575" y="7558"/>
                      <a:pt x="21483" y="7329"/>
                    </a:cubicBezTo>
                    <a:cubicBezTo>
                      <a:pt x="21390" y="7099"/>
                      <a:pt x="21205" y="6952"/>
                      <a:pt x="21003" y="6952"/>
                    </a:cubicBezTo>
                    <a:lnTo>
                      <a:pt x="16884" y="6952"/>
                    </a:lnTo>
                    <a:lnTo>
                      <a:pt x="15861" y="3422"/>
                    </a:lnTo>
                    <a:cubicBezTo>
                      <a:pt x="15783" y="3152"/>
                      <a:pt x="15579" y="2973"/>
                      <a:pt x="15353" y="2973"/>
                    </a:cubicBezTo>
                    <a:lnTo>
                      <a:pt x="8341" y="2973"/>
                    </a:lnTo>
                    <a:lnTo>
                      <a:pt x="7706" y="476"/>
                    </a:lnTo>
                    <a:cubicBezTo>
                      <a:pt x="7634" y="193"/>
                      <a:pt x="7425" y="0"/>
                      <a:pt x="7191" y="0"/>
                    </a:cubicBezTo>
                    <a:lnTo>
                      <a:pt x="4687" y="0"/>
                    </a:lnTo>
                    <a:close/>
                    <a:moveTo>
                      <a:pt x="5230" y="1374"/>
                    </a:moveTo>
                    <a:cubicBezTo>
                      <a:pt x="5230" y="1374"/>
                      <a:pt x="6803" y="1374"/>
                      <a:pt x="6803" y="1374"/>
                    </a:cubicBezTo>
                    <a:lnTo>
                      <a:pt x="7212" y="2973"/>
                    </a:lnTo>
                    <a:lnTo>
                      <a:pt x="5230" y="2973"/>
                    </a:lnTo>
                    <a:lnTo>
                      <a:pt x="5230" y="1374"/>
                    </a:lnTo>
                    <a:close/>
                    <a:moveTo>
                      <a:pt x="2465" y="4347"/>
                    </a:moveTo>
                    <a:cubicBezTo>
                      <a:pt x="2465" y="4347"/>
                      <a:pt x="4292" y="4347"/>
                      <a:pt x="4292" y="4347"/>
                    </a:cubicBezTo>
                    <a:lnTo>
                      <a:pt x="14979" y="4347"/>
                    </a:lnTo>
                    <a:lnTo>
                      <a:pt x="15734" y="6952"/>
                    </a:lnTo>
                    <a:lnTo>
                      <a:pt x="2465" y="6952"/>
                    </a:lnTo>
                    <a:lnTo>
                      <a:pt x="2465" y="4347"/>
                    </a:lnTo>
                    <a:close/>
                    <a:moveTo>
                      <a:pt x="1237" y="8326"/>
                    </a:moveTo>
                    <a:lnTo>
                      <a:pt x="19952" y="8326"/>
                    </a:lnTo>
                    <a:cubicBezTo>
                      <a:pt x="19952" y="8326"/>
                      <a:pt x="15642" y="16005"/>
                      <a:pt x="15642" y="16005"/>
                    </a:cubicBezTo>
                    <a:cubicBezTo>
                      <a:pt x="15270" y="15852"/>
                      <a:pt x="14871" y="15771"/>
                      <a:pt x="14443" y="15771"/>
                    </a:cubicBezTo>
                    <a:cubicBezTo>
                      <a:pt x="13163" y="15771"/>
                      <a:pt x="12447" y="16447"/>
                      <a:pt x="11974" y="16894"/>
                    </a:cubicBezTo>
                    <a:cubicBezTo>
                      <a:pt x="11633" y="17215"/>
                      <a:pt x="11530" y="17316"/>
                      <a:pt x="11177" y="17316"/>
                    </a:cubicBezTo>
                    <a:cubicBezTo>
                      <a:pt x="10824" y="17316"/>
                      <a:pt x="10721" y="17215"/>
                      <a:pt x="10380" y="16894"/>
                    </a:cubicBezTo>
                    <a:cubicBezTo>
                      <a:pt x="9907" y="16447"/>
                      <a:pt x="9196" y="15771"/>
                      <a:pt x="7918" y="15771"/>
                    </a:cubicBezTo>
                    <a:cubicBezTo>
                      <a:pt x="6638" y="15771"/>
                      <a:pt x="5923" y="16447"/>
                      <a:pt x="5449" y="16894"/>
                    </a:cubicBezTo>
                    <a:cubicBezTo>
                      <a:pt x="5108" y="17215"/>
                      <a:pt x="5004" y="17316"/>
                      <a:pt x="4652" y="17316"/>
                    </a:cubicBezTo>
                    <a:cubicBezTo>
                      <a:pt x="4298" y="17316"/>
                      <a:pt x="4195" y="17215"/>
                      <a:pt x="3854" y="16894"/>
                    </a:cubicBezTo>
                    <a:cubicBezTo>
                      <a:pt x="3601" y="16656"/>
                      <a:pt x="3272" y="16347"/>
                      <a:pt x="2817" y="16112"/>
                    </a:cubicBezTo>
                    <a:lnTo>
                      <a:pt x="1237" y="8326"/>
                    </a:lnTo>
                    <a:close/>
                    <a:moveTo>
                      <a:pt x="1442" y="18681"/>
                    </a:moveTo>
                    <a:cubicBezTo>
                      <a:pt x="1144" y="18681"/>
                      <a:pt x="906" y="18993"/>
                      <a:pt x="906" y="19373"/>
                    </a:cubicBezTo>
                    <a:cubicBezTo>
                      <a:pt x="906" y="19752"/>
                      <a:pt x="1144" y="20055"/>
                      <a:pt x="1442" y="20055"/>
                    </a:cubicBezTo>
                    <a:cubicBezTo>
                      <a:pt x="2365" y="20055"/>
                      <a:pt x="2846" y="20510"/>
                      <a:pt x="3269" y="20908"/>
                    </a:cubicBezTo>
                    <a:cubicBezTo>
                      <a:pt x="3660" y="21278"/>
                      <a:pt x="3999" y="21600"/>
                      <a:pt x="4708" y="21600"/>
                    </a:cubicBezTo>
                    <a:cubicBezTo>
                      <a:pt x="5417" y="21600"/>
                      <a:pt x="5755" y="21278"/>
                      <a:pt x="6147" y="20908"/>
                    </a:cubicBezTo>
                    <a:cubicBezTo>
                      <a:pt x="6570" y="20510"/>
                      <a:pt x="7051" y="20055"/>
                      <a:pt x="7974" y="20055"/>
                    </a:cubicBezTo>
                    <a:cubicBezTo>
                      <a:pt x="8897" y="20055"/>
                      <a:pt x="9378" y="20510"/>
                      <a:pt x="9801" y="20908"/>
                    </a:cubicBezTo>
                    <a:cubicBezTo>
                      <a:pt x="10193" y="21278"/>
                      <a:pt x="10530" y="21600"/>
                      <a:pt x="11240" y="21600"/>
                    </a:cubicBezTo>
                    <a:cubicBezTo>
                      <a:pt x="11949" y="21600"/>
                      <a:pt x="12287" y="21278"/>
                      <a:pt x="12679" y="20908"/>
                    </a:cubicBezTo>
                    <a:cubicBezTo>
                      <a:pt x="13102" y="20510"/>
                      <a:pt x="13577" y="20055"/>
                      <a:pt x="14499" y="20055"/>
                    </a:cubicBezTo>
                    <a:cubicBezTo>
                      <a:pt x="15423" y="20055"/>
                      <a:pt x="15904" y="20510"/>
                      <a:pt x="16326" y="20908"/>
                    </a:cubicBezTo>
                    <a:cubicBezTo>
                      <a:pt x="16718" y="21278"/>
                      <a:pt x="17056" y="21600"/>
                      <a:pt x="17765" y="21600"/>
                    </a:cubicBezTo>
                    <a:cubicBezTo>
                      <a:pt x="18063" y="21600"/>
                      <a:pt x="18309" y="21288"/>
                      <a:pt x="18309" y="20908"/>
                    </a:cubicBezTo>
                    <a:cubicBezTo>
                      <a:pt x="18309" y="20529"/>
                      <a:pt x="18063" y="20226"/>
                      <a:pt x="17765" y="20226"/>
                    </a:cubicBezTo>
                    <a:cubicBezTo>
                      <a:pt x="17412" y="20226"/>
                      <a:pt x="17309" y="20125"/>
                      <a:pt x="16968" y="19804"/>
                    </a:cubicBezTo>
                    <a:cubicBezTo>
                      <a:pt x="16494" y="19357"/>
                      <a:pt x="15779" y="18681"/>
                      <a:pt x="14499" y="18681"/>
                    </a:cubicBezTo>
                    <a:cubicBezTo>
                      <a:pt x="13221" y="18681"/>
                      <a:pt x="12510" y="19357"/>
                      <a:pt x="12037" y="19804"/>
                    </a:cubicBezTo>
                    <a:cubicBezTo>
                      <a:pt x="11697" y="20125"/>
                      <a:pt x="11593" y="20226"/>
                      <a:pt x="11240" y="20226"/>
                    </a:cubicBezTo>
                    <a:cubicBezTo>
                      <a:pt x="10887" y="20226"/>
                      <a:pt x="10785" y="20125"/>
                      <a:pt x="10443" y="19804"/>
                    </a:cubicBezTo>
                    <a:cubicBezTo>
                      <a:pt x="9970" y="19357"/>
                      <a:pt x="9253" y="18681"/>
                      <a:pt x="7974" y="18681"/>
                    </a:cubicBezTo>
                    <a:cubicBezTo>
                      <a:pt x="6695" y="18681"/>
                      <a:pt x="5978" y="19357"/>
                      <a:pt x="5505" y="19804"/>
                    </a:cubicBezTo>
                    <a:cubicBezTo>
                      <a:pt x="5164" y="20125"/>
                      <a:pt x="5061" y="20226"/>
                      <a:pt x="4708" y="20226"/>
                    </a:cubicBezTo>
                    <a:cubicBezTo>
                      <a:pt x="4355" y="20226"/>
                      <a:pt x="4252" y="20125"/>
                      <a:pt x="3911" y="19804"/>
                    </a:cubicBezTo>
                    <a:cubicBezTo>
                      <a:pt x="3438" y="19357"/>
                      <a:pt x="2721" y="18681"/>
                      <a:pt x="1442" y="1868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10" name="iṥľíḓê"/>
            <p:cNvGrpSpPr/>
            <p:nvPr/>
          </p:nvGrpSpPr>
          <p:grpSpPr>
            <a:xfrm>
              <a:off x="1019436" y="4835001"/>
              <a:ext cx="577851" cy="577851"/>
              <a:chOff x="0" y="0"/>
              <a:chExt cx="1155700" cy="1155700"/>
            </a:xfrm>
          </p:grpSpPr>
          <p:sp>
            <p:nvSpPr>
              <p:cNvPr id="28" name="íSļïḍè"/>
              <p:cNvSpPr/>
              <p:nvPr/>
            </p:nvSpPr>
            <p:spPr>
              <a:xfrm>
                <a:off x="0" y="0"/>
                <a:ext cx="1155700" cy="1155700"/>
              </a:xfrm>
              <a:prstGeom prst="roundRect">
                <a:avLst>
                  <a:gd name="adj" fmla="val 15000"/>
                </a:avLst>
              </a:prstGeom>
              <a:solidFill>
                <a:schemeClr val="accent5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íSľíḋê"/>
              <p:cNvSpPr/>
              <p:nvPr/>
            </p:nvSpPr>
            <p:spPr>
              <a:xfrm>
                <a:off x="183806" y="275576"/>
                <a:ext cx="825501" cy="57363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99" h="21600" extrusionOk="0">
                    <a:moveTo>
                      <a:pt x="4416" y="0"/>
                    </a:moveTo>
                    <a:cubicBezTo>
                      <a:pt x="4300" y="0"/>
                      <a:pt x="4188" y="70"/>
                      <a:pt x="4106" y="189"/>
                    </a:cubicBezTo>
                    <a:cubicBezTo>
                      <a:pt x="4023" y="307"/>
                      <a:pt x="3975" y="468"/>
                      <a:pt x="3975" y="636"/>
                    </a:cubicBezTo>
                    <a:lnTo>
                      <a:pt x="3975" y="3704"/>
                    </a:lnTo>
                    <a:cubicBezTo>
                      <a:pt x="3975" y="3874"/>
                      <a:pt x="4022" y="4041"/>
                      <a:pt x="4106" y="4161"/>
                    </a:cubicBezTo>
                    <a:cubicBezTo>
                      <a:pt x="4189" y="4281"/>
                      <a:pt x="4298" y="4340"/>
                      <a:pt x="4416" y="4340"/>
                    </a:cubicBezTo>
                    <a:lnTo>
                      <a:pt x="6549" y="4340"/>
                    </a:lnTo>
                    <a:cubicBezTo>
                      <a:pt x="6666" y="4340"/>
                      <a:pt x="6776" y="4281"/>
                      <a:pt x="6859" y="4161"/>
                    </a:cubicBezTo>
                    <a:cubicBezTo>
                      <a:pt x="6942" y="4041"/>
                      <a:pt x="6990" y="3874"/>
                      <a:pt x="6990" y="3704"/>
                    </a:cubicBezTo>
                    <a:lnTo>
                      <a:pt x="6990" y="636"/>
                    </a:lnTo>
                    <a:cubicBezTo>
                      <a:pt x="6990" y="466"/>
                      <a:pt x="6942" y="309"/>
                      <a:pt x="6859" y="189"/>
                    </a:cubicBezTo>
                    <a:cubicBezTo>
                      <a:pt x="6776" y="69"/>
                      <a:pt x="6666" y="0"/>
                      <a:pt x="6549" y="0"/>
                    </a:cubicBezTo>
                    <a:lnTo>
                      <a:pt x="4416" y="0"/>
                    </a:lnTo>
                    <a:close/>
                    <a:moveTo>
                      <a:pt x="4858" y="1271"/>
                    </a:moveTo>
                    <a:lnTo>
                      <a:pt x="6107" y="1271"/>
                    </a:lnTo>
                    <a:lnTo>
                      <a:pt x="6107" y="3069"/>
                    </a:lnTo>
                    <a:lnTo>
                      <a:pt x="4858" y="3069"/>
                    </a:lnTo>
                    <a:cubicBezTo>
                      <a:pt x="4858" y="3069"/>
                      <a:pt x="4858" y="1271"/>
                      <a:pt x="4858" y="1271"/>
                    </a:cubicBezTo>
                    <a:close/>
                    <a:moveTo>
                      <a:pt x="3174" y="5402"/>
                    </a:moveTo>
                    <a:cubicBezTo>
                      <a:pt x="2762" y="5402"/>
                      <a:pt x="2429" y="5892"/>
                      <a:pt x="2429" y="6485"/>
                    </a:cubicBezTo>
                    <a:lnTo>
                      <a:pt x="2429" y="9554"/>
                    </a:lnTo>
                    <a:cubicBezTo>
                      <a:pt x="2429" y="9721"/>
                      <a:pt x="2478" y="9882"/>
                      <a:pt x="2560" y="10001"/>
                    </a:cubicBezTo>
                    <a:cubicBezTo>
                      <a:pt x="2643" y="10119"/>
                      <a:pt x="2754" y="10189"/>
                      <a:pt x="2871" y="10189"/>
                    </a:cubicBezTo>
                    <a:lnTo>
                      <a:pt x="11165" y="10189"/>
                    </a:lnTo>
                    <a:cubicBezTo>
                      <a:pt x="11318" y="10189"/>
                      <a:pt x="11464" y="10069"/>
                      <a:pt x="11545" y="9881"/>
                    </a:cubicBezTo>
                    <a:cubicBezTo>
                      <a:pt x="11625" y="9694"/>
                      <a:pt x="11628" y="9464"/>
                      <a:pt x="11559" y="9266"/>
                    </a:cubicBezTo>
                    <a:lnTo>
                      <a:pt x="10427" y="5998"/>
                    </a:lnTo>
                    <a:cubicBezTo>
                      <a:pt x="10300" y="5635"/>
                      <a:pt x="10040" y="5402"/>
                      <a:pt x="9757" y="5402"/>
                    </a:cubicBezTo>
                    <a:lnTo>
                      <a:pt x="3174" y="5402"/>
                    </a:lnTo>
                    <a:close/>
                    <a:moveTo>
                      <a:pt x="3312" y="6674"/>
                    </a:moveTo>
                    <a:lnTo>
                      <a:pt x="9675" y="6674"/>
                    </a:lnTo>
                    <a:lnTo>
                      <a:pt x="10454" y="8918"/>
                    </a:lnTo>
                    <a:lnTo>
                      <a:pt x="3312" y="8918"/>
                    </a:lnTo>
                    <a:cubicBezTo>
                      <a:pt x="3312" y="8918"/>
                      <a:pt x="3312" y="6674"/>
                      <a:pt x="3312" y="6674"/>
                    </a:cubicBezTo>
                    <a:close/>
                    <a:moveTo>
                      <a:pt x="745" y="11123"/>
                    </a:moveTo>
                    <a:cubicBezTo>
                      <a:pt x="320" y="11126"/>
                      <a:pt x="0" y="11619"/>
                      <a:pt x="0" y="12195"/>
                    </a:cubicBezTo>
                    <a:cubicBezTo>
                      <a:pt x="0" y="12312"/>
                      <a:pt x="16" y="12433"/>
                      <a:pt x="41" y="12543"/>
                    </a:cubicBezTo>
                    <a:lnTo>
                      <a:pt x="1691" y="19673"/>
                    </a:lnTo>
                    <a:cubicBezTo>
                      <a:pt x="1958" y="20828"/>
                      <a:pt x="2708" y="21600"/>
                      <a:pt x="3554" y="21600"/>
                    </a:cubicBezTo>
                    <a:lnTo>
                      <a:pt x="14236" y="21600"/>
                    </a:lnTo>
                    <a:cubicBezTo>
                      <a:pt x="16616" y="21600"/>
                      <a:pt x="18807" y="19743"/>
                      <a:pt x="19957" y="16744"/>
                    </a:cubicBezTo>
                    <a:lnTo>
                      <a:pt x="21461" y="12821"/>
                    </a:lnTo>
                    <a:cubicBezTo>
                      <a:pt x="21553" y="12636"/>
                      <a:pt x="21600" y="12416"/>
                      <a:pt x="21599" y="12205"/>
                    </a:cubicBezTo>
                    <a:cubicBezTo>
                      <a:pt x="21598" y="11655"/>
                      <a:pt x="21294" y="11127"/>
                      <a:pt x="20854" y="11123"/>
                    </a:cubicBezTo>
                    <a:lnTo>
                      <a:pt x="745" y="11123"/>
                    </a:lnTo>
                    <a:close/>
                    <a:moveTo>
                      <a:pt x="883" y="12394"/>
                    </a:moveTo>
                    <a:lnTo>
                      <a:pt x="20557" y="12394"/>
                    </a:lnTo>
                    <a:cubicBezTo>
                      <a:pt x="20557" y="12394"/>
                      <a:pt x="19129" y="16128"/>
                      <a:pt x="19129" y="16128"/>
                    </a:cubicBezTo>
                    <a:cubicBezTo>
                      <a:pt x="18134" y="18722"/>
                      <a:pt x="16239" y="20329"/>
                      <a:pt x="14181" y="20329"/>
                    </a:cubicBezTo>
                    <a:lnTo>
                      <a:pt x="3499" y="20329"/>
                    </a:lnTo>
                    <a:cubicBezTo>
                      <a:pt x="3033" y="20329"/>
                      <a:pt x="2617" y="19902"/>
                      <a:pt x="2470" y="19266"/>
                    </a:cubicBezTo>
                    <a:lnTo>
                      <a:pt x="883" y="12394"/>
                    </a:lnTo>
                    <a:close/>
                    <a:moveTo>
                      <a:pt x="5272" y="14301"/>
                    </a:moveTo>
                    <a:cubicBezTo>
                      <a:pt x="4798" y="14301"/>
                      <a:pt x="4416" y="14859"/>
                      <a:pt x="4416" y="15542"/>
                    </a:cubicBezTo>
                    <a:cubicBezTo>
                      <a:pt x="4416" y="16225"/>
                      <a:pt x="4798" y="16774"/>
                      <a:pt x="5272" y="16774"/>
                    </a:cubicBezTo>
                    <a:cubicBezTo>
                      <a:pt x="5747" y="16774"/>
                      <a:pt x="6135" y="16225"/>
                      <a:pt x="6135" y="15542"/>
                    </a:cubicBezTo>
                    <a:cubicBezTo>
                      <a:pt x="6135" y="14859"/>
                      <a:pt x="5747" y="14301"/>
                      <a:pt x="5272" y="14301"/>
                    </a:cubicBezTo>
                    <a:close/>
                    <a:moveTo>
                      <a:pt x="8170" y="14301"/>
                    </a:moveTo>
                    <a:cubicBezTo>
                      <a:pt x="7695" y="14301"/>
                      <a:pt x="7308" y="14859"/>
                      <a:pt x="7308" y="15542"/>
                    </a:cubicBezTo>
                    <a:cubicBezTo>
                      <a:pt x="7308" y="16225"/>
                      <a:pt x="7695" y="16774"/>
                      <a:pt x="8170" y="16774"/>
                    </a:cubicBezTo>
                    <a:cubicBezTo>
                      <a:pt x="8645" y="16774"/>
                      <a:pt x="9026" y="16225"/>
                      <a:pt x="9026" y="15542"/>
                    </a:cubicBezTo>
                    <a:cubicBezTo>
                      <a:pt x="9026" y="14859"/>
                      <a:pt x="8645" y="14301"/>
                      <a:pt x="8170" y="14301"/>
                    </a:cubicBezTo>
                    <a:close/>
                    <a:moveTo>
                      <a:pt x="11062" y="14301"/>
                    </a:moveTo>
                    <a:cubicBezTo>
                      <a:pt x="10587" y="14301"/>
                      <a:pt x="10199" y="14859"/>
                      <a:pt x="10199" y="15542"/>
                    </a:cubicBezTo>
                    <a:cubicBezTo>
                      <a:pt x="10199" y="16225"/>
                      <a:pt x="10587" y="16774"/>
                      <a:pt x="11062" y="16774"/>
                    </a:cubicBezTo>
                    <a:cubicBezTo>
                      <a:pt x="11537" y="16774"/>
                      <a:pt x="11917" y="16225"/>
                      <a:pt x="11917" y="15542"/>
                    </a:cubicBezTo>
                    <a:cubicBezTo>
                      <a:pt x="11917" y="14859"/>
                      <a:pt x="11537" y="14301"/>
                      <a:pt x="11062" y="1430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11" name="iSļíďé"/>
            <p:cNvSpPr/>
            <p:nvPr/>
          </p:nvSpPr>
          <p:spPr>
            <a:xfrm>
              <a:off x="1597286" y="1614881"/>
              <a:ext cx="3635639" cy="35278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90000" tIns="46800" rIns="90000" bIns="46800" anchor="ctr" anchorCtr="0">
              <a:normAutofit/>
            </a:bodyPr>
            <a:lstStyle/>
            <a:p>
              <a:pPr lvl="0">
                <a:defRPr sz="1800"/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12" name="ïsḻîḋe"/>
            <p:cNvSpPr/>
            <p:nvPr/>
          </p:nvSpPr>
          <p:spPr>
            <a:xfrm>
              <a:off x="1597287" y="1967667"/>
              <a:ext cx="3635639" cy="3564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0000" tIns="46800" rIns="90000" bIns="4680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3" name="iṥḷiḓê"/>
            <p:cNvSpPr/>
            <p:nvPr/>
          </p:nvSpPr>
          <p:spPr>
            <a:xfrm>
              <a:off x="1597286" y="2390879"/>
              <a:ext cx="3635639" cy="35278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90000" tIns="46800" rIns="90000" bIns="46800" anchor="ctr" anchorCtr="0">
              <a:normAutofit/>
            </a:bodyPr>
            <a:lstStyle/>
            <a:p>
              <a:pPr lvl="0">
                <a:defRPr sz="1800"/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14" name="íšļïḋé"/>
            <p:cNvSpPr/>
            <p:nvPr/>
          </p:nvSpPr>
          <p:spPr>
            <a:xfrm>
              <a:off x="1597287" y="2743665"/>
              <a:ext cx="3635639" cy="3564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0000" tIns="46800" rIns="90000" bIns="4680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5" name="îs1îḑè"/>
            <p:cNvSpPr/>
            <p:nvPr/>
          </p:nvSpPr>
          <p:spPr>
            <a:xfrm>
              <a:off x="1597286" y="3206232"/>
              <a:ext cx="3635639" cy="35278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90000" tIns="46800" rIns="90000" bIns="46800" anchor="ctr" anchorCtr="0">
              <a:normAutofit/>
            </a:bodyPr>
            <a:lstStyle/>
            <a:p>
              <a:pPr lvl="0">
                <a:defRPr sz="1800"/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16" name="îṥlïďê"/>
            <p:cNvSpPr/>
            <p:nvPr/>
          </p:nvSpPr>
          <p:spPr>
            <a:xfrm>
              <a:off x="1597287" y="3559018"/>
              <a:ext cx="3635639" cy="3564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0000" tIns="46800" rIns="90000" bIns="4680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7" name="íṣļïḍe"/>
            <p:cNvSpPr/>
            <p:nvPr/>
          </p:nvSpPr>
          <p:spPr>
            <a:xfrm>
              <a:off x="1597286" y="4001712"/>
              <a:ext cx="3635639" cy="35278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90000" tIns="46800" rIns="90000" bIns="46800" anchor="ctr" anchorCtr="0">
              <a:normAutofit/>
            </a:bodyPr>
            <a:lstStyle/>
            <a:p>
              <a:pPr lvl="0">
                <a:defRPr sz="1800"/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18" name="ïšḷîďê"/>
            <p:cNvSpPr/>
            <p:nvPr/>
          </p:nvSpPr>
          <p:spPr>
            <a:xfrm>
              <a:off x="1597287" y="4354498"/>
              <a:ext cx="3635639" cy="3564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0000" tIns="46800" rIns="90000" bIns="4680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19" name="îsľîdè"/>
            <p:cNvSpPr/>
            <p:nvPr/>
          </p:nvSpPr>
          <p:spPr>
            <a:xfrm>
              <a:off x="1597286" y="4831214"/>
              <a:ext cx="3635639" cy="352786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90000" tIns="46800" rIns="90000" bIns="46800" anchor="ctr" anchorCtr="0">
              <a:normAutofit/>
            </a:bodyPr>
            <a:lstStyle/>
            <a:p>
              <a:pPr lvl="0">
                <a:defRPr sz="1800"/>
              </a:pPr>
              <a:r>
                <a:rPr lang="en-US" altLang="zh-CN" sz="1400" b="1" dirty="0"/>
                <a:t>Text here</a:t>
              </a:r>
              <a:endParaRPr lang="zh-CN" altLang="en-US" sz="1400" b="1" dirty="0"/>
            </a:p>
          </p:txBody>
        </p:sp>
        <p:sp>
          <p:nvSpPr>
            <p:cNvPr id="20" name="íśḻïḑê"/>
            <p:cNvSpPr/>
            <p:nvPr/>
          </p:nvSpPr>
          <p:spPr>
            <a:xfrm>
              <a:off x="1597287" y="5184000"/>
              <a:ext cx="3635639" cy="356481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90000" tIns="46800" rIns="90000" bIns="46800">
              <a:norm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1" name="î$ļîďé"/>
            <p:cNvSpPr/>
            <p:nvPr/>
          </p:nvSpPr>
          <p:spPr>
            <a:xfrm rot="5400000">
              <a:off x="5545445" y="3193931"/>
              <a:ext cx="1658378" cy="200602"/>
            </a:xfrm>
            <a:prstGeom prst="rect">
              <a:avLst/>
            </a:prstGeom>
            <a:solidFill>
              <a:schemeClr val="tx2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2" name="ïSļïḓe"/>
            <p:cNvSpPr/>
            <p:nvPr/>
          </p:nvSpPr>
          <p:spPr>
            <a:xfrm>
              <a:off x="5922198" y="2128544"/>
              <a:ext cx="2228912" cy="1337347"/>
            </a:xfrm>
            <a:custGeom>
              <a:avLst/>
              <a:gdLst>
                <a:gd name="connsiteX0" fmla="*/ 0 w 2228912"/>
                <a:gd name="connsiteY0" fmla="*/ 133735 h 1337347"/>
                <a:gd name="connsiteX1" fmla="*/ 133735 w 2228912"/>
                <a:gd name="connsiteY1" fmla="*/ 0 h 1337347"/>
                <a:gd name="connsiteX2" fmla="*/ 2095177 w 2228912"/>
                <a:gd name="connsiteY2" fmla="*/ 0 h 1337347"/>
                <a:gd name="connsiteX3" fmla="*/ 2228912 w 2228912"/>
                <a:gd name="connsiteY3" fmla="*/ 133735 h 1337347"/>
                <a:gd name="connsiteX4" fmla="*/ 2228912 w 2228912"/>
                <a:gd name="connsiteY4" fmla="*/ 1203612 h 1337347"/>
                <a:gd name="connsiteX5" fmla="*/ 2095177 w 2228912"/>
                <a:gd name="connsiteY5" fmla="*/ 1337347 h 1337347"/>
                <a:gd name="connsiteX6" fmla="*/ 133735 w 2228912"/>
                <a:gd name="connsiteY6" fmla="*/ 1337347 h 1337347"/>
                <a:gd name="connsiteX7" fmla="*/ 0 w 2228912"/>
                <a:gd name="connsiteY7" fmla="*/ 1203612 h 1337347"/>
                <a:gd name="connsiteX8" fmla="*/ 0 w 2228912"/>
                <a:gd name="connsiteY8" fmla="*/ 133735 h 133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8912" h="1337347">
                  <a:moveTo>
                    <a:pt x="0" y="133735"/>
                  </a:moveTo>
                  <a:cubicBezTo>
                    <a:pt x="0" y="59875"/>
                    <a:pt x="59875" y="0"/>
                    <a:pt x="133735" y="0"/>
                  </a:cubicBezTo>
                  <a:lnTo>
                    <a:pt x="2095177" y="0"/>
                  </a:lnTo>
                  <a:cubicBezTo>
                    <a:pt x="2169037" y="0"/>
                    <a:pt x="2228912" y="59875"/>
                    <a:pt x="2228912" y="133735"/>
                  </a:cubicBezTo>
                  <a:lnTo>
                    <a:pt x="2228912" y="1203612"/>
                  </a:lnTo>
                  <a:cubicBezTo>
                    <a:pt x="2228912" y="1277472"/>
                    <a:pt x="2169037" y="1337347"/>
                    <a:pt x="2095177" y="1337347"/>
                  </a:cubicBezTo>
                  <a:lnTo>
                    <a:pt x="133735" y="1337347"/>
                  </a:lnTo>
                  <a:cubicBezTo>
                    <a:pt x="59875" y="1337347"/>
                    <a:pt x="0" y="1277472"/>
                    <a:pt x="0" y="1203612"/>
                  </a:cubicBezTo>
                  <a:lnTo>
                    <a:pt x="0" y="133735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rgbClr r="0" g="0" b="0"/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90000" tIns="46800" rIns="90000" bIns="46800" anchor="ctr" anchorCtr="0">
              <a:normAutofit/>
            </a:bodyPr>
            <a:lstStyle/>
            <a:p>
              <a:pPr marL="0" lvl="0" indent="0" algn="ctr" defTabSz="62230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400" kern="1200" dirty="0">
                  <a:solidFill>
                    <a:schemeClr val="bg1"/>
                  </a:solidFill>
                </a:rPr>
                <a:t>Text here</a:t>
              </a:r>
              <a:endParaRPr lang="zh-CN" altLang="en-US" sz="1400" kern="1200" dirty="0">
                <a:solidFill>
                  <a:schemeClr val="bg1"/>
                </a:solidFill>
              </a:endParaRPr>
            </a:p>
          </p:txBody>
        </p:sp>
        <p:sp>
          <p:nvSpPr>
            <p:cNvPr id="23" name="íṥļíḋè"/>
            <p:cNvSpPr/>
            <p:nvPr/>
          </p:nvSpPr>
          <p:spPr>
            <a:xfrm>
              <a:off x="6381288" y="4029774"/>
              <a:ext cx="2951147" cy="200602"/>
            </a:xfrm>
            <a:prstGeom prst="rect">
              <a:avLst/>
            </a:prstGeom>
            <a:solidFill>
              <a:schemeClr val="tx2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4" name="ï$1iďè"/>
            <p:cNvSpPr/>
            <p:nvPr/>
          </p:nvSpPr>
          <p:spPr>
            <a:xfrm>
              <a:off x="5922198" y="3800229"/>
              <a:ext cx="2228912" cy="1337347"/>
            </a:xfrm>
            <a:custGeom>
              <a:avLst/>
              <a:gdLst>
                <a:gd name="connsiteX0" fmla="*/ 0 w 2228912"/>
                <a:gd name="connsiteY0" fmla="*/ 133735 h 1337347"/>
                <a:gd name="connsiteX1" fmla="*/ 133735 w 2228912"/>
                <a:gd name="connsiteY1" fmla="*/ 0 h 1337347"/>
                <a:gd name="connsiteX2" fmla="*/ 2095177 w 2228912"/>
                <a:gd name="connsiteY2" fmla="*/ 0 h 1337347"/>
                <a:gd name="connsiteX3" fmla="*/ 2228912 w 2228912"/>
                <a:gd name="connsiteY3" fmla="*/ 133735 h 1337347"/>
                <a:gd name="connsiteX4" fmla="*/ 2228912 w 2228912"/>
                <a:gd name="connsiteY4" fmla="*/ 1203612 h 1337347"/>
                <a:gd name="connsiteX5" fmla="*/ 2095177 w 2228912"/>
                <a:gd name="connsiteY5" fmla="*/ 1337347 h 1337347"/>
                <a:gd name="connsiteX6" fmla="*/ 133735 w 2228912"/>
                <a:gd name="connsiteY6" fmla="*/ 1337347 h 1337347"/>
                <a:gd name="connsiteX7" fmla="*/ 0 w 2228912"/>
                <a:gd name="connsiteY7" fmla="*/ 1203612 h 1337347"/>
                <a:gd name="connsiteX8" fmla="*/ 0 w 2228912"/>
                <a:gd name="connsiteY8" fmla="*/ 133735 h 133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8912" h="1337347">
                  <a:moveTo>
                    <a:pt x="0" y="133735"/>
                  </a:moveTo>
                  <a:cubicBezTo>
                    <a:pt x="0" y="59875"/>
                    <a:pt x="59875" y="0"/>
                    <a:pt x="133735" y="0"/>
                  </a:cubicBezTo>
                  <a:lnTo>
                    <a:pt x="2095177" y="0"/>
                  </a:lnTo>
                  <a:cubicBezTo>
                    <a:pt x="2169037" y="0"/>
                    <a:pt x="2228912" y="59875"/>
                    <a:pt x="2228912" y="133735"/>
                  </a:cubicBezTo>
                  <a:lnTo>
                    <a:pt x="2228912" y="1203612"/>
                  </a:lnTo>
                  <a:cubicBezTo>
                    <a:pt x="2228912" y="1277472"/>
                    <a:pt x="2169037" y="1337347"/>
                    <a:pt x="2095177" y="1337347"/>
                  </a:cubicBezTo>
                  <a:lnTo>
                    <a:pt x="133735" y="1337347"/>
                  </a:lnTo>
                  <a:cubicBezTo>
                    <a:pt x="59875" y="1337347"/>
                    <a:pt x="0" y="1277472"/>
                    <a:pt x="0" y="1203612"/>
                  </a:cubicBezTo>
                  <a:lnTo>
                    <a:pt x="0" y="1337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90000" tIns="46800" rIns="90000" bIns="46800" anchor="ctr" anchorCtr="0">
              <a:normAutofit/>
            </a:bodyPr>
            <a:lstStyle/>
            <a:p>
              <a:pPr marL="0" lvl="0" indent="0" algn="ctr" defTabSz="62230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400" kern="1200" dirty="0">
                  <a:solidFill>
                    <a:schemeClr val="bg1"/>
                  </a:solidFill>
                </a:rPr>
                <a:t>Text here</a:t>
              </a:r>
              <a:endParaRPr lang="zh-CN" altLang="en-US" sz="1400" kern="1200" dirty="0">
                <a:solidFill>
                  <a:schemeClr val="bg1"/>
                </a:solidFill>
              </a:endParaRPr>
            </a:p>
          </p:txBody>
        </p:sp>
        <p:sp>
          <p:nvSpPr>
            <p:cNvPr id="25" name="iSľïḓé"/>
            <p:cNvSpPr/>
            <p:nvPr/>
          </p:nvSpPr>
          <p:spPr>
            <a:xfrm rot="16200000">
              <a:off x="8509900" y="3193931"/>
              <a:ext cx="1658378" cy="200602"/>
            </a:xfrm>
            <a:prstGeom prst="rect">
              <a:avLst/>
            </a:prstGeom>
            <a:solidFill>
              <a:schemeClr val="tx2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26" name="ïṩ1îḋe"/>
            <p:cNvSpPr/>
            <p:nvPr/>
          </p:nvSpPr>
          <p:spPr>
            <a:xfrm>
              <a:off x="8886653" y="3800229"/>
              <a:ext cx="2228912" cy="1337347"/>
            </a:xfrm>
            <a:custGeom>
              <a:avLst/>
              <a:gdLst>
                <a:gd name="connsiteX0" fmla="*/ 0 w 2228912"/>
                <a:gd name="connsiteY0" fmla="*/ 133735 h 1337347"/>
                <a:gd name="connsiteX1" fmla="*/ 133735 w 2228912"/>
                <a:gd name="connsiteY1" fmla="*/ 0 h 1337347"/>
                <a:gd name="connsiteX2" fmla="*/ 2095177 w 2228912"/>
                <a:gd name="connsiteY2" fmla="*/ 0 h 1337347"/>
                <a:gd name="connsiteX3" fmla="*/ 2228912 w 2228912"/>
                <a:gd name="connsiteY3" fmla="*/ 133735 h 1337347"/>
                <a:gd name="connsiteX4" fmla="*/ 2228912 w 2228912"/>
                <a:gd name="connsiteY4" fmla="*/ 1203612 h 1337347"/>
                <a:gd name="connsiteX5" fmla="*/ 2095177 w 2228912"/>
                <a:gd name="connsiteY5" fmla="*/ 1337347 h 1337347"/>
                <a:gd name="connsiteX6" fmla="*/ 133735 w 2228912"/>
                <a:gd name="connsiteY6" fmla="*/ 1337347 h 1337347"/>
                <a:gd name="connsiteX7" fmla="*/ 0 w 2228912"/>
                <a:gd name="connsiteY7" fmla="*/ 1203612 h 1337347"/>
                <a:gd name="connsiteX8" fmla="*/ 0 w 2228912"/>
                <a:gd name="connsiteY8" fmla="*/ 133735 h 133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8912" h="1337347">
                  <a:moveTo>
                    <a:pt x="0" y="133735"/>
                  </a:moveTo>
                  <a:cubicBezTo>
                    <a:pt x="0" y="59875"/>
                    <a:pt x="59875" y="0"/>
                    <a:pt x="133735" y="0"/>
                  </a:cubicBezTo>
                  <a:lnTo>
                    <a:pt x="2095177" y="0"/>
                  </a:lnTo>
                  <a:cubicBezTo>
                    <a:pt x="2169037" y="0"/>
                    <a:pt x="2228912" y="59875"/>
                    <a:pt x="2228912" y="133735"/>
                  </a:cubicBezTo>
                  <a:lnTo>
                    <a:pt x="2228912" y="1203612"/>
                  </a:lnTo>
                  <a:cubicBezTo>
                    <a:pt x="2228912" y="1277472"/>
                    <a:pt x="2169037" y="1337347"/>
                    <a:pt x="2095177" y="1337347"/>
                  </a:cubicBezTo>
                  <a:lnTo>
                    <a:pt x="133735" y="1337347"/>
                  </a:lnTo>
                  <a:cubicBezTo>
                    <a:pt x="59875" y="1337347"/>
                    <a:pt x="0" y="1277472"/>
                    <a:pt x="0" y="1203612"/>
                  </a:cubicBezTo>
                  <a:lnTo>
                    <a:pt x="0" y="1337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90000" tIns="46800" rIns="90000" bIns="46800" anchor="ctr" anchorCtr="0">
              <a:normAutofit/>
            </a:bodyPr>
            <a:lstStyle/>
            <a:p>
              <a:pPr marL="0" lvl="0" indent="0" algn="ctr" defTabSz="62230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400" kern="1200" dirty="0">
                  <a:solidFill>
                    <a:schemeClr val="bg1"/>
                  </a:solidFill>
                </a:rPr>
                <a:t>Text here</a:t>
              </a:r>
              <a:endParaRPr lang="zh-CN" altLang="en-US" sz="1400" kern="1200" dirty="0">
                <a:solidFill>
                  <a:schemeClr val="bg1"/>
                </a:solidFill>
              </a:endParaRPr>
            </a:p>
          </p:txBody>
        </p:sp>
        <p:sp>
          <p:nvSpPr>
            <p:cNvPr id="27" name="î$ḻiḓê"/>
            <p:cNvSpPr/>
            <p:nvPr/>
          </p:nvSpPr>
          <p:spPr>
            <a:xfrm>
              <a:off x="8886653" y="2128544"/>
              <a:ext cx="2228912" cy="1337347"/>
            </a:xfrm>
            <a:custGeom>
              <a:avLst/>
              <a:gdLst>
                <a:gd name="connsiteX0" fmla="*/ 0 w 2228912"/>
                <a:gd name="connsiteY0" fmla="*/ 133735 h 1337347"/>
                <a:gd name="connsiteX1" fmla="*/ 133735 w 2228912"/>
                <a:gd name="connsiteY1" fmla="*/ 0 h 1337347"/>
                <a:gd name="connsiteX2" fmla="*/ 2095177 w 2228912"/>
                <a:gd name="connsiteY2" fmla="*/ 0 h 1337347"/>
                <a:gd name="connsiteX3" fmla="*/ 2228912 w 2228912"/>
                <a:gd name="connsiteY3" fmla="*/ 133735 h 1337347"/>
                <a:gd name="connsiteX4" fmla="*/ 2228912 w 2228912"/>
                <a:gd name="connsiteY4" fmla="*/ 1203612 h 1337347"/>
                <a:gd name="connsiteX5" fmla="*/ 2095177 w 2228912"/>
                <a:gd name="connsiteY5" fmla="*/ 1337347 h 1337347"/>
                <a:gd name="connsiteX6" fmla="*/ 133735 w 2228912"/>
                <a:gd name="connsiteY6" fmla="*/ 1337347 h 1337347"/>
                <a:gd name="connsiteX7" fmla="*/ 0 w 2228912"/>
                <a:gd name="connsiteY7" fmla="*/ 1203612 h 1337347"/>
                <a:gd name="connsiteX8" fmla="*/ 0 w 2228912"/>
                <a:gd name="connsiteY8" fmla="*/ 133735 h 1337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28912" h="1337347">
                  <a:moveTo>
                    <a:pt x="0" y="133735"/>
                  </a:moveTo>
                  <a:cubicBezTo>
                    <a:pt x="0" y="59875"/>
                    <a:pt x="59875" y="0"/>
                    <a:pt x="133735" y="0"/>
                  </a:cubicBezTo>
                  <a:lnTo>
                    <a:pt x="2095177" y="0"/>
                  </a:lnTo>
                  <a:cubicBezTo>
                    <a:pt x="2169037" y="0"/>
                    <a:pt x="2228912" y="59875"/>
                    <a:pt x="2228912" y="133735"/>
                  </a:cubicBezTo>
                  <a:lnTo>
                    <a:pt x="2228912" y="1203612"/>
                  </a:lnTo>
                  <a:cubicBezTo>
                    <a:pt x="2228912" y="1277472"/>
                    <a:pt x="2169037" y="1337347"/>
                    <a:pt x="2095177" y="1337347"/>
                  </a:cubicBezTo>
                  <a:lnTo>
                    <a:pt x="133735" y="1337347"/>
                  </a:lnTo>
                  <a:cubicBezTo>
                    <a:pt x="59875" y="1337347"/>
                    <a:pt x="0" y="1277472"/>
                    <a:pt x="0" y="1203612"/>
                  </a:cubicBezTo>
                  <a:lnTo>
                    <a:pt x="0" y="1337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none" lIns="90000" tIns="46800" rIns="90000" bIns="46800" anchor="ctr" anchorCtr="0">
              <a:normAutofit/>
            </a:bodyPr>
            <a:lstStyle/>
            <a:p>
              <a:pPr marL="0" lvl="0" indent="0" algn="ctr" defTabSz="62230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sz="1400" kern="1200" dirty="0">
                  <a:solidFill>
                    <a:schemeClr val="bg1"/>
                  </a:solidFill>
                </a:rPr>
                <a:t>Text here</a:t>
              </a:r>
              <a:endParaRPr lang="zh-CN" altLang="en-US" sz="1400" kern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8" name="图片 37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fd7a9c8e-24fb-46fd-8bfb-5697e463b30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6751" y="1556792"/>
            <a:ext cx="10858500" cy="4172694"/>
            <a:chOff x="666751" y="1556792"/>
            <a:chExt cx="10858500" cy="4172694"/>
          </a:xfrm>
        </p:grpSpPr>
        <p:sp>
          <p:nvSpPr>
            <p:cNvPr id="6" name="iṩ1íḋè"/>
            <p:cNvSpPr/>
            <p:nvPr/>
          </p:nvSpPr>
          <p:spPr bwMode="auto">
            <a:xfrm>
              <a:off x="1384449" y="1556792"/>
              <a:ext cx="1547489" cy="552675"/>
            </a:xfrm>
            <a:prstGeom prst="homePlate">
              <a:avLst/>
            </a:prstGeom>
            <a:solidFill>
              <a:schemeClr val="accent1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rot="5400000">
              <a:off x="1232463" y="3325351"/>
              <a:ext cx="3537118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ïṩlíďe"/>
            <p:cNvSpPr/>
            <p:nvPr/>
          </p:nvSpPr>
          <p:spPr bwMode="auto">
            <a:xfrm>
              <a:off x="3332627" y="1881718"/>
              <a:ext cx="1547489" cy="552675"/>
            </a:xfrm>
            <a:prstGeom prst="homePlate">
              <a:avLst/>
            </a:prstGeom>
            <a:solidFill>
              <a:schemeClr val="accent2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直接连接符 8"/>
            <p:cNvCxnSpPr/>
            <p:nvPr/>
          </p:nvCxnSpPr>
          <p:spPr>
            <a:xfrm rot="5400000">
              <a:off x="3357497" y="3473421"/>
              <a:ext cx="3183406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ś1ïde"/>
            <p:cNvSpPr/>
            <p:nvPr/>
          </p:nvSpPr>
          <p:spPr bwMode="auto">
            <a:xfrm>
              <a:off x="5294622" y="2279644"/>
              <a:ext cx="1547489" cy="552675"/>
            </a:xfrm>
            <a:prstGeom prst="homePlate">
              <a:avLst/>
            </a:prstGeom>
            <a:solidFill>
              <a:schemeClr val="accent3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 rot="5400000">
              <a:off x="5518455" y="3672384"/>
              <a:ext cx="2785480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ṡḷïḍè"/>
            <p:cNvSpPr/>
            <p:nvPr/>
          </p:nvSpPr>
          <p:spPr bwMode="auto">
            <a:xfrm>
              <a:off x="7228984" y="2691387"/>
              <a:ext cx="1547489" cy="552675"/>
            </a:xfrm>
            <a:prstGeom prst="homePlate">
              <a:avLst/>
            </a:prstGeom>
            <a:solidFill>
              <a:schemeClr val="accent4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rot="5400000">
              <a:off x="7651779" y="3885164"/>
              <a:ext cx="2387555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Sľîḋe"/>
            <p:cNvSpPr/>
            <p:nvPr/>
          </p:nvSpPr>
          <p:spPr bwMode="auto">
            <a:xfrm>
              <a:off x="9190978" y="3116946"/>
              <a:ext cx="1547489" cy="552675"/>
            </a:xfrm>
            <a:prstGeom prst="homePlate">
              <a:avLst/>
            </a:prstGeom>
            <a:solidFill>
              <a:schemeClr val="accent5"/>
            </a:solidFill>
            <a:ln w="19050">
              <a:noFill/>
              <a:round/>
            </a:ln>
          </p:spPr>
          <p:txBody>
            <a:bodyPr vert="horz" wrap="none" lIns="91440" tIns="45720" rIns="91440" bIns="45720" anchor="ctr" anchorCtr="1" compatLnSpc="1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Text here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5" name="直接连接符 14"/>
            <p:cNvCxnSpPr/>
            <p:nvPr/>
          </p:nvCxnSpPr>
          <p:spPr>
            <a:xfrm rot="5400000">
              <a:off x="9812737" y="4111761"/>
              <a:ext cx="1989629" cy="230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îṥḷîḑe"/>
            <p:cNvSpPr/>
            <p:nvPr/>
          </p:nvSpPr>
          <p:spPr bwMode="auto">
            <a:xfrm>
              <a:off x="666751" y="4955741"/>
              <a:ext cx="10858500" cy="773745"/>
            </a:xfrm>
            <a:prstGeom prst="leftRightArrow">
              <a:avLst>
                <a:gd name="adj1" fmla="val 67857"/>
                <a:gd name="adj2" fmla="val 60714"/>
              </a:avLst>
            </a:prstGeom>
            <a:solidFill>
              <a:schemeClr val="tx2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7" name="íšļiḓè"/>
            <p:cNvSpPr txBox="1"/>
            <p:nvPr/>
          </p:nvSpPr>
          <p:spPr>
            <a:xfrm>
              <a:off x="1696418" y="5188725"/>
              <a:ext cx="740121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2015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íṣḻïďé"/>
            <p:cNvSpPr txBox="1"/>
            <p:nvPr/>
          </p:nvSpPr>
          <p:spPr>
            <a:xfrm>
              <a:off x="9710863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2019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9" name="íślïďè"/>
            <p:cNvSpPr txBox="1"/>
            <p:nvPr/>
          </p:nvSpPr>
          <p:spPr>
            <a:xfrm>
              <a:off x="7667235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2018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0" name="is1îḋe"/>
            <p:cNvSpPr txBox="1"/>
            <p:nvPr/>
          </p:nvSpPr>
          <p:spPr>
            <a:xfrm>
              <a:off x="5687820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2017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ïsliďè"/>
            <p:cNvSpPr txBox="1"/>
            <p:nvPr/>
          </p:nvSpPr>
          <p:spPr>
            <a:xfrm>
              <a:off x="3680129" y="5188725"/>
              <a:ext cx="759805" cy="307777"/>
            </a:xfrm>
            <a:prstGeom prst="rect">
              <a:avLst/>
            </a:prstGeom>
            <a:noFill/>
          </p:spPr>
          <p:txBody>
            <a:bodyPr wrap="none" anchor="ctr">
              <a:norm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</a:rPr>
                <a:t>2016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íṡļiḍe"/>
            <p:cNvSpPr txBox="1"/>
            <p:nvPr/>
          </p:nvSpPr>
          <p:spPr bwMode="auto">
            <a:xfrm>
              <a:off x="2999871" y="2434393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3" name="íšļíḑé"/>
            <p:cNvSpPr txBox="1"/>
            <p:nvPr/>
          </p:nvSpPr>
          <p:spPr bwMode="auto">
            <a:xfrm>
              <a:off x="2999871" y="3097390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4" name="î$1îḋê"/>
            <p:cNvSpPr txBox="1"/>
            <p:nvPr/>
          </p:nvSpPr>
          <p:spPr bwMode="auto">
            <a:xfrm>
              <a:off x="4964169" y="2832319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5" name="iŝļíḑé"/>
            <p:cNvSpPr txBox="1"/>
            <p:nvPr/>
          </p:nvSpPr>
          <p:spPr bwMode="auto">
            <a:xfrm>
              <a:off x="4964169" y="3495316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6" name="ïšļíḋé"/>
            <p:cNvSpPr txBox="1"/>
            <p:nvPr/>
          </p:nvSpPr>
          <p:spPr bwMode="auto">
            <a:xfrm>
              <a:off x="1042053" y="2109467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7" name="iśḷíḍè"/>
            <p:cNvSpPr txBox="1"/>
            <p:nvPr/>
          </p:nvSpPr>
          <p:spPr bwMode="auto">
            <a:xfrm>
              <a:off x="1042053" y="2772464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28" name="iṡḻiḍe"/>
            <p:cNvSpPr txBox="1"/>
            <p:nvPr/>
          </p:nvSpPr>
          <p:spPr bwMode="auto">
            <a:xfrm>
              <a:off x="6907739" y="3244062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29" name="îŝļíďe"/>
            <p:cNvSpPr txBox="1"/>
            <p:nvPr/>
          </p:nvSpPr>
          <p:spPr bwMode="auto">
            <a:xfrm>
              <a:off x="6907739" y="3907059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  <p:sp>
          <p:nvSpPr>
            <p:cNvPr id="30" name="i$ḻíde"/>
            <p:cNvSpPr txBox="1"/>
            <p:nvPr/>
          </p:nvSpPr>
          <p:spPr bwMode="auto">
            <a:xfrm>
              <a:off x="8858221" y="3669621"/>
              <a:ext cx="1948178" cy="662997"/>
            </a:xfrm>
            <a:prstGeom prst="rect">
              <a:avLst/>
            </a:prstGeom>
            <a:noFill/>
          </p:spPr>
          <p:txBody>
            <a:bodyPr wrap="none" lIns="90000" tIns="46800" rIns="90000" bIns="46800" anchor="b" anchorCtr="1">
              <a:normAutofit/>
            </a:bodyPr>
            <a:lstStyle/>
            <a:p>
              <a:pPr latinLnBrk="0"/>
              <a:r>
                <a:rPr lang="en-US" altLang="zh-CN" sz="1400" b="1" dirty="0">
                  <a:effectLst/>
                </a:rPr>
                <a:t>Text here</a:t>
              </a:r>
              <a:endParaRPr lang="zh-CN" altLang="en-US" sz="1400" b="1" dirty="0">
                <a:effectLst/>
              </a:endParaRPr>
            </a:p>
          </p:txBody>
        </p:sp>
        <p:sp>
          <p:nvSpPr>
            <p:cNvPr id="31" name="îSḷidé"/>
            <p:cNvSpPr txBox="1"/>
            <p:nvPr/>
          </p:nvSpPr>
          <p:spPr bwMode="auto">
            <a:xfrm>
              <a:off x="8858221" y="4332618"/>
              <a:ext cx="1948178" cy="595317"/>
            </a:xfrm>
            <a:prstGeom prst="rect">
              <a:avLst/>
            </a:prstGeom>
            <a:noFill/>
          </p:spPr>
          <p:txBody>
            <a:bodyPr wrap="square" lIns="90000" tIns="46800" rIns="90000" bIns="468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000" dirty="0"/>
                <a:t>Copy paste fonts. Choose the only option to retain text.</a:t>
              </a:r>
              <a:endParaRPr lang="en-US" altLang="zh-CN" sz="1000" dirty="0"/>
            </a:p>
          </p:txBody>
        </p:sp>
      </p:grpSp>
      <p:pic>
        <p:nvPicPr>
          <p:cNvPr id="32" name="图片 31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32" name="e4ed0cba-627a-4b7b-aa2c-ea78f9c45d3c" descr="kA4AAB+LCAAAAAAABADlVE1vgkAQ/S/b9kYavkTLjVppPPQj0bSHxsMWRtkGFrMsjY3hv3cXQdmgbbw0Sm86vJl5b2b2rdEl/1oCctEkwYzfEbxgOBlzSJCGxiFyaR7HGrolNCR0cc/SfJkh9229TWt+eSU8GqZxyl5wnIMsQAknON78dVtJCvaZEcHgq4wdwgpYq9bTfE4CmEaQQI2ZEso9Gk4iHAqEfq0LAYwsIk4hy6rA0/sHBLyR5vYkKs8iUfPC922z73ieLFa20YtCQxMIUhr+FUnnd5JD+84ZDVSSh4Zdz/mBUJLkSQUr+z7gVSNk6JsgCcMYmrAx5cA+t+s0ZKz8PeFMNPBTlmAuGq714mo3BMu5LnmNaQgrkVWTRcr2K5Ly8Pbel/ywPa/y2HZJz1icLAhue1S383ZoDXl0EQuw2S/11UPcFha7WcKjQEtKlVQZMtBMVVETErWB8ra+QjtIbAorfpwUmdEUsW/6P2qQBZoSKgoK+V9512d87A6azMWryIB7QSD6Vve9eZtlvPVkN9TMo7TVNNubQcVsj7wO+JijWIThDG48/eR8TCV52x95fu+0fcy2FB8zO+Bj5vn7mNlhH2ut53/52ECxiJ7h9D375HxMJTkcDP2Rfdo+1tMVH7M64GPW+fuY1WEfa63noI/Nim8Xtv54kA4AAA=="/>
          <p:cNvGrpSpPr>
            <a:grpSpLocks noChangeAspect="1"/>
          </p:cNvGrpSpPr>
          <p:nvPr/>
        </p:nvGrpSpPr>
        <p:grpSpPr>
          <a:xfrm>
            <a:off x="4604327" y="1587962"/>
            <a:ext cx="2983346" cy="3682077"/>
            <a:chOff x="4251902" y="1587961"/>
            <a:chExt cx="2983346" cy="3682077"/>
          </a:xfrm>
        </p:grpSpPr>
        <p:sp>
          <p:nvSpPr>
            <p:cNvPr id="33" name="ExtraShape"/>
            <p:cNvSpPr/>
            <p:nvPr/>
          </p:nvSpPr>
          <p:spPr>
            <a:xfrm>
              <a:off x="5048777" y="3457492"/>
              <a:ext cx="1389601" cy="225131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ExtraShape"/>
            <p:cNvSpPr/>
            <p:nvPr/>
          </p:nvSpPr>
          <p:spPr>
            <a:xfrm>
              <a:off x="5332130" y="3492146"/>
              <a:ext cx="822892" cy="1558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ExtraShape"/>
            <p:cNvSpPr/>
            <p:nvPr/>
          </p:nvSpPr>
          <p:spPr>
            <a:xfrm rot="16200000">
              <a:off x="5328249" y="3563314"/>
              <a:ext cx="830655" cy="1053739"/>
            </a:xfrm>
            <a:prstGeom prst="flowChartOnlineStorag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ValueShape1"/>
            <p:cNvSpPr/>
            <p:nvPr/>
          </p:nvSpPr>
          <p:spPr>
            <a:xfrm>
              <a:off x="4301574" y="2310767"/>
              <a:ext cx="1409010" cy="1337200"/>
            </a:xfrm>
            <a:prstGeom prst="lightningBolt">
              <a:avLst/>
            </a:prstGeom>
            <a:gradFill flip="none" rotWithShape="1">
              <a:gsLst>
                <a:gs pos="0">
                  <a:schemeClr val="accent1">
                    <a:lumMod val="10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  <a:gs pos="36000">
                  <a:schemeClr val="accent1">
                    <a:lumMod val="100000"/>
                  </a:schemeClr>
                </a:gs>
                <a:gs pos="361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ValueShape2"/>
            <p:cNvSpPr/>
            <p:nvPr/>
          </p:nvSpPr>
          <p:spPr>
            <a:xfrm rot="2753247">
              <a:off x="5039071" y="2008159"/>
              <a:ext cx="1409010" cy="1337200"/>
            </a:xfrm>
            <a:prstGeom prst="lightningBolt">
              <a:avLst/>
            </a:prstGeom>
            <a:gradFill flip="none" rotWithShape="1">
              <a:gsLst>
                <a:gs pos="0">
                  <a:schemeClr val="accent2">
                    <a:lumMod val="100000"/>
                  </a:schemeClr>
                </a:gs>
                <a:gs pos="100000">
                  <a:schemeClr val="accent2">
                    <a:lumMod val="40000"/>
                    <a:lumOff val="60000"/>
                  </a:schemeClr>
                </a:gs>
                <a:gs pos="43000">
                  <a:schemeClr val="accent2">
                    <a:lumMod val="100000"/>
                  </a:schemeClr>
                </a:gs>
                <a:gs pos="43100">
                  <a:schemeClr val="accent2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ValueShape3"/>
            <p:cNvSpPr/>
            <p:nvPr/>
          </p:nvSpPr>
          <p:spPr>
            <a:xfrm flipH="1">
              <a:off x="5812420" y="2310768"/>
              <a:ext cx="1409010" cy="1337200"/>
            </a:xfrm>
            <a:prstGeom prst="lightningBolt">
              <a:avLst/>
            </a:prstGeom>
            <a:gradFill flip="none" rotWithShape="1">
              <a:gsLst>
                <a:gs pos="0">
                  <a:schemeClr val="accent4">
                    <a:lumMod val="10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  <a:gs pos="50000">
                  <a:schemeClr val="accent4">
                    <a:lumMod val="100000"/>
                  </a:schemeClr>
                </a:gs>
                <a:gs pos="50100">
                  <a:schemeClr val="accent4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ValueText1"/>
            <p:cNvSpPr txBox="1"/>
            <p:nvPr/>
          </p:nvSpPr>
          <p:spPr>
            <a:xfrm rot="20193534">
              <a:off x="4251902" y="1995024"/>
              <a:ext cx="428923" cy="355381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32500" lnSpcReduction="20000"/>
            </a:bodyPr>
            <a:lstStyle/>
            <a:p>
              <a:pPr algn="ctr"/>
              <a:r>
                <a:rPr lang="en-US" altLang="zh-CN" sz="6000">
                  <a:solidFill>
                    <a:schemeClr val="accent1">
                      <a:lumMod val="100000"/>
                    </a:schemeClr>
                  </a:solidFill>
                  <a:latin typeface="Impact" panose="020B0806030902050204" pitchFamily="34" charset="0"/>
                </a:rPr>
                <a:t>36%</a:t>
              </a:r>
              <a:endParaRPr lang="en-US" sz="6000" dirty="0">
                <a:solidFill>
                  <a:schemeClr val="accent1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0" name="ValueText2"/>
            <p:cNvSpPr txBox="1"/>
            <p:nvPr/>
          </p:nvSpPr>
          <p:spPr>
            <a:xfrm rot="1254004">
              <a:off x="5719517" y="1587961"/>
              <a:ext cx="428923" cy="355381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32500" lnSpcReduction="20000"/>
            </a:bodyPr>
            <a:lstStyle/>
            <a:p>
              <a:pPr algn="ctr"/>
              <a:r>
                <a:rPr lang="en-US" altLang="zh-CN" sz="6000">
                  <a:solidFill>
                    <a:schemeClr val="accent2">
                      <a:lumMod val="100000"/>
                    </a:schemeClr>
                  </a:solidFill>
                  <a:latin typeface="Impact" panose="020B0806030902050204" pitchFamily="34" charset="0"/>
                </a:rPr>
                <a:t>43%</a:t>
              </a:r>
              <a:endParaRPr lang="en-US" sz="6000" dirty="0">
                <a:solidFill>
                  <a:schemeClr val="accent2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1" name="ValueText3"/>
            <p:cNvSpPr txBox="1"/>
            <p:nvPr/>
          </p:nvSpPr>
          <p:spPr>
            <a:xfrm rot="1383244">
              <a:off x="6806325" y="2055207"/>
              <a:ext cx="428923" cy="355381"/>
            </a:xfrm>
            <a:prstGeom prst="rect">
              <a:avLst/>
            </a:prstGeom>
            <a:noFill/>
          </p:spPr>
          <p:txBody>
            <a:bodyPr wrap="none" anchor="ctr" anchorCtr="0">
              <a:prstTxWarp prst="textPlain">
                <a:avLst/>
              </a:prstTxWarp>
              <a:normAutofit fontScale="32500" lnSpcReduction="20000"/>
            </a:bodyPr>
            <a:lstStyle/>
            <a:p>
              <a:pPr algn="ctr"/>
              <a:r>
                <a:rPr lang="en-US" altLang="zh-CN" sz="6000">
                  <a:solidFill>
                    <a:schemeClr val="accent4">
                      <a:lumMod val="100000"/>
                    </a:schemeClr>
                  </a:solidFill>
                  <a:latin typeface="Impact" panose="020B0806030902050204" pitchFamily="34" charset="0"/>
                </a:rPr>
                <a:t>50%</a:t>
              </a:r>
              <a:endParaRPr lang="en-US" sz="6000" dirty="0">
                <a:solidFill>
                  <a:schemeClr val="accent4">
                    <a:lumMod val="100000"/>
                  </a:schemeClr>
                </a:solidFill>
                <a:latin typeface="Impact" panose="020B0806030902050204" pitchFamily="34" charset="0"/>
              </a:endParaRPr>
            </a:p>
          </p:txBody>
        </p:sp>
        <p:cxnSp>
          <p:nvCxnSpPr>
            <p:cNvPr id="42" name="ExtraShape31"/>
            <p:cNvCxnSpPr/>
            <p:nvPr/>
          </p:nvCxnSpPr>
          <p:spPr>
            <a:xfrm>
              <a:off x="5033812" y="4969415"/>
              <a:ext cx="1455244" cy="0"/>
            </a:xfrm>
            <a:prstGeom prst="line">
              <a:avLst/>
            </a:prstGeom>
            <a:ln>
              <a:solidFill>
                <a:srgbClr val="3A455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CustomText1"/>
            <p:cNvSpPr/>
            <p:nvPr/>
          </p:nvSpPr>
          <p:spPr>
            <a:xfrm>
              <a:off x="4837859" y="5002730"/>
              <a:ext cx="1745450" cy="267308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rmAutofit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3A4554"/>
                  </a:solidFill>
                  <a:effectLst/>
                  <a:uLnTx/>
                  <a:uFillTx/>
                </a:rPr>
                <a:t>Supporting text here</a:t>
              </a:r>
              <a:endPara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3A4554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CustomText2"/>
            <p:cNvSpPr/>
            <p:nvPr/>
          </p:nvSpPr>
          <p:spPr>
            <a:xfrm>
              <a:off x="4837858" y="4640216"/>
              <a:ext cx="1745451" cy="329200"/>
            </a:xfrm>
            <a:prstGeom prst="rect">
              <a:avLst/>
            </a:prstGeom>
            <a:noFill/>
          </p:spPr>
          <p:txBody>
            <a:bodyPr wrap="none" lIns="90000" tIns="46800" rIns="90000" bIns="46800" anchor="ctr">
              <a:normAutofit fontScale="62500" lnSpcReduction="20000"/>
            </a:bodyPr>
            <a:lstStyle/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3A4554"/>
                  </a:solidFill>
                  <a:effectLst/>
                  <a:uLnTx/>
                  <a:uFillTx/>
                </a:rPr>
                <a:t>TEXT HERE</a:t>
              </a:r>
              <a:endPara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3A4554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5" name="图片 4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 userDrawn="1"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Section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 userDrawn="1">
            <p:ph type="body" idx="1"/>
          </p:nvPr>
        </p:nvSpPr>
        <p:spPr/>
        <p:txBody>
          <a:bodyPr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Supporting text here.</a:t>
            </a:r>
            <a:endParaRPr lang="en-US" altLang="zh-CN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096053" y="3948029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  <a:endParaRPr lang="zh-CN" altLang="en-US" spc="1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662671d-fe96-4360-bdf6-53efe861b02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730730"/>
            <a:ext cx="10833822" cy="3890369"/>
            <a:chOff x="669925" y="1730730"/>
            <a:chExt cx="10833822" cy="3890369"/>
          </a:xfrm>
        </p:grpSpPr>
        <p:cxnSp>
          <p:nvCxnSpPr>
            <p:cNvPr id="6" name="直接连接符 5"/>
            <p:cNvCxnSpPr/>
            <p:nvPr/>
          </p:nvCxnSpPr>
          <p:spPr>
            <a:xfrm>
              <a:off x="6543182" y="2742142"/>
              <a:ext cx="49589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/>
            <p:nvPr/>
          </p:nvCxnSpPr>
          <p:spPr>
            <a:xfrm>
              <a:off x="6543182" y="4385163"/>
              <a:ext cx="4958978" cy="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iṩ1iḍé"/>
            <p:cNvSpPr/>
            <p:nvPr/>
          </p:nvSpPr>
          <p:spPr>
            <a:xfrm>
              <a:off x="6434673" y="1730730"/>
              <a:ext cx="2534537" cy="570444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</p:txBody>
        </p:sp>
        <p:sp>
          <p:nvSpPr>
            <p:cNvPr id="9" name="îšḻîḋe"/>
            <p:cNvSpPr/>
            <p:nvPr/>
          </p:nvSpPr>
          <p:spPr>
            <a:xfrm>
              <a:off x="6434673" y="3387469"/>
              <a:ext cx="2534537" cy="570444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</p:txBody>
        </p:sp>
        <p:sp>
          <p:nvSpPr>
            <p:cNvPr id="10" name="ïṣlîďè"/>
            <p:cNvSpPr/>
            <p:nvPr/>
          </p:nvSpPr>
          <p:spPr>
            <a:xfrm>
              <a:off x="6434673" y="5050655"/>
              <a:ext cx="2534537" cy="570444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</p:txBody>
        </p:sp>
        <p:sp>
          <p:nvSpPr>
            <p:cNvPr id="11" name="isļiḍê"/>
            <p:cNvSpPr/>
            <p:nvPr/>
          </p:nvSpPr>
          <p:spPr>
            <a:xfrm>
              <a:off x="8969210" y="1730730"/>
              <a:ext cx="2534537" cy="570444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</p:txBody>
        </p:sp>
        <p:sp>
          <p:nvSpPr>
            <p:cNvPr id="12" name="ïsḻïḋê"/>
            <p:cNvSpPr/>
            <p:nvPr/>
          </p:nvSpPr>
          <p:spPr>
            <a:xfrm>
              <a:off x="8969210" y="3387469"/>
              <a:ext cx="2534537" cy="570444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</p:txBody>
        </p:sp>
        <p:sp>
          <p:nvSpPr>
            <p:cNvPr id="13" name="işļîḍé"/>
            <p:cNvSpPr/>
            <p:nvPr/>
          </p:nvSpPr>
          <p:spPr>
            <a:xfrm>
              <a:off x="8969210" y="5050655"/>
              <a:ext cx="2534537" cy="570444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  <a:p>
              <a:pPr marL="285750" lvl="0" indent="-285750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sz="1100" dirty="0">
                  <a:solidFill>
                    <a:srgbClr val="000000"/>
                  </a:solidFill>
                </a:rPr>
                <a:t>Supporting text here</a:t>
              </a:r>
              <a:endParaRPr lang="en-US" altLang="zh-CN" sz="1100" dirty="0">
                <a:solidFill>
                  <a:srgbClr val="000000"/>
                </a:solidFill>
              </a:endParaRPr>
            </a:p>
          </p:txBody>
        </p:sp>
        <p:grpSp>
          <p:nvGrpSpPr>
            <p:cNvPr id="14" name="išľidè"/>
            <p:cNvGrpSpPr/>
            <p:nvPr/>
          </p:nvGrpSpPr>
          <p:grpSpPr>
            <a:xfrm>
              <a:off x="669925" y="2259677"/>
              <a:ext cx="5644878" cy="2808922"/>
              <a:chOff x="6365998" y="2259677"/>
              <a:chExt cx="5644878" cy="2808922"/>
            </a:xfrm>
          </p:grpSpPr>
          <p:sp>
            <p:nvSpPr>
              <p:cNvPr id="40" name="ïšlîḍe"/>
              <p:cNvSpPr/>
              <p:nvPr/>
            </p:nvSpPr>
            <p:spPr bwMode="auto">
              <a:xfrm>
                <a:off x="9687840" y="4267800"/>
                <a:ext cx="113978" cy="220458"/>
              </a:xfrm>
              <a:custGeom>
                <a:avLst/>
                <a:gdLst/>
                <a:ahLst/>
                <a:cxnLst>
                  <a:cxn ang="0">
                    <a:pos x="9" y="114"/>
                  </a:cxn>
                  <a:cxn ang="0">
                    <a:pos x="18" y="94"/>
                  </a:cxn>
                  <a:cxn ang="0">
                    <a:pos x="11" y="71"/>
                  </a:cxn>
                  <a:cxn ang="0">
                    <a:pos x="40" y="43"/>
                  </a:cxn>
                  <a:cxn ang="0">
                    <a:pos x="71" y="13"/>
                  </a:cxn>
                  <a:cxn ang="0">
                    <a:pos x="73" y="0"/>
                  </a:cxn>
                  <a:cxn ang="0">
                    <a:pos x="91" y="42"/>
                  </a:cxn>
                  <a:cxn ang="0">
                    <a:pos x="91" y="49"/>
                  </a:cxn>
                  <a:cxn ang="0">
                    <a:pos x="84" y="47"/>
                  </a:cxn>
                  <a:cxn ang="0">
                    <a:pos x="64" y="126"/>
                  </a:cxn>
                  <a:cxn ang="0">
                    <a:pos x="25" y="175"/>
                  </a:cxn>
                  <a:cxn ang="0">
                    <a:pos x="5" y="151"/>
                  </a:cxn>
                  <a:cxn ang="0">
                    <a:pos x="5" y="140"/>
                  </a:cxn>
                  <a:cxn ang="0">
                    <a:pos x="0" y="122"/>
                  </a:cxn>
                  <a:cxn ang="0">
                    <a:pos x="9" y="114"/>
                  </a:cxn>
                </a:cxnLst>
                <a:rect l="0" t="0" r="r" b="b"/>
                <a:pathLst>
                  <a:path w="91" h="175">
                    <a:moveTo>
                      <a:pt x="9" y="114"/>
                    </a:moveTo>
                    <a:cubicBezTo>
                      <a:pt x="9" y="114"/>
                      <a:pt x="18" y="95"/>
                      <a:pt x="18" y="94"/>
                    </a:cubicBezTo>
                    <a:cubicBezTo>
                      <a:pt x="18" y="89"/>
                      <a:pt x="11" y="78"/>
                      <a:pt x="11" y="71"/>
                    </a:cubicBezTo>
                    <a:cubicBezTo>
                      <a:pt x="11" y="49"/>
                      <a:pt x="27" y="50"/>
                      <a:pt x="40" y="43"/>
                    </a:cubicBezTo>
                    <a:cubicBezTo>
                      <a:pt x="50" y="37"/>
                      <a:pt x="64" y="20"/>
                      <a:pt x="71" y="13"/>
                    </a:cubicBezTo>
                    <a:cubicBezTo>
                      <a:pt x="73" y="11"/>
                      <a:pt x="72" y="4"/>
                      <a:pt x="73" y="0"/>
                    </a:cubicBezTo>
                    <a:cubicBezTo>
                      <a:pt x="88" y="2"/>
                      <a:pt x="87" y="31"/>
                      <a:pt x="91" y="42"/>
                    </a:cubicBezTo>
                    <a:cubicBezTo>
                      <a:pt x="91" y="49"/>
                      <a:pt x="91" y="49"/>
                      <a:pt x="91" y="49"/>
                    </a:cubicBezTo>
                    <a:cubicBezTo>
                      <a:pt x="89" y="48"/>
                      <a:pt x="85" y="47"/>
                      <a:pt x="84" y="47"/>
                    </a:cubicBezTo>
                    <a:cubicBezTo>
                      <a:pt x="84" y="79"/>
                      <a:pt x="74" y="101"/>
                      <a:pt x="64" y="126"/>
                    </a:cubicBezTo>
                    <a:cubicBezTo>
                      <a:pt x="56" y="146"/>
                      <a:pt x="52" y="175"/>
                      <a:pt x="25" y="175"/>
                    </a:cubicBezTo>
                    <a:cubicBezTo>
                      <a:pt x="14" y="175"/>
                      <a:pt x="5" y="163"/>
                      <a:pt x="5" y="151"/>
                    </a:cubicBezTo>
                    <a:cubicBezTo>
                      <a:pt x="5" y="145"/>
                      <a:pt x="6" y="143"/>
                      <a:pt x="5" y="140"/>
                    </a:cubicBezTo>
                    <a:cubicBezTo>
                      <a:pt x="0" y="136"/>
                      <a:pt x="0" y="129"/>
                      <a:pt x="0" y="122"/>
                    </a:cubicBezTo>
                    <a:cubicBezTo>
                      <a:pt x="0" y="121"/>
                      <a:pt x="8" y="114"/>
                      <a:pt x="9" y="11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1" name="ïṧḷiḋè"/>
              <p:cNvSpPr/>
              <p:nvPr/>
            </p:nvSpPr>
            <p:spPr bwMode="auto">
              <a:xfrm>
                <a:off x="8738521" y="3447460"/>
                <a:ext cx="1076795" cy="1204267"/>
              </a:xfrm>
              <a:custGeom>
                <a:avLst/>
                <a:gdLst/>
                <a:ahLst/>
                <a:cxnLst>
                  <a:cxn ang="0">
                    <a:pos x="499" y="66"/>
                  </a:cxn>
                  <a:cxn ang="0">
                    <a:pos x="527" y="81"/>
                  </a:cxn>
                  <a:cxn ang="0">
                    <a:pos x="609" y="86"/>
                  </a:cxn>
                  <a:cxn ang="0">
                    <a:pos x="644" y="89"/>
                  </a:cxn>
                  <a:cxn ang="0">
                    <a:pos x="644" y="136"/>
                  </a:cxn>
                  <a:cxn ang="0">
                    <a:pos x="620" y="115"/>
                  </a:cxn>
                  <a:cxn ang="0">
                    <a:pos x="679" y="223"/>
                  </a:cxn>
                  <a:cxn ang="0">
                    <a:pos x="699" y="267"/>
                  </a:cxn>
                  <a:cxn ang="0">
                    <a:pos x="730" y="310"/>
                  </a:cxn>
                  <a:cxn ang="0">
                    <a:pos x="755" y="348"/>
                  </a:cxn>
                  <a:cxn ang="0">
                    <a:pos x="787" y="359"/>
                  </a:cxn>
                  <a:cxn ang="0">
                    <a:pos x="853" y="346"/>
                  </a:cxn>
                  <a:cxn ang="0">
                    <a:pos x="826" y="425"/>
                  </a:cxn>
                  <a:cxn ang="0">
                    <a:pos x="719" y="541"/>
                  </a:cxn>
                  <a:cxn ang="0">
                    <a:pos x="708" y="600"/>
                  </a:cxn>
                  <a:cxn ang="0">
                    <a:pos x="721" y="638"/>
                  </a:cxn>
                  <a:cxn ang="0">
                    <a:pos x="720" y="676"/>
                  </a:cxn>
                  <a:cxn ang="0">
                    <a:pos x="660" y="745"/>
                  </a:cxn>
                  <a:cxn ang="0">
                    <a:pos x="659" y="788"/>
                  </a:cxn>
                  <a:cxn ang="0">
                    <a:pos x="643" y="816"/>
                  </a:cxn>
                  <a:cxn ang="0">
                    <a:pos x="627" y="846"/>
                  </a:cxn>
                  <a:cxn ang="0">
                    <a:pos x="592" y="902"/>
                  </a:cxn>
                  <a:cxn ang="0">
                    <a:pos x="538" y="946"/>
                  </a:cxn>
                  <a:cxn ang="0">
                    <a:pos x="512" y="944"/>
                  </a:cxn>
                  <a:cxn ang="0">
                    <a:pos x="452" y="949"/>
                  </a:cxn>
                  <a:cxn ang="0">
                    <a:pos x="440" y="929"/>
                  </a:cxn>
                  <a:cxn ang="0">
                    <a:pos x="431" y="893"/>
                  </a:cxn>
                  <a:cxn ang="0">
                    <a:pos x="395" y="789"/>
                  </a:cxn>
                  <a:cxn ang="0">
                    <a:pos x="360" y="708"/>
                  </a:cxn>
                  <a:cxn ang="0">
                    <a:pos x="382" y="621"/>
                  </a:cxn>
                  <a:cxn ang="0">
                    <a:pos x="364" y="558"/>
                  </a:cxn>
                  <a:cxn ang="0">
                    <a:pos x="337" y="490"/>
                  </a:cxn>
                  <a:cxn ang="0">
                    <a:pos x="342" y="461"/>
                  </a:cxn>
                  <a:cxn ang="0">
                    <a:pos x="295" y="443"/>
                  </a:cxn>
                  <a:cxn ang="0">
                    <a:pos x="206" y="433"/>
                  </a:cxn>
                  <a:cxn ang="0">
                    <a:pos x="164" y="434"/>
                  </a:cxn>
                  <a:cxn ang="0">
                    <a:pos x="109" y="439"/>
                  </a:cxn>
                  <a:cxn ang="0">
                    <a:pos x="40" y="369"/>
                  </a:cxn>
                  <a:cxn ang="0">
                    <a:pos x="7" y="338"/>
                  </a:cxn>
                  <a:cxn ang="0">
                    <a:pos x="7" y="324"/>
                  </a:cxn>
                  <a:cxn ang="0">
                    <a:pos x="18" y="269"/>
                  </a:cxn>
                  <a:cxn ang="0">
                    <a:pos x="22" y="199"/>
                  </a:cxn>
                  <a:cxn ang="0">
                    <a:pos x="77" y="132"/>
                  </a:cxn>
                  <a:cxn ang="0">
                    <a:pos x="104" y="77"/>
                  </a:cxn>
                  <a:cxn ang="0">
                    <a:pos x="141" y="36"/>
                  </a:cxn>
                  <a:cxn ang="0">
                    <a:pos x="187" y="35"/>
                  </a:cxn>
                  <a:cxn ang="0">
                    <a:pos x="273" y="6"/>
                  </a:cxn>
                  <a:cxn ang="0">
                    <a:pos x="307" y="4"/>
                  </a:cxn>
                  <a:cxn ang="0">
                    <a:pos x="338" y="0"/>
                  </a:cxn>
                  <a:cxn ang="0">
                    <a:pos x="358" y="6"/>
                  </a:cxn>
                  <a:cxn ang="0">
                    <a:pos x="357" y="27"/>
                  </a:cxn>
                  <a:cxn ang="0">
                    <a:pos x="371" y="64"/>
                  </a:cxn>
                  <a:cxn ang="0">
                    <a:pos x="455" y="100"/>
                  </a:cxn>
                  <a:cxn ang="0">
                    <a:pos x="464" y="84"/>
                  </a:cxn>
                  <a:cxn ang="0">
                    <a:pos x="490" y="66"/>
                  </a:cxn>
                </a:cxnLst>
                <a:rect l="0" t="0" r="r" b="b"/>
                <a:pathLst>
                  <a:path w="856" h="957">
                    <a:moveTo>
                      <a:pt x="490" y="66"/>
                    </a:moveTo>
                    <a:cubicBezTo>
                      <a:pt x="499" y="66"/>
                      <a:pt x="499" y="66"/>
                      <a:pt x="499" y="66"/>
                    </a:cubicBezTo>
                    <a:cubicBezTo>
                      <a:pt x="499" y="73"/>
                      <a:pt x="504" y="74"/>
                      <a:pt x="506" y="77"/>
                    </a:cubicBezTo>
                    <a:cubicBezTo>
                      <a:pt x="510" y="82"/>
                      <a:pt x="520" y="78"/>
                      <a:pt x="527" y="81"/>
                    </a:cubicBezTo>
                    <a:cubicBezTo>
                      <a:pt x="541" y="86"/>
                      <a:pt x="561" y="93"/>
                      <a:pt x="576" y="93"/>
                    </a:cubicBezTo>
                    <a:cubicBezTo>
                      <a:pt x="591" y="93"/>
                      <a:pt x="595" y="86"/>
                      <a:pt x="609" y="86"/>
                    </a:cubicBezTo>
                    <a:cubicBezTo>
                      <a:pt x="617" y="86"/>
                      <a:pt x="622" y="92"/>
                      <a:pt x="632" y="92"/>
                    </a:cubicBezTo>
                    <a:cubicBezTo>
                      <a:pt x="638" y="92"/>
                      <a:pt x="638" y="90"/>
                      <a:pt x="644" y="89"/>
                    </a:cubicBezTo>
                    <a:cubicBezTo>
                      <a:pt x="647" y="96"/>
                      <a:pt x="653" y="102"/>
                      <a:pt x="653" y="111"/>
                    </a:cubicBezTo>
                    <a:cubicBezTo>
                      <a:pt x="653" y="115"/>
                      <a:pt x="646" y="131"/>
                      <a:pt x="644" y="136"/>
                    </a:cubicBezTo>
                    <a:cubicBezTo>
                      <a:pt x="635" y="135"/>
                      <a:pt x="627" y="115"/>
                      <a:pt x="620" y="107"/>
                    </a:cubicBezTo>
                    <a:cubicBezTo>
                      <a:pt x="620" y="115"/>
                      <a:pt x="620" y="115"/>
                      <a:pt x="620" y="115"/>
                    </a:cubicBezTo>
                    <a:cubicBezTo>
                      <a:pt x="662" y="189"/>
                      <a:pt x="662" y="189"/>
                      <a:pt x="662" y="189"/>
                    </a:cubicBezTo>
                    <a:cubicBezTo>
                      <a:pt x="659" y="198"/>
                      <a:pt x="673" y="218"/>
                      <a:pt x="679" y="223"/>
                    </a:cubicBezTo>
                    <a:cubicBezTo>
                      <a:pt x="679" y="246"/>
                      <a:pt x="679" y="246"/>
                      <a:pt x="679" y="246"/>
                    </a:cubicBezTo>
                    <a:cubicBezTo>
                      <a:pt x="684" y="258"/>
                      <a:pt x="692" y="258"/>
                      <a:pt x="699" y="267"/>
                    </a:cubicBezTo>
                    <a:cubicBezTo>
                      <a:pt x="707" y="278"/>
                      <a:pt x="702" y="289"/>
                      <a:pt x="710" y="297"/>
                    </a:cubicBezTo>
                    <a:cubicBezTo>
                      <a:pt x="717" y="304"/>
                      <a:pt x="722" y="305"/>
                      <a:pt x="730" y="310"/>
                    </a:cubicBezTo>
                    <a:cubicBezTo>
                      <a:pt x="737" y="316"/>
                      <a:pt x="741" y="334"/>
                      <a:pt x="755" y="334"/>
                    </a:cubicBezTo>
                    <a:cubicBezTo>
                      <a:pt x="755" y="341"/>
                      <a:pt x="759" y="343"/>
                      <a:pt x="755" y="348"/>
                    </a:cubicBezTo>
                    <a:cubicBezTo>
                      <a:pt x="761" y="352"/>
                      <a:pt x="767" y="366"/>
                      <a:pt x="774" y="366"/>
                    </a:cubicBezTo>
                    <a:cubicBezTo>
                      <a:pt x="781" y="366"/>
                      <a:pt x="782" y="361"/>
                      <a:pt x="787" y="359"/>
                    </a:cubicBezTo>
                    <a:cubicBezTo>
                      <a:pt x="794" y="357"/>
                      <a:pt x="798" y="360"/>
                      <a:pt x="805" y="359"/>
                    </a:cubicBezTo>
                    <a:cubicBezTo>
                      <a:pt x="822" y="356"/>
                      <a:pt x="838" y="350"/>
                      <a:pt x="853" y="346"/>
                    </a:cubicBezTo>
                    <a:cubicBezTo>
                      <a:pt x="855" y="348"/>
                      <a:pt x="856" y="350"/>
                      <a:pt x="856" y="352"/>
                    </a:cubicBezTo>
                    <a:cubicBezTo>
                      <a:pt x="856" y="377"/>
                      <a:pt x="837" y="410"/>
                      <a:pt x="826" y="425"/>
                    </a:cubicBezTo>
                    <a:cubicBezTo>
                      <a:pt x="812" y="443"/>
                      <a:pt x="807" y="459"/>
                      <a:pt x="790" y="471"/>
                    </a:cubicBezTo>
                    <a:cubicBezTo>
                      <a:pt x="761" y="494"/>
                      <a:pt x="730" y="501"/>
                      <a:pt x="719" y="541"/>
                    </a:cubicBezTo>
                    <a:cubicBezTo>
                      <a:pt x="716" y="552"/>
                      <a:pt x="704" y="555"/>
                      <a:pt x="704" y="567"/>
                    </a:cubicBezTo>
                    <a:cubicBezTo>
                      <a:pt x="704" y="581"/>
                      <a:pt x="708" y="587"/>
                      <a:pt x="708" y="600"/>
                    </a:cubicBezTo>
                    <a:cubicBezTo>
                      <a:pt x="708" y="615"/>
                      <a:pt x="724" y="623"/>
                      <a:pt x="724" y="631"/>
                    </a:cubicBezTo>
                    <a:cubicBezTo>
                      <a:pt x="724" y="634"/>
                      <a:pt x="722" y="637"/>
                      <a:pt x="721" y="638"/>
                    </a:cubicBezTo>
                    <a:cubicBezTo>
                      <a:pt x="721" y="649"/>
                      <a:pt x="721" y="649"/>
                      <a:pt x="721" y="649"/>
                    </a:cubicBezTo>
                    <a:cubicBezTo>
                      <a:pt x="721" y="656"/>
                      <a:pt x="720" y="664"/>
                      <a:pt x="720" y="676"/>
                    </a:cubicBezTo>
                    <a:cubicBezTo>
                      <a:pt x="722" y="679"/>
                      <a:pt x="723" y="682"/>
                      <a:pt x="723" y="685"/>
                    </a:cubicBezTo>
                    <a:cubicBezTo>
                      <a:pt x="723" y="720"/>
                      <a:pt x="665" y="716"/>
                      <a:pt x="660" y="745"/>
                    </a:cubicBezTo>
                    <a:cubicBezTo>
                      <a:pt x="654" y="746"/>
                      <a:pt x="647" y="753"/>
                      <a:pt x="647" y="758"/>
                    </a:cubicBezTo>
                    <a:cubicBezTo>
                      <a:pt x="647" y="768"/>
                      <a:pt x="659" y="774"/>
                      <a:pt x="659" y="788"/>
                    </a:cubicBezTo>
                    <a:cubicBezTo>
                      <a:pt x="659" y="795"/>
                      <a:pt x="658" y="809"/>
                      <a:pt x="656" y="813"/>
                    </a:cubicBezTo>
                    <a:cubicBezTo>
                      <a:pt x="653" y="817"/>
                      <a:pt x="646" y="815"/>
                      <a:pt x="643" y="816"/>
                    </a:cubicBezTo>
                    <a:cubicBezTo>
                      <a:pt x="632" y="822"/>
                      <a:pt x="626" y="826"/>
                      <a:pt x="621" y="837"/>
                    </a:cubicBezTo>
                    <a:cubicBezTo>
                      <a:pt x="624" y="839"/>
                      <a:pt x="627" y="842"/>
                      <a:pt x="627" y="846"/>
                    </a:cubicBezTo>
                    <a:cubicBezTo>
                      <a:pt x="627" y="859"/>
                      <a:pt x="615" y="868"/>
                      <a:pt x="610" y="874"/>
                    </a:cubicBezTo>
                    <a:cubicBezTo>
                      <a:pt x="600" y="883"/>
                      <a:pt x="599" y="893"/>
                      <a:pt x="592" y="902"/>
                    </a:cubicBezTo>
                    <a:cubicBezTo>
                      <a:pt x="581" y="916"/>
                      <a:pt x="576" y="929"/>
                      <a:pt x="558" y="938"/>
                    </a:cubicBezTo>
                    <a:cubicBezTo>
                      <a:pt x="550" y="941"/>
                      <a:pt x="539" y="938"/>
                      <a:pt x="538" y="946"/>
                    </a:cubicBezTo>
                    <a:cubicBezTo>
                      <a:pt x="532" y="946"/>
                      <a:pt x="529" y="949"/>
                      <a:pt x="525" y="949"/>
                    </a:cubicBezTo>
                    <a:cubicBezTo>
                      <a:pt x="520" y="949"/>
                      <a:pt x="517" y="944"/>
                      <a:pt x="512" y="944"/>
                    </a:cubicBezTo>
                    <a:cubicBezTo>
                      <a:pt x="494" y="944"/>
                      <a:pt x="483" y="957"/>
                      <a:pt x="466" y="957"/>
                    </a:cubicBezTo>
                    <a:cubicBezTo>
                      <a:pt x="459" y="957"/>
                      <a:pt x="455" y="953"/>
                      <a:pt x="452" y="949"/>
                    </a:cubicBezTo>
                    <a:cubicBezTo>
                      <a:pt x="449" y="949"/>
                      <a:pt x="449" y="950"/>
                      <a:pt x="448" y="951"/>
                    </a:cubicBezTo>
                    <a:cubicBezTo>
                      <a:pt x="448" y="942"/>
                      <a:pt x="443" y="932"/>
                      <a:pt x="440" y="929"/>
                    </a:cubicBezTo>
                    <a:cubicBezTo>
                      <a:pt x="443" y="925"/>
                      <a:pt x="445" y="922"/>
                      <a:pt x="445" y="917"/>
                    </a:cubicBezTo>
                    <a:cubicBezTo>
                      <a:pt x="445" y="910"/>
                      <a:pt x="433" y="897"/>
                      <a:pt x="431" y="893"/>
                    </a:cubicBezTo>
                    <a:cubicBezTo>
                      <a:pt x="415" y="866"/>
                      <a:pt x="395" y="840"/>
                      <a:pt x="395" y="801"/>
                    </a:cubicBezTo>
                    <a:cubicBezTo>
                      <a:pt x="395" y="794"/>
                      <a:pt x="395" y="792"/>
                      <a:pt x="395" y="789"/>
                    </a:cubicBezTo>
                    <a:cubicBezTo>
                      <a:pt x="395" y="783"/>
                      <a:pt x="389" y="781"/>
                      <a:pt x="386" y="774"/>
                    </a:cubicBezTo>
                    <a:cubicBezTo>
                      <a:pt x="374" y="754"/>
                      <a:pt x="360" y="737"/>
                      <a:pt x="360" y="708"/>
                    </a:cubicBezTo>
                    <a:cubicBezTo>
                      <a:pt x="360" y="677"/>
                      <a:pt x="388" y="670"/>
                      <a:pt x="388" y="646"/>
                    </a:cubicBezTo>
                    <a:cubicBezTo>
                      <a:pt x="388" y="635"/>
                      <a:pt x="384" y="631"/>
                      <a:pt x="382" y="621"/>
                    </a:cubicBezTo>
                    <a:cubicBezTo>
                      <a:pt x="379" y="602"/>
                      <a:pt x="376" y="596"/>
                      <a:pt x="371" y="585"/>
                    </a:cubicBezTo>
                    <a:cubicBezTo>
                      <a:pt x="368" y="576"/>
                      <a:pt x="370" y="566"/>
                      <a:pt x="364" y="558"/>
                    </a:cubicBezTo>
                    <a:cubicBezTo>
                      <a:pt x="352" y="544"/>
                      <a:pt x="327" y="528"/>
                      <a:pt x="327" y="508"/>
                    </a:cubicBezTo>
                    <a:cubicBezTo>
                      <a:pt x="327" y="503"/>
                      <a:pt x="334" y="492"/>
                      <a:pt x="337" y="490"/>
                    </a:cubicBezTo>
                    <a:cubicBezTo>
                      <a:pt x="336" y="486"/>
                      <a:pt x="337" y="485"/>
                      <a:pt x="337" y="483"/>
                    </a:cubicBezTo>
                    <a:cubicBezTo>
                      <a:pt x="337" y="478"/>
                      <a:pt x="337" y="465"/>
                      <a:pt x="342" y="461"/>
                    </a:cubicBezTo>
                    <a:cubicBezTo>
                      <a:pt x="337" y="451"/>
                      <a:pt x="329" y="443"/>
                      <a:pt x="314" y="443"/>
                    </a:cubicBezTo>
                    <a:cubicBezTo>
                      <a:pt x="306" y="443"/>
                      <a:pt x="299" y="443"/>
                      <a:pt x="295" y="443"/>
                    </a:cubicBezTo>
                    <a:cubicBezTo>
                      <a:pt x="282" y="443"/>
                      <a:pt x="279" y="417"/>
                      <a:pt x="261" y="417"/>
                    </a:cubicBezTo>
                    <a:cubicBezTo>
                      <a:pt x="239" y="417"/>
                      <a:pt x="223" y="427"/>
                      <a:pt x="206" y="433"/>
                    </a:cubicBezTo>
                    <a:cubicBezTo>
                      <a:pt x="199" y="435"/>
                      <a:pt x="197" y="440"/>
                      <a:pt x="191" y="440"/>
                    </a:cubicBezTo>
                    <a:cubicBezTo>
                      <a:pt x="184" y="440"/>
                      <a:pt x="173" y="434"/>
                      <a:pt x="164" y="434"/>
                    </a:cubicBezTo>
                    <a:cubicBezTo>
                      <a:pt x="147" y="434"/>
                      <a:pt x="139" y="443"/>
                      <a:pt x="122" y="443"/>
                    </a:cubicBezTo>
                    <a:cubicBezTo>
                      <a:pt x="117" y="443"/>
                      <a:pt x="111" y="440"/>
                      <a:pt x="109" y="439"/>
                    </a:cubicBezTo>
                    <a:cubicBezTo>
                      <a:pt x="97" y="430"/>
                      <a:pt x="71" y="415"/>
                      <a:pt x="62" y="401"/>
                    </a:cubicBezTo>
                    <a:cubicBezTo>
                      <a:pt x="53" y="388"/>
                      <a:pt x="51" y="377"/>
                      <a:pt x="40" y="369"/>
                    </a:cubicBezTo>
                    <a:cubicBezTo>
                      <a:pt x="37" y="366"/>
                      <a:pt x="13" y="346"/>
                      <a:pt x="13" y="344"/>
                    </a:cubicBezTo>
                    <a:cubicBezTo>
                      <a:pt x="11" y="341"/>
                      <a:pt x="10" y="340"/>
                      <a:pt x="7" y="338"/>
                    </a:cubicBezTo>
                    <a:cubicBezTo>
                      <a:pt x="9" y="338"/>
                      <a:pt x="9" y="338"/>
                      <a:pt x="9" y="338"/>
                    </a:cubicBezTo>
                    <a:cubicBezTo>
                      <a:pt x="9" y="331"/>
                      <a:pt x="7" y="328"/>
                      <a:pt x="7" y="324"/>
                    </a:cubicBezTo>
                    <a:cubicBezTo>
                      <a:pt x="7" y="317"/>
                      <a:pt x="3" y="315"/>
                      <a:pt x="0" y="309"/>
                    </a:cubicBezTo>
                    <a:cubicBezTo>
                      <a:pt x="10" y="304"/>
                      <a:pt x="18" y="280"/>
                      <a:pt x="18" y="269"/>
                    </a:cubicBezTo>
                    <a:cubicBezTo>
                      <a:pt x="18" y="250"/>
                      <a:pt x="10" y="238"/>
                      <a:pt x="10" y="220"/>
                    </a:cubicBezTo>
                    <a:cubicBezTo>
                      <a:pt x="10" y="211"/>
                      <a:pt x="20" y="206"/>
                      <a:pt x="22" y="199"/>
                    </a:cubicBezTo>
                    <a:cubicBezTo>
                      <a:pt x="28" y="182"/>
                      <a:pt x="41" y="158"/>
                      <a:pt x="52" y="144"/>
                    </a:cubicBezTo>
                    <a:cubicBezTo>
                      <a:pt x="58" y="135"/>
                      <a:pt x="69" y="136"/>
                      <a:pt x="77" y="132"/>
                    </a:cubicBezTo>
                    <a:cubicBezTo>
                      <a:pt x="84" y="128"/>
                      <a:pt x="95" y="119"/>
                      <a:pt x="97" y="112"/>
                    </a:cubicBezTo>
                    <a:cubicBezTo>
                      <a:pt x="102" y="96"/>
                      <a:pt x="96" y="89"/>
                      <a:pt x="104" y="77"/>
                    </a:cubicBezTo>
                    <a:cubicBezTo>
                      <a:pt x="116" y="63"/>
                      <a:pt x="131" y="49"/>
                      <a:pt x="142" y="36"/>
                    </a:cubicBezTo>
                    <a:cubicBezTo>
                      <a:pt x="141" y="36"/>
                      <a:pt x="141" y="36"/>
                      <a:pt x="141" y="36"/>
                    </a:cubicBezTo>
                    <a:cubicBezTo>
                      <a:pt x="145" y="31"/>
                      <a:pt x="146" y="27"/>
                      <a:pt x="150" y="24"/>
                    </a:cubicBezTo>
                    <a:cubicBezTo>
                      <a:pt x="161" y="32"/>
                      <a:pt x="172" y="35"/>
                      <a:pt x="187" y="35"/>
                    </a:cubicBezTo>
                    <a:cubicBezTo>
                      <a:pt x="197" y="35"/>
                      <a:pt x="198" y="29"/>
                      <a:pt x="204" y="27"/>
                    </a:cubicBezTo>
                    <a:cubicBezTo>
                      <a:pt x="221" y="18"/>
                      <a:pt x="254" y="6"/>
                      <a:pt x="273" y="6"/>
                    </a:cubicBezTo>
                    <a:cubicBezTo>
                      <a:pt x="280" y="6"/>
                      <a:pt x="285" y="10"/>
                      <a:pt x="289" y="10"/>
                    </a:cubicBezTo>
                    <a:cubicBezTo>
                      <a:pt x="294" y="10"/>
                      <a:pt x="301" y="4"/>
                      <a:pt x="307" y="4"/>
                    </a:cubicBezTo>
                    <a:cubicBezTo>
                      <a:pt x="313" y="4"/>
                      <a:pt x="316" y="7"/>
                      <a:pt x="321" y="7"/>
                    </a:cubicBezTo>
                    <a:cubicBezTo>
                      <a:pt x="329" y="7"/>
                      <a:pt x="330" y="0"/>
                      <a:pt x="338" y="0"/>
                    </a:cubicBezTo>
                    <a:cubicBezTo>
                      <a:pt x="347" y="0"/>
                      <a:pt x="344" y="8"/>
                      <a:pt x="351" y="8"/>
                    </a:cubicBezTo>
                    <a:cubicBezTo>
                      <a:pt x="354" y="8"/>
                      <a:pt x="355" y="6"/>
                      <a:pt x="358" y="6"/>
                    </a:cubicBezTo>
                    <a:cubicBezTo>
                      <a:pt x="358" y="12"/>
                      <a:pt x="351" y="11"/>
                      <a:pt x="351" y="17"/>
                    </a:cubicBezTo>
                    <a:cubicBezTo>
                      <a:pt x="351" y="21"/>
                      <a:pt x="357" y="23"/>
                      <a:pt x="357" y="27"/>
                    </a:cubicBezTo>
                    <a:cubicBezTo>
                      <a:pt x="357" y="33"/>
                      <a:pt x="351" y="37"/>
                      <a:pt x="351" y="44"/>
                    </a:cubicBezTo>
                    <a:cubicBezTo>
                      <a:pt x="351" y="55"/>
                      <a:pt x="363" y="64"/>
                      <a:pt x="371" y="64"/>
                    </a:cubicBezTo>
                    <a:cubicBezTo>
                      <a:pt x="377" y="64"/>
                      <a:pt x="380" y="64"/>
                      <a:pt x="384" y="64"/>
                    </a:cubicBezTo>
                    <a:cubicBezTo>
                      <a:pt x="412" y="64"/>
                      <a:pt x="423" y="100"/>
                      <a:pt x="455" y="100"/>
                    </a:cubicBezTo>
                    <a:cubicBezTo>
                      <a:pt x="459" y="100"/>
                      <a:pt x="464" y="95"/>
                      <a:pt x="464" y="93"/>
                    </a:cubicBezTo>
                    <a:cubicBezTo>
                      <a:pt x="464" y="90"/>
                      <a:pt x="464" y="87"/>
                      <a:pt x="464" y="84"/>
                    </a:cubicBezTo>
                    <a:cubicBezTo>
                      <a:pt x="464" y="70"/>
                      <a:pt x="475" y="70"/>
                      <a:pt x="488" y="66"/>
                    </a:cubicBezTo>
                    <a:lnTo>
                      <a:pt x="490" y="66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2" name="îṥlîďe"/>
              <p:cNvSpPr/>
              <p:nvPr/>
            </p:nvSpPr>
            <p:spPr bwMode="auto">
              <a:xfrm>
                <a:off x="8213643" y="4074304"/>
                <a:ext cx="37494" cy="29994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20" y="4"/>
                  </a:cxn>
                  <a:cxn ang="0">
                    <a:pos x="27" y="5"/>
                  </a:cxn>
                  <a:cxn ang="0">
                    <a:pos x="30" y="9"/>
                  </a:cxn>
                  <a:cxn ang="0">
                    <a:pos x="18" y="23"/>
                  </a:cxn>
                  <a:cxn ang="0">
                    <a:pos x="0" y="11"/>
                  </a:cxn>
                  <a:cxn ang="0">
                    <a:pos x="9" y="0"/>
                  </a:cxn>
                  <a:cxn ang="0">
                    <a:pos x="10" y="0"/>
                  </a:cxn>
                </a:cxnLst>
                <a:rect l="0" t="0" r="r" b="b"/>
                <a:pathLst>
                  <a:path w="30" h="23">
                    <a:moveTo>
                      <a:pt x="10" y="0"/>
                    </a:moveTo>
                    <a:cubicBezTo>
                      <a:pt x="13" y="1"/>
                      <a:pt x="16" y="4"/>
                      <a:pt x="20" y="4"/>
                    </a:cubicBezTo>
                    <a:cubicBezTo>
                      <a:pt x="21" y="9"/>
                      <a:pt x="25" y="5"/>
                      <a:pt x="27" y="5"/>
                    </a:cubicBezTo>
                    <a:cubicBezTo>
                      <a:pt x="29" y="5"/>
                      <a:pt x="30" y="8"/>
                      <a:pt x="30" y="9"/>
                    </a:cubicBezTo>
                    <a:cubicBezTo>
                      <a:pt x="30" y="12"/>
                      <a:pt x="23" y="23"/>
                      <a:pt x="18" y="23"/>
                    </a:cubicBezTo>
                    <a:cubicBezTo>
                      <a:pt x="11" y="23"/>
                      <a:pt x="0" y="15"/>
                      <a:pt x="0" y="11"/>
                    </a:cubicBezTo>
                    <a:cubicBezTo>
                      <a:pt x="0" y="4"/>
                      <a:pt x="3" y="0"/>
                      <a:pt x="9" y="0"/>
                    </a:cubicBezTo>
                    <a:cubicBezTo>
                      <a:pt x="9" y="0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3" name="ís1idè"/>
              <p:cNvSpPr/>
              <p:nvPr/>
            </p:nvSpPr>
            <p:spPr bwMode="auto">
              <a:xfrm>
                <a:off x="7730732" y="3879344"/>
                <a:ext cx="736364" cy="1189255"/>
              </a:xfrm>
              <a:custGeom>
                <a:avLst/>
                <a:gdLst/>
                <a:ahLst/>
                <a:cxnLst>
                  <a:cxn ang="0">
                    <a:pos x="46" y="91"/>
                  </a:cxn>
                  <a:cxn ang="0">
                    <a:pos x="51" y="51"/>
                  </a:cxn>
                  <a:cxn ang="0">
                    <a:pos x="59" y="46"/>
                  </a:cxn>
                  <a:cxn ang="0">
                    <a:pos x="82" y="18"/>
                  </a:cxn>
                  <a:cxn ang="0">
                    <a:pos x="128" y="6"/>
                  </a:cxn>
                  <a:cxn ang="0">
                    <a:pos x="126" y="42"/>
                  </a:cxn>
                  <a:cxn ang="0">
                    <a:pos x="136" y="13"/>
                  </a:cxn>
                  <a:cxn ang="0">
                    <a:pos x="146" y="5"/>
                  </a:cxn>
                  <a:cxn ang="0">
                    <a:pos x="194" y="24"/>
                  </a:cxn>
                  <a:cxn ang="0">
                    <a:pos x="227" y="20"/>
                  </a:cxn>
                  <a:cxn ang="0">
                    <a:pos x="233" y="26"/>
                  </a:cxn>
                  <a:cxn ang="0">
                    <a:pos x="270" y="50"/>
                  </a:cxn>
                  <a:cxn ang="0">
                    <a:pos x="328" y="84"/>
                  </a:cxn>
                  <a:cxn ang="0">
                    <a:pos x="354" y="89"/>
                  </a:cxn>
                  <a:cxn ang="0">
                    <a:pos x="389" y="130"/>
                  </a:cxn>
                  <a:cxn ang="0">
                    <a:pos x="383" y="170"/>
                  </a:cxn>
                  <a:cxn ang="0">
                    <a:pos x="403" y="185"/>
                  </a:cxn>
                  <a:cxn ang="0">
                    <a:pos x="454" y="175"/>
                  </a:cxn>
                  <a:cxn ang="0">
                    <a:pos x="467" y="191"/>
                  </a:cxn>
                  <a:cxn ang="0">
                    <a:pos x="513" y="191"/>
                  </a:cxn>
                  <a:cxn ang="0">
                    <a:pos x="575" y="220"/>
                  </a:cxn>
                  <a:cxn ang="0">
                    <a:pos x="549" y="310"/>
                  </a:cxn>
                  <a:cxn ang="0">
                    <a:pos x="532" y="374"/>
                  </a:cxn>
                  <a:cxn ang="0">
                    <a:pos x="522" y="405"/>
                  </a:cxn>
                  <a:cxn ang="0">
                    <a:pos x="485" y="449"/>
                  </a:cxn>
                  <a:cxn ang="0">
                    <a:pos x="429" y="474"/>
                  </a:cxn>
                  <a:cxn ang="0">
                    <a:pos x="412" y="524"/>
                  </a:cxn>
                  <a:cxn ang="0">
                    <a:pos x="388" y="559"/>
                  </a:cxn>
                  <a:cxn ang="0">
                    <a:pos x="311" y="614"/>
                  </a:cxn>
                  <a:cxn ang="0">
                    <a:pos x="297" y="619"/>
                  </a:cxn>
                  <a:cxn ang="0">
                    <a:pos x="308" y="654"/>
                  </a:cxn>
                  <a:cxn ang="0">
                    <a:pos x="244" y="677"/>
                  </a:cxn>
                  <a:cxn ang="0">
                    <a:pos x="240" y="707"/>
                  </a:cxn>
                  <a:cxn ang="0">
                    <a:pos x="205" y="711"/>
                  </a:cxn>
                  <a:cxn ang="0">
                    <a:pos x="225" y="730"/>
                  </a:cxn>
                  <a:cxn ang="0">
                    <a:pos x="214" y="739"/>
                  </a:cxn>
                  <a:cxn ang="0">
                    <a:pos x="178" y="787"/>
                  </a:cxn>
                  <a:cxn ang="0">
                    <a:pos x="176" y="846"/>
                  </a:cxn>
                  <a:cxn ang="0">
                    <a:pos x="161" y="884"/>
                  </a:cxn>
                  <a:cxn ang="0">
                    <a:pos x="200" y="935"/>
                  </a:cxn>
                  <a:cxn ang="0">
                    <a:pos x="169" y="945"/>
                  </a:cxn>
                  <a:cxn ang="0">
                    <a:pos x="127" y="921"/>
                  </a:cxn>
                  <a:cxn ang="0">
                    <a:pos x="92" y="903"/>
                  </a:cxn>
                  <a:cxn ang="0">
                    <a:pos x="93" y="889"/>
                  </a:cxn>
                  <a:cxn ang="0">
                    <a:pos x="84" y="857"/>
                  </a:cxn>
                  <a:cxn ang="0">
                    <a:pos x="82" y="791"/>
                  </a:cxn>
                  <a:cxn ang="0">
                    <a:pos x="86" y="782"/>
                  </a:cxn>
                  <a:cxn ang="0">
                    <a:pos x="112" y="718"/>
                  </a:cxn>
                  <a:cxn ang="0">
                    <a:pos x="95" y="708"/>
                  </a:cxn>
                  <a:cxn ang="0">
                    <a:pos x="102" y="680"/>
                  </a:cxn>
                  <a:cxn ang="0">
                    <a:pos x="114" y="626"/>
                  </a:cxn>
                  <a:cxn ang="0">
                    <a:pos x="124" y="562"/>
                  </a:cxn>
                  <a:cxn ang="0">
                    <a:pos x="136" y="494"/>
                  </a:cxn>
                  <a:cxn ang="0">
                    <a:pos x="143" y="434"/>
                  </a:cxn>
                  <a:cxn ang="0">
                    <a:pos x="104" y="370"/>
                  </a:cxn>
                  <a:cxn ang="0">
                    <a:pos x="62" y="330"/>
                  </a:cxn>
                  <a:cxn ang="0">
                    <a:pos x="28" y="261"/>
                  </a:cxn>
                  <a:cxn ang="0">
                    <a:pos x="11" y="242"/>
                  </a:cxn>
                  <a:cxn ang="0">
                    <a:pos x="18" y="191"/>
                  </a:cxn>
                  <a:cxn ang="0">
                    <a:pos x="14" y="148"/>
                  </a:cxn>
                  <a:cxn ang="0">
                    <a:pos x="47" y="106"/>
                  </a:cxn>
                </a:cxnLst>
                <a:rect l="0" t="0" r="r" b="b"/>
                <a:pathLst>
                  <a:path w="586" h="945">
                    <a:moveTo>
                      <a:pt x="49" y="103"/>
                    </a:moveTo>
                    <a:cubicBezTo>
                      <a:pt x="49" y="102"/>
                      <a:pt x="49" y="101"/>
                      <a:pt x="49" y="100"/>
                    </a:cubicBezTo>
                    <a:cubicBezTo>
                      <a:pt x="49" y="97"/>
                      <a:pt x="46" y="94"/>
                      <a:pt x="46" y="91"/>
                    </a:cubicBezTo>
                    <a:cubicBezTo>
                      <a:pt x="46" y="85"/>
                      <a:pt x="48" y="84"/>
                      <a:pt x="48" y="79"/>
                    </a:cubicBezTo>
                    <a:cubicBezTo>
                      <a:pt x="48" y="70"/>
                      <a:pt x="40" y="71"/>
                      <a:pt x="40" y="63"/>
                    </a:cubicBezTo>
                    <a:cubicBezTo>
                      <a:pt x="40" y="57"/>
                      <a:pt x="49" y="55"/>
                      <a:pt x="51" y="51"/>
                    </a:cubicBezTo>
                    <a:cubicBezTo>
                      <a:pt x="55" y="52"/>
                      <a:pt x="53" y="52"/>
                      <a:pt x="57" y="51"/>
                    </a:cubicBezTo>
                    <a:cubicBezTo>
                      <a:pt x="57" y="50"/>
                      <a:pt x="57" y="49"/>
                      <a:pt x="57" y="48"/>
                    </a:cubicBezTo>
                    <a:cubicBezTo>
                      <a:pt x="57" y="48"/>
                      <a:pt x="58" y="46"/>
                      <a:pt x="59" y="46"/>
                    </a:cubicBezTo>
                    <a:cubicBezTo>
                      <a:pt x="59" y="42"/>
                      <a:pt x="64" y="40"/>
                      <a:pt x="66" y="39"/>
                    </a:cubicBezTo>
                    <a:cubicBezTo>
                      <a:pt x="69" y="37"/>
                      <a:pt x="69" y="31"/>
                      <a:pt x="70" y="28"/>
                    </a:cubicBezTo>
                    <a:cubicBezTo>
                      <a:pt x="72" y="21"/>
                      <a:pt x="76" y="19"/>
                      <a:pt x="82" y="18"/>
                    </a:cubicBezTo>
                    <a:cubicBezTo>
                      <a:pt x="93" y="14"/>
                      <a:pt x="100" y="12"/>
                      <a:pt x="111" y="9"/>
                    </a:cubicBezTo>
                    <a:cubicBezTo>
                      <a:pt x="117" y="7"/>
                      <a:pt x="118" y="0"/>
                      <a:pt x="124" y="0"/>
                    </a:cubicBezTo>
                    <a:cubicBezTo>
                      <a:pt x="126" y="0"/>
                      <a:pt x="128" y="5"/>
                      <a:pt x="128" y="6"/>
                    </a:cubicBezTo>
                    <a:cubicBezTo>
                      <a:pt x="128" y="9"/>
                      <a:pt x="125" y="11"/>
                      <a:pt x="123" y="11"/>
                    </a:cubicBezTo>
                    <a:cubicBezTo>
                      <a:pt x="122" y="18"/>
                      <a:pt x="119" y="25"/>
                      <a:pt x="119" y="29"/>
                    </a:cubicBezTo>
                    <a:cubicBezTo>
                      <a:pt x="119" y="34"/>
                      <a:pt x="122" y="42"/>
                      <a:pt x="126" y="42"/>
                    </a:cubicBezTo>
                    <a:cubicBezTo>
                      <a:pt x="128" y="42"/>
                      <a:pt x="131" y="37"/>
                      <a:pt x="131" y="35"/>
                    </a:cubicBezTo>
                    <a:cubicBezTo>
                      <a:pt x="131" y="30"/>
                      <a:pt x="125" y="27"/>
                      <a:pt x="125" y="21"/>
                    </a:cubicBezTo>
                    <a:cubicBezTo>
                      <a:pt x="125" y="15"/>
                      <a:pt x="132" y="16"/>
                      <a:pt x="136" y="13"/>
                    </a:cubicBezTo>
                    <a:cubicBezTo>
                      <a:pt x="147" y="13"/>
                      <a:pt x="147" y="13"/>
                      <a:pt x="147" y="13"/>
                    </a:cubicBezTo>
                    <a:cubicBezTo>
                      <a:pt x="145" y="8"/>
                      <a:pt x="139" y="10"/>
                      <a:pt x="139" y="5"/>
                    </a:cubicBezTo>
                    <a:cubicBezTo>
                      <a:pt x="146" y="5"/>
                      <a:pt x="146" y="5"/>
                      <a:pt x="146" y="5"/>
                    </a:cubicBezTo>
                    <a:cubicBezTo>
                      <a:pt x="148" y="12"/>
                      <a:pt x="158" y="14"/>
                      <a:pt x="165" y="16"/>
                    </a:cubicBezTo>
                    <a:cubicBezTo>
                      <a:pt x="165" y="20"/>
                      <a:pt x="167" y="23"/>
                      <a:pt x="170" y="24"/>
                    </a:cubicBezTo>
                    <a:cubicBezTo>
                      <a:pt x="177" y="24"/>
                      <a:pt x="190" y="24"/>
                      <a:pt x="194" y="24"/>
                    </a:cubicBezTo>
                    <a:cubicBezTo>
                      <a:pt x="194" y="28"/>
                      <a:pt x="199" y="29"/>
                      <a:pt x="203" y="29"/>
                    </a:cubicBezTo>
                    <a:cubicBezTo>
                      <a:pt x="209" y="28"/>
                      <a:pt x="214" y="28"/>
                      <a:pt x="216" y="22"/>
                    </a:cubicBezTo>
                    <a:cubicBezTo>
                      <a:pt x="217" y="21"/>
                      <a:pt x="226" y="21"/>
                      <a:pt x="227" y="20"/>
                    </a:cubicBezTo>
                    <a:cubicBezTo>
                      <a:pt x="232" y="20"/>
                      <a:pt x="240" y="21"/>
                      <a:pt x="240" y="21"/>
                    </a:cubicBezTo>
                    <a:cubicBezTo>
                      <a:pt x="238" y="23"/>
                      <a:pt x="234" y="23"/>
                      <a:pt x="233" y="22"/>
                    </a:cubicBezTo>
                    <a:cubicBezTo>
                      <a:pt x="233" y="26"/>
                      <a:pt x="233" y="26"/>
                      <a:pt x="233" y="26"/>
                    </a:cubicBezTo>
                    <a:cubicBezTo>
                      <a:pt x="236" y="32"/>
                      <a:pt x="245" y="33"/>
                      <a:pt x="252" y="36"/>
                    </a:cubicBezTo>
                    <a:cubicBezTo>
                      <a:pt x="258" y="37"/>
                      <a:pt x="256" y="44"/>
                      <a:pt x="258" y="50"/>
                    </a:cubicBezTo>
                    <a:cubicBezTo>
                      <a:pt x="270" y="50"/>
                      <a:pt x="270" y="50"/>
                      <a:pt x="270" y="50"/>
                    </a:cubicBezTo>
                    <a:cubicBezTo>
                      <a:pt x="279" y="58"/>
                      <a:pt x="283" y="57"/>
                      <a:pt x="288" y="68"/>
                    </a:cubicBezTo>
                    <a:cubicBezTo>
                      <a:pt x="289" y="70"/>
                      <a:pt x="293" y="70"/>
                      <a:pt x="295" y="70"/>
                    </a:cubicBezTo>
                    <a:cubicBezTo>
                      <a:pt x="298" y="83"/>
                      <a:pt x="316" y="81"/>
                      <a:pt x="328" y="84"/>
                    </a:cubicBezTo>
                    <a:cubicBezTo>
                      <a:pt x="340" y="84"/>
                      <a:pt x="340" y="84"/>
                      <a:pt x="340" y="84"/>
                    </a:cubicBezTo>
                    <a:cubicBezTo>
                      <a:pt x="343" y="85"/>
                      <a:pt x="350" y="89"/>
                      <a:pt x="354" y="89"/>
                    </a:cubicBezTo>
                    <a:cubicBezTo>
                      <a:pt x="354" y="89"/>
                      <a:pt x="354" y="89"/>
                      <a:pt x="354" y="89"/>
                    </a:cubicBezTo>
                    <a:cubicBezTo>
                      <a:pt x="355" y="89"/>
                      <a:pt x="356" y="89"/>
                      <a:pt x="357" y="89"/>
                    </a:cubicBezTo>
                    <a:cubicBezTo>
                      <a:pt x="364" y="89"/>
                      <a:pt x="373" y="104"/>
                      <a:pt x="381" y="106"/>
                    </a:cubicBezTo>
                    <a:cubicBezTo>
                      <a:pt x="381" y="111"/>
                      <a:pt x="386" y="125"/>
                      <a:pt x="389" y="130"/>
                    </a:cubicBezTo>
                    <a:cubicBezTo>
                      <a:pt x="391" y="134"/>
                      <a:pt x="397" y="134"/>
                      <a:pt x="397" y="139"/>
                    </a:cubicBezTo>
                    <a:cubicBezTo>
                      <a:pt x="390" y="148"/>
                      <a:pt x="377" y="152"/>
                      <a:pt x="377" y="165"/>
                    </a:cubicBezTo>
                    <a:cubicBezTo>
                      <a:pt x="377" y="170"/>
                      <a:pt x="381" y="169"/>
                      <a:pt x="383" y="170"/>
                    </a:cubicBezTo>
                    <a:cubicBezTo>
                      <a:pt x="387" y="172"/>
                      <a:pt x="390" y="176"/>
                      <a:pt x="390" y="180"/>
                    </a:cubicBezTo>
                    <a:cubicBezTo>
                      <a:pt x="401" y="180"/>
                      <a:pt x="401" y="180"/>
                      <a:pt x="401" y="180"/>
                    </a:cubicBezTo>
                    <a:cubicBezTo>
                      <a:pt x="401" y="182"/>
                      <a:pt x="402" y="185"/>
                      <a:pt x="403" y="185"/>
                    </a:cubicBezTo>
                    <a:cubicBezTo>
                      <a:pt x="405" y="185"/>
                      <a:pt x="407" y="182"/>
                      <a:pt x="408" y="180"/>
                    </a:cubicBezTo>
                    <a:cubicBezTo>
                      <a:pt x="413" y="173"/>
                      <a:pt x="418" y="164"/>
                      <a:pt x="425" y="164"/>
                    </a:cubicBezTo>
                    <a:cubicBezTo>
                      <a:pt x="433" y="164"/>
                      <a:pt x="449" y="172"/>
                      <a:pt x="454" y="175"/>
                    </a:cubicBezTo>
                    <a:cubicBezTo>
                      <a:pt x="458" y="178"/>
                      <a:pt x="462" y="177"/>
                      <a:pt x="463" y="180"/>
                    </a:cubicBezTo>
                    <a:cubicBezTo>
                      <a:pt x="464" y="184"/>
                      <a:pt x="464" y="187"/>
                      <a:pt x="464" y="191"/>
                    </a:cubicBezTo>
                    <a:cubicBezTo>
                      <a:pt x="467" y="191"/>
                      <a:pt x="467" y="191"/>
                      <a:pt x="467" y="191"/>
                    </a:cubicBezTo>
                    <a:cubicBezTo>
                      <a:pt x="471" y="190"/>
                      <a:pt x="472" y="186"/>
                      <a:pt x="476" y="186"/>
                    </a:cubicBezTo>
                    <a:cubicBezTo>
                      <a:pt x="486" y="186"/>
                      <a:pt x="487" y="194"/>
                      <a:pt x="496" y="194"/>
                    </a:cubicBezTo>
                    <a:cubicBezTo>
                      <a:pt x="513" y="191"/>
                      <a:pt x="513" y="191"/>
                      <a:pt x="513" y="191"/>
                    </a:cubicBezTo>
                    <a:cubicBezTo>
                      <a:pt x="521" y="193"/>
                      <a:pt x="529" y="196"/>
                      <a:pt x="534" y="198"/>
                    </a:cubicBezTo>
                    <a:cubicBezTo>
                      <a:pt x="538" y="205"/>
                      <a:pt x="551" y="217"/>
                      <a:pt x="558" y="220"/>
                    </a:cubicBezTo>
                    <a:cubicBezTo>
                      <a:pt x="565" y="221"/>
                      <a:pt x="569" y="219"/>
                      <a:pt x="575" y="220"/>
                    </a:cubicBezTo>
                    <a:cubicBezTo>
                      <a:pt x="584" y="223"/>
                      <a:pt x="586" y="232"/>
                      <a:pt x="586" y="242"/>
                    </a:cubicBezTo>
                    <a:cubicBezTo>
                      <a:pt x="586" y="274"/>
                      <a:pt x="568" y="283"/>
                      <a:pt x="556" y="301"/>
                    </a:cubicBezTo>
                    <a:cubicBezTo>
                      <a:pt x="553" y="305"/>
                      <a:pt x="551" y="306"/>
                      <a:pt x="549" y="310"/>
                    </a:cubicBezTo>
                    <a:cubicBezTo>
                      <a:pt x="544" y="317"/>
                      <a:pt x="540" y="317"/>
                      <a:pt x="535" y="322"/>
                    </a:cubicBezTo>
                    <a:cubicBezTo>
                      <a:pt x="529" y="328"/>
                      <a:pt x="535" y="343"/>
                      <a:pt x="535" y="353"/>
                    </a:cubicBezTo>
                    <a:cubicBezTo>
                      <a:pt x="535" y="361"/>
                      <a:pt x="532" y="369"/>
                      <a:pt x="532" y="374"/>
                    </a:cubicBezTo>
                    <a:cubicBezTo>
                      <a:pt x="532" y="377"/>
                      <a:pt x="530" y="378"/>
                      <a:pt x="530" y="380"/>
                    </a:cubicBezTo>
                    <a:cubicBezTo>
                      <a:pt x="528" y="382"/>
                      <a:pt x="524" y="386"/>
                      <a:pt x="524" y="390"/>
                    </a:cubicBezTo>
                    <a:cubicBezTo>
                      <a:pt x="524" y="394"/>
                      <a:pt x="523" y="403"/>
                      <a:pt x="522" y="405"/>
                    </a:cubicBezTo>
                    <a:cubicBezTo>
                      <a:pt x="515" y="415"/>
                      <a:pt x="513" y="419"/>
                      <a:pt x="506" y="428"/>
                    </a:cubicBezTo>
                    <a:cubicBezTo>
                      <a:pt x="505" y="431"/>
                      <a:pt x="505" y="436"/>
                      <a:pt x="504" y="438"/>
                    </a:cubicBezTo>
                    <a:cubicBezTo>
                      <a:pt x="502" y="443"/>
                      <a:pt x="492" y="449"/>
                      <a:pt x="485" y="449"/>
                    </a:cubicBezTo>
                    <a:cubicBezTo>
                      <a:pt x="476" y="449"/>
                      <a:pt x="470" y="449"/>
                      <a:pt x="463" y="452"/>
                    </a:cubicBezTo>
                    <a:cubicBezTo>
                      <a:pt x="461" y="453"/>
                      <a:pt x="460" y="455"/>
                      <a:pt x="459" y="457"/>
                    </a:cubicBezTo>
                    <a:cubicBezTo>
                      <a:pt x="448" y="467"/>
                      <a:pt x="437" y="461"/>
                      <a:pt x="429" y="474"/>
                    </a:cubicBezTo>
                    <a:cubicBezTo>
                      <a:pt x="426" y="479"/>
                      <a:pt x="420" y="479"/>
                      <a:pt x="416" y="483"/>
                    </a:cubicBezTo>
                    <a:cubicBezTo>
                      <a:pt x="411" y="489"/>
                      <a:pt x="412" y="495"/>
                      <a:pt x="412" y="503"/>
                    </a:cubicBezTo>
                    <a:cubicBezTo>
                      <a:pt x="412" y="524"/>
                      <a:pt x="412" y="524"/>
                      <a:pt x="412" y="524"/>
                    </a:cubicBezTo>
                    <a:cubicBezTo>
                      <a:pt x="403" y="528"/>
                      <a:pt x="398" y="536"/>
                      <a:pt x="394" y="545"/>
                    </a:cubicBezTo>
                    <a:cubicBezTo>
                      <a:pt x="394" y="545"/>
                      <a:pt x="394" y="545"/>
                      <a:pt x="394" y="545"/>
                    </a:cubicBezTo>
                    <a:cubicBezTo>
                      <a:pt x="391" y="550"/>
                      <a:pt x="391" y="553"/>
                      <a:pt x="388" y="559"/>
                    </a:cubicBezTo>
                    <a:cubicBezTo>
                      <a:pt x="380" y="571"/>
                      <a:pt x="371" y="572"/>
                      <a:pt x="364" y="584"/>
                    </a:cubicBezTo>
                    <a:cubicBezTo>
                      <a:pt x="355" y="597"/>
                      <a:pt x="351" y="619"/>
                      <a:pt x="331" y="619"/>
                    </a:cubicBezTo>
                    <a:cubicBezTo>
                      <a:pt x="324" y="619"/>
                      <a:pt x="314" y="614"/>
                      <a:pt x="311" y="614"/>
                    </a:cubicBezTo>
                    <a:cubicBezTo>
                      <a:pt x="305" y="614"/>
                      <a:pt x="299" y="609"/>
                      <a:pt x="293" y="609"/>
                    </a:cubicBezTo>
                    <a:cubicBezTo>
                      <a:pt x="291" y="609"/>
                      <a:pt x="289" y="610"/>
                      <a:pt x="289" y="611"/>
                    </a:cubicBezTo>
                    <a:cubicBezTo>
                      <a:pt x="289" y="615"/>
                      <a:pt x="296" y="617"/>
                      <a:pt x="297" y="619"/>
                    </a:cubicBezTo>
                    <a:cubicBezTo>
                      <a:pt x="300" y="622"/>
                      <a:pt x="300" y="627"/>
                      <a:pt x="302" y="632"/>
                    </a:cubicBezTo>
                    <a:cubicBezTo>
                      <a:pt x="304" y="637"/>
                      <a:pt x="311" y="637"/>
                      <a:pt x="311" y="642"/>
                    </a:cubicBezTo>
                    <a:cubicBezTo>
                      <a:pt x="311" y="647"/>
                      <a:pt x="311" y="650"/>
                      <a:pt x="308" y="654"/>
                    </a:cubicBezTo>
                    <a:cubicBezTo>
                      <a:pt x="304" y="660"/>
                      <a:pt x="301" y="663"/>
                      <a:pt x="297" y="667"/>
                    </a:cubicBezTo>
                    <a:cubicBezTo>
                      <a:pt x="289" y="675"/>
                      <a:pt x="280" y="673"/>
                      <a:pt x="270" y="676"/>
                    </a:cubicBezTo>
                    <a:cubicBezTo>
                      <a:pt x="263" y="678"/>
                      <a:pt x="248" y="673"/>
                      <a:pt x="244" y="677"/>
                    </a:cubicBezTo>
                    <a:cubicBezTo>
                      <a:pt x="238" y="683"/>
                      <a:pt x="243" y="696"/>
                      <a:pt x="240" y="703"/>
                    </a:cubicBezTo>
                    <a:cubicBezTo>
                      <a:pt x="240" y="702"/>
                      <a:pt x="240" y="702"/>
                      <a:pt x="240" y="702"/>
                    </a:cubicBezTo>
                    <a:cubicBezTo>
                      <a:pt x="240" y="703"/>
                      <a:pt x="240" y="706"/>
                      <a:pt x="240" y="707"/>
                    </a:cubicBezTo>
                    <a:cubicBezTo>
                      <a:pt x="240" y="709"/>
                      <a:pt x="233" y="712"/>
                      <a:pt x="229" y="712"/>
                    </a:cubicBezTo>
                    <a:cubicBezTo>
                      <a:pt x="220" y="712"/>
                      <a:pt x="218" y="706"/>
                      <a:pt x="210" y="706"/>
                    </a:cubicBezTo>
                    <a:cubicBezTo>
                      <a:pt x="207" y="706"/>
                      <a:pt x="205" y="709"/>
                      <a:pt x="205" y="711"/>
                    </a:cubicBezTo>
                    <a:cubicBezTo>
                      <a:pt x="205" y="717"/>
                      <a:pt x="211" y="729"/>
                      <a:pt x="214" y="729"/>
                    </a:cubicBezTo>
                    <a:cubicBezTo>
                      <a:pt x="217" y="729"/>
                      <a:pt x="219" y="726"/>
                      <a:pt x="221" y="726"/>
                    </a:cubicBezTo>
                    <a:cubicBezTo>
                      <a:pt x="222" y="728"/>
                      <a:pt x="225" y="728"/>
                      <a:pt x="225" y="730"/>
                    </a:cubicBezTo>
                    <a:cubicBezTo>
                      <a:pt x="225" y="733"/>
                      <a:pt x="221" y="736"/>
                      <a:pt x="220" y="736"/>
                    </a:cubicBezTo>
                    <a:cubicBezTo>
                      <a:pt x="215" y="736"/>
                      <a:pt x="213" y="732"/>
                      <a:pt x="209" y="732"/>
                    </a:cubicBezTo>
                    <a:cubicBezTo>
                      <a:pt x="209" y="737"/>
                      <a:pt x="211" y="738"/>
                      <a:pt x="214" y="739"/>
                    </a:cubicBezTo>
                    <a:cubicBezTo>
                      <a:pt x="206" y="747"/>
                      <a:pt x="206" y="755"/>
                      <a:pt x="203" y="766"/>
                    </a:cubicBezTo>
                    <a:cubicBezTo>
                      <a:pt x="202" y="770"/>
                      <a:pt x="194" y="771"/>
                      <a:pt x="191" y="771"/>
                    </a:cubicBezTo>
                    <a:cubicBezTo>
                      <a:pt x="184" y="773"/>
                      <a:pt x="178" y="779"/>
                      <a:pt x="178" y="787"/>
                    </a:cubicBezTo>
                    <a:cubicBezTo>
                      <a:pt x="178" y="804"/>
                      <a:pt x="198" y="798"/>
                      <a:pt x="198" y="811"/>
                    </a:cubicBezTo>
                    <a:cubicBezTo>
                      <a:pt x="198" y="824"/>
                      <a:pt x="187" y="825"/>
                      <a:pt x="181" y="831"/>
                    </a:cubicBezTo>
                    <a:cubicBezTo>
                      <a:pt x="177" y="835"/>
                      <a:pt x="178" y="841"/>
                      <a:pt x="176" y="846"/>
                    </a:cubicBezTo>
                    <a:cubicBezTo>
                      <a:pt x="173" y="852"/>
                      <a:pt x="166" y="850"/>
                      <a:pt x="162" y="854"/>
                    </a:cubicBezTo>
                    <a:cubicBezTo>
                      <a:pt x="156" y="859"/>
                      <a:pt x="154" y="865"/>
                      <a:pt x="154" y="874"/>
                    </a:cubicBezTo>
                    <a:cubicBezTo>
                      <a:pt x="154" y="878"/>
                      <a:pt x="158" y="883"/>
                      <a:pt x="161" y="884"/>
                    </a:cubicBezTo>
                    <a:cubicBezTo>
                      <a:pt x="169" y="888"/>
                      <a:pt x="168" y="908"/>
                      <a:pt x="174" y="914"/>
                    </a:cubicBezTo>
                    <a:cubicBezTo>
                      <a:pt x="184" y="924"/>
                      <a:pt x="196" y="928"/>
                      <a:pt x="207" y="934"/>
                    </a:cubicBezTo>
                    <a:cubicBezTo>
                      <a:pt x="206" y="936"/>
                      <a:pt x="203" y="935"/>
                      <a:pt x="200" y="935"/>
                    </a:cubicBezTo>
                    <a:cubicBezTo>
                      <a:pt x="194" y="935"/>
                      <a:pt x="183" y="943"/>
                      <a:pt x="179" y="943"/>
                    </a:cubicBezTo>
                    <a:cubicBezTo>
                      <a:pt x="176" y="943"/>
                      <a:pt x="176" y="943"/>
                      <a:pt x="174" y="943"/>
                    </a:cubicBezTo>
                    <a:cubicBezTo>
                      <a:pt x="173" y="943"/>
                      <a:pt x="171" y="945"/>
                      <a:pt x="169" y="945"/>
                    </a:cubicBezTo>
                    <a:cubicBezTo>
                      <a:pt x="165" y="945"/>
                      <a:pt x="162" y="945"/>
                      <a:pt x="157" y="945"/>
                    </a:cubicBezTo>
                    <a:cubicBezTo>
                      <a:pt x="147" y="945"/>
                      <a:pt x="151" y="933"/>
                      <a:pt x="143" y="931"/>
                    </a:cubicBezTo>
                    <a:cubicBezTo>
                      <a:pt x="137" y="929"/>
                      <a:pt x="127" y="929"/>
                      <a:pt x="127" y="921"/>
                    </a:cubicBezTo>
                    <a:cubicBezTo>
                      <a:pt x="124" y="921"/>
                      <a:pt x="122" y="921"/>
                      <a:pt x="119" y="921"/>
                    </a:cubicBezTo>
                    <a:cubicBezTo>
                      <a:pt x="115" y="921"/>
                      <a:pt x="114" y="917"/>
                      <a:pt x="114" y="915"/>
                    </a:cubicBezTo>
                    <a:cubicBezTo>
                      <a:pt x="102" y="915"/>
                      <a:pt x="98" y="909"/>
                      <a:pt x="92" y="903"/>
                    </a:cubicBezTo>
                    <a:cubicBezTo>
                      <a:pt x="91" y="902"/>
                      <a:pt x="88" y="900"/>
                      <a:pt x="88" y="899"/>
                    </a:cubicBezTo>
                    <a:cubicBezTo>
                      <a:pt x="88" y="895"/>
                      <a:pt x="96" y="895"/>
                      <a:pt x="97" y="891"/>
                    </a:cubicBezTo>
                    <a:cubicBezTo>
                      <a:pt x="95" y="891"/>
                      <a:pt x="94" y="890"/>
                      <a:pt x="93" y="889"/>
                    </a:cubicBezTo>
                    <a:cubicBezTo>
                      <a:pt x="94" y="887"/>
                      <a:pt x="96" y="884"/>
                      <a:pt x="96" y="882"/>
                    </a:cubicBezTo>
                    <a:cubicBezTo>
                      <a:pt x="96" y="871"/>
                      <a:pt x="84" y="873"/>
                      <a:pt x="84" y="863"/>
                    </a:cubicBezTo>
                    <a:cubicBezTo>
                      <a:pt x="84" y="860"/>
                      <a:pt x="84" y="859"/>
                      <a:pt x="84" y="857"/>
                    </a:cubicBezTo>
                    <a:cubicBezTo>
                      <a:pt x="84" y="848"/>
                      <a:pt x="78" y="832"/>
                      <a:pt x="78" y="825"/>
                    </a:cubicBezTo>
                    <a:cubicBezTo>
                      <a:pt x="78" y="817"/>
                      <a:pt x="88" y="814"/>
                      <a:pt x="88" y="807"/>
                    </a:cubicBezTo>
                    <a:cubicBezTo>
                      <a:pt x="88" y="803"/>
                      <a:pt x="83" y="796"/>
                      <a:pt x="82" y="791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7"/>
                      <a:pt x="82" y="787"/>
                      <a:pt x="82" y="787"/>
                    </a:cubicBezTo>
                    <a:cubicBezTo>
                      <a:pt x="82" y="784"/>
                      <a:pt x="84" y="782"/>
                      <a:pt x="86" y="782"/>
                    </a:cubicBezTo>
                    <a:cubicBezTo>
                      <a:pt x="94" y="782"/>
                      <a:pt x="91" y="790"/>
                      <a:pt x="98" y="790"/>
                    </a:cubicBezTo>
                    <a:cubicBezTo>
                      <a:pt x="112" y="725"/>
                      <a:pt x="112" y="725"/>
                      <a:pt x="112" y="725"/>
                    </a:cubicBezTo>
                    <a:cubicBezTo>
                      <a:pt x="112" y="718"/>
                      <a:pt x="112" y="718"/>
                      <a:pt x="112" y="718"/>
                    </a:cubicBezTo>
                    <a:cubicBezTo>
                      <a:pt x="111" y="718"/>
                      <a:pt x="109" y="717"/>
                      <a:pt x="108" y="718"/>
                    </a:cubicBezTo>
                    <a:cubicBezTo>
                      <a:pt x="105" y="719"/>
                      <a:pt x="105" y="723"/>
                      <a:pt x="102" y="723"/>
                    </a:cubicBezTo>
                    <a:cubicBezTo>
                      <a:pt x="98" y="723"/>
                      <a:pt x="95" y="713"/>
                      <a:pt x="95" y="708"/>
                    </a:cubicBezTo>
                    <a:cubicBezTo>
                      <a:pt x="95" y="699"/>
                      <a:pt x="98" y="696"/>
                      <a:pt x="100" y="688"/>
                    </a:cubicBezTo>
                    <a:cubicBezTo>
                      <a:pt x="103" y="688"/>
                      <a:pt x="104" y="687"/>
                      <a:pt x="104" y="685"/>
                    </a:cubicBezTo>
                    <a:cubicBezTo>
                      <a:pt x="104" y="683"/>
                      <a:pt x="102" y="680"/>
                      <a:pt x="102" y="680"/>
                    </a:cubicBezTo>
                    <a:cubicBezTo>
                      <a:pt x="100" y="680"/>
                      <a:pt x="99" y="668"/>
                      <a:pt x="99" y="665"/>
                    </a:cubicBezTo>
                    <a:cubicBezTo>
                      <a:pt x="99" y="655"/>
                      <a:pt x="106" y="645"/>
                      <a:pt x="109" y="639"/>
                    </a:cubicBezTo>
                    <a:cubicBezTo>
                      <a:pt x="111" y="635"/>
                      <a:pt x="112" y="629"/>
                      <a:pt x="114" y="626"/>
                    </a:cubicBezTo>
                    <a:cubicBezTo>
                      <a:pt x="116" y="624"/>
                      <a:pt x="118" y="625"/>
                      <a:pt x="118" y="623"/>
                    </a:cubicBezTo>
                    <a:cubicBezTo>
                      <a:pt x="121" y="613"/>
                      <a:pt x="121" y="605"/>
                      <a:pt x="124" y="595"/>
                    </a:cubicBezTo>
                    <a:cubicBezTo>
                      <a:pt x="124" y="562"/>
                      <a:pt x="124" y="562"/>
                      <a:pt x="124" y="562"/>
                    </a:cubicBezTo>
                    <a:cubicBezTo>
                      <a:pt x="121" y="554"/>
                      <a:pt x="126" y="548"/>
                      <a:pt x="126" y="541"/>
                    </a:cubicBezTo>
                    <a:cubicBezTo>
                      <a:pt x="126" y="524"/>
                      <a:pt x="136" y="513"/>
                      <a:pt x="136" y="498"/>
                    </a:cubicBezTo>
                    <a:cubicBezTo>
                      <a:pt x="136" y="497"/>
                      <a:pt x="136" y="495"/>
                      <a:pt x="136" y="494"/>
                    </a:cubicBezTo>
                    <a:cubicBezTo>
                      <a:pt x="136" y="491"/>
                      <a:pt x="138" y="483"/>
                      <a:pt x="139" y="478"/>
                    </a:cubicBezTo>
                    <a:cubicBezTo>
                      <a:pt x="139" y="465"/>
                      <a:pt x="139" y="465"/>
                      <a:pt x="139" y="459"/>
                    </a:cubicBezTo>
                    <a:cubicBezTo>
                      <a:pt x="139" y="453"/>
                      <a:pt x="143" y="441"/>
                      <a:pt x="143" y="434"/>
                    </a:cubicBezTo>
                    <a:cubicBezTo>
                      <a:pt x="143" y="429"/>
                      <a:pt x="141" y="403"/>
                      <a:pt x="140" y="399"/>
                    </a:cubicBezTo>
                    <a:cubicBezTo>
                      <a:pt x="136" y="388"/>
                      <a:pt x="128" y="381"/>
                      <a:pt x="121" y="377"/>
                    </a:cubicBezTo>
                    <a:cubicBezTo>
                      <a:pt x="114" y="374"/>
                      <a:pt x="109" y="375"/>
                      <a:pt x="104" y="370"/>
                    </a:cubicBezTo>
                    <a:cubicBezTo>
                      <a:pt x="99" y="365"/>
                      <a:pt x="96" y="363"/>
                      <a:pt x="90" y="362"/>
                    </a:cubicBezTo>
                    <a:cubicBezTo>
                      <a:pt x="78" y="358"/>
                      <a:pt x="72" y="351"/>
                      <a:pt x="64" y="343"/>
                    </a:cubicBezTo>
                    <a:cubicBezTo>
                      <a:pt x="60" y="340"/>
                      <a:pt x="62" y="335"/>
                      <a:pt x="62" y="330"/>
                    </a:cubicBezTo>
                    <a:cubicBezTo>
                      <a:pt x="62" y="323"/>
                      <a:pt x="55" y="319"/>
                      <a:pt x="53" y="313"/>
                    </a:cubicBezTo>
                    <a:cubicBezTo>
                      <a:pt x="50" y="302"/>
                      <a:pt x="41" y="294"/>
                      <a:pt x="38" y="285"/>
                    </a:cubicBezTo>
                    <a:cubicBezTo>
                      <a:pt x="35" y="275"/>
                      <a:pt x="32" y="269"/>
                      <a:pt x="28" y="261"/>
                    </a:cubicBezTo>
                    <a:cubicBezTo>
                      <a:pt x="27" y="258"/>
                      <a:pt x="24" y="259"/>
                      <a:pt x="23" y="257"/>
                    </a:cubicBezTo>
                    <a:cubicBezTo>
                      <a:pt x="20" y="254"/>
                      <a:pt x="19" y="248"/>
                      <a:pt x="17" y="245"/>
                    </a:cubicBezTo>
                    <a:cubicBezTo>
                      <a:pt x="16" y="242"/>
                      <a:pt x="12" y="243"/>
                      <a:pt x="11" y="242"/>
                    </a:cubicBezTo>
                    <a:cubicBezTo>
                      <a:pt x="6" y="237"/>
                      <a:pt x="0" y="228"/>
                      <a:pt x="0" y="220"/>
                    </a:cubicBezTo>
                    <a:cubicBezTo>
                      <a:pt x="0" y="215"/>
                      <a:pt x="3" y="209"/>
                      <a:pt x="5" y="207"/>
                    </a:cubicBezTo>
                    <a:cubicBezTo>
                      <a:pt x="8" y="200"/>
                      <a:pt x="16" y="198"/>
                      <a:pt x="18" y="191"/>
                    </a:cubicBezTo>
                    <a:cubicBezTo>
                      <a:pt x="14" y="189"/>
                      <a:pt x="15" y="191"/>
                      <a:pt x="12" y="191"/>
                    </a:cubicBezTo>
                    <a:cubicBezTo>
                      <a:pt x="5" y="191"/>
                      <a:pt x="5" y="182"/>
                      <a:pt x="5" y="176"/>
                    </a:cubicBezTo>
                    <a:cubicBezTo>
                      <a:pt x="5" y="166"/>
                      <a:pt x="16" y="168"/>
                      <a:pt x="14" y="148"/>
                    </a:cubicBezTo>
                    <a:cubicBezTo>
                      <a:pt x="26" y="148"/>
                      <a:pt x="29" y="136"/>
                      <a:pt x="32" y="129"/>
                    </a:cubicBezTo>
                    <a:cubicBezTo>
                      <a:pt x="37" y="119"/>
                      <a:pt x="49" y="123"/>
                      <a:pt x="51" y="111"/>
                    </a:cubicBezTo>
                    <a:cubicBezTo>
                      <a:pt x="49" y="110"/>
                      <a:pt x="47" y="107"/>
                      <a:pt x="47" y="106"/>
                    </a:cubicBezTo>
                    <a:cubicBezTo>
                      <a:pt x="49" y="103"/>
                      <a:pt x="49" y="103"/>
                      <a:pt x="49" y="10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4" name="ïšḷïḑè"/>
              <p:cNvSpPr/>
              <p:nvPr/>
            </p:nvSpPr>
            <p:spPr bwMode="auto">
              <a:xfrm>
                <a:off x="8041209" y="3906332"/>
                <a:ext cx="11998" cy="13498"/>
              </a:xfrm>
              <a:custGeom>
                <a:avLst/>
                <a:gdLst/>
                <a:ahLst/>
                <a:cxnLst>
                  <a:cxn ang="0">
                    <a:pos x="9" y="4"/>
                  </a:cxn>
                  <a:cxn ang="0">
                    <a:pos x="9" y="0"/>
                  </a:cxn>
                  <a:cxn ang="0">
                    <a:pos x="5" y="0"/>
                  </a:cxn>
                  <a:cxn ang="0">
                    <a:pos x="0" y="9"/>
                  </a:cxn>
                  <a:cxn ang="0">
                    <a:pos x="4" y="9"/>
                  </a:cxn>
                  <a:cxn ang="0">
                    <a:pos x="9" y="4"/>
                  </a:cxn>
                </a:cxnLst>
                <a:rect l="0" t="0" r="r" b="b"/>
                <a:pathLst>
                  <a:path w="9" h="11">
                    <a:moveTo>
                      <a:pt x="9" y="4"/>
                    </a:moveTo>
                    <a:cubicBezTo>
                      <a:pt x="9" y="0"/>
                      <a:pt x="9" y="0"/>
                      <a:pt x="9" y="0"/>
                    </a:cubicBezTo>
                    <a:cubicBezTo>
                      <a:pt x="8" y="0"/>
                      <a:pt x="6" y="0"/>
                      <a:pt x="5" y="0"/>
                    </a:cubicBezTo>
                    <a:cubicBezTo>
                      <a:pt x="2" y="0"/>
                      <a:pt x="0" y="5"/>
                      <a:pt x="0" y="9"/>
                    </a:cubicBezTo>
                    <a:cubicBezTo>
                      <a:pt x="0" y="11"/>
                      <a:pt x="2" y="9"/>
                      <a:pt x="4" y="9"/>
                    </a:cubicBezTo>
                    <a:cubicBezTo>
                      <a:pt x="6" y="9"/>
                      <a:pt x="8" y="5"/>
                      <a:pt x="9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5" name="ís1îďe"/>
              <p:cNvSpPr/>
              <p:nvPr/>
            </p:nvSpPr>
            <p:spPr bwMode="auto">
              <a:xfrm>
                <a:off x="8636607" y="2819059"/>
                <a:ext cx="160473" cy="73485"/>
              </a:xfrm>
              <a:custGeom>
                <a:avLst/>
                <a:gdLst/>
                <a:ahLst/>
                <a:cxnLst>
                  <a:cxn ang="0">
                    <a:pos x="127" y="31"/>
                  </a:cxn>
                  <a:cxn ang="0">
                    <a:pos x="108" y="47"/>
                  </a:cxn>
                  <a:cxn ang="0">
                    <a:pos x="74" y="58"/>
                  </a:cxn>
                  <a:cxn ang="0">
                    <a:pos x="34" y="50"/>
                  </a:cxn>
                  <a:cxn ang="0">
                    <a:pos x="14" y="42"/>
                  </a:cxn>
                  <a:cxn ang="0">
                    <a:pos x="18" y="40"/>
                  </a:cxn>
                  <a:cxn ang="0">
                    <a:pos x="21" y="27"/>
                  </a:cxn>
                  <a:cxn ang="0">
                    <a:pos x="2" y="25"/>
                  </a:cxn>
                  <a:cxn ang="0">
                    <a:pos x="25" y="21"/>
                  </a:cxn>
                  <a:cxn ang="0">
                    <a:pos x="23" y="18"/>
                  </a:cxn>
                  <a:cxn ang="0">
                    <a:pos x="0" y="8"/>
                  </a:cxn>
                  <a:cxn ang="0">
                    <a:pos x="9" y="9"/>
                  </a:cxn>
                  <a:cxn ang="0">
                    <a:pos x="9" y="5"/>
                  </a:cxn>
                  <a:cxn ang="0">
                    <a:pos x="17" y="0"/>
                  </a:cxn>
                  <a:cxn ang="0">
                    <a:pos x="21" y="0"/>
                  </a:cxn>
                  <a:cxn ang="0">
                    <a:pos x="23" y="7"/>
                  </a:cxn>
                  <a:cxn ang="0">
                    <a:pos x="30" y="16"/>
                  </a:cxn>
                  <a:cxn ang="0">
                    <a:pos x="38" y="13"/>
                  </a:cxn>
                  <a:cxn ang="0">
                    <a:pos x="38" y="8"/>
                  </a:cxn>
                  <a:cxn ang="0">
                    <a:pos x="44" y="12"/>
                  </a:cxn>
                  <a:cxn ang="0">
                    <a:pos x="54" y="9"/>
                  </a:cxn>
                  <a:cxn ang="0">
                    <a:pos x="60" y="12"/>
                  </a:cxn>
                  <a:cxn ang="0">
                    <a:pos x="60" y="8"/>
                  </a:cxn>
                  <a:cxn ang="0">
                    <a:pos x="74" y="9"/>
                  </a:cxn>
                  <a:cxn ang="0">
                    <a:pos x="89" y="8"/>
                  </a:cxn>
                  <a:cxn ang="0">
                    <a:pos x="91" y="1"/>
                  </a:cxn>
                  <a:cxn ang="0">
                    <a:pos x="96" y="1"/>
                  </a:cxn>
                  <a:cxn ang="0">
                    <a:pos x="104" y="7"/>
                  </a:cxn>
                  <a:cxn ang="0">
                    <a:pos x="115" y="4"/>
                  </a:cxn>
                  <a:cxn ang="0">
                    <a:pos x="112" y="8"/>
                  </a:cxn>
                  <a:cxn ang="0">
                    <a:pos x="128" y="30"/>
                  </a:cxn>
                  <a:cxn ang="0">
                    <a:pos x="127" y="31"/>
                  </a:cxn>
                </a:cxnLst>
                <a:rect l="0" t="0" r="r" b="b"/>
                <a:pathLst>
                  <a:path w="128" h="58">
                    <a:moveTo>
                      <a:pt x="127" y="31"/>
                    </a:moveTo>
                    <a:cubicBezTo>
                      <a:pt x="124" y="38"/>
                      <a:pt x="113" y="45"/>
                      <a:pt x="108" y="47"/>
                    </a:cubicBezTo>
                    <a:cubicBezTo>
                      <a:pt x="97" y="51"/>
                      <a:pt x="89" y="58"/>
                      <a:pt x="74" y="58"/>
                    </a:cubicBezTo>
                    <a:cubicBezTo>
                      <a:pt x="57" y="58"/>
                      <a:pt x="46" y="54"/>
                      <a:pt x="34" y="50"/>
                    </a:cubicBezTo>
                    <a:cubicBezTo>
                      <a:pt x="28" y="49"/>
                      <a:pt x="24" y="42"/>
                      <a:pt x="14" y="42"/>
                    </a:cubicBezTo>
                    <a:cubicBezTo>
                      <a:pt x="16" y="41"/>
                      <a:pt x="17" y="40"/>
                      <a:pt x="18" y="40"/>
                    </a:cubicBezTo>
                    <a:cubicBezTo>
                      <a:pt x="18" y="34"/>
                      <a:pt x="20" y="32"/>
                      <a:pt x="21" y="27"/>
                    </a:cubicBezTo>
                    <a:cubicBezTo>
                      <a:pt x="14" y="25"/>
                      <a:pt x="6" y="30"/>
                      <a:pt x="2" y="25"/>
                    </a:cubicBezTo>
                    <a:cubicBezTo>
                      <a:pt x="8" y="25"/>
                      <a:pt x="20" y="23"/>
                      <a:pt x="25" y="21"/>
                    </a:cubicBezTo>
                    <a:cubicBezTo>
                      <a:pt x="23" y="20"/>
                      <a:pt x="23" y="19"/>
                      <a:pt x="23" y="18"/>
                    </a:cubicBezTo>
                    <a:cubicBezTo>
                      <a:pt x="18" y="18"/>
                      <a:pt x="1" y="13"/>
                      <a:pt x="0" y="8"/>
                    </a:cubicBezTo>
                    <a:cubicBezTo>
                      <a:pt x="4" y="7"/>
                      <a:pt x="7" y="8"/>
                      <a:pt x="9" y="9"/>
                    </a:cubicBezTo>
                    <a:cubicBezTo>
                      <a:pt x="9" y="8"/>
                      <a:pt x="9" y="7"/>
                      <a:pt x="9" y="5"/>
                    </a:cubicBezTo>
                    <a:cubicBezTo>
                      <a:pt x="13" y="5"/>
                      <a:pt x="14" y="0"/>
                      <a:pt x="17" y="0"/>
                    </a:cubicBezTo>
                    <a:cubicBezTo>
                      <a:pt x="18" y="0"/>
                      <a:pt x="19" y="0"/>
                      <a:pt x="21" y="0"/>
                    </a:cubicBezTo>
                    <a:cubicBezTo>
                      <a:pt x="21" y="3"/>
                      <a:pt x="23" y="4"/>
                      <a:pt x="23" y="7"/>
                    </a:cubicBezTo>
                    <a:cubicBezTo>
                      <a:pt x="23" y="10"/>
                      <a:pt x="27" y="16"/>
                      <a:pt x="30" y="16"/>
                    </a:cubicBezTo>
                    <a:cubicBezTo>
                      <a:pt x="33" y="16"/>
                      <a:pt x="36" y="14"/>
                      <a:pt x="38" y="13"/>
                    </a:cubicBezTo>
                    <a:cubicBezTo>
                      <a:pt x="37" y="10"/>
                      <a:pt x="37" y="9"/>
                      <a:pt x="38" y="8"/>
                    </a:cubicBezTo>
                    <a:cubicBezTo>
                      <a:pt x="40" y="9"/>
                      <a:pt x="41" y="12"/>
                      <a:pt x="44" y="12"/>
                    </a:cubicBezTo>
                    <a:cubicBezTo>
                      <a:pt x="54" y="9"/>
                      <a:pt x="54" y="9"/>
                      <a:pt x="54" y="9"/>
                    </a:cubicBezTo>
                    <a:cubicBezTo>
                      <a:pt x="58" y="10"/>
                      <a:pt x="59" y="11"/>
                      <a:pt x="60" y="12"/>
                    </a:cubicBezTo>
                    <a:cubicBezTo>
                      <a:pt x="60" y="11"/>
                      <a:pt x="60" y="9"/>
                      <a:pt x="60" y="8"/>
                    </a:cubicBezTo>
                    <a:cubicBezTo>
                      <a:pt x="67" y="8"/>
                      <a:pt x="70" y="9"/>
                      <a:pt x="74" y="9"/>
                    </a:cubicBezTo>
                    <a:cubicBezTo>
                      <a:pt x="80" y="9"/>
                      <a:pt x="85" y="4"/>
                      <a:pt x="89" y="8"/>
                    </a:cubicBezTo>
                    <a:cubicBezTo>
                      <a:pt x="89" y="4"/>
                      <a:pt x="90" y="3"/>
                      <a:pt x="91" y="1"/>
                    </a:cubicBezTo>
                    <a:cubicBezTo>
                      <a:pt x="94" y="2"/>
                      <a:pt x="94" y="2"/>
                      <a:pt x="96" y="1"/>
                    </a:cubicBezTo>
                    <a:cubicBezTo>
                      <a:pt x="96" y="6"/>
                      <a:pt x="100" y="7"/>
                      <a:pt x="104" y="7"/>
                    </a:cubicBezTo>
                    <a:cubicBezTo>
                      <a:pt x="108" y="7"/>
                      <a:pt x="111" y="4"/>
                      <a:pt x="115" y="4"/>
                    </a:cubicBezTo>
                    <a:cubicBezTo>
                      <a:pt x="113" y="5"/>
                      <a:pt x="112" y="7"/>
                      <a:pt x="112" y="8"/>
                    </a:cubicBezTo>
                    <a:cubicBezTo>
                      <a:pt x="112" y="21"/>
                      <a:pt x="128" y="18"/>
                      <a:pt x="128" y="30"/>
                    </a:cubicBezTo>
                    <a:lnTo>
                      <a:pt x="127" y="31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6" name="iŝļídé"/>
              <p:cNvSpPr/>
              <p:nvPr/>
            </p:nvSpPr>
            <p:spPr bwMode="auto">
              <a:xfrm>
                <a:off x="7675272" y="3702375"/>
                <a:ext cx="164972" cy="56988"/>
              </a:xfrm>
              <a:custGeom>
                <a:avLst/>
                <a:gdLst/>
                <a:ahLst/>
                <a:cxnLst>
                  <a:cxn ang="0">
                    <a:pos x="131" y="40"/>
                  </a:cxn>
                  <a:cxn ang="0">
                    <a:pos x="114" y="45"/>
                  </a:cxn>
                  <a:cxn ang="0">
                    <a:pos x="88" y="42"/>
                  </a:cxn>
                  <a:cxn ang="0">
                    <a:pos x="88" y="39"/>
                  </a:cxn>
                  <a:cxn ang="0">
                    <a:pos x="93" y="35"/>
                  </a:cxn>
                  <a:cxn ang="0">
                    <a:pos x="78" y="26"/>
                  </a:cxn>
                  <a:cxn ang="0">
                    <a:pos x="73" y="22"/>
                  </a:cxn>
                  <a:cxn ang="0">
                    <a:pos x="64" y="22"/>
                  </a:cxn>
                  <a:cxn ang="0">
                    <a:pos x="48" y="15"/>
                  </a:cxn>
                  <a:cxn ang="0">
                    <a:pos x="35" y="15"/>
                  </a:cxn>
                  <a:cxn ang="0">
                    <a:pos x="34" y="10"/>
                  </a:cxn>
                  <a:cxn ang="0">
                    <a:pos x="28" y="9"/>
                  </a:cxn>
                  <a:cxn ang="0">
                    <a:pos x="4" y="20"/>
                  </a:cxn>
                  <a:cxn ang="0">
                    <a:pos x="0" y="20"/>
                  </a:cxn>
                  <a:cxn ang="0">
                    <a:pos x="36" y="0"/>
                  </a:cxn>
                  <a:cxn ang="0">
                    <a:pos x="79" y="11"/>
                  </a:cxn>
                  <a:cxn ang="0">
                    <a:pos x="86" y="17"/>
                  </a:cxn>
                  <a:cxn ang="0">
                    <a:pos x="114" y="28"/>
                  </a:cxn>
                  <a:cxn ang="0">
                    <a:pos x="114" y="31"/>
                  </a:cxn>
                  <a:cxn ang="0">
                    <a:pos x="120" y="31"/>
                  </a:cxn>
                  <a:cxn ang="0">
                    <a:pos x="131" y="40"/>
                  </a:cxn>
                </a:cxnLst>
                <a:rect l="0" t="0" r="r" b="b"/>
                <a:pathLst>
                  <a:path w="131" h="45">
                    <a:moveTo>
                      <a:pt x="131" y="40"/>
                    </a:moveTo>
                    <a:cubicBezTo>
                      <a:pt x="127" y="45"/>
                      <a:pt x="119" y="45"/>
                      <a:pt x="114" y="45"/>
                    </a:cubicBezTo>
                    <a:cubicBezTo>
                      <a:pt x="104" y="45"/>
                      <a:pt x="97" y="42"/>
                      <a:pt x="88" y="42"/>
                    </a:cubicBezTo>
                    <a:cubicBezTo>
                      <a:pt x="88" y="41"/>
                      <a:pt x="88" y="40"/>
                      <a:pt x="88" y="39"/>
                    </a:cubicBezTo>
                    <a:cubicBezTo>
                      <a:pt x="90" y="39"/>
                      <a:pt x="92" y="38"/>
                      <a:pt x="93" y="35"/>
                    </a:cubicBezTo>
                    <a:cubicBezTo>
                      <a:pt x="86" y="32"/>
                      <a:pt x="79" y="33"/>
                      <a:pt x="78" y="26"/>
                    </a:cubicBezTo>
                    <a:cubicBezTo>
                      <a:pt x="74" y="26"/>
                      <a:pt x="75" y="23"/>
                      <a:pt x="73" y="22"/>
                    </a:cubicBezTo>
                    <a:cubicBezTo>
                      <a:pt x="69" y="20"/>
                      <a:pt x="67" y="22"/>
                      <a:pt x="64" y="22"/>
                    </a:cubicBezTo>
                    <a:cubicBezTo>
                      <a:pt x="57" y="22"/>
                      <a:pt x="54" y="15"/>
                      <a:pt x="48" y="15"/>
                    </a:cubicBezTo>
                    <a:cubicBezTo>
                      <a:pt x="35" y="15"/>
                      <a:pt x="35" y="15"/>
                      <a:pt x="35" y="15"/>
                    </a:cubicBezTo>
                    <a:cubicBezTo>
                      <a:pt x="33" y="13"/>
                      <a:pt x="33" y="12"/>
                      <a:pt x="34" y="10"/>
                    </a:cubicBezTo>
                    <a:cubicBezTo>
                      <a:pt x="33" y="9"/>
                      <a:pt x="30" y="9"/>
                      <a:pt x="28" y="9"/>
                    </a:cubicBezTo>
                    <a:cubicBezTo>
                      <a:pt x="20" y="9"/>
                      <a:pt x="8" y="15"/>
                      <a:pt x="4" y="2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7" y="8"/>
                      <a:pt x="16" y="0"/>
                      <a:pt x="36" y="0"/>
                    </a:cubicBezTo>
                    <a:cubicBezTo>
                      <a:pt x="55" y="0"/>
                      <a:pt x="64" y="11"/>
                      <a:pt x="79" y="11"/>
                    </a:cubicBezTo>
                    <a:cubicBezTo>
                      <a:pt x="82" y="11"/>
                      <a:pt x="86" y="16"/>
                      <a:pt x="86" y="17"/>
                    </a:cubicBezTo>
                    <a:cubicBezTo>
                      <a:pt x="93" y="23"/>
                      <a:pt x="104" y="28"/>
                      <a:pt x="114" y="28"/>
                    </a:cubicBezTo>
                    <a:cubicBezTo>
                      <a:pt x="114" y="28"/>
                      <a:pt x="113" y="30"/>
                      <a:pt x="114" y="31"/>
                    </a:cubicBezTo>
                    <a:cubicBezTo>
                      <a:pt x="120" y="31"/>
                      <a:pt x="120" y="31"/>
                      <a:pt x="120" y="31"/>
                    </a:cubicBezTo>
                    <a:cubicBezTo>
                      <a:pt x="125" y="32"/>
                      <a:pt x="127" y="39"/>
                      <a:pt x="131" y="4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7" name="íšḻîdé"/>
              <p:cNvSpPr/>
              <p:nvPr/>
            </p:nvSpPr>
            <p:spPr bwMode="auto">
              <a:xfrm>
                <a:off x="7697768" y="3723370"/>
                <a:ext cx="8998" cy="1049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6" y="7"/>
                  </a:cxn>
                  <a:cxn ang="0">
                    <a:pos x="0" y="7"/>
                  </a:cxn>
                  <a:cxn ang="0">
                    <a:pos x="4" y="3"/>
                  </a:cxn>
                  <a:cxn ang="0">
                    <a:pos x="4" y="0"/>
                  </a:cxn>
                  <a:cxn ang="0">
                    <a:pos x="5" y="0"/>
                  </a:cxn>
                  <a:cxn ang="0">
                    <a:pos x="6" y="0"/>
                  </a:cxn>
                </a:cxnLst>
                <a:rect l="0" t="0" r="r" b="b"/>
                <a:pathLst>
                  <a:path w="7" h="8">
                    <a:moveTo>
                      <a:pt x="6" y="0"/>
                    </a:moveTo>
                    <a:cubicBezTo>
                      <a:pt x="6" y="3"/>
                      <a:pt x="7" y="5"/>
                      <a:pt x="6" y="7"/>
                    </a:cubicBezTo>
                    <a:cubicBezTo>
                      <a:pt x="5" y="7"/>
                      <a:pt x="0" y="8"/>
                      <a:pt x="0" y="7"/>
                    </a:cubicBezTo>
                    <a:cubicBezTo>
                      <a:pt x="0" y="4"/>
                      <a:pt x="2" y="3"/>
                      <a:pt x="4" y="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5" y="0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8" name="îṥ1îḋè"/>
              <p:cNvSpPr/>
              <p:nvPr/>
            </p:nvSpPr>
            <p:spPr bwMode="auto">
              <a:xfrm>
                <a:off x="7780254" y="3778858"/>
                <a:ext cx="26995" cy="13498"/>
              </a:xfrm>
              <a:custGeom>
                <a:avLst/>
                <a:gdLst/>
                <a:ahLst/>
                <a:cxnLst>
                  <a:cxn ang="0">
                    <a:pos x="18" y="3"/>
                  </a:cxn>
                  <a:cxn ang="0">
                    <a:pos x="22" y="7"/>
                  </a:cxn>
                  <a:cxn ang="0">
                    <a:pos x="7" y="10"/>
                  </a:cxn>
                  <a:cxn ang="0">
                    <a:pos x="0" y="3"/>
                  </a:cxn>
                  <a:cxn ang="0">
                    <a:pos x="5" y="0"/>
                  </a:cxn>
                  <a:cxn ang="0">
                    <a:pos x="19" y="4"/>
                  </a:cxn>
                  <a:cxn ang="0">
                    <a:pos x="18" y="3"/>
                  </a:cxn>
                </a:cxnLst>
                <a:rect l="0" t="0" r="r" b="b"/>
                <a:pathLst>
                  <a:path w="22" h="10">
                    <a:moveTo>
                      <a:pt x="18" y="3"/>
                    </a:moveTo>
                    <a:cubicBezTo>
                      <a:pt x="21" y="4"/>
                      <a:pt x="22" y="5"/>
                      <a:pt x="22" y="7"/>
                    </a:cubicBezTo>
                    <a:cubicBezTo>
                      <a:pt x="17" y="8"/>
                      <a:pt x="13" y="10"/>
                      <a:pt x="7" y="10"/>
                    </a:cubicBezTo>
                    <a:cubicBezTo>
                      <a:pt x="4" y="10"/>
                      <a:pt x="0" y="7"/>
                      <a:pt x="0" y="3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0" y="0"/>
                      <a:pt x="16" y="3"/>
                      <a:pt x="19" y="4"/>
                    </a:cubicBezTo>
                    <a:lnTo>
                      <a:pt x="18" y="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49" name="îŝḷïḓé"/>
              <p:cNvSpPr/>
              <p:nvPr/>
            </p:nvSpPr>
            <p:spPr bwMode="auto">
              <a:xfrm>
                <a:off x="7954224" y="3778858"/>
                <a:ext cx="22497" cy="8998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11" y="7"/>
                  </a:cxn>
                  <a:cxn ang="0">
                    <a:pos x="0" y="2"/>
                  </a:cxn>
                  <a:cxn ang="0">
                    <a:pos x="5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7">
                    <a:moveTo>
                      <a:pt x="18" y="4"/>
                    </a:moveTo>
                    <a:cubicBezTo>
                      <a:pt x="17" y="7"/>
                      <a:pt x="14" y="7"/>
                      <a:pt x="11" y="7"/>
                    </a:cubicBezTo>
                    <a:cubicBezTo>
                      <a:pt x="6" y="7"/>
                      <a:pt x="0" y="7"/>
                      <a:pt x="0" y="2"/>
                    </a:cubicBezTo>
                    <a:cubicBezTo>
                      <a:pt x="0" y="0"/>
                      <a:pt x="4" y="0"/>
                      <a:pt x="5" y="0"/>
                    </a:cubicBezTo>
                    <a:cubicBezTo>
                      <a:pt x="6" y="0"/>
                      <a:pt x="17" y="2"/>
                      <a:pt x="18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0" name="íş1íḑe"/>
              <p:cNvSpPr/>
              <p:nvPr/>
            </p:nvSpPr>
            <p:spPr bwMode="auto">
              <a:xfrm>
                <a:off x="7840243" y="3754863"/>
                <a:ext cx="94484" cy="37493"/>
              </a:xfrm>
              <a:custGeom>
                <a:avLst/>
                <a:gdLst/>
                <a:ahLst/>
                <a:cxnLst>
                  <a:cxn ang="0">
                    <a:pos x="64" y="11"/>
                  </a:cxn>
                  <a:cxn ang="0">
                    <a:pos x="75" y="21"/>
                  </a:cxn>
                  <a:cxn ang="0">
                    <a:pos x="59" y="21"/>
                  </a:cxn>
                  <a:cxn ang="0">
                    <a:pos x="51" y="24"/>
                  </a:cxn>
                  <a:cxn ang="0">
                    <a:pos x="47" y="22"/>
                  </a:cxn>
                  <a:cxn ang="0">
                    <a:pos x="37" y="30"/>
                  </a:cxn>
                  <a:cxn ang="0">
                    <a:pos x="31" y="24"/>
                  </a:cxn>
                  <a:cxn ang="0">
                    <a:pos x="11" y="23"/>
                  </a:cxn>
                  <a:cxn ang="0">
                    <a:pos x="6" y="23"/>
                  </a:cxn>
                  <a:cxn ang="0">
                    <a:pos x="6" y="27"/>
                  </a:cxn>
                  <a:cxn ang="0">
                    <a:pos x="0" y="19"/>
                  </a:cxn>
                  <a:cxn ang="0">
                    <a:pos x="3" y="18"/>
                  </a:cxn>
                  <a:cxn ang="0">
                    <a:pos x="22" y="17"/>
                  </a:cxn>
                  <a:cxn ang="0">
                    <a:pos x="19" y="8"/>
                  </a:cxn>
                  <a:cxn ang="0">
                    <a:pos x="14" y="3"/>
                  </a:cxn>
                  <a:cxn ang="0">
                    <a:pos x="17" y="0"/>
                  </a:cxn>
                  <a:cxn ang="0">
                    <a:pos x="28" y="3"/>
                  </a:cxn>
                  <a:cxn ang="0">
                    <a:pos x="41" y="1"/>
                  </a:cxn>
                  <a:cxn ang="0">
                    <a:pos x="66" y="13"/>
                  </a:cxn>
                  <a:cxn ang="0">
                    <a:pos x="64" y="11"/>
                  </a:cxn>
                </a:cxnLst>
                <a:rect l="0" t="0" r="r" b="b"/>
                <a:pathLst>
                  <a:path w="75" h="30">
                    <a:moveTo>
                      <a:pt x="64" y="11"/>
                    </a:moveTo>
                    <a:cubicBezTo>
                      <a:pt x="68" y="15"/>
                      <a:pt x="72" y="16"/>
                      <a:pt x="75" y="21"/>
                    </a:cubicBezTo>
                    <a:cubicBezTo>
                      <a:pt x="59" y="21"/>
                      <a:pt x="59" y="21"/>
                      <a:pt x="59" y="21"/>
                    </a:cubicBezTo>
                    <a:cubicBezTo>
                      <a:pt x="56" y="23"/>
                      <a:pt x="54" y="24"/>
                      <a:pt x="51" y="24"/>
                    </a:cubicBezTo>
                    <a:cubicBezTo>
                      <a:pt x="49" y="24"/>
                      <a:pt x="49" y="22"/>
                      <a:pt x="47" y="22"/>
                    </a:cubicBezTo>
                    <a:cubicBezTo>
                      <a:pt x="41" y="22"/>
                      <a:pt x="41" y="30"/>
                      <a:pt x="37" y="30"/>
                    </a:cubicBezTo>
                    <a:cubicBezTo>
                      <a:pt x="33" y="30"/>
                      <a:pt x="34" y="26"/>
                      <a:pt x="31" y="24"/>
                    </a:cubicBezTo>
                    <a:cubicBezTo>
                      <a:pt x="27" y="22"/>
                      <a:pt x="17" y="23"/>
                      <a:pt x="11" y="23"/>
                    </a:cubicBezTo>
                    <a:cubicBezTo>
                      <a:pt x="8" y="23"/>
                      <a:pt x="8" y="24"/>
                      <a:pt x="6" y="23"/>
                    </a:cubicBezTo>
                    <a:cubicBezTo>
                      <a:pt x="6" y="24"/>
                      <a:pt x="6" y="25"/>
                      <a:pt x="6" y="27"/>
                    </a:cubicBezTo>
                    <a:cubicBezTo>
                      <a:pt x="3" y="26"/>
                      <a:pt x="0" y="22"/>
                      <a:pt x="0" y="19"/>
                    </a:cubicBezTo>
                    <a:cubicBezTo>
                      <a:pt x="1" y="19"/>
                      <a:pt x="2" y="18"/>
                      <a:pt x="3" y="18"/>
                    </a:cubicBezTo>
                    <a:cubicBezTo>
                      <a:pt x="13" y="18"/>
                      <a:pt x="17" y="20"/>
                      <a:pt x="22" y="17"/>
                    </a:cubicBezTo>
                    <a:cubicBezTo>
                      <a:pt x="20" y="15"/>
                      <a:pt x="19" y="12"/>
                      <a:pt x="19" y="8"/>
                    </a:cubicBezTo>
                    <a:cubicBezTo>
                      <a:pt x="17" y="8"/>
                      <a:pt x="14" y="6"/>
                      <a:pt x="14" y="3"/>
                    </a:cubicBezTo>
                    <a:cubicBezTo>
                      <a:pt x="14" y="2"/>
                      <a:pt x="16" y="0"/>
                      <a:pt x="17" y="0"/>
                    </a:cubicBezTo>
                    <a:cubicBezTo>
                      <a:pt x="21" y="0"/>
                      <a:pt x="24" y="3"/>
                      <a:pt x="28" y="3"/>
                    </a:cubicBezTo>
                    <a:cubicBezTo>
                      <a:pt x="34" y="3"/>
                      <a:pt x="36" y="1"/>
                      <a:pt x="41" y="1"/>
                    </a:cubicBezTo>
                    <a:cubicBezTo>
                      <a:pt x="55" y="1"/>
                      <a:pt x="58" y="9"/>
                      <a:pt x="66" y="13"/>
                    </a:cubicBezTo>
                    <a:lnTo>
                      <a:pt x="64" y="11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1" name="iSḷiḑè"/>
              <p:cNvSpPr/>
              <p:nvPr/>
            </p:nvSpPr>
            <p:spPr bwMode="auto">
              <a:xfrm>
                <a:off x="7774255" y="3672381"/>
                <a:ext cx="8998" cy="1049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7" y="6"/>
                  </a:cxn>
                  <a:cxn ang="0">
                    <a:pos x="5" y="8"/>
                  </a:cxn>
                  <a:cxn ang="0">
                    <a:pos x="0" y="0"/>
                  </a:cxn>
                  <a:cxn ang="0">
                    <a:pos x="2" y="0"/>
                  </a:cxn>
                </a:cxnLst>
                <a:rect l="0" t="0" r="r" b="b"/>
                <a:pathLst>
                  <a:path w="7" h="8">
                    <a:moveTo>
                      <a:pt x="2" y="0"/>
                    </a:moveTo>
                    <a:cubicBezTo>
                      <a:pt x="6" y="0"/>
                      <a:pt x="7" y="3"/>
                      <a:pt x="7" y="6"/>
                    </a:cubicBezTo>
                    <a:cubicBezTo>
                      <a:pt x="7" y="7"/>
                      <a:pt x="6" y="8"/>
                      <a:pt x="5" y="8"/>
                    </a:cubicBezTo>
                    <a:cubicBezTo>
                      <a:pt x="0" y="8"/>
                      <a:pt x="0" y="3"/>
                      <a:pt x="0" y="0"/>
                    </a:cubicBezTo>
                    <a:cubicBezTo>
                      <a:pt x="0" y="0"/>
                      <a:pt x="2" y="0"/>
                      <a:pt x="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2" name="íş1îḓè"/>
              <p:cNvSpPr/>
              <p:nvPr/>
            </p:nvSpPr>
            <p:spPr bwMode="auto">
              <a:xfrm>
                <a:off x="7766756" y="3640887"/>
                <a:ext cx="13498" cy="4500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6" y="0"/>
                  </a:cxn>
                  <a:cxn ang="0">
                    <a:pos x="11" y="3"/>
                  </a:cxn>
                  <a:cxn ang="0">
                    <a:pos x="0" y="3"/>
                  </a:cxn>
                </a:cxnLst>
                <a:rect l="0" t="0" r="r" b="b"/>
                <a:pathLst>
                  <a:path w="11" h="4">
                    <a:moveTo>
                      <a:pt x="0" y="3"/>
                    </a:moveTo>
                    <a:cubicBezTo>
                      <a:pt x="1" y="2"/>
                      <a:pt x="4" y="0"/>
                      <a:pt x="6" y="0"/>
                    </a:cubicBezTo>
                    <a:cubicBezTo>
                      <a:pt x="9" y="0"/>
                      <a:pt x="10" y="2"/>
                      <a:pt x="11" y="3"/>
                    </a:cubicBezTo>
                    <a:cubicBezTo>
                      <a:pt x="7" y="4"/>
                      <a:pt x="2" y="3"/>
                      <a:pt x="0" y="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3" name="íśḷiḋe"/>
              <p:cNvSpPr/>
              <p:nvPr/>
            </p:nvSpPr>
            <p:spPr bwMode="auto">
              <a:xfrm>
                <a:off x="7790752" y="3646886"/>
                <a:ext cx="4500" cy="5999"/>
              </a:xfrm>
              <a:custGeom>
                <a:avLst/>
                <a:gdLst/>
                <a:ahLst/>
                <a:cxnLst>
                  <a:cxn ang="0">
                    <a:pos x="3" y="4"/>
                  </a:cxn>
                  <a:cxn ang="0">
                    <a:pos x="1" y="0"/>
                  </a:cxn>
                  <a:cxn ang="0">
                    <a:pos x="3" y="4"/>
                  </a:cxn>
                </a:cxnLst>
                <a:rect l="0" t="0" r="r" b="b"/>
                <a:pathLst>
                  <a:path w="3" h="4">
                    <a:moveTo>
                      <a:pt x="3" y="4"/>
                    </a:moveTo>
                    <a:cubicBezTo>
                      <a:pt x="2" y="4"/>
                      <a:pt x="0" y="1"/>
                      <a:pt x="1" y="0"/>
                    </a:cubicBezTo>
                    <a:lnTo>
                      <a:pt x="3" y="4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4" name="íšḻïde"/>
              <p:cNvSpPr/>
              <p:nvPr/>
            </p:nvSpPr>
            <p:spPr bwMode="auto">
              <a:xfrm>
                <a:off x="7847743" y="3730868"/>
                <a:ext cx="10499" cy="7499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0" y="7"/>
                  </a:cxn>
                  <a:cxn ang="0">
                    <a:pos x="2" y="7"/>
                  </a:cxn>
                  <a:cxn ang="0">
                    <a:pos x="9" y="4"/>
                  </a:cxn>
                  <a:cxn ang="0">
                    <a:pos x="9" y="0"/>
                  </a:cxn>
                  <a:cxn ang="0">
                    <a:pos x="0" y="4"/>
                  </a:cxn>
                </a:cxnLst>
                <a:rect l="0" t="0" r="r" b="b"/>
                <a:pathLst>
                  <a:path w="9" h="7">
                    <a:moveTo>
                      <a:pt x="0" y="4"/>
                    </a:moveTo>
                    <a:cubicBezTo>
                      <a:pt x="0" y="5"/>
                      <a:pt x="0" y="6"/>
                      <a:pt x="0" y="7"/>
                    </a:cubicBezTo>
                    <a:cubicBezTo>
                      <a:pt x="0" y="7"/>
                      <a:pt x="1" y="7"/>
                      <a:pt x="2" y="7"/>
                    </a:cubicBezTo>
                    <a:cubicBezTo>
                      <a:pt x="4" y="7"/>
                      <a:pt x="7" y="6"/>
                      <a:pt x="9" y="4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7" y="3"/>
                      <a:pt x="4" y="5"/>
                      <a:pt x="0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5" name="ísḻide"/>
              <p:cNvSpPr/>
              <p:nvPr/>
            </p:nvSpPr>
            <p:spPr bwMode="auto">
              <a:xfrm>
                <a:off x="7042381" y="3222475"/>
                <a:ext cx="913343" cy="446906"/>
              </a:xfrm>
              <a:custGeom>
                <a:avLst/>
                <a:gdLst/>
                <a:ahLst/>
                <a:cxnLst>
                  <a:cxn ang="0">
                    <a:pos x="543" y="285"/>
                  </a:cxn>
                  <a:cxn ang="0">
                    <a:pos x="555" y="317"/>
                  </a:cxn>
                  <a:cxn ang="0">
                    <a:pos x="560" y="338"/>
                  </a:cxn>
                  <a:cxn ang="0">
                    <a:pos x="542" y="345"/>
                  </a:cxn>
                  <a:cxn ang="0">
                    <a:pos x="507" y="287"/>
                  </a:cxn>
                  <a:cxn ang="0">
                    <a:pos x="474" y="283"/>
                  </a:cxn>
                  <a:cxn ang="0">
                    <a:pos x="460" y="283"/>
                  </a:cxn>
                  <a:cxn ang="0">
                    <a:pos x="443" y="286"/>
                  </a:cxn>
                  <a:cxn ang="0">
                    <a:pos x="412" y="292"/>
                  </a:cxn>
                  <a:cxn ang="0">
                    <a:pos x="393" y="291"/>
                  </a:cxn>
                  <a:cxn ang="0">
                    <a:pos x="357" y="309"/>
                  </a:cxn>
                  <a:cxn ang="0">
                    <a:pos x="343" y="342"/>
                  </a:cxn>
                  <a:cxn ang="0">
                    <a:pos x="282" y="290"/>
                  </a:cxn>
                  <a:cxn ang="0">
                    <a:pos x="246" y="281"/>
                  </a:cxn>
                  <a:cxn ang="0">
                    <a:pos x="207" y="262"/>
                  </a:cxn>
                  <a:cxn ang="0">
                    <a:pos x="170" y="268"/>
                  </a:cxn>
                  <a:cxn ang="0">
                    <a:pos x="95" y="252"/>
                  </a:cxn>
                  <a:cxn ang="0">
                    <a:pos x="47" y="214"/>
                  </a:cxn>
                  <a:cxn ang="0">
                    <a:pos x="4" y="141"/>
                  </a:cxn>
                  <a:cxn ang="0">
                    <a:pos x="4" y="95"/>
                  </a:cxn>
                  <a:cxn ang="0">
                    <a:pos x="0" y="23"/>
                  </a:cxn>
                  <a:cxn ang="0">
                    <a:pos x="20" y="27"/>
                  </a:cxn>
                  <a:cxn ang="0">
                    <a:pos x="20" y="5"/>
                  </a:cxn>
                  <a:cxn ang="0">
                    <a:pos x="373" y="0"/>
                  </a:cxn>
                  <a:cxn ang="0">
                    <a:pos x="406" y="11"/>
                  </a:cxn>
                  <a:cxn ang="0">
                    <a:pos x="408" y="45"/>
                  </a:cxn>
                  <a:cxn ang="0">
                    <a:pos x="423" y="42"/>
                  </a:cxn>
                  <a:cxn ang="0">
                    <a:pos x="441" y="40"/>
                  </a:cxn>
                  <a:cxn ang="0">
                    <a:pos x="456" y="42"/>
                  </a:cxn>
                  <a:cxn ang="0">
                    <a:pos x="472" y="47"/>
                  </a:cxn>
                  <a:cxn ang="0">
                    <a:pos x="510" y="48"/>
                  </a:cxn>
                  <a:cxn ang="0">
                    <a:pos x="490" y="54"/>
                  </a:cxn>
                  <a:cxn ang="0">
                    <a:pos x="472" y="69"/>
                  </a:cxn>
                  <a:cxn ang="0">
                    <a:pos x="471" y="121"/>
                  </a:cxn>
                  <a:cxn ang="0">
                    <a:pos x="480" y="88"/>
                  </a:cxn>
                  <a:cxn ang="0">
                    <a:pos x="501" y="57"/>
                  </a:cxn>
                  <a:cxn ang="0">
                    <a:pos x="516" y="87"/>
                  </a:cxn>
                  <a:cxn ang="0">
                    <a:pos x="531" y="97"/>
                  </a:cxn>
                  <a:cxn ang="0">
                    <a:pos x="527" y="123"/>
                  </a:cxn>
                  <a:cxn ang="0">
                    <a:pos x="564" y="97"/>
                  </a:cxn>
                  <a:cxn ang="0">
                    <a:pos x="610" y="84"/>
                  </a:cxn>
                  <a:cxn ang="0">
                    <a:pos x="653" y="65"/>
                  </a:cxn>
                  <a:cxn ang="0">
                    <a:pos x="675" y="63"/>
                  </a:cxn>
                  <a:cxn ang="0">
                    <a:pos x="699" y="28"/>
                  </a:cxn>
                  <a:cxn ang="0">
                    <a:pos x="726" y="73"/>
                  </a:cxn>
                  <a:cxn ang="0">
                    <a:pos x="701" y="80"/>
                  </a:cxn>
                  <a:cxn ang="0">
                    <a:pos x="681" y="113"/>
                  </a:cxn>
                  <a:cxn ang="0">
                    <a:pos x="690" y="118"/>
                  </a:cxn>
                  <a:cxn ang="0">
                    <a:pos x="676" y="122"/>
                  </a:cxn>
                  <a:cxn ang="0">
                    <a:pos x="648" y="132"/>
                  </a:cxn>
                  <a:cxn ang="0">
                    <a:pos x="642" y="134"/>
                  </a:cxn>
                  <a:cxn ang="0">
                    <a:pos x="635" y="137"/>
                  </a:cxn>
                  <a:cxn ang="0">
                    <a:pos x="627" y="161"/>
                  </a:cxn>
                  <a:cxn ang="0">
                    <a:pos x="622" y="159"/>
                  </a:cxn>
                  <a:cxn ang="0">
                    <a:pos x="615" y="186"/>
                  </a:cxn>
                  <a:cxn ang="0">
                    <a:pos x="614" y="178"/>
                  </a:cxn>
                  <a:cxn ang="0">
                    <a:pos x="608" y="170"/>
                  </a:cxn>
                  <a:cxn ang="0">
                    <a:pos x="611" y="192"/>
                  </a:cxn>
                  <a:cxn ang="0">
                    <a:pos x="614" y="196"/>
                  </a:cxn>
                  <a:cxn ang="0">
                    <a:pos x="614" y="205"/>
                  </a:cxn>
                  <a:cxn ang="0">
                    <a:pos x="607" y="213"/>
                  </a:cxn>
                  <a:cxn ang="0">
                    <a:pos x="607" y="221"/>
                  </a:cxn>
                  <a:cxn ang="0">
                    <a:pos x="589" y="232"/>
                  </a:cxn>
                </a:cxnLst>
                <a:rect l="0" t="0" r="r" b="b"/>
                <a:pathLst>
                  <a:path w="726" h="356">
                    <a:moveTo>
                      <a:pt x="590" y="233"/>
                    </a:moveTo>
                    <a:cubicBezTo>
                      <a:pt x="569" y="245"/>
                      <a:pt x="543" y="253"/>
                      <a:pt x="543" y="285"/>
                    </a:cubicBezTo>
                    <a:cubicBezTo>
                      <a:pt x="543" y="300"/>
                      <a:pt x="555" y="304"/>
                      <a:pt x="555" y="318"/>
                    </a:cubicBezTo>
                    <a:cubicBezTo>
                      <a:pt x="555" y="317"/>
                      <a:pt x="555" y="317"/>
                      <a:pt x="555" y="317"/>
                    </a:cubicBezTo>
                    <a:cubicBezTo>
                      <a:pt x="555" y="320"/>
                      <a:pt x="555" y="320"/>
                      <a:pt x="555" y="320"/>
                    </a:cubicBezTo>
                    <a:cubicBezTo>
                      <a:pt x="556" y="326"/>
                      <a:pt x="560" y="330"/>
                      <a:pt x="560" y="338"/>
                    </a:cubicBezTo>
                    <a:cubicBezTo>
                      <a:pt x="560" y="347"/>
                      <a:pt x="558" y="356"/>
                      <a:pt x="551" y="356"/>
                    </a:cubicBezTo>
                    <a:cubicBezTo>
                      <a:pt x="544" y="356"/>
                      <a:pt x="544" y="349"/>
                      <a:pt x="542" y="345"/>
                    </a:cubicBezTo>
                    <a:cubicBezTo>
                      <a:pt x="537" y="338"/>
                      <a:pt x="532" y="335"/>
                      <a:pt x="529" y="328"/>
                    </a:cubicBezTo>
                    <a:cubicBezTo>
                      <a:pt x="522" y="314"/>
                      <a:pt x="527" y="287"/>
                      <a:pt x="507" y="287"/>
                    </a:cubicBezTo>
                    <a:cubicBezTo>
                      <a:pt x="503" y="287"/>
                      <a:pt x="502" y="293"/>
                      <a:pt x="498" y="293"/>
                    </a:cubicBezTo>
                    <a:cubicBezTo>
                      <a:pt x="490" y="293"/>
                      <a:pt x="485" y="283"/>
                      <a:pt x="474" y="283"/>
                    </a:cubicBezTo>
                    <a:cubicBezTo>
                      <a:pt x="468" y="283"/>
                      <a:pt x="467" y="286"/>
                      <a:pt x="463" y="286"/>
                    </a:cubicBezTo>
                    <a:cubicBezTo>
                      <a:pt x="462" y="286"/>
                      <a:pt x="460" y="284"/>
                      <a:pt x="460" y="283"/>
                    </a:cubicBezTo>
                    <a:cubicBezTo>
                      <a:pt x="453" y="285"/>
                      <a:pt x="444" y="284"/>
                      <a:pt x="436" y="286"/>
                    </a:cubicBezTo>
                    <a:cubicBezTo>
                      <a:pt x="441" y="288"/>
                      <a:pt x="440" y="288"/>
                      <a:pt x="443" y="286"/>
                    </a:cubicBezTo>
                    <a:cubicBezTo>
                      <a:pt x="442" y="293"/>
                      <a:pt x="438" y="297"/>
                      <a:pt x="443" y="301"/>
                    </a:cubicBezTo>
                    <a:cubicBezTo>
                      <a:pt x="431" y="307"/>
                      <a:pt x="421" y="292"/>
                      <a:pt x="412" y="292"/>
                    </a:cubicBezTo>
                    <a:cubicBezTo>
                      <a:pt x="409" y="292"/>
                      <a:pt x="408" y="295"/>
                      <a:pt x="405" y="295"/>
                    </a:cubicBezTo>
                    <a:cubicBezTo>
                      <a:pt x="400" y="295"/>
                      <a:pt x="398" y="291"/>
                      <a:pt x="393" y="291"/>
                    </a:cubicBezTo>
                    <a:cubicBezTo>
                      <a:pt x="380" y="291"/>
                      <a:pt x="374" y="302"/>
                      <a:pt x="368" y="307"/>
                    </a:cubicBezTo>
                    <a:cubicBezTo>
                      <a:pt x="365" y="311"/>
                      <a:pt x="361" y="308"/>
                      <a:pt x="357" y="309"/>
                    </a:cubicBezTo>
                    <a:cubicBezTo>
                      <a:pt x="347" y="313"/>
                      <a:pt x="341" y="325"/>
                      <a:pt x="341" y="338"/>
                    </a:cubicBezTo>
                    <a:cubicBezTo>
                      <a:pt x="341" y="339"/>
                      <a:pt x="343" y="341"/>
                      <a:pt x="343" y="342"/>
                    </a:cubicBezTo>
                    <a:cubicBezTo>
                      <a:pt x="336" y="342"/>
                      <a:pt x="325" y="339"/>
                      <a:pt x="321" y="336"/>
                    </a:cubicBezTo>
                    <a:cubicBezTo>
                      <a:pt x="307" y="322"/>
                      <a:pt x="308" y="290"/>
                      <a:pt x="282" y="290"/>
                    </a:cubicBezTo>
                    <a:cubicBezTo>
                      <a:pt x="272" y="290"/>
                      <a:pt x="275" y="302"/>
                      <a:pt x="266" y="302"/>
                    </a:cubicBezTo>
                    <a:cubicBezTo>
                      <a:pt x="257" y="302"/>
                      <a:pt x="250" y="287"/>
                      <a:pt x="246" y="281"/>
                    </a:cubicBezTo>
                    <a:cubicBezTo>
                      <a:pt x="239" y="268"/>
                      <a:pt x="230" y="266"/>
                      <a:pt x="215" y="262"/>
                    </a:cubicBezTo>
                    <a:cubicBezTo>
                      <a:pt x="207" y="262"/>
                      <a:pt x="207" y="262"/>
                      <a:pt x="207" y="262"/>
                    </a:cubicBezTo>
                    <a:cubicBezTo>
                      <a:pt x="207" y="268"/>
                      <a:pt x="207" y="268"/>
                      <a:pt x="207" y="268"/>
                    </a:cubicBezTo>
                    <a:cubicBezTo>
                      <a:pt x="170" y="268"/>
                      <a:pt x="170" y="268"/>
                      <a:pt x="170" y="268"/>
                    </a:cubicBezTo>
                    <a:cubicBezTo>
                      <a:pt x="123" y="252"/>
                      <a:pt x="123" y="252"/>
                      <a:pt x="123" y="252"/>
                    </a:cubicBezTo>
                    <a:cubicBezTo>
                      <a:pt x="95" y="252"/>
                      <a:pt x="95" y="252"/>
                      <a:pt x="95" y="252"/>
                    </a:cubicBezTo>
                    <a:cubicBezTo>
                      <a:pt x="88" y="239"/>
                      <a:pt x="66" y="230"/>
                      <a:pt x="50" y="223"/>
                    </a:cubicBezTo>
                    <a:cubicBezTo>
                      <a:pt x="47" y="222"/>
                      <a:pt x="48" y="217"/>
                      <a:pt x="47" y="214"/>
                    </a:cubicBezTo>
                    <a:cubicBezTo>
                      <a:pt x="40" y="198"/>
                      <a:pt x="28" y="193"/>
                      <a:pt x="30" y="175"/>
                    </a:cubicBezTo>
                    <a:cubicBezTo>
                      <a:pt x="21" y="174"/>
                      <a:pt x="11" y="154"/>
                      <a:pt x="4" y="141"/>
                    </a:cubicBezTo>
                    <a:cubicBezTo>
                      <a:pt x="2" y="137"/>
                      <a:pt x="6" y="134"/>
                      <a:pt x="8" y="133"/>
                    </a:cubicBezTo>
                    <a:cubicBezTo>
                      <a:pt x="3" y="123"/>
                      <a:pt x="8" y="107"/>
                      <a:pt x="4" y="95"/>
                    </a:cubicBezTo>
                    <a:cubicBezTo>
                      <a:pt x="0" y="85"/>
                      <a:pt x="11" y="60"/>
                      <a:pt x="11" y="46"/>
                    </a:cubicBezTo>
                    <a:cubicBezTo>
                      <a:pt x="11" y="36"/>
                      <a:pt x="0" y="32"/>
                      <a:pt x="0" y="23"/>
                    </a:cubicBezTo>
                    <a:cubicBezTo>
                      <a:pt x="0" y="20"/>
                      <a:pt x="5" y="20"/>
                      <a:pt x="7" y="20"/>
                    </a:cubicBezTo>
                    <a:cubicBezTo>
                      <a:pt x="13" y="20"/>
                      <a:pt x="17" y="23"/>
                      <a:pt x="20" y="27"/>
                    </a:cubicBezTo>
                    <a:cubicBezTo>
                      <a:pt x="22" y="24"/>
                      <a:pt x="26" y="19"/>
                      <a:pt x="26" y="15"/>
                    </a:cubicBezTo>
                    <a:cubicBezTo>
                      <a:pt x="26" y="11"/>
                      <a:pt x="22" y="10"/>
                      <a:pt x="20" y="5"/>
                    </a:cubicBezTo>
                    <a:cubicBezTo>
                      <a:pt x="373" y="5"/>
                      <a:pt x="373" y="5"/>
                      <a:pt x="373" y="5"/>
                    </a:cubicBezTo>
                    <a:cubicBezTo>
                      <a:pt x="373" y="0"/>
                      <a:pt x="373" y="0"/>
                      <a:pt x="373" y="0"/>
                    </a:cubicBezTo>
                    <a:cubicBezTo>
                      <a:pt x="379" y="4"/>
                      <a:pt x="378" y="8"/>
                      <a:pt x="384" y="11"/>
                    </a:cubicBezTo>
                    <a:cubicBezTo>
                      <a:pt x="406" y="11"/>
                      <a:pt x="406" y="11"/>
                      <a:pt x="406" y="11"/>
                    </a:cubicBezTo>
                    <a:cubicBezTo>
                      <a:pt x="415" y="20"/>
                      <a:pt x="426" y="20"/>
                      <a:pt x="443" y="20"/>
                    </a:cubicBezTo>
                    <a:cubicBezTo>
                      <a:pt x="431" y="28"/>
                      <a:pt x="418" y="32"/>
                      <a:pt x="408" y="45"/>
                    </a:cubicBezTo>
                    <a:cubicBezTo>
                      <a:pt x="415" y="45"/>
                      <a:pt x="415" y="45"/>
                      <a:pt x="415" y="45"/>
                    </a:cubicBezTo>
                    <a:cubicBezTo>
                      <a:pt x="418" y="43"/>
                      <a:pt x="420" y="42"/>
                      <a:pt x="423" y="42"/>
                    </a:cubicBezTo>
                    <a:cubicBezTo>
                      <a:pt x="425" y="46"/>
                      <a:pt x="426" y="46"/>
                      <a:pt x="429" y="46"/>
                    </a:cubicBezTo>
                    <a:cubicBezTo>
                      <a:pt x="437" y="46"/>
                      <a:pt x="437" y="40"/>
                      <a:pt x="441" y="40"/>
                    </a:cubicBezTo>
                    <a:cubicBezTo>
                      <a:pt x="446" y="40"/>
                      <a:pt x="454" y="32"/>
                      <a:pt x="461" y="31"/>
                    </a:cubicBezTo>
                    <a:cubicBezTo>
                      <a:pt x="461" y="37"/>
                      <a:pt x="458" y="38"/>
                      <a:pt x="456" y="42"/>
                    </a:cubicBezTo>
                    <a:cubicBezTo>
                      <a:pt x="465" y="42"/>
                      <a:pt x="465" y="42"/>
                      <a:pt x="465" y="42"/>
                    </a:cubicBezTo>
                    <a:cubicBezTo>
                      <a:pt x="465" y="45"/>
                      <a:pt x="469" y="47"/>
                      <a:pt x="472" y="47"/>
                    </a:cubicBezTo>
                    <a:cubicBezTo>
                      <a:pt x="478" y="47"/>
                      <a:pt x="480" y="43"/>
                      <a:pt x="484" y="43"/>
                    </a:cubicBezTo>
                    <a:cubicBezTo>
                      <a:pt x="495" y="43"/>
                      <a:pt x="500" y="48"/>
                      <a:pt x="510" y="48"/>
                    </a:cubicBezTo>
                    <a:cubicBezTo>
                      <a:pt x="510" y="54"/>
                      <a:pt x="510" y="54"/>
                      <a:pt x="510" y="54"/>
                    </a:cubicBezTo>
                    <a:cubicBezTo>
                      <a:pt x="503" y="56"/>
                      <a:pt x="493" y="54"/>
                      <a:pt x="490" y="54"/>
                    </a:cubicBezTo>
                    <a:cubicBezTo>
                      <a:pt x="480" y="54"/>
                      <a:pt x="462" y="66"/>
                      <a:pt x="462" y="75"/>
                    </a:cubicBezTo>
                    <a:cubicBezTo>
                      <a:pt x="466" y="72"/>
                      <a:pt x="468" y="69"/>
                      <a:pt x="472" y="69"/>
                    </a:cubicBezTo>
                    <a:cubicBezTo>
                      <a:pt x="465" y="78"/>
                      <a:pt x="461" y="101"/>
                      <a:pt x="461" y="112"/>
                    </a:cubicBezTo>
                    <a:cubicBezTo>
                      <a:pt x="461" y="117"/>
                      <a:pt x="466" y="121"/>
                      <a:pt x="471" y="121"/>
                    </a:cubicBezTo>
                    <a:cubicBezTo>
                      <a:pt x="478" y="121"/>
                      <a:pt x="480" y="108"/>
                      <a:pt x="480" y="102"/>
                    </a:cubicBezTo>
                    <a:cubicBezTo>
                      <a:pt x="480" y="97"/>
                      <a:pt x="480" y="88"/>
                      <a:pt x="480" y="88"/>
                    </a:cubicBezTo>
                    <a:cubicBezTo>
                      <a:pt x="480" y="82"/>
                      <a:pt x="480" y="69"/>
                      <a:pt x="485" y="69"/>
                    </a:cubicBezTo>
                    <a:cubicBezTo>
                      <a:pt x="501" y="68"/>
                      <a:pt x="494" y="57"/>
                      <a:pt x="501" y="57"/>
                    </a:cubicBezTo>
                    <a:cubicBezTo>
                      <a:pt x="504" y="57"/>
                      <a:pt x="521" y="65"/>
                      <a:pt x="521" y="70"/>
                    </a:cubicBezTo>
                    <a:cubicBezTo>
                      <a:pt x="521" y="77"/>
                      <a:pt x="517" y="81"/>
                      <a:pt x="516" y="87"/>
                    </a:cubicBezTo>
                    <a:cubicBezTo>
                      <a:pt x="521" y="87"/>
                      <a:pt x="520" y="85"/>
                      <a:pt x="525" y="84"/>
                    </a:cubicBezTo>
                    <a:cubicBezTo>
                      <a:pt x="526" y="91"/>
                      <a:pt x="526" y="94"/>
                      <a:pt x="531" y="97"/>
                    </a:cubicBezTo>
                    <a:cubicBezTo>
                      <a:pt x="526" y="103"/>
                      <a:pt x="521" y="106"/>
                      <a:pt x="521" y="112"/>
                    </a:cubicBezTo>
                    <a:cubicBezTo>
                      <a:pt x="521" y="117"/>
                      <a:pt x="523" y="123"/>
                      <a:pt x="527" y="123"/>
                    </a:cubicBezTo>
                    <a:cubicBezTo>
                      <a:pt x="539" y="123"/>
                      <a:pt x="559" y="112"/>
                      <a:pt x="568" y="108"/>
                    </a:cubicBezTo>
                    <a:cubicBezTo>
                      <a:pt x="567" y="103"/>
                      <a:pt x="565" y="99"/>
                      <a:pt x="564" y="97"/>
                    </a:cubicBezTo>
                    <a:cubicBezTo>
                      <a:pt x="567" y="97"/>
                      <a:pt x="567" y="97"/>
                      <a:pt x="569" y="97"/>
                    </a:cubicBezTo>
                    <a:cubicBezTo>
                      <a:pt x="582" y="97"/>
                      <a:pt x="610" y="101"/>
                      <a:pt x="610" y="84"/>
                    </a:cubicBezTo>
                    <a:cubicBezTo>
                      <a:pt x="611" y="84"/>
                      <a:pt x="627" y="68"/>
                      <a:pt x="630" y="66"/>
                    </a:cubicBezTo>
                    <a:cubicBezTo>
                      <a:pt x="632" y="64"/>
                      <a:pt x="643" y="65"/>
                      <a:pt x="653" y="65"/>
                    </a:cubicBezTo>
                    <a:cubicBezTo>
                      <a:pt x="657" y="65"/>
                      <a:pt x="660" y="65"/>
                      <a:pt x="664" y="65"/>
                    </a:cubicBezTo>
                    <a:cubicBezTo>
                      <a:pt x="668" y="65"/>
                      <a:pt x="672" y="63"/>
                      <a:pt x="675" y="63"/>
                    </a:cubicBezTo>
                    <a:cubicBezTo>
                      <a:pt x="680" y="62"/>
                      <a:pt x="678" y="61"/>
                      <a:pt x="680" y="59"/>
                    </a:cubicBezTo>
                    <a:cubicBezTo>
                      <a:pt x="688" y="51"/>
                      <a:pt x="688" y="36"/>
                      <a:pt x="699" y="28"/>
                    </a:cubicBezTo>
                    <a:cubicBezTo>
                      <a:pt x="704" y="35"/>
                      <a:pt x="712" y="25"/>
                      <a:pt x="716" y="32"/>
                    </a:cubicBezTo>
                    <a:cubicBezTo>
                      <a:pt x="723" y="44"/>
                      <a:pt x="717" y="62"/>
                      <a:pt x="726" y="73"/>
                    </a:cubicBezTo>
                    <a:cubicBezTo>
                      <a:pt x="723" y="77"/>
                      <a:pt x="718" y="80"/>
                      <a:pt x="712" y="80"/>
                    </a:cubicBezTo>
                    <a:cubicBezTo>
                      <a:pt x="706" y="80"/>
                      <a:pt x="706" y="78"/>
                      <a:pt x="701" y="80"/>
                    </a:cubicBezTo>
                    <a:cubicBezTo>
                      <a:pt x="694" y="87"/>
                      <a:pt x="679" y="92"/>
                      <a:pt x="679" y="109"/>
                    </a:cubicBezTo>
                    <a:cubicBezTo>
                      <a:pt x="679" y="110"/>
                      <a:pt x="680" y="112"/>
                      <a:pt x="681" y="113"/>
                    </a:cubicBezTo>
                    <a:cubicBezTo>
                      <a:pt x="681" y="115"/>
                      <a:pt x="683" y="121"/>
                      <a:pt x="686" y="121"/>
                    </a:cubicBezTo>
                    <a:cubicBezTo>
                      <a:pt x="687" y="121"/>
                      <a:pt x="690" y="118"/>
                      <a:pt x="690" y="118"/>
                    </a:cubicBezTo>
                    <a:cubicBezTo>
                      <a:pt x="690" y="121"/>
                      <a:pt x="690" y="121"/>
                      <a:pt x="690" y="121"/>
                    </a:cubicBezTo>
                    <a:cubicBezTo>
                      <a:pt x="685" y="122"/>
                      <a:pt x="678" y="124"/>
                      <a:pt x="676" y="122"/>
                    </a:cubicBezTo>
                    <a:cubicBezTo>
                      <a:pt x="667" y="129"/>
                      <a:pt x="652" y="126"/>
                      <a:pt x="643" y="132"/>
                    </a:cubicBezTo>
                    <a:cubicBezTo>
                      <a:pt x="648" y="132"/>
                      <a:pt x="648" y="132"/>
                      <a:pt x="648" y="132"/>
                    </a:cubicBezTo>
                    <a:cubicBezTo>
                      <a:pt x="652" y="132"/>
                      <a:pt x="656" y="129"/>
                      <a:pt x="659" y="132"/>
                    </a:cubicBezTo>
                    <a:cubicBezTo>
                      <a:pt x="653" y="134"/>
                      <a:pt x="648" y="134"/>
                      <a:pt x="642" y="134"/>
                    </a:cubicBezTo>
                    <a:cubicBezTo>
                      <a:pt x="641" y="134"/>
                      <a:pt x="639" y="133"/>
                      <a:pt x="638" y="133"/>
                    </a:cubicBezTo>
                    <a:cubicBezTo>
                      <a:pt x="637" y="134"/>
                      <a:pt x="635" y="135"/>
                      <a:pt x="635" y="137"/>
                    </a:cubicBezTo>
                    <a:cubicBezTo>
                      <a:pt x="635" y="139"/>
                      <a:pt x="639" y="142"/>
                      <a:pt x="639" y="142"/>
                    </a:cubicBezTo>
                    <a:cubicBezTo>
                      <a:pt x="638" y="145"/>
                      <a:pt x="630" y="161"/>
                      <a:pt x="627" y="161"/>
                    </a:cubicBezTo>
                    <a:cubicBezTo>
                      <a:pt x="626" y="161"/>
                      <a:pt x="625" y="158"/>
                      <a:pt x="624" y="157"/>
                    </a:cubicBezTo>
                    <a:cubicBezTo>
                      <a:pt x="622" y="159"/>
                      <a:pt x="622" y="159"/>
                      <a:pt x="622" y="159"/>
                    </a:cubicBezTo>
                    <a:cubicBezTo>
                      <a:pt x="623" y="163"/>
                      <a:pt x="626" y="164"/>
                      <a:pt x="626" y="168"/>
                    </a:cubicBezTo>
                    <a:cubicBezTo>
                      <a:pt x="626" y="170"/>
                      <a:pt x="617" y="186"/>
                      <a:pt x="615" y="186"/>
                    </a:cubicBezTo>
                    <a:cubicBezTo>
                      <a:pt x="615" y="186"/>
                      <a:pt x="614" y="184"/>
                      <a:pt x="614" y="183"/>
                    </a:cubicBezTo>
                    <a:cubicBezTo>
                      <a:pt x="614" y="181"/>
                      <a:pt x="614" y="180"/>
                      <a:pt x="614" y="178"/>
                    </a:cubicBezTo>
                    <a:cubicBezTo>
                      <a:pt x="614" y="175"/>
                      <a:pt x="610" y="168"/>
                      <a:pt x="609" y="164"/>
                    </a:cubicBezTo>
                    <a:cubicBezTo>
                      <a:pt x="608" y="166"/>
                      <a:pt x="608" y="170"/>
                      <a:pt x="608" y="170"/>
                    </a:cubicBezTo>
                    <a:cubicBezTo>
                      <a:pt x="608" y="173"/>
                      <a:pt x="611" y="181"/>
                      <a:pt x="611" y="185"/>
                    </a:cubicBezTo>
                    <a:cubicBezTo>
                      <a:pt x="611" y="189"/>
                      <a:pt x="608" y="189"/>
                      <a:pt x="611" y="192"/>
                    </a:cubicBezTo>
                    <a:cubicBezTo>
                      <a:pt x="612" y="192"/>
                      <a:pt x="613" y="192"/>
                      <a:pt x="614" y="192"/>
                    </a:cubicBezTo>
                    <a:cubicBezTo>
                      <a:pt x="614" y="193"/>
                      <a:pt x="614" y="195"/>
                      <a:pt x="614" y="196"/>
                    </a:cubicBezTo>
                    <a:cubicBezTo>
                      <a:pt x="614" y="200"/>
                      <a:pt x="610" y="201"/>
                      <a:pt x="608" y="201"/>
                    </a:cubicBezTo>
                    <a:cubicBezTo>
                      <a:pt x="610" y="205"/>
                      <a:pt x="612" y="205"/>
                      <a:pt x="614" y="205"/>
                    </a:cubicBezTo>
                    <a:cubicBezTo>
                      <a:pt x="613" y="210"/>
                      <a:pt x="611" y="210"/>
                      <a:pt x="607" y="210"/>
                    </a:cubicBezTo>
                    <a:cubicBezTo>
                      <a:pt x="607" y="213"/>
                      <a:pt x="607" y="213"/>
                      <a:pt x="607" y="213"/>
                    </a:cubicBezTo>
                    <a:cubicBezTo>
                      <a:pt x="612" y="216"/>
                      <a:pt x="612" y="216"/>
                      <a:pt x="612" y="216"/>
                    </a:cubicBezTo>
                    <a:cubicBezTo>
                      <a:pt x="611" y="218"/>
                      <a:pt x="610" y="221"/>
                      <a:pt x="607" y="221"/>
                    </a:cubicBezTo>
                    <a:cubicBezTo>
                      <a:pt x="602" y="222"/>
                      <a:pt x="600" y="226"/>
                      <a:pt x="596" y="226"/>
                    </a:cubicBezTo>
                    <a:cubicBezTo>
                      <a:pt x="591" y="228"/>
                      <a:pt x="591" y="230"/>
                      <a:pt x="589" y="232"/>
                    </a:cubicBezTo>
                    <a:lnTo>
                      <a:pt x="590" y="23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6" name="íšlïḋe"/>
              <p:cNvSpPr/>
              <p:nvPr/>
            </p:nvSpPr>
            <p:spPr bwMode="auto">
              <a:xfrm>
                <a:off x="6785926" y="2675089"/>
                <a:ext cx="1346768" cy="695854"/>
              </a:xfrm>
              <a:custGeom>
                <a:avLst/>
                <a:gdLst/>
                <a:ahLst/>
                <a:cxnLst>
                  <a:cxn ang="0">
                    <a:pos x="950" y="501"/>
                  </a:cxn>
                  <a:cxn ang="0">
                    <a:pos x="950" y="527"/>
                  </a:cxn>
                  <a:cxn ang="0">
                    <a:pos x="955" y="469"/>
                  </a:cxn>
                  <a:cxn ang="0">
                    <a:pos x="944" y="436"/>
                  </a:cxn>
                  <a:cxn ang="0">
                    <a:pos x="982" y="418"/>
                  </a:cxn>
                  <a:cxn ang="0">
                    <a:pos x="1060" y="356"/>
                  </a:cxn>
                  <a:cxn ang="0">
                    <a:pos x="1050" y="346"/>
                  </a:cxn>
                  <a:cxn ang="0">
                    <a:pos x="991" y="310"/>
                  </a:cxn>
                  <a:cxn ang="0">
                    <a:pos x="965" y="247"/>
                  </a:cxn>
                  <a:cxn ang="0">
                    <a:pos x="908" y="267"/>
                  </a:cxn>
                  <a:cxn ang="0">
                    <a:pos x="831" y="204"/>
                  </a:cxn>
                  <a:cxn ang="0">
                    <a:pos x="794" y="247"/>
                  </a:cxn>
                  <a:cxn ang="0">
                    <a:pos x="783" y="387"/>
                  </a:cxn>
                  <a:cxn ang="0">
                    <a:pos x="726" y="334"/>
                  </a:cxn>
                  <a:cxn ang="0">
                    <a:pos x="607" y="306"/>
                  </a:cxn>
                  <a:cxn ang="0">
                    <a:pos x="595" y="216"/>
                  </a:cxn>
                  <a:cxn ang="0">
                    <a:pos x="633" y="178"/>
                  </a:cxn>
                  <a:cxn ang="0">
                    <a:pos x="675" y="146"/>
                  </a:cxn>
                  <a:cxn ang="0">
                    <a:pos x="686" y="127"/>
                  </a:cxn>
                  <a:cxn ang="0">
                    <a:pos x="722" y="120"/>
                  </a:cxn>
                  <a:cxn ang="0">
                    <a:pos x="746" y="61"/>
                  </a:cxn>
                  <a:cxn ang="0">
                    <a:pos x="702" y="67"/>
                  </a:cxn>
                  <a:cxn ang="0">
                    <a:pos x="665" y="74"/>
                  </a:cxn>
                  <a:cxn ang="0">
                    <a:pos x="625" y="55"/>
                  </a:cxn>
                  <a:cxn ang="0">
                    <a:pos x="574" y="0"/>
                  </a:cxn>
                  <a:cxn ang="0">
                    <a:pos x="555" y="38"/>
                  </a:cxn>
                  <a:cxn ang="0">
                    <a:pos x="567" y="98"/>
                  </a:cxn>
                  <a:cxn ang="0">
                    <a:pos x="492" y="92"/>
                  </a:cxn>
                  <a:cxn ang="0">
                    <a:pos x="430" y="75"/>
                  </a:cxn>
                  <a:cxn ang="0">
                    <a:pos x="387" y="89"/>
                  </a:cxn>
                  <a:cxn ang="0">
                    <a:pos x="333" y="81"/>
                  </a:cxn>
                  <a:cxn ang="0">
                    <a:pos x="202" y="42"/>
                  </a:cxn>
                  <a:cxn ang="0">
                    <a:pos x="138" y="40"/>
                  </a:cxn>
                  <a:cxn ang="0">
                    <a:pos x="61" y="70"/>
                  </a:cxn>
                  <a:cxn ang="0">
                    <a:pos x="0" y="242"/>
                  </a:cxn>
                  <a:cxn ang="0">
                    <a:pos x="67" y="253"/>
                  </a:cxn>
                  <a:cxn ang="0">
                    <a:pos x="124" y="316"/>
                  </a:cxn>
                  <a:cxn ang="0">
                    <a:pos x="136" y="366"/>
                  </a:cxn>
                  <a:cxn ang="0">
                    <a:pos x="181" y="413"/>
                  </a:cxn>
                  <a:cxn ang="0">
                    <a:pos x="224" y="440"/>
                  </a:cxn>
                  <a:cxn ang="0">
                    <a:pos x="610" y="446"/>
                  </a:cxn>
                  <a:cxn ang="0">
                    <a:pos x="676" y="453"/>
                  </a:cxn>
                  <a:cxn ang="0">
                    <a:pos x="705" y="477"/>
                  </a:cxn>
                  <a:cxn ang="0">
                    <a:pos x="759" y="512"/>
                  </a:cxn>
                  <a:cxn ang="0">
                    <a:pos x="732" y="553"/>
                  </a:cxn>
                  <a:cxn ang="0">
                    <a:pos x="772" y="543"/>
                  </a:cxn>
                  <a:cxn ang="0">
                    <a:pos x="814" y="519"/>
                  </a:cxn>
                  <a:cxn ang="0">
                    <a:pos x="879" y="498"/>
                  </a:cxn>
                  <a:cxn ang="0">
                    <a:pos x="928" y="505"/>
                  </a:cxn>
                </a:cxnLst>
                <a:rect l="0" t="0" r="r" b="b"/>
                <a:pathLst>
                  <a:path w="1071" h="553">
                    <a:moveTo>
                      <a:pt x="928" y="503"/>
                    </a:moveTo>
                    <a:cubicBezTo>
                      <a:pt x="928" y="502"/>
                      <a:pt x="928" y="502"/>
                      <a:pt x="928" y="502"/>
                    </a:cubicBezTo>
                    <a:cubicBezTo>
                      <a:pt x="928" y="502"/>
                      <a:pt x="931" y="502"/>
                      <a:pt x="932" y="502"/>
                    </a:cubicBezTo>
                    <a:cubicBezTo>
                      <a:pt x="935" y="502"/>
                      <a:pt x="946" y="504"/>
                      <a:pt x="950" y="501"/>
                    </a:cubicBezTo>
                    <a:cubicBezTo>
                      <a:pt x="954" y="498"/>
                      <a:pt x="954" y="493"/>
                      <a:pt x="960" y="492"/>
                    </a:cubicBezTo>
                    <a:cubicBezTo>
                      <a:pt x="960" y="498"/>
                      <a:pt x="960" y="499"/>
                      <a:pt x="967" y="499"/>
                    </a:cubicBezTo>
                    <a:cubicBezTo>
                      <a:pt x="957" y="500"/>
                      <a:pt x="941" y="507"/>
                      <a:pt x="941" y="516"/>
                    </a:cubicBezTo>
                    <a:cubicBezTo>
                      <a:pt x="941" y="520"/>
                      <a:pt x="947" y="527"/>
                      <a:pt x="950" y="527"/>
                    </a:cubicBezTo>
                    <a:cubicBezTo>
                      <a:pt x="953" y="527"/>
                      <a:pt x="961" y="516"/>
                      <a:pt x="970" y="513"/>
                    </a:cubicBezTo>
                    <a:cubicBezTo>
                      <a:pt x="972" y="513"/>
                      <a:pt x="1003" y="501"/>
                      <a:pt x="1003" y="497"/>
                    </a:cubicBezTo>
                    <a:cubicBezTo>
                      <a:pt x="1003" y="493"/>
                      <a:pt x="991" y="492"/>
                      <a:pt x="988" y="492"/>
                    </a:cubicBezTo>
                    <a:cubicBezTo>
                      <a:pt x="976" y="492"/>
                      <a:pt x="955" y="480"/>
                      <a:pt x="955" y="469"/>
                    </a:cubicBezTo>
                    <a:cubicBezTo>
                      <a:pt x="955" y="466"/>
                      <a:pt x="959" y="463"/>
                      <a:pt x="960" y="458"/>
                    </a:cubicBezTo>
                    <a:cubicBezTo>
                      <a:pt x="958" y="458"/>
                      <a:pt x="953" y="457"/>
                      <a:pt x="949" y="457"/>
                    </a:cubicBezTo>
                    <a:cubicBezTo>
                      <a:pt x="951" y="453"/>
                      <a:pt x="967" y="451"/>
                      <a:pt x="967" y="442"/>
                    </a:cubicBezTo>
                    <a:cubicBezTo>
                      <a:pt x="967" y="434"/>
                      <a:pt x="954" y="436"/>
                      <a:pt x="944" y="436"/>
                    </a:cubicBezTo>
                    <a:cubicBezTo>
                      <a:pt x="925" y="436"/>
                      <a:pt x="916" y="449"/>
                      <a:pt x="903" y="451"/>
                    </a:cubicBezTo>
                    <a:cubicBezTo>
                      <a:pt x="909" y="439"/>
                      <a:pt x="918" y="443"/>
                      <a:pt x="928" y="433"/>
                    </a:cubicBezTo>
                    <a:cubicBezTo>
                      <a:pt x="934" y="427"/>
                      <a:pt x="929" y="423"/>
                      <a:pt x="939" y="420"/>
                    </a:cubicBezTo>
                    <a:cubicBezTo>
                      <a:pt x="955" y="415"/>
                      <a:pt x="965" y="418"/>
                      <a:pt x="982" y="418"/>
                    </a:cubicBezTo>
                    <a:cubicBezTo>
                      <a:pt x="1004" y="418"/>
                      <a:pt x="1016" y="425"/>
                      <a:pt x="1029" y="408"/>
                    </a:cubicBezTo>
                    <a:cubicBezTo>
                      <a:pt x="1035" y="400"/>
                      <a:pt x="1071" y="398"/>
                      <a:pt x="1071" y="384"/>
                    </a:cubicBezTo>
                    <a:cubicBezTo>
                      <a:pt x="1071" y="374"/>
                      <a:pt x="1067" y="370"/>
                      <a:pt x="1063" y="363"/>
                    </a:cubicBezTo>
                    <a:cubicBezTo>
                      <a:pt x="1060" y="363"/>
                      <a:pt x="1065" y="359"/>
                      <a:pt x="1060" y="356"/>
                    </a:cubicBezTo>
                    <a:cubicBezTo>
                      <a:pt x="1060" y="351"/>
                      <a:pt x="1060" y="351"/>
                      <a:pt x="1060" y="351"/>
                    </a:cubicBezTo>
                    <a:cubicBezTo>
                      <a:pt x="1050" y="357"/>
                      <a:pt x="1029" y="364"/>
                      <a:pt x="1018" y="364"/>
                    </a:cubicBezTo>
                    <a:cubicBezTo>
                      <a:pt x="1017" y="364"/>
                      <a:pt x="1014" y="363"/>
                      <a:pt x="1014" y="362"/>
                    </a:cubicBezTo>
                    <a:cubicBezTo>
                      <a:pt x="1022" y="358"/>
                      <a:pt x="1047" y="354"/>
                      <a:pt x="1050" y="346"/>
                    </a:cubicBezTo>
                    <a:cubicBezTo>
                      <a:pt x="1050" y="344"/>
                      <a:pt x="1046" y="343"/>
                      <a:pt x="1046" y="341"/>
                    </a:cubicBezTo>
                    <a:cubicBezTo>
                      <a:pt x="1035" y="342"/>
                      <a:pt x="1013" y="337"/>
                      <a:pt x="1013" y="322"/>
                    </a:cubicBezTo>
                    <a:cubicBezTo>
                      <a:pt x="1013" y="321"/>
                      <a:pt x="1013" y="321"/>
                      <a:pt x="1013" y="321"/>
                    </a:cubicBezTo>
                    <a:cubicBezTo>
                      <a:pt x="1003" y="321"/>
                      <a:pt x="997" y="315"/>
                      <a:pt x="991" y="310"/>
                    </a:cubicBezTo>
                    <a:cubicBezTo>
                      <a:pt x="994" y="309"/>
                      <a:pt x="998" y="308"/>
                      <a:pt x="998" y="302"/>
                    </a:cubicBezTo>
                    <a:cubicBezTo>
                      <a:pt x="998" y="298"/>
                      <a:pt x="994" y="295"/>
                      <a:pt x="995" y="290"/>
                    </a:cubicBezTo>
                    <a:cubicBezTo>
                      <a:pt x="991" y="289"/>
                      <a:pt x="977" y="280"/>
                      <a:pt x="980" y="272"/>
                    </a:cubicBezTo>
                    <a:cubicBezTo>
                      <a:pt x="985" y="262"/>
                      <a:pt x="966" y="259"/>
                      <a:pt x="965" y="247"/>
                    </a:cubicBezTo>
                    <a:cubicBezTo>
                      <a:pt x="964" y="247"/>
                      <a:pt x="959" y="243"/>
                      <a:pt x="958" y="242"/>
                    </a:cubicBezTo>
                    <a:cubicBezTo>
                      <a:pt x="954" y="244"/>
                      <a:pt x="947" y="248"/>
                      <a:pt x="947" y="254"/>
                    </a:cubicBezTo>
                    <a:cubicBezTo>
                      <a:pt x="947" y="261"/>
                      <a:pt x="933" y="277"/>
                      <a:pt x="922" y="277"/>
                    </a:cubicBezTo>
                    <a:cubicBezTo>
                      <a:pt x="914" y="277"/>
                      <a:pt x="913" y="267"/>
                      <a:pt x="908" y="267"/>
                    </a:cubicBezTo>
                    <a:cubicBezTo>
                      <a:pt x="900" y="267"/>
                      <a:pt x="897" y="246"/>
                      <a:pt x="896" y="236"/>
                    </a:cubicBezTo>
                    <a:cubicBezTo>
                      <a:pt x="894" y="224"/>
                      <a:pt x="870" y="233"/>
                      <a:pt x="870" y="216"/>
                    </a:cubicBezTo>
                    <a:cubicBezTo>
                      <a:pt x="858" y="215"/>
                      <a:pt x="855" y="200"/>
                      <a:pt x="843" y="200"/>
                    </a:cubicBezTo>
                    <a:cubicBezTo>
                      <a:pt x="837" y="200"/>
                      <a:pt x="837" y="204"/>
                      <a:pt x="831" y="204"/>
                    </a:cubicBezTo>
                    <a:cubicBezTo>
                      <a:pt x="818" y="204"/>
                      <a:pt x="810" y="197"/>
                      <a:pt x="797" y="197"/>
                    </a:cubicBezTo>
                    <a:cubicBezTo>
                      <a:pt x="791" y="197"/>
                      <a:pt x="784" y="200"/>
                      <a:pt x="784" y="208"/>
                    </a:cubicBezTo>
                    <a:cubicBezTo>
                      <a:pt x="784" y="212"/>
                      <a:pt x="800" y="218"/>
                      <a:pt x="786" y="227"/>
                    </a:cubicBezTo>
                    <a:cubicBezTo>
                      <a:pt x="780" y="231"/>
                      <a:pt x="794" y="241"/>
                      <a:pt x="794" y="247"/>
                    </a:cubicBezTo>
                    <a:cubicBezTo>
                      <a:pt x="796" y="260"/>
                      <a:pt x="783" y="264"/>
                      <a:pt x="778" y="266"/>
                    </a:cubicBezTo>
                    <a:cubicBezTo>
                      <a:pt x="788" y="283"/>
                      <a:pt x="803" y="289"/>
                      <a:pt x="803" y="318"/>
                    </a:cubicBezTo>
                    <a:cubicBezTo>
                      <a:pt x="803" y="326"/>
                      <a:pt x="777" y="346"/>
                      <a:pt x="768" y="347"/>
                    </a:cubicBezTo>
                    <a:cubicBezTo>
                      <a:pt x="783" y="355"/>
                      <a:pt x="777" y="379"/>
                      <a:pt x="783" y="387"/>
                    </a:cubicBezTo>
                    <a:cubicBezTo>
                      <a:pt x="782" y="389"/>
                      <a:pt x="776" y="392"/>
                      <a:pt x="775" y="397"/>
                    </a:cubicBezTo>
                    <a:cubicBezTo>
                      <a:pt x="770" y="397"/>
                      <a:pt x="766" y="406"/>
                      <a:pt x="762" y="403"/>
                    </a:cubicBezTo>
                    <a:cubicBezTo>
                      <a:pt x="751" y="394"/>
                      <a:pt x="736" y="380"/>
                      <a:pt x="736" y="367"/>
                    </a:cubicBezTo>
                    <a:cubicBezTo>
                      <a:pt x="736" y="353"/>
                      <a:pt x="738" y="342"/>
                      <a:pt x="726" y="334"/>
                    </a:cubicBezTo>
                    <a:cubicBezTo>
                      <a:pt x="697" y="334"/>
                      <a:pt x="697" y="334"/>
                      <a:pt x="697" y="334"/>
                    </a:cubicBezTo>
                    <a:cubicBezTo>
                      <a:pt x="681" y="322"/>
                      <a:pt x="662" y="315"/>
                      <a:pt x="643" y="308"/>
                    </a:cubicBezTo>
                    <a:cubicBezTo>
                      <a:pt x="640" y="306"/>
                      <a:pt x="629" y="299"/>
                      <a:pt x="623" y="299"/>
                    </a:cubicBezTo>
                    <a:cubicBezTo>
                      <a:pt x="617" y="299"/>
                      <a:pt x="614" y="306"/>
                      <a:pt x="607" y="306"/>
                    </a:cubicBezTo>
                    <a:cubicBezTo>
                      <a:pt x="607" y="295"/>
                      <a:pt x="600" y="270"/>
                      <a:pt x="590" y="270"/>
                    </a:cubicBezTo>
                    <a:cubicBezTo>
                      <a:pt x="586" y="270"/>
                      <a:pt x="584" y="274"/>
                      <a:pt x="579" y="275"/>
                    </a:cubicBezTo>
                    <a:cubicBezTo>
                      <a:pt x="581" y="269"/>
                      <a:pt x="579" y="268"/>
                      <a:pt x="579" y="255"/>
                    </a:cubicBezTo>
                    <a:cubicBezTo>
                      <a:pt x="579" y="237"/>
                      <a:pt x="584" y="227"/>
                      <a:pt x="595" y="216"/>
                    </a:cubicBezTo>
                    <a:cubicBezTo>
                      <a:pt x="598" y="213"/>
                      <a:pt x="606" y="196"/>
                      <a:pt x="609" y="194"/>
                    </a:cubicBezTo>
                    <a:cubicBezTo>
                      <a:pt x="617" y="192"/>
                      <a:pt x="630" y="196"/>
                      <a:pt x="630" y="186"/>
                    </a:cubicBezTo>
                    <a:cubicBezTo>
                      <a:pt x="630" y="179"/>
                      <a:pt x="613" y="178"/>
                      <a:pt x="607" y="175"/>
                    </a:cubicBezTo>
                    <a:cubicBezTo>
                      <a:pt x="611" y="176"/>
                      <a:pt x="597" y="167"/>
                      <a:pt x="633" y="178"/>
                    </a:cubicBezTo>
                    <a:cubicBezTo>
                      <a:pt x="643" y="181"/>
                      <a:pt x="637" y="169"/>
                      <a:pt x="642" y="169"/>
                    </a:cubicBezTo>
                    <a:cubicBezTo>
                      <a:pt x="643" y="169"/>
                      <a:pt x="647" y="169"/>
                      <a:pt x="652" y="169"/>
                    </a:cubicBezTo>
                    <a:cubicBezTo>
                      <a:pt x="662" y="169"/>
                      <a:pt x="668" y="158"/>
                      <a:pt x="675" y="153"/>
                    </a:cubicBezTo>
                    <a:cubicBezTo>
                      <a:pt x="675" y="146"/>
                      <a:pt x="675" y="146"/>
                      <a:pt x="675" y="146"/>
                    </a:cubicBezTo>
                    <a:cubicBezTo>
                      <a:pt x="660" y="142"/>
                      <a:pt x="645" y="145"/>
                      <a:pt x="639" y="131"/>
                    </a:cubicBezTo>
                    <a:cubicBezTo>
                      <a:pt x="639" y="131"/>
                      <a:pt x="643" y="131"/>
                      <a:pt x="647" y="131"/>
                    </a:cubicBezTo>
                    <a:cubicBezTo>
                      <a:pt x="652" y="135"/>
                      <a:pt x="658" y="141"/>
                      <a:pt x="666" y="141"/>
                    </a:cubicBezTo>
                    <a:cubicBezTo>
                      <a:pt x="673" y="141"/>
                      <a:pt x="686" y="132"/>
                      <a:pt x="686" y="127"/>
                    </a:cubicBezTo>
                    <a:cubicBezTo>
                      <a:pt x="686" y="125"/>
                      <a:pt x="680" y="117"/>
                      <a:pt x="683" y="117"/>
                    </a:cubicBezTo>
                    <a:cubicBezTo>
                      <a:pt x="693" y="117"/>
                      <a:pt x="696" y="126"/>
                      <a:pt x="703" y="126"/>
                    </a:cubicBezTo>
                    <a:cubicBezTo>
                      <a:pt x="707" y="126"/>
                      <a:pt x="709" y="123"/>
                      <a:pt x="717" y="123"/>
                    </a:cubicBezTo>
                    <a:cubicBezTo>
                      <a:pt x="715" y="120"/>
                      <a:pt x="717" y="112"/>
                      <a:pt x="722" y="120"/>
                    </a:cubicBezTo>
                    <a:cubicBezTo>
                      <a:pt x="725" y="125"/>
                      <a:pt x="748" y="105"/>
                      <a:pt x="748" y="100"/>
                    </a:cubicBezTo>
                    <a:cubicBezTo>
                      <a:pt x="748" y="96"/>
                      <a:pt x="738" y="91"/>
                      <a:pt x="738" y="89"/>
                    </a:cubicBezTo>
                    <a:cubicBezTo>
                      <a:pt x="738" y="85"/>
                      <a:pt x="732" y="78"/>
                      <a:pt x="746" y="72"/>
                    </a:cubicBezTo>
                    <a:cubicBezTo>
                      <a:pt x="748" y="68"/>
                      <a:pt x="746" y="68"/>
                      <a:pt x="746" y="61"/>
                    </a:cubicBezTo>
                    <a:cubicBezTo>
                      <a:pt x="732" y="61"/>
                      <a:pt x="735" y="50"/>
                      <a:pt x="717" y="50"/>
                    </a:cubicBezTo>
                    <a:cubicBezTo>
                      <a:pt x="713" y="49"/>
                      <a:pt x="710" y="47"/>
                      <a:pt x="706" y="47"/>
                    </a:cubicBezTo>
                    <a:cubicBezTo>
                      <a:pt x="701" y="47"/>
                      <a:pt x="695" y="50"/>
                      <a:pt x="695" y="55"/>
                    </a:cubicBezTo>
                    <a:cubicBezTo>
                      <a:pt x="695" y="61"/>
                      <a:pt x="702" y="63"/>
                      <a:pt x="702" y="67"/>
                    </a:cubicBezTo>
                    <a:cubicBezTo>
                      <a:pt x="702" y="72"/>
                      <a:pt x="692" y="72"/>
                      <a:pt x="689" y="76"/>
                    </a:cubicBezTo>
                    <a:cubicBezTo>
                      <a:pt x="686" y="84"/>
                      <a:pt x="687" y="90"/>
                      <a:pt x="681" y="98"/>
                    </a:cubicBezTo>
                    <a:cubicBezTo>
                      <a:pt x="671" y="110"/>
                      <a:pt x="658" y="90"/>
                      <a:pt x="658" y="85"/>
                    </a:cubicBezTo>
                    <a:cubicBezTo>
                      <a:pt x="658" y="79"/>
                      <a:pt x="665" y="81"/>
                      <a:pt x="665" y="74"/>
                    </a:cubicBezTo>
                    <a:cubicBezTo>
                      <a:pt x="665" y="71"/>
                      <a:pt x="652" y="59"/>
                      <a:pt x="649" y="59"/>
                    </a:cubicBezTo>
                    <a:cubicBezTo>
                      <a:pt x="636" y="59"/>
                      <a:pt x="645" y="78"/>
                      <a:pt x="631" y="78"/>
                    </a:cubicBezTo>
                    <a:cubicBezTo>
                      <a:pt x="631" y="70"/>
                      <a:pt x="630" y="65"/>
                      <a:pt x="621" y="60"/>
                    </a:cubicBezTo>
                    <a:cubicBezTo>
                      <a:pt x="622" y="58"/>
                      <a:pt x="623" y="57"/>
                      <a:pt x="625" y="55"/>
                    </a:cubicBezTo>
                    <a:cubicBezTo>
                      <a:pt x="618" y="51"/>
                      <a:pt x="609" y="55"/>
                      <a:pt x="603" y="48"/>
                    </a:cubicBezTo>
                    <a:cubicBezTo>
                      <a:pt x="606" y="47"/>
                      <a:pt x="614" y="44"/>
                      <a:pt x="614" y="38"/>
                    </a:cubicBezTo>
                    <a:cubicBezTo>
                      <a:pt x="614" y="29"/>
                      <a:pt x="601" y="30"/>
                      <a:pt x="601" y="23"/>
                    </a:cubicBezTo>
                    <a:cubicBezTo>
                      <a:pt x="601" y="10"/>
                      <a:pt x="591" y="1"/>
                      <a:pt x="574" y="0"/>
                    </a:cubicBezTo>
                    <a:cubicBezTo>
                      <a:pt x="565" y="0"/>
                      <a:pt x="569" y="6"/>
                      <a:pt x="569" y="10"/>
                    </a:cubicBezTo>
                    <a:cubicBezTo>
                      <a:pt x="564" y="11"/>
                      <a:pt x="557" y="10"/>
                      <a:pt x="557" y="17"/>
                    </a:cubicBezTo>
                    <a:cubicBezTo>
                      <a:pt x="557" y="21"/>
                      <a:pt x="561" y="23"/>
                      <a:pt x="561" y="28"/>
                    </a:cubicBezTo>
                    <a:cubicBezTo>
                      <a:pt x="561" y="32"/>
                      <a:pt x="555" y="32"/>
                      <a:pt x="555" y="38"/>
                    </a:cubicBezTo>
                    <a:cubicBezTo>
                      <a:pt x="555" y="52"/>
                      <a:pt x="585" y="44"/>
                      <a:pt x="585" y="59"/>
                    </a:cubicBezTo>
                    <a:cubicBezTo>
                      <a:pt x="585" y="61"/>
                      <a:pt x="581" y="72"/>
                      <a:pt x="581" y="72"/>
                    </a:cubicBezTo>
                    <a:cubicBezTo>
                      <a:pt x="584" y="70"/>
                      <a:pt x="587" y="69"/>
                      <a:pt x="591" y="67"/>
                    </a:cubicBezTo>
                    <a:cubicBezTo>
                      <a:pt x="596" y="85"/>
                      <a:pt x="567" y="77"/>
                      <a:pt x="567" y="98"/>
                    </a:cubicBezTo>
                    <a:cubicBezTo>
                      <a:pt x="553" y="102"/>
                      <a:pt x="564" y="88"/>
                      <a:pt x="561" y="83"/>
                    </a:cubicBezTo>
                    <a:cubicBezTo>
                      <a:pt x="559" y="81"/>
                      <a:pt x="547" y="78"/>
                      <a:pt x="541" y="78"/>
                    </a:cubicBezTo>
                    <a:cubicBezTo>
                      <a:pt x="533" y="78"/>
                      <a:pt x="530" y="82"/>
                      <a:pt x="530" y="92"/>
                    </a:cubicBezTo>
                    <a:cubicBezTo>
                      <a:pt x="522" y="91"/>
                      <a:pt x="517" y="92"/>
                      <a:pt x="492" y="92"/>
                    </a:cubicBezTo>
                    <a:cubicBezTo>
                      <a:pt x="468" y="92"/>
                      <a:pt x="441" y="83"/>
                      <a:pt x="435" y="65"/>
                    </a:cubicBezTo>
                    <a:cubicBezTo>
                      <a:pt x="427" y="67"/>
                      <a:pt x="400" y="68"/>
                      <a:pt x="400" y="78"/>
                    </a:cubicBezTo>
                    <a:cubicBezTo>
                      <a:pt x="400" y="81"/>
                      <a:pt x="403" y="82"/>
                      <a:pt x="406" y="82"/>
                    </a:cubicBezTo>
                    <a:cubicBezTo>
                      <a:pt x="413" y="82"/>
                      <a:pt x="425" y="79"/>
                      <a:pt x="430" y="75"/>
                    </a:cubicBezTo>
                    <a:cubicBezTo>
                      <a:pt x="432" y="90"/>
                      <a:pt x="409" y="78"/>
                      <a:pt x="409" y="93"/>
                    </a:cubicBezTo>
                    <a:cubicBezTo>
                      <a:pt x="409" y="96"/>
                      <a:pt x="414" y="106"/>
                      <a:pt x="412" y="106"/>
                    </a:cubicBezTo>
                    <a:cubicBezTo>
                      <a:pt x="403" y="106"/>
                      <a:pt x="401" y="95"/>
                      <a:pt x="394" y="92"/>
                    </a:cubicBezTo>
                    <a:cubicBezTo>
                      <a:pt x="387" y="89"/>
                      <a:pt x="387" y="89"/>
                      <a:pt x="387" y="89"/>
                    </a:cubicBezTo>
                    <a:cubicBezTo>
                      <a:pt x="377" y="89"/>
                      <a:pt x="370" y="89"/>
                      <a:pt x="359" y="89"/>
                    </a:cubicBezTo>
                    <a:cubicBezTo>
                      <a:pt x="350" y="89"/>
                      <a:pt x="344" y="92"/>
                      <a:pt x="335" y="93"/>
                    </a:cubicBezTo>
                    <a:cubicBezTo>
                      <a:pt x="317" y="93"/>
                      <a:pt x="317" y="87"/>
                      <a:pt x="317" y="86"/>
                    </a:cubicBezTo>
                    <a:cubicBezTo>
                      <a:pt x="317" y="82"/>
                      <a:pt x="331" y="83"/>
                      <a:pt x="333" y="81"/>
                    </a:cubicBezTo>
                    <a:cubicBezTo>
                      <a:pt x="321" y="64"/>
                      <a:pt x="323" y="66"/>
                      <a:pt x="298" y="68"/>
                    </a:cubicBezTo>
                    <a:cubicBezTo>
                      <a:pt x="271" y="70"/>
                      <a:pt x="258" y="48"/>
                      <a:pt x="231" y="48"/>
                    </a:cubicBezTo>
                    <a:cubicBezTo>
                      <a:pt x="223" y="48"/>
                      <a:pt x="219" y="54"/>
                      <a:pt x="212" y="54"/>
                    </a:cubicBezTo>
                    <a:cubicBezTo>
                      <a:pt x="207" y="54"/>
                      <a:pt x="202" y="46"/>
                      <a:pt x="202" y="42"/>
                    </a:cubicBezTo>
                    <a:cubicBezTo>
                      <a:pt x="193" y="44"/>
                      <a:pt x="193" y="54"/>
                      <a:pt x="184" y="54"/>
                    </a:cubicBezTo>
                    <a:cubicBezTo>
                      <a:pt x="176" y="54"/>
                      <a:pt x="164" y="34"/>
                      <a:pt x="161" y="34"/>
                    </a:cubicBezTo>
                    <a:cubicBezTo>
                      <a:pt x="153" y="34"/>
                      <a:pt x="156" y="47"/>
                      <a:pt x="146" y="47"/>
                    </a:cubicBezTo>
                    <a:cubicBezTo>
                      <a:pt x="143" y="47"/>
                      <a:pt x="140" y="44"/>
                      <a:pt x="138" y="40"/>
                    </a:cubicBezTo>
                    <a:cubicBezTo>
                      <a:pt x="125" y="44"/>
                      <a:pt x="120" y="44"/>
                      <a:pt x="108" y="49"/>
                    </a:cubicBezTo>
                    <a:cubicBezTo>
                      <a:pt x="103" y="50"/>
                      <a:pt x="91" y="59"/>
                      <a:pt x="87" y="55"/>
                    </a:cubicBezTo>
                    <a:cubicBezTo>
                      <a:pt x="76" y="44"/>
                      <a:pt x="78" y="58"/>
                      <a:pt x="74" y="58"/>
                    </a:cubicBezTo>
                    <a:cubicBezTo>
                      <a:pt x="45" y="59"/>
                      <a:pt x="65" y="70"/>
                      <a:pt x="61" y="70"/>
                    </a:cubicBezTo>
                    <a:cubicBezTo>
                      <a:pt x="50" y="70"/>
                      <a:pt x="30" y="67"/>
                      <a:pt x="12" y="56"/>
                    </a:cubicBezTo>
                    <a:cubicBezTo>
                      <a:pt x="11" y="56"/>
                      <a:pt x="6" y="52"/>
                      <a:pt x="6" y="51"/>
                    </a:cubicBezTo>
                    <a:cubicBezTo>
                      <a:pt x="3" y="52"/>
                      <a:pt x="5" y="52"/>
                      <a:pt x="0" y="51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6" y="247"/>
                      <a:pt x="19" y="240"/>
                      <a:pt x="25" y="248"/>
                    </a:cubicBezTo>
                    <a:cubicBezTo>
                      <a:pt x="29" y="254"/>
                      <a:pt x="38" y="266"/>
                      <a:pt x="47" y="266"/>
                    </a:cubicBezTo>
                    <a:cubicBezTo>
                      <a:pt x="53" y="266"/>
                      <a:pt x="53" y="257"/>
                      <a:pt x="59" y="255"/>
                    </a:cubicBezTo>
                    <a:cubicBezTo>
                      <a:pt x="62" y="254"/>
                      <a:pt x="64" y="255"/>
                      <a:pt x="67" y="253"/>
                    </a:cubicBezTo>
                    <a:cubicBezTo>
                      <a:pt x="81" y="266"/>
                      <a:pt x="87" y="271"/>
                      <a:pt x="99" y="288"/>
                    </a:cubicBezTo>
                    <a:cubicBezTo>
                      <a:pt x="100" y="290"/>
                      <a:pt x="103" y="291"/>
                      <a:pt x="105" y="295"/>
                    </a:cubicBezTo>
                    <a:cubicBezTo>
                      <a:pt x="106" y="300"/>
                      <a:pt x="108" y="306"/>
                      <a:pt x="113" y="311"/>
                    </a:cubicBezTo>
                    <a:cubicBezTo>
                      <a:pt x="116" y="314"/>
                      <a:pt x="121" y="313"/>
                      <a:pt x="124" y="316"/>
                    </a:cubicBezTo>
                    <a:cubicBezTo>
                      <a:pt x="128" y="320"/>
                      <a:pt x="135" y="322"/>
                      <a:pt x="135" y="332"/>
                    </a:cubicBezTo>
                    <a:cubicBezTo>
                      <a:pt x="135" y="336"/>
                      <a:pt x="129" y="337"/>
                      <a:pt x="129" y="340"/>
                    </a:cubicBezTo>
                    <a:cubicBezTo>
                      <a:pt x="129" y="343"/>
                      <a:pt x="132" y="344"/>
                      <a:pt x="132" y="347"/>
                    </a:cubicBezTo>
                    <a:cubicBezTo>
                      <a:pt x="132" y="352"/>
                      <a:pt x="130" y="364"/>
                      <a:pt x="136" y="366"/>
                    </a:cubicBezTo>
                    <a:cubicBezTo>
                      <a:pt x="140" y="367"/>
                      <a:pt x="143" y="367"/>
                      <a:pt x="146" y="370"/>
                    </a:cubicBezTo>
                    <a:cubicBezTo>
                      <a:pt x="150" y="373"/>
                      <a:pt x="145" y="379"/>
                      <a:pt x="150" y="383"/>
                    </a:cubicBezTo>
                    <a:cubicBezTo>
                      <a:pt x="150" y="383"/>
                      <a:pt x="162" y="390"/>
                      <a:pt x="162" y="391"/>
                    </a:cubicBezTo>
                    <a:cubicBezTo>
                      <a:pt x="165" y="401"/>
                      <a:pt x="166" y="413"/>
                      <a:pt x="181" y="413"/>
                    </a:cubicBezTo>
                    <a:cubicBezTo>
                      <a:pt x="183" y="422"/>
                      <a:pt x="199" y="416"/>
                      <a:pt x="202" y="428"/>
                    </a:cubicBezTo>
                    <a:cubicBezTo>
                      <a:pt x="204" y="432"/>
                      <a:pt x="215" y="433"/>
                      <a:pt x="219" y="437"/>
                    </a:cubicBezTo>
                    <a:cubicBezTo>
                      <a:pt x="220" y="438"/>
                      <a:pt x="222" y="439"/>
                      <a:pt x="224" y="440"/>
                    </a:cubicBezTo>
                    <a:cubicBezTo>
                      <a:pt x="224" y="440"/>
                      <a:pt x="224" y="440"/>
                      <a:pt x="224" y="440"/>
                    </a:cubicBezTo>
                    <a:cubicBezTo>
                      <a:pt x="577" y="440"/>
                      <a:pt x="577" y="440"/>
                      <a:pt x="577" y="440"/>
                    </a:cubicBezTo>
                    <a:cubicBezTo>
                      <a:pt x="577" y="435"/>
                      <a:pt x="577" y="435"/>
                      <a:pt x="577" y="435"/>
                    </a:cubicBezTo>
                    <a:cubicBezTo>
                      <a:pt x="583" y="439"/>
                      <a:pt x="582" y="443"/>
                      <a:pt x="588" y="446"/>
                    </a:cubicBezTo>
                    <a:cubicBezTo>
                      <a:pt x="610" y="446"/>
                      <a:pt x="610" y="446"/>
                      <a:pt x="610" y="446"/>
                    </a:cubicBezTo>
                    <a:cubicBezTo>
                      <a:pt x="619" y="455"/>
                      <a:pt x="630" y="455"/>
                      <a:pt x="647" y="455"/>
                    </a:cubicBezTo>
                    <a:cubicBezTo>
                      <a:pt x="652" y="453"/>
                      <a:pt x="653" y="455"/>
                      <a:pt x="658" y="452"/>
                    </a:cubicBezTo>
                    <a:cubicBezTo>
                      <a:pt x="662" y="450"/>
                      <a:pt x="661" y="443"/>
                      <a:pt x="665" y="443"/>
                    </a:cubicBezTo>
                    <a:cubicBezTo>
                      <a:pt x="670" y="443"/>
                      <a:pt x="674" y="451"/>
                      <a:pt x="676" y="453"/>
                    </a:cubicBezTo>
                    <a:cubicBezTo>
                      <a:pt x="677" y="451"/>
                      <a:pt x="676" y="448"/>
                      <a:pt x="676" y="447"/>
                    </a:cubicBezTo>
                    <a:cubicBezTo>
                      <a:pt x="677" y="447"/>
                      <a:pt x="678" y="447"/>
                      <a:pt x="680" y="447"/>
                    </a:cubicBezTo>
                    <a:cubicBezTo>
                      <a:pt x="682" y="447"/>
                      <a:pt x="701" y="462"/>
                      <a:pt x="702" y="463"/>
                    </a:cubicBezTo>
                    <a:cubicBezTo>
                      <a:pt x="704" y="469"/>
                      <a:pt x="702" y="473"/>
                      <a:pt x="705" y="477"/>
                    </a:cubicBezTo>
                    <a:cubicBezTo>
                      <a:pt x="715" y="487"/>
                      <a:pt x="729" y="485"/>
                      <a:pt x="740" y="492"/>
                    </a:cubicBezTo>
                    <a:cubicBezTo>
                      <a:pt x="752" y="492"/>
                      <a:pt x="752" y="492"/>
                      <a:pt x="752" y="492"/>
                    </a:cubicBezTo>
                    <a:cubicBezTo>
                      <a:pt x="757" y="495"/>
                      <a:pt x="763" y="500"/>
                      <a:pt x="763" y="506"/>
                    </a:cubicBezTo>
                    <a:cubicBezTo>
                      <a:pt x="763" y="509"/>
                      <a:pt x="762" y="512"/>
                      <a:pt x="759" y="512"/>
                    </a:cubicBezTo>
                    <a:cubicBezTo>
                      <a:pt x="754" y="512"/>
                      <a:pt x="748" y="506"/>
                      <a:pt x="747" y="504"/>
                    </a:cubicBezTo>
                    <a:cubicBezTo>
                      <a:pt x="745" y="511"/>
                      <a:pt x="741" y="532"/>
                      <a:pt x="735" y="532"/>
                    </a:cubicBezTo>
                    <a:cubicBezTo>
                      <a:pt x="730" y="538"/>
                      <a:pt x="725" y="541"/>
                      <a:pt x="725" y="547"/>
                    </a:cubicBezTo>
                    <a:cubicBezTo>
                      <a:pt x="726" y="549"/>
                      <a:pt x="729" y="553"/>
                      <a:pt x="732" y="553"/>
                    </a:cubicBezTo>
                    <a:cubicBezTo>
                      <a:pt x="736" y="553"/>
                      <a:pt x="736" y="550"/>
                      <a:pt x="738" y="548"/>
                    </a:cubicBezTo>
                    <a:cubicBezTo>
                      <a:pt x="742" y="544"/>
                      <a:pt x="748" y="545"/>
                      <a:pt x="755" y="545"/>
                    </a:cubicBezTo>
                    <a:cubicBezTo>
                      <a:pt x="760" y="545"/>
                      <a:pt x="763" y="548"/>
                      <a:pt x="765" y="546"/>
                    </a:cubicBezTo>
                    <a:cubicBezTo>
                      <a:pt x="768" y="545"/>
                      <a:pt x="770" y="544"/>
                      <a:pt x="772" y="543"/>
                    </a:cubicBezTo>
                    <a:cubicBezTo>
                      <a:pt x="772" y="540"/>
                      <a:pt x="771" y="538"/>
                      <a:pt x="770" y="536"/>
                    </a:cubicBezTo>
                    <a:cubicBezTo>
                      <a:pt x="769" y="534"/>
                      <a:pt x="767" y="533"/>
                      <a:pt x="767" y="531"/>
                    </a:cubicBezTo>
                    <a:cubicBezTo>
                      <a:pt x="767" y="529"/>
                      <a:pt x="771" y="528"/>
                      <a:pt x="773" y="528"/>
                    </a:cubicBezTo>
                    <a:cubicBezTo>
                      <a:pt x="782" y="525"/>
                      <a:pt x="803" y="519"/>
                      <a:pt x="814" y="519"/>
                    </a:cubicBezTo>
                    <a:cubicBezTo>
                      <a:pt x="815" y="519"/>
                      <a:pt x="831" y="503"/>
                      <a:pt x="834" y="501"/>
                    </a:cubicBezTo>
                    <a:cubicBezTo>
                      <a:pt x="836" y="499"/>
                      <a:pt x="847" y="500"/>
                      <a:pt x="857" y="500"/>
                    </a:cubicBezTo>
                    <a:cubicBezTo>
                      <a:pt x="861" y="500"/>
                      <a:pt x="864" y="500"/>
                      <a:pt x="868" y="500"/>
                    </a:cubicBezTo>
                    <a:cubicBezTo>
                      <a:pt x="872" y="500"/>
                      <a:pt x="876" y="498"/>
                      <a:pt x="879" y="498"/>
                    </a:cubicBezTo>
                    <a:cubicBezTo>
                      <a:pt x="884" y="497"/>
                      <a:pt x="882" y="496"/>
                      <a:pt x="884" y="494"/>
                    </a:cubicBezTo>
                    <a:cubicBezTo>
                      <a:pt x="892" y="486"/>
                      <a:pt x="892" y="471"/>
                      <a:pt x="903" y="463"/>
                    </a:cubicBezTo>
                    <a:cubicBezTo>
                      <a:pt x="908" y="470"/>
                      <a:pt x="916" y="460"/>
                      <a:pt x="920" y="467"/>
                    </a:cubicBezTo>
                    <a:cubicBezTo>
                      <a:pt x="926" y="478"/>
                      <a:pt x="922" y="494"/>
                      <a:pt x="928" y="505"/>
                    </a:cubicBezTo>
                    <a:lnTo>
                      <a:pt x="928" y="50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7" name="ïṩ1îḋè"/>
              <p:cNvSpPr/>
              <p:nvPr/>
            </p:nvSpPr>
            <p:spPr bwMode="auto">
              <a:xfrm>
                <a:off x="6365998" y="2691586"/>
                <a:ext cx="589399" cy="431909"/>
              </a:xfrm>
              <a:custGeom>
                <a:avLst/>
                <a:gdLst/>
                <a:ahLst/>
                <a:cxnLst>
                  <a:cxn ang="0">
                    <a:pos x="334" y="228"/>
                  </a:cxn>
                  <a:cxn ang="0">
                    <a:pos x="381" y="252"/>
                  </a:cxn>
                  <a:cxn ang="0">
                    <a:pos x="401" y="239"/>
                  </a:cxn>
                  <a:cxn ang="0">
                    <a:pos x="439" y="281"/>
                  </a:cxn>
                  <a:cxn ang="0">
                    <a:pos x="458" y="302"/>
                  </a:cxn>
                  <a:cxn ang="0">
                    <a:pos x="463" y="326"/>
                  </a:cxn>
                  <a:cxn ang="0">
                    <a:pos x="440" y="314"/>
                  </a:cxn>
                  <a:cxn ang="0">
                    <a:pos x="427" y="300"/>
                  </a:cxn>
                  <a:cxn ang="0">
                    <a:pos x="426" y="286"/>
                  </a:cxn>
                  <a:cxn ang="0">
                    <a:pos x="414" y="286"/>
                  </a:cxn>
                  <a:cxn ang="0">
                    <a:pos x="412" y="270"/>
                  </a:cxn>
                  <a:cxn ang="0">
                    <a:pos x="390" y="261"/>
                  </a:cxn>
                  <a:cxn ang="0">
                    <a:pos x="363" y="252"/>
                  </a:cxn>
                  <a:cxn ang="0">
                    <a:pos x="299" y="236"/>
                  </a:cxn>
                  <a:cxn ang="0">
                    <a:pos x="240" y="221"/>
                  </a:cxn>
                  <a:cxn ang="0">
                    <a:pos x="200" y="252"/>
                  </a:cxn>
                  <a:cxn ang="0">
                    <a:pos x="199" y="245"/>
                  </a:cxn>
                  <a:cxn ang="0">
                    <a:pos x="218" y="219"/>
                  </a:cxn>
                  <a:cxn ang="0">
                    <a:pos x="213" y="214"/>
                  </a:cxn>
                  <a:cxn ang="0">
                    <a:pos x="173" y="260"/>
                  </a:cxn>
                  <a:cxn ang="0">
                    <a:pos x="143" y="288"/>
                  </a:cxn>
                  <a:cxn ang="0">
                    <a:pos x="79" y="322"/>
                  </a:cxn>
                  <a:cxn ang="0">
                    <a:pos x="57" y="328"/>
                  </a:cxn>
                  <a:cxn ang="0">
                    <a:pos x="92" y="307"/>
                  </a:cxn>
                  <a:cxn ang="0">
                    <a:pos x="148" y="256"/>
                  </a:cxn>
                  <a:cxn ang="0">
                    <a:pos x="125" y="262"/>
                  </a:cxn>
                  <a:cxn ang="0">
                    <a:pos x="110" y="266"/>
                  </a:cxn>
                  <a:cxn ang="0">
                    <a:pos x="88" y="261"/>
                  </a:cxn>
                  <a:cxn ang="0">
                    <a:pos x="76" y="264"/>
                  </a:cxn>
                  <a:cxn ang="0">
                    <a:pos x="72" y="244"/>
                  </a:cxn>
                  <a:cxn ang="0">
                    <a:pos x="60" y="245"/>
                  </a:cxn>
                  <a:cxn ang="0">
                    <a:pos x="37" y="224"/>
                  </a:cxn>
                  <a:cxn ang="0">
                    <a:pos x="52" y="180"/>
                  </a:cxn>
                  <a:cxn ang="0">
                    <a:pos x="79" y="152"/>
                  </a:cxn>
                  <a:cxn ang="0">
                    <a:pos x="85" y="145"/>
                  </a:cxn>
                  <a:cxn ang="0">
                    <a:pos x="60" y="153"/>
                  </a:cxn>
                  <a:cxn ang="0">
                    <a:pos x="18" y="150"/>
                  </a:cxn>
                  <a:cxn ang="0">
                    <a:pos x="13" y="133"/>
                  </a:cxn>
                  <a:cxn ang="0">
                    <a:pos x="40" y="106"/>
                  </a:cxn>
                  <a:cxn ang="0">
                    <a:pos x="64" y="116"/>
                  </a:cxn>
                  <a:cxn ang="0">
                    <a:pos x="50" y="95"/>
                  </a:cxn>
                  <a:cxn ang="0">
                    <a:pos x="13" y="68"/>
                  </a:cxn>
                  <a:cxn ang="0">
                    <a:pos x="44" y="56"/>
                  </a:cxn>
                  <a:cxn ang="0">
                    <a:pos x="117" y="13"/>
                  </a:cxn>
                  <a:cxn ang="0">
                    <a:pos x="150" y="7"/>
                  </a:cxn>
                  <a:cxn ang="0">
                    <a:pos x="157" y="7"/>
                  </a:cxn>
                  <a:cxn ang="0">
                    <a:pos x="189" y="11"/>
                  </a:cxn>
                  <a:cxn ang="0">
                    <a:pos x="236" y="20"/>
                  </a:cxn>
                  <a:cxn ang="0">
                    <a:pos x="307" y="28"/>
                  </a:cxn>
                  <a:cxn ang="0">
                    <a:pos x="334" y="36"/>
                  </a:cxn>
                </a:cxnLst>
                <a:rect l="0" t="0" r="r" b="b"/>
                <a:pathLst>
                  <a:path w="469" h="343">
                    <a:moveTo>
                      <a:pt x="334" y="37"/>
                    </a:moveTo>
                    <a:cubicBezTo>
                      <a:pt x="334" y="228"/>
                      <a:pt x="334" y="228"/>
                      <a:pt x="334" y="228"/>
                    </a:cubicBezTo>
                    <a:cubicBezTo>
                      <a:pt x="340" y="233"/>
                      <a:pt x="353" y="226"/>
                      <a:pt x="359" y="234"/>
                    </a:cubicBezTo>
                    <a:cubicBezTo>
                      <a:pt x="363" y="240"/>
                      <a:pt x="372" y="252"/>
                      <a:pt x="381" y="252"/>
                    </a:cubicBezTo>
                    <a:cubicBezTo>
                      <a:pt x="387" y="252"/>
                      <a:pt x="387" y="243"/>
                      <a:pt x="393" y="241"/>
                    </a:cubicBezTo>
                    <a:cubicBezTo>
                      <a:pt x="396" y="240"/>
                      <a:pt x="398" y="241"/>
                      <a:pt x="401" y="239"/>
                    </a:cubicBezTo>
                    <a:cubicBezTo>
                      <a:pt x="415" y="252"/>
                      <a:pt x="421" y="257"/>
                      <a:pt x="433" y="274"/>
                    </a:cubicBezTo>
                    <a:cubicBezTo>
                      <a:pt x="434" y="276"/>
                      <a:pt x="437" y="277"/>
                      <a:pt x="439" y="281"/>
                    </a:cubicBezTo>
                    <a:cubicBezTo>
                      <a:pt x="440" y="286"/>
                      <a:pt x="442" y="292"/>
                      <a:pt x="447" y="297"/>
                    </a:cubicBezTo>
                    <a:cubicBezTo>
                      <a:pt x="450" y="300"/>
                      <a:pt x="455" y="299"/>
                      <a:pt x="458" y="302"/>
                    </a:cubicBezTo>
                    <a:cubicBezTo>
                      <a:pt x="462" y="306"/>
                      <a:pt x="469" y="308"/>
                      <a:pt x="469" y="318"/>
                    </a:cubicBezTo>
                    <a:cubicBezTo>
                      <a:pt x="469" y="322"/>
                      <a:pt x="463" y="323"/>
                      <a:pt x="463" y="326"/>
                    </a:cubicBezTo>
                    <a:cubicBezTo>
                      <a:pt x="461" y="326"/>
                      <a:pt x="461" y="327"/>
                      <a:pt x="459" y="327"/>
                    </a:cubicBezTo>
                    <a:cubicBezTo>
                      <a:pt x="451" y="327"/>
                      <a:pt x="440" y="318"/>
                      <a:pt x="440" y="314"/>
                    </a:cubicBezTo>
                    <a:cubicBezTo>
                      <a:pt x="440" y="310"/>
                      <a:pt x="440" y="311"/>
                      <a:pt x="440" y="307"/>
                    </a:cubicBezTo>
                    <a:cubicBezTo>
                      <a:pt x="440" y="300"/>
                      <a:pt x="435" y="300"/>
                      <a:pt x="427" y="300"/>
                    </a:cubicBezTo>
                    <a:cubicBezTo>
                      <a:pt x="421" y="300"/>
                      <a:pt x="419" y="296"/>
                      <a:pt x="419" y="294"/>
                    </a:cubicBezTo>
                    <a:cubicBezTo>
                      <a:pt x="419" y="290"/>
                      <a:pt x="426" y="290"/>
                      <a:pt x="426" y="286"/>
                    </a:cubicBezTo>
                    <a:cubicBezTo>
                      <a:pt x="426" y="283"/>
                      <a:pt x="426" y="281"/>
                      <a:pt x="426" y="281"/>
                    </a:cubicBezTo>
                    <a:cubicBezTo>
                      <a:pt x="417" y="281"/>
                      <a:pt x="420" y="286"/>
                      <a:pt x="414" y="286"/>
                    </a:cubicBezTo>
                    <a:cubicBezTo>
                      <a:pt x="412" y="286"/>
                      <a:pt x="407" y="282"/>
                      <a:pt x="407" y="280"/>
                    </a:cubicBezTo>
                    <a:cubicBezTo>
                      <a:pt x="407" y="274"/>
                      <a:pt x="410" y="273"/>
                      <a:pt x="412" y="270"/>
                    </a:cubicBezTo>
                    <a:cubicBezTo>
                      <a:pt x="409" y="268"/>
                      <a:pt x="405" y="264"/>
                      <a:pt x="404" y="267"/>
                    </a:cubicBezTo>
                    <a:cubicBezTo>
                      <a:pt x="397" y="267"/>
                      <a:pt x="394" y="264"/>
                      <a:pt x="390" y="261"/>
                    </a:cubicBezTo>
                    <a:cubicBezTo>
                      <a:pt x="389" y="264"/>
                      <a:pt x="387" y="269"/>
                      <a:pt x="384" y="269"/>
                    </a:cubicBezTo>
                    <a:cubicBezTo>
                      <a:pt x="375" y="269"/>
                      <a:pt x="368" y="256"/>
                      <a:pt x="363" y="252"/>
                    </a:cubicBezTo>
                    <a:cubicBezTo>
                      <a:pt x="352" y="243"/>
                      <a:pt x="337" y="244"/>
                      <a:pt x="323" y="236"/>
                    </a:cubicBezTo>
                    <a:cubicBezTo>
                      <a:pt x="299" y="236"/>
                      <a:pt x="299" y="236"/>
                      <a:pt x="299" y="236"/>
                    </a:cubicBezTo>
                    <a:cubicBezTo>
                      <a:pt x="285" y="232"/>
                      <a:pt x="265" y="230"/>
                      <a:pt x="258" y="214"/>
                    </a:cubicBezTo>
                    <a:cubicBezTo>
                      <a:pt x="252" y="217"/>
                      <a:pt x="244" y="219"/>
                      <a:pt x="240" y="221"/>
                    </a:cubicBezTo>
                    <a:cubicBezTo>
                      <a:pt x="241" y="224"/>
                      <a:pt x="242" y="225"/>
                      <a:pt x="244" y="227"/>
                    </a:cubicBezTo>
                    <a:cubicBezTo>
                      <a:pt x="238" y="236"/>
                      <a:pt x="210" y="252"/>
                      <a:pt x="200" y="252"/>
                    </a:cubicBezTo>
                    <a:cubicBezTo>
                      <a:pt x="198" y="252"/>
                      <a:pt x="195" y="251"/>
                      <a:pt x="195" y="249"/>
                    </a:cubicBezTo>
                    <a:cubicBezTo>
                      <a:pt x="195" y="246"/>
                      <a:pt x="198" y="246"/>
                      <a:pt x="199" y="245"/>
                    </a:cubicBezTo>
                    <a:cubicBezTo>
                      <a:pt x="197" y="242"/>
                      <a:pt x="199" y="242"/>
                      <a:pt x="199" y="240"/>
                    </a:cubicBezTo>
                    <a:cubicBezTo>
                      <a:pt x="199" y="230"/>
                      <a:pt x="205" y="223"/>
                      <a:pt x="218" y="219"/>
                    </a:cubicBezTo>
                    <a:cubicBezTo>
                      <a:pt x="218" y="217"/>
                      <a:pt x="218" y="216"/>
                      <a:pt x="218" y="214"/>
                    </a:cubicBezTo>
                    <a:cubicBezTo>
                      <a:pt x="214" y="214"/>
                      <a:pt x="215" y="214"/>
                      <a:pt x="213" y="214"/>
                    </a:cubicBezTo>
                    <a:cubicBezTo>
                      <a:pt x="203" y="214"/>
                      <a:pt x="173" y="239"/>
                      <a:pt x="173" y="253"/>
                    </a:cubicBezTo>
                    <a:cubicBezTo>
                      <a:pt x="173" y="255"/>
                      <a:pt x="173" y="258"/>
                      <a:pt x="173" y="260"/>
                    </a:cubicBezTo>
                    <a:cubicBezTo>
                      <a:pt x="173" y="270"/>
                      <a:pt x="164" y="273"/>
                      <a:pt x="154" y="277"/>
                    </a:cubicBezTo>
                    <a:cubicBezTo>
                      <a:pt x="148" y="280"/>
                      <a:pt x="146" y="284"/>
                      <a:pt x="143" y="288"/>
                    </a:cubicBezTo>
                    <a:cubicBezTo>
                      <a:pt x="136" y="297"/>
                      <a:pt x="121" y="301"/>
                      <a:pt x="114" y="308"/>
                    </a:cubicBezTo>
                    <a:cubicBezTo>
                      <a:pt x="107" y="315"/>
                      <a:pt x="91" y="320"/>
                      <a:pt x="79" y="322"/>
                    </a:cubicBezTo>
                    <a:cubicBezTo>
                      <a:pt x="63" y="324"/>
                      <a:pt x="54" y="343"/>
                      <a:pt x="35" y="337"/>
                    </a:cubicBezTo>
                    <a:cubicBezTo>
                      <a:pt x="41" y="329"/>
                      <a:pt x="49" y="333"/>
                      <a:pt x="57" y="328"/>
                    </a:cubicBezTo>
                    <a:cubicBezTo>
                      <a:pt x="62" y="325"/>
                      <a:pt x="66" y="316"/>
                      <a:pt x="71" y="314"/>
                    </a:cubicBezTo>
                    <a:cubicBezTo>
                      <a:pt x="78" y="309"/>
                      <a:pt x="87" y="314"/>
                      <a:pt x="92" y="307"/>
                    </a:cubicBezTo>
                    <a:cubicBezTo>
                      <a:pt x="99" y="297"/>
                      <a:pt x="117" y="290"/>
                      <a:pt x="127" y="283"/>
                    </a:cubicBezTo>
                    <a:cubicBezTo>
                      <a:pt x="137" y="276"/>
                      <a:pt x="137" y="263"/>
                      <a:pt x="148" y="256"/>
                    </a:cubicBezTo>
                    <a:cubicBezTo>
                      <a:pt x="141" y="256"/>
                      <a:pt x="141" y="256"/>
                      <a:pt x="141" y="256"/>
                    </a:cubicBezTo>
                    <a:cubicBezTo>
                      <a:pt x="135" y="259"/>
                      <a:pt x="132" y="262"/>
                      <a:pt x="125" y="262"/>
                    </a:cubicBezTo>
                    <a:cubicBezTo>
                      <a:pt x="120" y="262"/>
                      <a:pt x="117" y="260"/>
                      <a:pt x="113" y="258"/>
                    </a:cubicBezTo>
                    <a:cubicBezTo>
                      <a:pt x="112" y="262"/>
                      <a:pt x="110" y="263"/>
                      <a:pt x="110" y="266"/>
                    </a:cubicBezTo>
                    <a:cubicBezTo>
                      <a:pt x="99" y="262"/>
                      <a:pt x="96" y="260"/>
                      <a:pt x="89" y="254"/>
                    </a:cubicBezTo>
                    <a:cubicBezTo>
                      <a:pt x="88" y="257"/>
                      <a:pt x="88" y="259"/>
                      <a:pt x="88" y="261"/>
                    </a:cubicBezTo>
                    <a:cubicBezTo>
                      <a:pt x="84" y="261"/>
                      <a:pt x="85" y="261"/>
                      <a:pt x="83" y="261"/>
                    </a:cubicBezTo>
                    <a:cubicBezTo>
                      <a:pt x="80" y="261"/>
                      <a:pt x="78" y="264"/>
                      <a:pt x="76" y="264"/>
                    </a:cubicBezTo>
                    <a:cubicBezTo>
                      <a:pt x="74" y="264"/>
                      <a:pt x="72" y="257"/>
                      <a:pt x="72" y="253"/>
                    </a:cubicBezTo>
                    <a:cubicBezTo>
                      <a:pt x="72" y="248"/>
                      <a:pt x="72" y="248"/>
                      <a:pt x="72" y="244"/>
                    </a:cubicBezTo>
                    <a:cubicBezTo>
                      <a:pt x="72" y="243"/>
                      <a:pt x="72" y="238"/>
                      <a:pt x="68" y="238"/>
                    </a:cubicBezTo>
                    <a:cubicBezTo>
                      <a:pt x="65" y="238"/>
                      <a:pt x="61" y="245"/>
                      <a:pt x="60" y="245"/>
                    </a:cubicBezTo>
                    <a:cubicBezTo>
                      <a:pt x="54" y="245"/>
                      <a:pt x="33" y="229"/>
                      <a:pt x="30" y="225"/>
                    </a:cubicBezTo>
                    <a:cubicBezTo>
                      <a:pt x="32" y="225"/>
                      <a:pt x="35" y="224"/>
                      <a:pt x="37" y="224"/>
                    </a:cubicBezTo>
                    <a:cubicBezTo>
                      <a:pt x="33" y="214"/>
                      <a:pt x="19" y="212"/>
                      <a:pt x="19" y="205"/>
                    </a:cubicBezTo>
                    <a:cubicBezTo>
                      <a:pt x="19" y="191"/>
                      <a:pt x="43" y="180"/>
                      <a:pt x="52" y="180"/>
                    </a:cubicBezTo>
                    <a:cubicBezTo>
                      <a:pt x="56" y="180"/>
                      <a:pt x="86" y="169"/>
                      <a:pt x="86" y="163"/>
                    </a:cubicBezTo>
                    <a:cubicBezTo>
                      <a:pt x="86" y="160"/>
                      <a:pt x="79" y="153"/>
                      <a:pt x="79" y="152"/>
                    </a:cubicBezTo>
                    <a:cubicBezTo>
                      <a:pt x="83" y="150"/>
                      <a:pt x="82" y="150"/>
                      <a:pt x="85" y="152"/>
                    </a:cubicBezTo>
                    <a:cubicBezTo>
                      <a:pt x="85" y="145"/>
                      <a:pt x="85" y="145"/>
                      <a:pt x="85" y="145"/>
                    </a:cubicBezTo>
                    <a:cubicBezTo>
                      <a:pt x="81" y="145"/>
                      <a:pt x="81" y="145"/>
                      <a:pt x="79" y="145"/>
                    </a:cubicBezTo>
                    <a:cubicBezTo>
                      <a:pt x="72" y="145"/>
                      <a:pt x="69" y="153"/>
                      <a:pt x="60" y="153"/>
                    </a:cubicBezTo>
                    <a:cubicBezTo>
                      <a:pt x="51" y="153"/>
                      <a:pt x="48" y="148"/>
                      <a:pt x="41" y="150"/>
                    </a:cubicBezTo>
                    <a:cubicBezTo>
                      <a:pt x="32" y="150"/>
                      <a:pt x="21" y="150"/>
                      <a:pt x="18" y="150"/>
                    </a:cubicBezTo>
                    <a:cubicBezTo>
                      <a:pt x="17" y="143"/>
                      <a:pt x="12" y="141"/>
                      <a:pt x="12" y="137"/>
                    </a:cubicBezTo>
                    <a:cubicBezTo>
                      <a:pt x="12" y="136"/>
                      <a:pt x="13" y="134"/>
                      <a:pt x="13" y="133"/>
                    </a:cubicBezTo>
                    <a:cubicBezTo>
                      <a:pt x="6" y="133"/>
                      <a:pt x="2" y="130"/>
                      <a:pt x="0" y="126"/>
                    </a:cubicBezTo>
                    <a:cubicBezTo>
                      <a:pt x="11" y="119"/>
                      <a:pt x="29" y="113"/>
                      <a:pt x="40" y="106"/>
                    </a:cubicBezTo>
                    <a:cubicBezTo>
                      <a:pt x="48" y="106"/>
                      <a:pt x="48" y="106"/>
                      <a:pt x="48" y="106"/>
                    </a:cubicBezTo>
                    <a:cubicBezTo>
                      <a:pt x="48" y="120"/>
                      <a:pt x="55" y="116"/>
                      <a:pt x="64" y="116"/>
                    </a:cubicBezTo>
                    <a:cubicBezTo>
                      <a:pt x="70" y="116"/>
                      <a:pt x="71" y="118"/>
                      <a:pt x="76" y="116"/>
                    </a:cubicBezTo>
                    <a:cubicBezTo>
                      <a:pt x="72" y="102"/>
                      <a:pt x="63" y="101"/>
                      <a:pt x="50" y="95"/>
                    </a:cubicBezTo>
                    <a:cubicBezTo>
                      <a:pt x="46" y="94"/>
                      <a:pt x="41" y="80"/>
                      <a:pt x="37" y="78"/>
                    </a:cubicBezTo>
                    <a:cubicBezTo>
                      <a:pt x="31" y="75"/>
                      <a:pt x="13" y="71"/>
                      <a:pt x="13" y="68"/>
                    </a:cubicBezTo>
                    <a:cubicBezTo>
                      <a:pt x="13" y="68"/>
                      <a:pt x="20" y="57"/>
                      <a:pt x="20" y="56"/>
                    </a:cubicBezTo>
                    <a:cubicBezTo>
                      <a:pt x="44" y="56"/>
                      <a:pt x="44" y="56"/>
                      <a:pt x="44" y="56"/>
                    </a:cubicBezTo>
                    <a:cubicBezTo>
                      <a:pt x="57" y="38"/>
                      <a:pt x="77" y="21"/>
                      <a:pt x="101" y="14"/>
                    </a:cubicBezTo>
                    <a:cubicBezTo>
                      <a:pt x="107" y="12"/>
                      <a:pt x="111" y="15"/>
                      <a:pt x="117" y="13"/>
                    </a:cubicBezTo>
                    <a:cubicBezTo>
                      <a:pt x="124" y="10"/>
                      <a:pt x="128" y="0"/>
                      <a:pt x="136" y="0"/>
                    </a:cubicBezTo>
                    <a:cubicBezTo>
                      <a:pt x="142" y="0"/>
                      <a:pt x="144" y="5"/>
                      <a:pt x="150" y="7"/>
                    </a:cubicBezTo>
                    <a:cubicBezTo>
                      <a:pt x="147" y="10"/>
                      <a:pt x="147" y="11"/>
                      <a:pt x="146" y="13"/>
                    </a:cubicBezTo>
                    <a:cubicBezTo>
                      <a:pt x="150" y="14"/>
                      <a:pt x="154" y="11"/>
                      <a:pt x="157" y="7"/>
                    </a:cubicBezTo>
                    <a:cubicBezTo>
                      <a:pt x="162" y="9"/>
                      <a:pt x="163" y="10"/>
                      <a:pt x="167" y="11"/>
                    </a:cubicBezTo>
                    <a:cubicBezTo>
                      <a:pt x="189" y="11"/>
                      <a:pt x="189" y="11"/>
                      <a:pt x="189" y="11"/>
                    </a:cubicBezTo>
                    <a:cubicBezTo>
                      <a:pt x="194" y="15"/>
                      <a:pt x="196" y="17"/>
                      <a:pt x="202" y="20"/>
                    </a:cubicBezTo>
                    <a:cubicBezTo>
                      <a:pt x="236" y="20"/>
                      <a:pt x="236" y="20"/>
                      <a:pt x="236" y="20"/>
                    </a:cubicBezTo>
                    <a:cubicBezTo>
                      <a:pt x="245" y="29"/>
                      <a:pt x="272" y="31"/>
                      <a:pt x="286" y="31"/>
                    </a:cubicBezTo>
                    <a:cubicBezTo>
                      <a:pt x="294" y="31"/>
                      <a:pt x="299" y="28"/>
                      <a:pt x="307" y="28"/>
                    </a:cubicBezTo>
                    <a:cubicBezTo>
                      <a:pt x="319" y="28"/>
                      <a:pt x="323" y="34"/>
                      <a:pt x="334" y="37"/>
                    </a:cubicBezTo>
                    <a:cubicBezTo>
                      <a:pt x="334" y="36"/>
                      <a:pt x="334" y="36"/>
                      <a:pt x="334" y="36"/>
                    </a:cubicBezTo>
                    <a:lnTo>
                      <a:pt x="334" y="37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8" name="íSḻíḍé"/>
              <p:cNvSpPr/>
              <p:nvPr/>
            </p:nvSpPr>
            <p:spPr bwMode="auto">
              <a:xfrm>
                <a:off x="6898406" y="3072507"/>
                <a:ext cx="26995" cy="35992"/>
              </a:xfrm>
              <a:custGeom>
                <a:avLst/>
                <a:gdLst/>
                <a:ahLst/>
                <a:cxnLst>
                  <a:cxn ang="0">
                    <a:pos x="9" y="11"/>
                  </a:cxn>
                  <a:cxn ang="0">
                    <a:pos x="0" y="11"/>
                  </a:cxn>
                  <a:cxn ang="0">
                    <a:pos x="11" y="2"/>
                  </a:cxn>
                  <a:cxn ang="0">
                    <a:pos x="22" y="25"/>
                  </a:cxn>
                  <a:cxn ang="0">
                    <a:pos x="18" y="29"/>
                  </a:cxn>
                  <a:cxn ang="0">
                    <a:pos x="9" y="20"/>
                  </a:cxn>
                  <a:cxn ang="0">
                    <a:pos x="9" y="11"/>
                  </a:cxn>
                </a:cxnLst>
                <a:rect l="0" t="0" r="r" b="b"/>
                <a:pathLst>
                  <a:path w="22" h="29">
                    <a:moveTo>
                      <a:pt x="9" y="11"/>
                    </a:moveTo>
                    <a:cubicBezTo>
                      <a:pt x="2" y="9"/>
                      <a:pt x="5" y="7"/>
                      <a:pt x="0" y="11"/>
                    </a:cubicBezTo>
                    <a:cubicBezTo>
                      <a:pt x="0" y="0"/>
                      <a:pt x="2" y="0"/>
                      <a:pt x="11" y="2"/>
                    </a:cubicBezTo>
                    <a:cubicBezTo>
                      <a:pt x="10" y="14"/>
                      <a:pt x="22" y="15"/>
                      <a:pt x="22" y="25"/>
                    </a:cubicBezTo>
                    <a:cubicBezTo>
                      <a:pt x="22" y="28"/>
                      <a:pt x="20" y="29"/>
                      <a:pt x="18" y="29"/>
                    </a:cubicBezTo>
                    <a:cubicBezTo>
                      <a:pt x="14" y="29"/>
                      <a:pt x="9" y="20"/>
                      <a:pt x="9" y="20"/>
                    </a:cubicBezTo>
                    <a:cubicBezTo>
                      <a:pt x="9" y="16"/>
                      <a:pt x="8" y="13"/>
                      <a:pt x="9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59" name="ïṡļidé"/>
              <p:cNvSpPr/>
              <p:nvPr/>
            </p:nvSpPr>
            <p:spPr bwMode="auto">
              <a:xfrm>
                <a:off x="6856413" y="3030515"/>
                <a:ext cx="28496" cy="43491"/>
              </a:xfrm>
              <a:custGeom>
                <a:avLst/>
                <a:gdLst/>
                <a:ahLst/>
                <a:cxnLst>
                  <a:cxn ang="0">
                    <a:pos x="15" y="18"/>
                  </a:cxn>
                  <a:cxn ang="0">
                    <a:pos x="19" y="18"/>
                  </a:cxn>
                  <a:cxn ang="0">
                    <a:pos x="19" y="35"/>
                  </a:cxn>
                  <a:cxn ang="0">
                    <a:pos x="11" y="17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5" y="0"/>
                  </a:cxn>
                  <a:cxn ang="0">
                    <a:pos x="15" y="18"/>
                  </a:cxn>
                </a:cxnLst>
                <a:rect l="0" t="0" r="r" b="b"/>
                <a:pathLst>
                  <a:path w="23" h="35">
                    <a:moveTo>
                      <a:pt x="15" y="18"/>
                    </a:moveTo>
                    <a:cubicBezTo>
                      <a:pt x="15" y="19"/>
                      <a:pt x="19" y="19"/>
                      <a:pt x="19" y="18"/>
                    </a:cubicBezTo>
                    <a:cubicBezTo>
                      <a:pt x="19" y="24"/>
                      <a:pt x="23" y="30"/>
                      <a:pt x="19" y="35"/>
                    </a:cubicBezTo>
                    <a:cubicBezTo>
                      <a:pt x="13" y="30"/>
                      <a:pt x="11" y="24"/>
                      <a:pt x="11" y="17"/>
                    </a:cubicBezTo>
                    <a:cubicBezTo>
                      <a:pt x="5" y="16"/>
                      <a:pt x="0" y="11"/>
                      <a:pt x="0" y="4"/>
                    </a:cubicBezTo>
                    <a:cubicBezTo>
                      <a:pt x="0" y="1"/>
                      <a:pt x="3" y="0"/>
                      <a:pt x="5" y="0"/>
                    </a:cubicBezTo>
                    <a:cubicBezTo>
                      <a:pt x="13" y="0"/>
                      <a:pt x="9" y="3"/>
                      <a:pt x="15" y="0"/>
                    </a:cubicBezTo>
                    <a:cubicBezTo>
                      <a:pt x="15" y="11"/>
                      <a:pt x="13" y="11"/>
                      <a:pt x="15" y="1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0" name="iṩḻîḓè"/>
              <p:cNvSpPr/>
              <p:nvPr/>
            </p:nvSpPr>
            <p:spPr bwMode="auto">
              <a:xfrm>
                <a:off x="7124867" y="2613603"/>
                <a:ext cx="290950" cy="152968"/>
              </a:xfrm>
              <a:custGeom>
                <a:avLst/>
                <a:gdLst/>
                <a:ahLst/>
                <a:cxnLst>
                  <a:cxn ang="0">
                    <a:pos x="214" y="96"/>
                  </a:cxn>
                  <a:cxn ang="0">
                    <a:pos x="209" y="100"/>
                  </a:cxn>
                  <a:cxn ang="0">
                    <a:pos x="215" y="103"/>
                  </a:cxn>
                  <a:cxn ang="0">
                    <a:pos x="220" y="110"/>
                  </a:cxn>
                  <a:cxn ang="0">
                    <a:pos x="195" y="118"/>
                  </a:cxn>
                  <a:cxn ang="0">
                    <a:pos x="158" y="104"/>
                  </a:cxn>
                  <a:cxn ang="0">
                    <a:pos x="147" y="112"/>
                  </a:cxn>
                  <a:cxn ang="0">
                    <a:pos x="115" y="121"/>
                  </a:cxn>
                  <a:cxn ang="0">
                    <a:pos x="75" y="121"/>
                  </a:cxn>
                  <a:cxn ang="0">
                    <a:pos x="68" y="110"/>
                  </a:cxn>
                  <a:cxn ang="0">
                    <a:pos x="43" y="108"/>
                  </a:cxn>
                  <a:cxn ang="0">
                    <a:pos x="23" y="92"/>
                  </a:cxn>
                  <a:cxn ang="0">
                    <a:pos x="65" y="82"/>
                  </a:cxn>
                  <a:cxn ang="0">
                    <a:pos x="80" y="81"/>
                  </a:cxn>
                  <a:cxn ang="0">
                    <a:pos x="69" y="77"/>
                  </a:cxn>
                  <a:cxn ang="0">
                    <a:pos x="45" y="77"/>
                  </a:cxn>
                  <a:cxn ang="0">
                    <a:pos x="12" y="69"/>
                  </a:cxn>
                  <a:cxn ang="0">
                    <a:pos x="29" y="60"/>
                  </a:cxn>
                  <a:cxn ang="0">
                    <a:pos x="14" y="59"/>
                  </a:cxn>
                  <a:cxn ang="0">
                    <a:pos x="0" y="51"/>
                  </a:cxn>
                  <a:cxn ang="0">
                    <a:pos x="56" y="13"/>
                  </a:cxn>
                  <a:cxn ang="0">
                    <a:pos x="64" y="29"/>
                  </a:cxn>
                  <a:cxn ang="0">
                    <a:pos x="78" y="21"/>
                  </a:cxn>
                  <a:cxn ang="0">
                    <a:pos x="98" y="34"/>
                  </a:cxn>
                  <a:cxn ang="0">
                    <a:pos x="111" y="31"/>
                  </a:cxn>
                  <a:cxn ang="0">
                    <a:pos x="109" y="23"/>
                  </a:cxn>
                  <a:cxn ang="0">
                    <a:pos x="118" y="23"/>
                  </a:cxn>
                  <a:cxn ang="0">
                    <a:pos x="133" y="35"/>
                  </a:cxn>
                  <a:cxn ang="0">
                    <a:pos x="140" y="51"/>
                  </a:cxn>
                  <a:cxn ang="0">
                    <a:pos x="146" y="48"/>
                  </a:cxn>
                  <a:cxn ang="0">
                    <a:pos x="136" y="17"/>
                  </a:cxn>
                  <a:cxn ang="0">
                    <a:pos x="144" y="12"/>
                  </a:cxn>
                  <a:cxn ang="0">
                    <a:pos x="156" y="12"/>
                  </a:cxn>
                  <a:cxn ang="0">
                    <a:pos x="156" y="7"/>
                  </a:cxn>
                  <a:cxn ang="0">
                    <a:pos x="169" y="0"/>
                  </a:cxn>
                  <a:cxn ang="0">
                    <a:pos x="184" y="10"/>
                  </a:cxn>
                  <a:cxn ang="0">
                    <a:pos x="175" y="24"/>
                  </a:cxn>
                  <a:cxn ang="0">
                    <a:pos x="187" y="62"/>
                  </a:cxn>
                  <a:cxn ang="0">
                    <a:pos x="232" y="92"/>
                  </a:cxn>
                  <a:cxn ang="0">
                    <a:pos x="214" y="96"/>
                  </a:cxn>
                </a:cxnLst>
                <a:rect l="0" t="0" r="r" b="b"/>
                <a:pathLst>
                  <a:path w="232" h="121">
                    <a:moveTo>
                      <a:pt x="214" y="96"/>
                    </a:moveTo>
                    <a:cubicBezTo>
                      <a:pt x="211" y="96"/>
                      <a:pt x="209" y="97"/>
                      <a:pt x="209" y="100"/>
                    </a:cubicBezTo>
                    <a:cubicBezTo>
                      <a:pt x="209" y="103"/>
                      <a:pt x="214" y="103"/>
                      <a:pt x="215" y="103"/>
                    </a:cubicBezTo>
                    <a:cubicBezTo>
                      <a:pt x="216" y="107"/>
                      <a:pt x="218" y="108"/>
                      <a:pt x="220" y="110"/>
                    </a:cubicBezTo>
                    <a:cubicBezTo>
                      <a:pt x="216" y="118"/>
                      <a:pt x="206" y="118"/>
                      <a:pt x="195" y="118"/>
                    </a:cubicBezTo>
                    <a:cubicBezTo>
                      <a:pt x="177" y="118"/>
                      <a:pt x="171" y="104"/>
                      <a:pt x="158" y="104"/>
                    </a:cubicBezTo>
                    <a:cubicBezTo>
                      <a:pt x="150" y="104"/>
                      <a:pt x="154" y="109"/>
                      <a:pt x="147" y="112"/>
                    </a:cubicBezTo>
                    <a:cubicBezTo>
                      <a:pt x="135" y="118"/>
                      <a:pt x="124" y="115"/>
                      <a:pt x="115" y="121"/>
                    </a:cubicBezTo>
                    <a:cubicBezTo>
                      <a:pt x="95" y="121"/>
                      <a:pt x="87" y="121"/>
                      <a:pt x="75" y="121"/>
                    </a:cubicBezTo>
                    <a:cubicBezTo>
                      <a:pt x="68" y="121"/>
                      <a:pt x="73" y="114"/>
                      <a:pt x="68" y="110"/>
                    </a:cubicBezTo>
                    <a:cubicBezTo>
                      <a:pt x="63" y="107"/>
                      <a:pt x="49" y="108"/>
                      <a:pt x="43" y="108"/>
                    </a:cubicBezTo>
                    <a:cubicBezTo>
                      <a:pt x="34" y="108"/>
                      <a:pt x="26" y="98"/>
                      <a:pt x="23" y="92"/>
                    </a:cubicBezTo>
                    <a:cubicBezTo>
                      <a:pt x="33" y="85"/>
                      <a:pt x="47" y="82"/>
                      <a:pt x="65" y="82"/>
                    </a:cubicBezTo>
                    <a:cubicBezTo>
                      <a:pt x="72" y="82"/>
                      <a:pt x="75" y="82"/>
                      <a:pt x="80" y="81"/>
                    </a:cubicBezTo>
                    <a:cubicBezTo>
                      <a:pt x="77" y="80"/>
                      <a:pt x="73" y="77"/>
                      <a:pt x="69" y="77"/>
                    </a:cubicBezTo>
                    <a:cubicBezTo>
                      <a:pt x="60" y="77"/>
                      <a:pt x="50" y="77"/>
                      <a:pt x="45" y="77"/>
                    </a:cubicBezTo>
                    <a:cubicBezTo>
                      <a:pt x="36" y="77"/>
                      <a:pt x="12" y="81"/>
                      <a:pt x="12" y="69"/>
                    </a:cubicBezTo>
                    <a:cubicBezTo>
                      <a:pt x="12" y="59"/>
                      <a:pt x="24" y="63"/>
                      <a:pt x="29" y="60"/>
                    </a:cubicBezTo>
                    <a:cubicBezTo>
                      <a:pt x="22" y="58"/>
                      <a:pt x="19" y="59"/>
                      <a:pt x="14" y="59"/>
                    </a:cubicBezTo>
                    <a:cubicBezTo>
                      <a:pt x="9" y="59"/>
                      <a:pt x="0" y="53"/>
                      <a:pt x="0" y="51"/>
                    </a:cubicBezTo>
                    <a:cubicBezTo>
                      <a:pt x="0" y="29"/>
                      <a:pt x="41" y="13"/>
                      <a:pt x="56" y="13"/>
                    </a:cubicBezTo>
                    <a:cubicBezTo>
                      <a:pt x="63" y="13"/>
                      <a:pt x="62" y="26"/>
                      <a:pt x="64" y="29"/>
                    </a:cubicBezTo>
                    <a:cubicBezTo>
                      <a:pt x="68" y="26"/>
                      <a:pt x="71" y="21"/>
                      <a:pt x="78" y="21"/>
                    </a:cubicBezTo>
                    <a:cubicBezTo>
                      <a:pt x="90" y="21"/>
                      <a:pt x="94" y="26"/>
                      <a:pt x="98" y="34"/>
                    </a:cubicBezTo>
                    <a:cubicBezTo>
                      <a:pt x="102" y="33"/>
                      <a:pt x="106" y="32"/>
                      <a:pt x="111" y="31"/>
                    </a:cubicBezTo>
                    <a:cubicBezTo>
                      <a:pt x="110" y="27"/>
                      <a:pt x="109" y="25"/>
                      <a:pt x="109" y="23"/>
                    </a:cubicBezTo>
                    <a:cubicBezTo>
                      <a:pt x="118" y="23"/>
                      <a:pt x="118" y="23"/>
                      <a:pt x="118" y="23"/>
                    </a:cubicBezTo>
                    <a:cubicBezTo>
                      <a:pt x="124" y="25"/>
                      <a:pt x="131" y="30"/>
                      <a:pt x="133" y="35"/>
                    </a:cubicBezTo>
                    <a:cubicBezTo>
                      <a:pt x="135" y="40"/>
                      <a:pt x="132" y="51"/>
                      <a:pt x="140" y="51"/>
                    </a:cubicBezTo>
                    <a:cubicBezTo>
                      <a:pt x="144" y="51"/>
                      <a:pt x="144" y="50"/>
                      <a:pt x="146" y="48"/>
                    </a:cubicBezTo>
                    <a:cubicBezTo>
                      <a:pt x="142" y="42"/>
                      <a:pt x="136" y="21"/>
                      <a:pt x="136" y="17"/>
                    </a:cubicBezTo>
                    <a:cubicBezTo>
                      <a:pt x="136" y="14"/>
                      <a:pt x="140" y="12"/>
                      <a:pt x="144" y="12"/>
                    </a:cubicBezTo>
                    <a:cubicBezTo>
                      <a:pt x="152" y="12"/>
                      <a:pt x="149" y="15"/>
                      <a:pt x="156" y="12"/>
                    </a:cubicBezTo>
                    <a:cubicBezTo>
                      <a:pt x="156" y="10"/>
                      <a:pt x="156" y="9"/>
                      <a:pt x="156" y="7"/>
                    </a:cubicBezTo>
                    <a:cubicBezTo>
                      <a:pt x="156" y="3"/>
                      <a:pt x="162" y="0"/>
                      <a:pt x="169" y="0"/>
                    </a:cubicBezTo>
                    <a:cubicBezTo>
                      <a:pt x="177" y="0"/>
                      <a:pt x="184" y="3"/>
                      <a:pt x="184" y="10"/>
                    </a:cubicBezTo>
                    <a:cubicBezTo>
                      <a:pt x="184" y="16"/>
                      <a:pt x="175" y="20"/>
                      <a:pt x="175" y="24"/>
                    </a:cubicBezTo>
                    <a:cubicBezTo>
                      <a:pt x="175" y="40"/>
                      <a:pt x="187" y="50"/>
                      <a:pt x="187" y="62"/>
                    </a:cubicBezTo>
                    <a:cubicBezTo>
                      <a:pt x="187" y="76"/>
                      <a:pt x="224" y="85"/>
                      <a:pt x="232" y="92"/>
                    </a:cubicBezTo>
                    <a:cubicBezTo>
                      <a:pt x="224" y="97"/>
                      <a:pt x="222" y="96"/>
                      <a:pt x="214" y="9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1" name="íṡḻïdê"/>
              <p:cNvSpPr/>
              <p:nvPr/>
            </p:nvSpPr>
            <p:spPr bwMode="auto">
              <a:xfrm>
                <a:off x="7016886" y="2589608"/>
                <a:ext cx="163472" cy="107977"/>
              </a:xfrm>
              <a:custGeom>
                <a:avLst/>
                <a:gdLst/>
                <a:ahLst/>
                <a:cxnLst>
                  <a:cxn ang="0">
                    <a:pos x="28" y="82"/>
                  </a:cxn>
                  <a:cxn ang="0">
                    <a:pos x="22" y="73"/>
                  </a:cxn>
                  <a:cxn ang="0">
                    <a:pos x="0" y="64"/>
                  </a:cxn>
                  <a:cxn ang="0">
                    <a:pos x="22" y="21"/>
                  </a:cxn>
                  <a:cxn ang="0">
                    <a:pos x="16" y="5"/>
                  </a:cxn>
                  <a:cxn ang="0">
                    <a:pos x="42" y="5"/>
                  </a:cxn>
                  <a:cxn ang="0">
                    <a:pos x="60" y="2"/>
                  </a:cxn>
                  <a:cxn ang="0">
                    <a:pos x="84" y="11"/>
                  </a:cxn>
                  <a:cxn ang="0">
                    <a:pos x="99" y="10"/>
                  </a:cxn>
                  <a:cxn ang="0">
                    <a:pos x="130" y="29"/>
                  </a:cxn>
                  <a:cxn ang="0">
                    <a:pos x="102" y="38"/>
                  </a:cxn>
                  <a:cxn ang="0">
                    <a:pos x="69" y="71"/>
                  </a:cxn>
                  <a:cxn ang="0">
                    <a:pos x="35" y="86"/>
                  </a:cxn>
                  <a:cxn ang="0">
                    <a:pos x="28" y="82"/>
                  </a:cxn>
                </a:cxnLst>
                <a:rect l="0" t="0" r="r" b="b"/>
                <a:pathLst>
                  <a:path w="130" h="86">
                    <a:moveTo>
                      <a:pt x="28" y="82"/>
                    </a:moveTo>
                    <a:cubicBezTo>
                      <a:pt x="26" y="82"/>
                      <a:pt x="23" y="75"/>
                      <a:pt x="22" y="73"/>
                    </a:cubicBezTo>
                    <a:cubicBezTo>
                      <a:pt x="18" y="68"/>
                      <a:pt x="0" y="69"/>
                      <a:pt x="0" y="64"/>
                    </a:cubicBezTo>
                    <a:cubicBezTo>
                      <a:pt x="0" y="49"/>
                      <a:pt x="22" y="37"/>
                      <a:pt x="22" y="21"/>
                    </a:cubicBezTo>
                    <a:cubicBezTo>
                      <a:pt x="22" y="17"/>
                      <a:pt x="16" y="10"/>
                      <a:pt x="16" y="5"/>
                    </a:cubicBezTo>
                    <a:cubicBezTo>
                      <a:pt x="27" y="1"/>
                      <a:pt x="32" y="5"/>
                      <a:pt x="42" y="5"/>
                    </a:cubicBezTo>
                    <a:cubicBezTo>
                      <a:pt x="48" y="5"/>
                      <a:pt x="52" y="0"/>
                      <a:pt x="60" y="2"/>
                    </a:cubicBezTo>
                    <a:cubicBezTo>
                      <a:pt x="70" y="5"/>
                      <a:pt x="74" y="10"/>
                      <a:pt x="84" y="11"/>
                    </a:cubicBezTo>
                    <a:cubicBezTo>
                      <a:pt x="88" y="15"/>
                      <a:pt x="93" y="10"/>
                      <a:pt x="99" y="10"/>
                    </a:cubicBezTo>
                    <a:cubicBezTo>
                      <a:pt x="108" y="10"/>
                      <a:pt x="130" y="19"/>
                      <a:pt x="130" y="29"/>
                    </a:cubicBezTo>
                    <a:cubicBezTo>
                      <a:pt x="130" y="34"/>
                      <a:pt x="106" y="37"/>
                      <a:pt x="102" y="38"/>
                    </a:cubicBezTo>
                    <a:cubicBezTo>
                      <a:pt x="88" y="43"/>
                      <a:pt x="69" y="61"/>
                      <a:pt x="69" y="71"/>
                    </a:cubicBezTo>
                    <a:cubicBezTo>
                      <a:pt x="69" y="75"/>
                      <a:pt x="38" y="86"/>
                      <a:pt x="35" y="86"/>
                    </a:cubicBezTo>
                    <a:cubicBezTo>
                      <a:pt x="32" y="86"/>
                      <a:pt x="30" y="82"/>
                      <a:pt x="28" y="8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2" name="ïṩḻîdê"/>
              <p:cNvSpPr/>
              <p:nvPr/>
            </p:nvSpPr>
            <p:spPr bwMode="auto">
              <a:xfrm>
                <a:off x="7147363" y="2513123"/>
                <a:ext cx="193467" cy="82483"/>
              </a:xfrm>
              <a:custGeom>
                <a:avLst/>
                <a:gdLst/>
                <a:ahLst/>
                <a:cxnLst>
                  <a:cxn ang="0">
                    <a:pos x="53" y="65"/>
                  </a:cxn>
                  <a:cxn ang="0">
                    <a:pos x="41" y="59"/>
                  </a:cxn>
                  <a:cxn ang="0">
                    <a:pos x="53" y="53"/>
                  </a:cxn>
                  <a:cxn ang="0">
                    <a:pos x="46" y="43"/>
                  </a:cxn>
                  <a:cxn ang="0">
                    <a:pos x="41" y="49"/>
                  </a:cxn>
                  <a:cxn ang="0">
                    <a:pos x="22" y="52"/>
                  </a:cxn>
                  <a:cxn ang="0">
                    <a:pos x="7" y="49"/>
                  </a:cxn>
                  <a:cxn ang="0">
                    <a:pos x="0" y="42"/>
                  </a:cxn>
                  <a:cxn ang="0">
                    <a:pos x="0" y="36"/>
                  </a:cxn>
                  <a:cxn ang="0">
                    <a:pos x="11" y="31"/>
                  </a:cxn>
                  <a:cxn ang="0">
                    <a:pos x="31" y="36"/>
                  </a:cxn>
                  <a:cxn ang="0">
                    <a:pos x="11" y="30"/>
                  </a:cxn>
                  <a:cxn ang="0">
                    <a:pos x="11" y="23"/>
                  </a:cxn>
                  <a:cxn ang="0">
                    <a:pos x="19" y="23"/>
                  </a:cxn>
                  <a:cxn ang="0">
                    <a:pos x="38" y="26"/>
                  </a:cxn>
                  <a:cxn ang="0">
                    <a:pos x="16" y="22"/>
                  </a:cxn>
                  <a:cxn ang="0">
                    <a:pos x="25" y="17"/>
                  </a:cxn>
                  <a:cxn ang="0">
                    <a:pos x="36" y="18"/>
                  </a:cxn>
                  <a:cxn ang="0">
                    <a:pos x="23" y="12"/>
                  </a:cxn>
                  <a:cxn ang="0">
                    <a:pos x="38" y="12"/>
                  </a:cxn>
                  <a:cxn ang="0">
                    <a:pos x="45" y="19"/>
                  </a:cxn>
                  <a:cxn ang="0">
                    <a:pos x="55" y="19"/>
                  </a:cxn>
                  <a:cxn ang="0">
                    <a:pos x="97" y="36"/>
                  </a:cxn>
                  <a:cxn ang="0">
                    <a:pos x="107" y="30"/>
                  </a:cxn>
                  <a:cxn ang="0">
                    <a:pos x="98" y="29"/>
                  </a:cxn>
                  <a:cxn ang="0">
                    <a:pos x="102" y="27"/>
                  </a:cxn>
                  <a:cxn ang="0">
                    <a:pos x="102" y="21"/>
                  </a:cxn>
                  <a:cxn ang="0">
                    <a:pos x="91" y="15"/>
                  </a:cxn>
                  <a:cxn ang="0">
                    <a:pos x="107" y="0"/>
                  </a:cxn>
                  <a:cxn ang="0">
                    <a:pos x="116" y="4"/>
                  </a:cxn>
                  <a:cxn ang="0">
                    <a:pos x="116" y="9"/>
                  </a:cxn>
                  <a:cxn ang="0">
                    <a:pos x="132" y="26"/>
                  </a:cxn>
                  <a:cxn ang="0">
                    <a:pos x="144" y="20"/>
                  </a:cxn>
                  <a:cxn ang="0">
                    <a:pos x="154" y="31"/>
                  </a:cxn>
                  <a:cxn ang="0">
                    <a:pos x="140" y="52"/>
                  </a:cxn>
                  <a:cxn ang="0">
                    <a:pos x="111" y="51"/>
                  </a:cxn>
                  <a:cxn ang="0">
                    <a:pos x="82" y="59"/>
                  </a:cxn>
                  <a:cxn ang="0">
                    <a:pos x="53" y="65"/>
                  </a:cxn>
                </a:cxnLst>
                <a:rect l="0" t="0" r="r" b="b"/>
                <a:pathLst>
                  <a:path w="154" h="65">
                    <a:moveTo>
                      <a:pt x="53" y="65"/>
                    </a:moveTo>
                    <a:cubicBezTo>
                      <a:pt x="48" y="65"/>
                      <a:pt x="41" y="61"/>
                      <a:pt x="41" y="59"/>
                    </a:cubicBezTo>
                    <a:cubicBezTo>
                      <a:pt x="41" y="52"/>
                      <a:pt x="47" y="53"/>
                      <a:pt x="53" y="53"/>
                    </a:cubicBezTo>
                    <a:cubicBezTo>
                      <a:pt x="50" y="50"/>
                      <a:pt x="46" y="48"/>
                      <a:pt x="46" y="43"/>
                    </a:cubicBezTo>
                    <a:cubicBezTo>
                      <a:pt x="43" y="44"/>
                      <a:pt x="41" y="46"/>
                      <a:pt x="41" y="49"/>
                    </a:cubicBezTo>
                    <a:cubicBezTo>
                      <a:pt x="33" y="50"/>
                      <a:pt x="27" y="52"/>
                      <a:pt x="22" y="52"/>
                    </a:cubicBezTo>
                    <a:cubicBezTo>
                      <a:pt x="16" y="52"/>
                      <a:pt x="10" y="49"/>
                      <a:pt x="7" y="49"/>
                    </a:cubicBezTo>
                    <a:cubicBezTo>
                      <a:pt x="3" y="49"/>
                      <a:pt x="0" y="46"/>
                      <a:pt x="0" y="42"/>
                    </a:cubicBezTo>
                    <a:cubicBezTo>
                      <a:pt x="0" y="38"/>
                      <a:pt x="2" y="39"/>
                      <a:pt x="0" y="36"/>
                    </a:cubicBezTo>
                    <a:cubicBezTo>
                      <a:pt x="5" y="35"/>
                      <a:pt x="7" y="31"/>
                      <a:pt x="11" y="31"/>
                    </a:cubicBezTo>
                    <a:cubicBezTo>
                      <a:pt x="20" y="31"/>
                      <a:pt x="24" y="35"/>
                      <a:pt x="31" y="36"/>
                    </a:cubicBezTo>
                    <a:cubicBezTo>
                      <a:pt x="24" y="35"/>
                      <a:pt x="17" y="32"/>
                      <a:pt x="11" y="30"/>
                    </a:cubicBezTo>
                    <a:cubicBezTo>
                      <a:pt x="11" y="23"/>
                      <a:pt x="11" y="23"/>
                      <a:pt x="11" y="23"/>
                    </a:cubicBezTo>
                    <a:cubicBezTo>
                      <a:pt x="15" y="23"/>
                      <a:pt x="19" y="23"/>
                      <a:pt x="19" y="23"/>
                    </a:cubicBezTo>
                    <a:cubicBezTo>
                      <a:pt x="20" y="23"/>
                      <a:pt x="34" y="26"/>
                      <a:pt x="38" y="26"/>
                    </a:cubicBezTo>
                    <a:cubicBezTo>
                      <a:pt x="30" y="25"/>
                      <a:pt x="23" y="26"/>
                      <a:pt x="16" y="22"/>
                    </a:cubicBezTo>
                    <a:cubicBezTo>
                      <a:pt x="18" y="19"/>
                      <a:pt x="22" y="17"/>
                      <a:pt x="25" y="17"/>
                    </a:cubicBezTo>
                    <a:cubicBezTo>
                      <a:pt x="31" y="17"/>
                      <a:pt x="32" y="19"/>
                      <a:pt x="36" y="18"/>
                    </a:cubicBezTo>
                    <a:cubicBezTo>
                      <a:pt x="31" y="19"/>
                      <a:pt x="23" y="18"/>
                      <a:pt x="23" y="12"/>
                    </a:cubicBezTo>
                    <a:cubicBezTo>
                      <a:pt x="31" y="11"/>
                      <a:pt x="34" y="12"/>
                      <a:pt x="38" y="12"/>
                    </a:cubicBezTo>
                    <a:cubicBezTo>
                      <a:pt x="39" y="12"/>
                      <a:pt x="45" y="14"/>
                      <a:pt x="45" y="19"/>
                    </a:cubicBezTo>
                    <a:cubicBezTo>
                      <a:pt x="50" y="19"/>
                      <a:pt x="54" y="19"/>
                      <a:pt x="55" y="19"/>
                    </a:cubicBezTo>
                    <a:cubicBezTo>
                      <a:pt x="68" y="19"/>
                      <a:pt x="78" y="36"/>
                      <a:pt x="97" y="36"/>
                    </a:cubicBezTo>
                    <a:cubicBezTo>
                      <a:pt x="103" y="36"/>
                      <a:pt x="105" y="34"/>
                      <a:pt x="107" y="30"/>
                    </a:cubicBezTo>
                    <a:cubicBezTo>
                      <a:pt x="102" y="30"/>
                      <a:pt x="100" y="30"/>
                      <a:pt x="98" y="29"/>
                    </a:cubicBezTo>
                    <a:cubicBezTo>
                      <a:pt x="98" y="28"/>
                      <a:pt x="101" y="27"/>
                      <a:pt x="102" y="27"/>
                    </a:cubicBezTo>
                    <a:cubicBezTo>
                      <a:pt x="102" y="21"/>
                      <a:pt x="102" y="21"/>
                      <a:pt x="102" y="21"/>
                    </a:cubicBezTo>
                    <a:cubicBezTo>
                      <a:pt x="99" y="21"/>
                      <a:pt x="91" y="19"/>
                      <a:pt x="91" y="15"/>
                    </a:cubicBezTo>
                    <a:cubicBezTo>
                      <a:pt x="91" y="7"/>
                      <a:pt x="103" y="4"/>
                      <a:pt x="107" y="0"/>
                    </a:cubicBezTo>
                    <a:cubicBezTo>
                      <a:pt x="110" y="2"/>
                      <a:pt x="113" y="4"/>
                      <a:pt x="116" y="4"/>
                    </a:cubicBezTo>
                    <a:cubicBezTo>
                      <a:pt x="115" y="7"/>
                      <a:pt x="116" y="8"/>
                      <a:pt x="116" y="9"/>
                    </a:cubicBezTo>
                    <a:cubicBezTo>
                      <a:pt x="116" y="16"/>
                      <a:pt x="124" y="26"/>
                      <a:pt x="132" y="26"/>
                    </a:cubicBezTo>
                    <a:cubicBezTo>
                      <a:pt x="136" y="26"/>
                      <a:pt x="139" y="20"/>
                      <a:pt x="144" y="20"/>
                    </a:cubicBezTo>
                    <a:cubicBezTo>
                      <a:pt x="150" y="20"/>
                      <a:pt x="154" y="26"/>
                      <a:pt x="154" y="31"/>
                    </a:cubicBezTo>
                    <a:cubicBezTo>
                      <a:pt x="154" y="37"/>
                      <a:pt x="144" y="51"/>
                      <a:pt x="140" y="52"/>
                    </a:cubicBezTo>
                    <a:cubicBezTo>
                      <a:pt x="137" y="53"/>
                      <a:pt x="111" y="50"/>
                      <a:pt x="111" y="51"/>
                    </a:cubicBezTo>
                    <a:cubicBezTo>
                      <a:pt x="111" y="52"/>
                      <a:pt x="83" y="58"/>
                      <a:pt x="82" y="59"/>
                    </a:cubicBezTo>
                    <a:cubicBezTo>
                      <a:pt x="73" y="62"/>
                      <a:pt x="64" y="65"/>
                      <a:pt x="53" y="6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3" name="iṥļîḍe"/>
              <p:cNvSpPr/>
              <p:nvPr/>
            </p:nvSpPr>
            <p:spPr bwMode="auto">
              <a:xfrm>
                <a:off x="7118868" y="2543117"/>
                <a:ext cx="26995" cy="19496"/>
              </a:xfrm>
              <a:custGeom>
                <a:avLst/>
                <a:gdLst/>
                <a:ahLst/>
                <a:cxnLst>
                  <a:cxn ang="0">
                    <a:pos x="8" y="16"/>
                  </a:cxn>
                  <a:cxn ang="0">
                    <a:pos x="0" y="11"/>
                  </a:cxn>
                  <a:cxn ang="0">
                    <a:pos x="21" y="0"/>
                  </a:cxn>
                  <a:cxn ang="0">
                    <a:pos x="8" y="16"/>
                  </a:cxn>
                </a:cxnLst>
                <a:rect l="0" t="0" r="r" b="b"/>
                <a:pathLst>
                  <a:path w="21" h="16">
                    <a:moveTo>
                      <a:pt x="8" y="16"/>
                    </a:moveTo>
                    <a:cubicBezTo>
                      <a:pt x="4" y="16"/>
                      <a:pt x="0" y="14"/>
                      <a:pt x="0" y="11"/>
                    </a:cubicBezTo>
                    <a:cubicBezTo>
                      <a:pt x="0" y="3"/>
                      <a:pt x="16" y="0"/>
                      <a:pt x="21" y="0"/>
                    </a:cubicBezTo>
                    <a:cubicBezTo>
                      <a:pt x="20" y="7"/>
                      <a:pt x="13" y="16"/>
                      <a:pt x="8" y="1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4" name="íšḷíḋé"/>
              <p:cNvSpPr/>
              <p:nvPr/>
            </p:nvSpPr>
            <p:spPr bwMode="auto">
              <a:xfrm>
                <a:off x="7189356" y="2514624"/>
                <a:ext cx="20996" cy="7499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6" y="6"/>
                  </a:cxn>
                  <a:cxn ang="0">
                    <a:pos x="6" y="6"/>
                  </a:cxn>
                </a:cxnLst>
                <a:rect l="0" t="0" r="r" b="b"/>
                <a:pathLst>
                  <a:path w="16" h="6">
                    <a:moveTo>
                      <a:pt x="6" y="6"/>
                    </a:moveTo>
                    <a:cubicBezTo>
                      <a:pt x="4" y="6"/>
                      <a:pt x="0" y="4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4" y="6"/>
                      <a:pt x="6" y="6"/>
                      <a:pt x="6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5" name="íṡḷîḓê"/>
              <p:cNvSpPr/>
              <p:nvPr/>
            </p:nvSpPr>
            <p:spPr bwMode="auto">
              <a:xfrm>
                <a:off x="7063377" y="2489128"/>
                <a:ext cx="110981" cy="61488"/>
              </a:xfrm>
              <a:custGeom>
                <a:avLst/>
                <a:gdLst/>
                <a:ahLst/>
                <a:cxnLst>
                  <a:cxn ang="0">
                    <a:pos x="88" y="8"/>
                  </a:cxn>
                  <a:cxn ang="0">
                    <a:pos x="82" y="15"/>
                  </a:cxn>
                  <a:cxn ang="0">
                    <a:pos x="86" y="24"/>
                  </a:cxn>
                  <a:cxn ang="0">
                    <a:pos x="67" y="38"/>
                  </a:cxn>
                  <a:cxn ang="0">
                    <a:pos x="56" y="26"/>
                  </a:cxn>
                  <a:cxn ang="0">
                    <a:pos x="41" y="39"/>
                  </a:cxn>
                  <a:cxn ang="0">
                    <a:pos x="32" y="49"/>
                  </a:cxn>
                  <a:cxn ang="0">
                    <a:pos x="24" y="42"/>
                  </a:cxn>
                  <a:cxn ang="0">
                    <a:pos x="12" y="42"/>
                  </a:cxn>
                  <a:cxn ang="0">
                    <a:pos x="4" y="46"/>
                  </a:cxn>
                  <a:cxn ang="0">
                    <a:pos x="0" y="39"/>
                  </a:cxn>
                  <a:cxn ang="0">
                    <a:pos x="10" y="31"/>
                  </a:cxn>
                  <a:cxn ang="0">
                    <a:pos x="31" y="23"/>
                  </a:cxn>
                  <a:cxn ang="0">
                    <a:pos x="54" y="6"/>
                  </a:cxn>
                  <a:cxn ang="0">
                    <a:pos x="62" y="7"/>
                  </a:cxn>
                  <a:cxn ang="0">
                    <a:pos x="88" y="8"/>
                  </a:cxn>
                </a:cxnLst>
                <a:rect l="0" t="0" r="r" b="b"/>
                <a:pathLst>
                  <a:path w="88" h="49">
                    <a:moveTo>
                      <a:pt x="88" y="8"/>
                    </a:moveTo>
                    <a:cubicBezTo>
                      <a:pt x="88" y="11"/>
                      <a:pt x="86" y="14"/>
                      <a:pt x="82" y="15"/>
                    </a:cubicBezTo>
                    <a:cubicBezTo>
                      <a:pt x="83" y="19"/>
                      <a:pt x="86" y="20"/>
                      <a:pt x="86" y="24"/>
                    </a:cubicBezTo>
                    <a:cubicBezTo>
                      <a:pt x="67" y="38"/>
                      <a:pt x="67" y="38"/>
                      <a:pt x="67" y="38"/>
                    </a:cubicBezTo>
                    <a:cubicBezTo>
                      <a:pt x="60" y="38"/>
                      <a:pt x="60" y="28"/>
                      <a:pt x="56" y="26"/>
                    </a:cubicBezTo>
                    <a:cubicBezTo>
                      <a:pt x="55" y="33"/>
                      <a:pt x="48" y="40"/>
                      <a:pt x="41" y="39"/>
                    </a:cubicBezTo>
                    <a:cubicBezTo>
                      <a:pt x="40" y="44"/>
                      <a:pt x="37" y="49"/>
                      <a:pt x="32" y="49"/>
                    </a:cubicBezTo>
                    <a:cubicBezTo>
                      <a:pt x="28" y="49"/>
                      <a:pt x="25" y="44"/>
                      <a:pt x="24" y="42"/>
                    </a:cubicBezTo>
                    <a:cubicBezTo>
                      <a:pt x="19" y="45"/>
                      <a:pt x="16" y="42"/>
                      <a:pt x="12" y="42"/>
                    </a:cubicBezTo>
                    <a:cubicBezTo>
                      <a:pt x="9" y="42"/>
                      <a:pt x="8" y="45"/>
                      <a:pt x="4" y="46"/>
                    </a:cubicBezTo>
                    <a:cubicBezTo>
                      <a:pt x="4" y="43"/>
                      <a:pt x="0" y="41"/>
                      <a:pt x="0" y="39"/>
                    </a:cubicBezTo>
                    <a:cubicBezTo>
                      <a:pt x="0" y="38"/>
                      <a:pt x="8" y="32"/>
                      <a:pt x="10" y="31"/>
                    </a:cubicBezTo>
                    <a:cubicBezTo>
                      <a:pt x="17" y="28"/>
                      <a:pt x="23" y="27"/>
                      <a:pt x="31" y="23"/>
                    </a:cubicBezTo>
                    <a:cubicBezTo>
                      <a:pt x="39" y="18"/>
                      <a:pt x="41" y="6"/>
                      <a:pt x="54" y="6"/>
                    </a:cubicBezTo>
                    <a:cubicBezTo>
                      <a:pt x="57" y="6"/>
                      <a:pt x="58" y="7"/>
                      <a:pt x="62" y="7"/>
                    </a:cubicBezTo>
                    <a:cubicBezTo>
                      <a:pt x="62" y="7"/>
                      <a:pt x="88" y="0"/>
                      <a:pt x="88" y="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6" name="iṡļîḍê"/>
              <p:cNvSpPr/>
              <p:nvPr/>
            </p:nvSpPr>
            <p:spPr bwMode="auto">
              <a:xfrm>
                <a:off x="7211852" y="2450137"/>
                <a:ext cx="62989" cy="19496"/>
              </a:xfrm>
              <a:custGeom>
                <a:avLst/>
                <a:gdLst/>
                <a:ahLst/>
                <a:cxnLst>
                  <a:cxn ang="0">
                    <a:pos x="20" y="15"/>
                  </a:cxn>
                  <a:cxn ang="0">
                    <a:pos x="9" y="12"/>
                  </a:cxn>
                  <a:cxn ang="0">
                    <a:pos x="0" y="15"/>
                  </a:cxn>
                  <a:cxn ang="0">
                    <a:pos x="32" y="0"/>
                  </a:cxn>
                  <a:cxn ang="0">
                    <a:pos x="50" y="11"/>
                  </a:cxn>
                  <a:cxn ang="0">
                    <a:pos x="39" y="15"/>
                  </a:cxn>
                  <a:cxn ang="0">
                    <a:pos x="20" y="15"/>
                  </a:cxn>
                </a:cxnLst>
                <a:rect l="0" t="0" r="r" b="b"/>
                <a:pathLst>
                  <a:path w="50" h="15">
                    <a:moveTo>
                      <a:pt x="20" y="15"/>
                    </a:moveTo>
                    <a:cubicBezTo>
                      <a:pt x="14" y="15"/>
                      <a:pt x="13" y="12"/>
                      <a:pt x="9" y="12"/>
                    </a:cubicBezTo>
                    <a:cubicBezTo>
                      <a:pt x="5" y="12"/>
                      <a:pt x="3" y="15"/>
                      <a:pt x="0" y="15"/>
                    </a:cubicBezTo>
                    <a:cubicBezTo>
                      <a:pt x="0" y="9"/>
                      <a:pt x="26" y="0"/>
                      <a:pt x="32" y="0"/>
                    </a:cubicBezTo>
                    <a:cubicBezTo>
                      <a:pt x="41" y="0"/>
                      <a:pt x="49" y="5"/>
                      <a:pt x="50" y="11"/>
                    </a:cubicBezTo>
                    <a:cubicBezTo>
                      <a:pt x="47" y="12"/>
                      <a:pt x="44" y="15"/>
                      <a:pt x="39" y="15"/>
                    </a:cubicBezTo>
                    <a:cubicBezTo>
                      <a:pt x="27" y="15"/>
                      <a:pt x="29" y="15"/>
                      <a:pt x="20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7" name="íṡḻïḍe"/>
              <p:cNvSpPr/>
              <p:nvPr/>
            </p:nvSpPr>
            <p:spPr bwMode="auto">
              <a:xfrm>
                <a:off x="7213351" y="2472632"/>
                <a:ext cx="55491" cy="28494"/>
              </a:xfrm>
              <a:custGeom>
                <a:avLst/>
                <a:gdLst/>
                <a:ahLst/>
                <a:cxnLst>
                  <a:cxn ang="0">
                    <a:pos x="38" y="10"/>
                  </a:cxn>
                  <a:cxn ang="0">
                    <a:pos x="14" y="23"/>
                  </a:cxn>
                  <a:cxn ang="0">
                    <a:pos x="0" y="11"/>
                  </a:cxn>
                  <a:cxn ang="0">
                    <a:pos x="36" y="0"/>
                  </a:cxn>
                  <a:cxn ang="0">
                    <a:pos x="44" y="5"/>
                  </a:cxn>
                  <a:cxn ang="0">
                    <a:pos x="25" y="10"/>
                  </a:cxn>
                  <a:cxn ang="0">
                    <a:pos x="38" y="10"/>
                  </a:cxn>
                </a:cxnLst>
                <a:rect l="0" t="0" r="r" b="b"/>
                <a:pathLst>
                  <a:path w="44" h="23">
                    <a:moveTo>
                      <a:pt x="38" y="10"/>
                    </a:moveTo>
                    <a:cubicBezTo>
                      <a:pt x="38" y="19"/>
                      <a:pt x="24" y="23"/>
                      <a:pt x="14" y="23"/>
                    </a:cubicBezTo>
                    <a:cubicBezTo>
                      <a:pt x="8" y="23"/>
                      <a:pt x="0" y="15"/>
                      <a:pt x="0" y="11"/>
                    </a:cubicBezTo>
                    <a:cubicBezTo>
                      <a:pt x="0" y="1"/>
                      <a:pt x="27" y="0"/>
                      <a:pt x="36" y="0"/>
                    </a:cubicBezTo>
                    <a:cubicBezTo>
                      <a:pt x="41" y="0"/>
                      <a:pt x="43" y="3"/>
                      <a:pt x="44" y="5"/>
                    </a:cubicBezTo>
                    <a:cubicBezTo>
                      <a:pt x="39" y="9"/>
                      <a:pt x="32" y="10"/>
                      <a:pt x="25" y="10"/>
                    </a:cubicBezTo>
                    <a:lnTo>
                      <a:pt x="38" y="1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8" name="îslïdé"/>
              <p:cNvSpPr/>
              <p:nvPr/>
            </p:nvSpPr>
            <p:spPr bwMode="auto">
              <a:xfrm>
                <a:off x="7186356" y="2468133"/>
                <a:ext cx="19497" cy="20996"/>
              </a:xfrm>
              <a:custGeom>
                <a:avLst/>
                <a:gdLst/>
                <a:ahLst/>
                <a:cxnLst>
                  <a:cxn ang="0">
                    <a:pos x="15" y="12"/>
                  </a:cxn>
                  <a:cxn ang="0">
                    <a:pos x="9" y="17"/>
                  </a:cxn>
                  <a:cxn ang="0">
                    <a:pos x="0" y="11"/>
                  </a:cxn>
                  <a:cxn ang="0">
                    <a:pos x="15" y="12"/>
                  </a:cxn>
                </a:cxnLst>
                <a:rect l="0" t="0" r="r" b="b"/>
                <a:pathLst>
                  <a:path w="15" h="17">
                    <a:moveTo>
                      <a:pt x="15" y="12"/>
                    </a:moveTo>
                    <a:cubicBezTo>
                      <a:pt x="13" y="15"/>
                      <a:pt x="12" y="17"/>
                      <a:pt x="9" y="17"/>
                    </a:cubicBezTo>
                    <a:cubicBezTo>
                      <a:pt x="5" y="17"/>
                      <a:pt x="0" y="13"/>
                      <a:pt x="0" y="11"/>
                    </a:cubicBezTo>
                    <a:cubicBezTo>
                      <a:pt x="0" y="0"/>
                      <a:pt x="12" y="11"/>
                      <a:pt x="15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69" name="iṥḻïḋê"/>
              <p:cNvSpPr/>
              <p:nvPr/>
            </p:nvSpPr>
            <p:spPr bwMode="auto">
              <a:xfrm>
                <a:off x="7391821" y="2613603"/>
                <a:ext cx="94484" cy="76484"/>
              </a:xfrm>
              <a:custGeom>
                <a:avLst/>
                <a:gdLst/>
                <a:ahLst/>
                <a:cxnLst>
                  <a:cxn ang="0">
                    <a:pos x="66" y="23"/>
                  </a:cxn>
                  <a:cxn ang="0">
                    <a:pos x="65" y="30"/>
                  </a:cxn>
                  <a:cxn ang="0">
                    <a:pos x="75" y="32"/>
                  </a:cxn>
                  <a:cxn ang="0">
                    <a:pos x="57" y="55"/>
                  </a:cxn>
                  <a:cxn ang="0">
                    <a:pos x="49" y="61"/>
                  </a:cxn>
                  <a:cxn ang="0">
                    <a:pos x="39" y="54"/>
                  </a:cxn>
                  <a:cxn ang="0">
                    <a:pos x="0" y="30"/>
                  </a:cxn>
                  <a:cxn ang="0">
                    <a:pos x="0" y="23"/>
                  </a:cxn>
                  <a:cxn ang="0">
                    <a:pos x="20" y="28"/>
                  </a:cxn>
                  <a:cxn ang="0">
                    <a:pos x="27" y="28"/>
                  </a:cxn>
                  <a:cxn ang="0">
                    <a:pos x="27" y="16"/>
                  </a:cxn>
                  <a:cxn ang="0">
                    <a:pos x="12" y="11"/>
                  </a:cxn>
                  <a:cxn ang="0">
                    <a:pos x="16" y="7"/>
                  </a:cxn>
                  <a:cxn ang="0">
                    <a:pos x="42" y="2"/>
                  </a:cxn>
                  <a:cxn ang="0">
                    <a:pos x="60" y="2"/>
                  </a:cxn>
                  <a:cxn ang="0">
                    <a:pos x="64" y="6"/>
                  </a:cxn>
                  <a:cxn ang="0">
                    <a:pos x="50" y="22"/>
                  </a:cxn>
                  <a:cxn ang="0">
                    <a:pos x="66" y="23"/>
                  </a:cxn>
                </a:cxnLst>
                <a:rect l="0" t="0" r="r" b="b"/>
                <a:pathLst>
                  <a:path w="75" h="61">
                    <a:moveTo>
                      <a:pt x="66" y="23"/>
                    </a:moveTo>
                    <a:cubicBezTo>
                      <a:pt x="66" y="29"/>
                      <a:pt x="65" y="25"/>
                      <a:pt x="65" y="30"/>
                    </a:cubicBezTo>
                    <a:cubicBezTo>
                      <a:pt x="67" y="30"/>
                      <a:pt x="72" y="31"/>
                      <a:pt x="75" y="32"/>
                    </a:cubicBezTo>
                    <a:cubicBezTo>
                      <a:pt x="73" y="56"/>
                      <a:pt x="72" y="49"/>
                      <a:pt x="57" y="55"/>
                    </a:cubicBezTo>
                    <a:cubicBezTo>
                      <a:pt x="53" y="56"/>
                      <a:pt x="53" y="61"/>
                      <a:pt x="49" y="61"/>
                    </a:cubicBezTo>
                    <a:cubicBezTo>
                      <a:pt x="42" y="61"/>
                      <a:pt x="42" y="56"/>
                      <a:pt x="39" y="54"/>
                    </a:cubicBezTo>
                    <a:cubicBezTo>
                      <a:pt x="27" y="41"/>
                      <a:pt x="13" y="43"/>
                      <a:pt x="0" y="30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6" y="23"/>
                      <a:pt x="12" y="28"/>
                      <a:pt x="20" y="28"/>
                    </a:cubicBezTo>
                    <a:cubicBezTo>
                      <a:pt x="24" y="28"/>
                      <a:pt x="23" y="28"/>
                      <a:pt x="27" y="28"/>
                    </a:cubicBezTo>
                    <a:cubicBezTo>
                      <a:pt x="27" y="16"/>
                      <a:pt x="27" y="16"/>
                      <a:pt x="27" y="16"/>
                    </a:cubicBezTo>
                    <a:cubicBezTo>
                      <a:pt x="21" y="15"/>
                      <a:pt x="12" y="16"/>
                      <a:pt x="12" y="11"/>
                    </a:cubicBezTo>
                    <a:cubicBezTo>
                      <a:pt x="12" y="9"/>
                      <a:pt x="15" y="8"/>
                      <a:pt x="16" y="7"/>
                    </a:cubicBezTo>
                    <a:cubicBezTo>
                      <a:pt x="23" y="0"/>
                      <a:pt x="32" y="2"/>
                      <a:pt x="42" y="2"/>
                    </a:cubicBezTo>
                    <a:cubicBezTo>
                      <a:pt x="50" y="2"/>
                      <a:pt x="60" y="2"/>
                      <a:pt x="60" y="2"/>
                    </a:cubicBezTo>
                    <a:cubicBezTo>
                      <a:pt x="61" y="2"/>
                      <a:pt x="64" y="4"/>
                      <a:pt x="64" y="6"/>
                    </a:cubicBezTo>
                    <a:cubicBezTo>
                      <a:pt x="64" y="15"/>
                      <a:pt x="53" y="18"/>
                      <a:pt x="50" y="22"/>
                    </a:cubicBezTo>
                    <a:cubicBezTo>
                      <a:pt x="53" y="22"/>
                      <a:pt x="66" y="18"/>
                      <a:pt x="66" y="2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0" name="îS1íḑé"/>
              <p:cNvSpPr/>
              <p:nvPr/>
            </p:nvSpPr>
            <p:spPr bwMode="auto">
              <a:xfrm>
                <a:off x="7358827" y="2520622"/>
                <a:ext cx="104982" cy="56988"/>
              </a:xfrm>
              <a:custGeom>
                <a:avLst/>
                <a:gdLst/>
                <a:ahLst/>
                <a:cxnLst>
                  <a:cxn ang="0">
                    <a:pos x="4" y="11"/>
                  </a:cxn>
                  <a:cxn ang="0">
                    <a:pos x="0" y="2"/>
                  </a:cxn>
                  <a:cxn ang="0">
                    <a:pos x="5" y="2"/>
                  </a:cxn>
                  <a:cxn ang="0">
                    <a:pos x="38" y="20"/>
                  </a:cxn>
                  <a:cxn ang="0">
                    <a:pos x="29" y="13"/>
                  </a:cxn>
                  <a:cxn ang="0">
                    <a:pos x="29" y="8"/>
                  </a:cxn>
                  <a:cxn ang="0">
                    <a:pos x="54" y="17"/>
                  </a:cxn>
                  <a:cxn ang="0">
                    <a:pos x="54" y="8"/>
                  </a:cxn>
                  <a:cxn ang="0">
                    <a:pos x="38" y="1"/>
                  </a:cxn>
                  <a:cxn ang="0">
                    <a:pos x="46" y="1"/>
                  </a:cxn>
                  <a:cxn ang="0">
                    <a:pos x="66" y="5"/>
                  </a:cxn>
                  <a:cxn ang="0">
                    <a:pos x="75" y="2"/>
                  </a:cxn>
                  <a:cxn ang="0">
                    <a:pos x="84" y="13"/>
                  </a:cxn>
                  <a:cxn ang="0">
                    <a:pos x="80" y="41"/>
                  </a:cxn>
                  <a:cxn ang="0">
                    <a:pos x="62" y="43"/>
                  </a:cxn>
                  <a:cxn ang="0">
                    <a:pos x="48" y="41"/>
                  </a:cxn>
                  <a:cxn ang="0">
                    <a:pos x="51" y="36"/>
                  </a:cxn>
                  <a:cxn ang="0">
                    <a:pos x="51" y="32"/>
                  </a:cxn>
                  <a:cxn ang="0">
                    <a:pos x="62" y="25"/>
                  </a:cxn>
                  <a:cxn ang="0">
                    <a:pos x="57" y="24"/>
                  </a:cxn>
                  <a:cxn ang="0">
                    <a:pos x="25" y="28"/>
                  </a:cxn>
                  <a:cxn ang="0">
                    <a:pos x="20" y="23"/>
                  </a:cxn>
                  <a:cxn ang="0">
                    <a:pos x="13" y="23"/>
                  </a:cxn>
                  <a:cxn ang="0">
                    <a:pos x="12" y="19"/>
                  </a:cxn>
                  <a:cxn ang="0">
                    <a:pos x="1" y="14"/>
                  </a:cxn>
                  <a:cxn ang="0">
                    <a:pos x="1" y="6"/>
                  </a:cxn>
                  <a:cxn ang="0">
                    <a:pos x="4" y="11"/>
                  </a:cxn>
                </a:cxnLst>
                <a:rect l="0" t="0" r="r" b="b"/>
                <a:pathLst>
                  <a:path w="84" h="45">
                    <a:moveTo>
                      <a:pt x="4" y="11"/>
                    </a:moveTo>
                    <a:cubicBezTo>
                      <a:pt x="2" y="9"/>
                      <a:pt x="0" y="6"/>
                      <a:pt x="0" y="2"/>
                    </a:cubicBezTo>
                    <a:cubicBezTo>
                      <a:pt x="1" y="2"/>
                      <a:pt x="3" y="2"/>
                      <a:pt x="5" y="2"/>
                    </a:cubicBezTo>
                    <a:cubicBezTo>
                      <a:pt x="18" y="2"/>
                      <a:pt x="24" y="24"/>
                      <a:pt x="38" y="20"/>
                    </a:cubicBezTo>
                    <a:cubicBezTo>
                      <a:pt x="35" y="18"/>
                      <a:pt x="31" y="15"/>
                      <a:pt x="29" y="13"/>
                    </a:cubicBezTo>
                    <a:cubicBezTo>
                      <a:pt x="29" y="8"/>
                      <a:pt x="29" y="8"/>
                      <a:pt x="29" y="8"/>
                    </a:cubicBezTo>
                    <a:cubicBezTo>
                      <a:pt x="39" y="8"/>
                      <a:pt x="43" y="17"/>
                      <a:pt x="54" y="17"/>
                    </a:cubicBezTo>
                    <a:cubicBezTo>
                      <a:pt x="54" y="8"/>
                      <a:pt x="54" y="8"/>
                      <a:pt x="54" y="8"/>
                    </a:cubicBezTo>
                    <a:cubicBezTo>
                      <a:pt x="46" y="8"/>
                      <a:pt x="40" y="8"/>
                      <a:pt x="38" y="1"/>
                    </a:cubicBezTo>
                    <a:cubicBezTo>
                      <a:pt x="41" y="0"/>
                      <a:pt x="43" y="1"/>
                      <a:pt x="46" y="1"/>
                    </a:cubicBezTo>
                    <a:cubicBezTo>
                      <a:pt x="53" y="1"/>
                      <a:pt x="58" y="5"/>
                      <a:pt x="66" y="5"/>
                    </a:cubicBezTo>
                    <a:cubicBezTo>
                      <a:pt x="69" y="5"/>
                      <a:pt x="71" y="2"/>
                      <a:pt x="75" y="2"/>
                    </a:cubicBezTo>
                    <a:cubicBezTo>
                      <a:pt x="83" y="2"/>
                      <a:pt x="84" y="6"/>
                      <a:pt x="84" y="13"/>
                    </a:cubicBezTo>
                    <a:cubicBezTo>
                      <a:pt x="84" y="23"/>
                      <a:pt x="78" y="28"/>
                      <a:pt x="80" y="41"/>
                    </a:cubicBezTo>
                    <a:cubicBezTo>
                      <a:pt x="73" y="43"/>
                      <a:pt x="64" y="43"/>
                      <a:pt x="62" y="43"/>
                    </a:cubicBezTo>
                    <a:cubicBezTo>
                      <a:pt x="60" y="43"/>
                      <a:pt x="48" y="45"/>
                      <a:pt x="48" y="41"/>
                    </a:cubicBezTo>
                    <a:cubicBezTo>
                      <a:pt x="48" y="39"/>
                      <a:pt x="50" y="37"/>
                      <a:pt x="51" y="36"/>
                    </a:cubicBezTo>
                    <a:cubicBezTo>
                      <a:pt x="51" y="35"/>
                      <a:pt x="51" y="33"/>
                      <a:pt x="51" y="32"/>
                    </a:cubicBezTo>
                    <a:cubicBezTo>
                      <a:pt x="51" y="28"/>
                      <a:pt x="60" y="28"/>
                      <a:pt x="62" y="25"/>
                    </a:cubicBezTo>
                    <a:cubicBezTo>
                      <a:pt x="61" y="24"/>
                      <a:pt x="59" y="24"/>
                      <a:pt x="57" y="24"/>
                    </a:cubicBezTo>
                    <a:cubicBezTo>
                      <a:pt x="49" y="24"/>
                      <a:pt x="34" y="28"/>
                      <a:pt x="25" y="28"/>
                    </a:cubicBezTo>
                    <a:cubicBezTo>
                      <a:pt x="22" y="28"/>
                      <a:pt x="20" y="26"/>
                      <a:pt x="20" y="23"/>
                    </a:cubicBezTo>
                    <a:cubicBezTo>
                      <a:pt x="13" y="23"/>
                      <a:pt x="13" y="23"/>
                      <a:pt x="13" y="23"/>
                    </a:cubicBezTo>
                    <a:cubicBezTo>
                      <a:pt x="12" y="19"/>
                      <a:pt x="12" y="19"/>
                      <a:pt x="12" y="19"/>
                    </a:cubicBezTo>
                    <a:cubicBezTo>
                      <a:pt x="7" y="20"/>
                      <a:pt x="4" y="17"/>
                      <a:pt x="1" y="14"/>
                    </a:cubicBezTo>
                    <a:cubicBezTo>
                      <a:pt x="1" y="6"/>
                      <a:pt x="1" y="6"/>
                      <a:pt x="1" y="6"/>
                    </a:cubicBezTo>
                    <a:lnTo>
                      <a:pt x="4" y="11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1" name="iṡļiḓé"/>
              <p:cNvSpPr/>
              <p:nvPr/>
            </p:nvSpPr>
            <p:spPr bwMode="auto">
              <a:xfrm>
                <a:off x="7438313" y="2733578"/>
                <a:ext cx="61490" cy="35992"/>
              </a:xfrm>
              <a:custGeom>
                <a:avLst/>
                <a:gdLst/>
                <a:ahLst/>
                <a:cxnLst>
                  <a:cxn ang="0">
                    <a:pos x="38" y="29"/>
                  </a:cxn>
                  <a:cxn ang="0">
                    <a:pos x="0" y="16"/>
                  </a:cxn>
                  <a:cxn ang="0">
                    <a:pos x="9" y="14"/>
                  </a:cxn>
                  <a:cxn ang="0">
                    <a:pos x="22" y="0"/>
                  </a:cxn>
                  <a:cxn ang="0">
                    <a:pos x="49" y="22"/>
                  </a:cxn>
                  <a:cxn ang="0">
                    <a:pos x="38" y="29"/>
                  </a:cxn>
                </a:cxnLst>
                <a:rect l="0" t="0" r="r" b="b"/>
                <a:pathLst>
                  <a:path w="49" h="29">
                    <a:moveTo>
                      <a:pt x="38" y="29"/>
                    </a:moveTo>
                    <a:cubicBezTo>
                      <a:pt x="32" y="29"/>
                      <a:pt x="0" y="17"/>
                      <a:pt x="0" y="16"/>
                    </a:cubicBezTo>
                    <a:cubicBezTo>
                      <a:pt x="0" y="12"/>
                      <a:pt x="8" y="14"/>
                      <a:pt x="9" y="14"/>
                    </a:cubicBezTo>
                    <a:cubicBezTo>
                      <a:pt x="15" y="12"/>
                      <a:pt x="13" y="0"/>
                      <a:pt x="22" y="0"/>
                    </a:cubicBezTo>
                    <a:cubicBezTo>
                      <a:pt x="28" y="0"/>
                      <a:pt x="46" y="16"/>
                      <a:pt x="49" y="22"/>
                    </a:cubicBezTo>
                    <a:cubicBezTo>
                      <a:pt x="45" y="25"/>
                      <a:pt x="43" y="29"/>
                      <a:pt x="38" y="2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2" name="iṡlïḋe"/>
              <p:cNvSpPr/>
              <p:nvPr/>
            </p:nvSpPr>
            <p:spPr bwMode="auto">
              <a:xfrm>
                <a:off x="7498302" y="2603105"/>
                <a:ext cx="80986" cy="65986"/>
              </a:xfrm>
              <a:custGeom>
                <a:avLst/>
                <a:gdLst/>
                <a:ahLst/>
                <a:cxnLst>
                  <a:cxn ang="0">
                    <a:pos x="65" y="11"/>
                  </a:cxn>
                  <a:cxn ang="0">
                    <a:pos x="57" y="18"/>
                  </a:cxn>
                  <a:cxn ang="0">
                    <a:pos x="32" y="35"/>
                  </a:cxn>
                  <a:cxn ang="0">
                    <a:pos x="20" y="38"/>
                  </a:cxn>
                  <a:cxn ang="0">
                    <a:pos x="25" y="38"/>
                  </a:cxn>
                  <a:cxn ang="0">
                    <a:pos x="15" y="53"/>
                  </a:cxn>
                  <a:cxn ang="0">
                    <a:pos x="6" y="53"/>
                  </a:cxn>
                  <a:cxn ang="0">
                    <a:pos x="7" y="40"/>
                  </a:cxn>
                  <a:cxn ang="0">
                    <a:pos x="0" y="19"/>
                  </a:cxn>
                  <a:cxn ang="0">
                    <a:pos x="0" y="11"/>
                  </a:cxn>
                  <a:cxn ang="0">
                    <a:pos x="10" y="11"/>
                  </a:cxn>
                  <a:cxn ang="0">
                    <a:pos x="10" y="7"/>
                  </a:cxn>
                  <a:cxn ang="0">
                    <a:pos x="22" y="0"/>
                  </a:cxn>
                  <a:cxn ang="0">
                    <a:pos x="65" y="5"/>
                  </a:cxn>
                  <a:cxn ang="0">
                    <a:pos x="65" y="11"/>
                  </a:cxn>
                </a:cxnLst>
                <a:rect l="0" t="0" r="r" b="b"/>
                <a:pathLst>
                  <a:path w="65" h="53">
                    <a:moveTo>
                      <a:pt x="65" y="11"/>
                    </a:moveTo>
                    <a:cubicBezTo>
                      <a:pt x="65" y="12"/>
                      <a:pt x="57" y="18"/>
                      <a:pt x="57" y="18"/>
                    </a:cubicBezTo>
                    <a:cubicBezTo>
                      <a:pt x="51" y="26"/>
                      <a:pt x="45" y="35"/>
                      <a:pt x="32" y="35"/>
                    </a:cubicBezTo>
                    <a:cubicBezTo>
                      <a:pt x="22" y="35"/>
                      <a:pt x="22" y="30"/>
                      <a:pt x="20" y="38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4" y="46"/>
                      <a:pt x="21" y="48"/>
                      <a:pt x="15" y="53"/>
                    </a:cubicBezTo>
                    <a:cubicBezTo>
                      <a:pt x="6" y="53"/>
                      <a:pt x="6" y="53"/>
                      <a:pt x="6" y="53"/>
                    </a:cubicBezTo>
                    <a:cubicBezTo>
                      <a:pt x="6" y="47"/>
                      <a:pt x="6" y="42"/>
                      <a:pt x="7" y="40"/>
                    </a:cubicBezTo>
                    <a:cubicBezTo>
                      <a:pt x="0" y="33"/>
                      <a:pt x="3" y="27"/>
                      <a:pt x="0" y="19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3" y="11"/>
                      <a:pt x="8" y="11"/>
                      <a:pt x="10" y="11"/>
                    </a:cubicBezTo>
                    <a:cubicBezTo>
                      <a:pt x="9" y="11"/>
                      <a:pt x="10" y="8"/>
                      <a:pt x="10" y="7"/>
                    </a:cubicBezTo>
                    <a:cubicBezTo>
                      <a:pt x="10" y="6"/>
                      <a:pt x="13" y="0"/>
                      <a:pt x="22" y="0"/>
                    </a:cubicBezTo>
                    <a:cubicBezTo>
                      <a:pt x="37" y="0"/>
                      <a:pt x="49" y="5"/>
                      <a:pt x="65" y="5"/>
                    </a:cubicBezTo>
                    <a:cubicBezTo>
                      <a:pt x="65" y="8"/>
                      <a:pt x="65" y="9"/>
                      <a:pt x="65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3" name="iśľîḓe"/>
              <p:cNvSpPr/>
              <p:nvPr/>
            </p:nvSpPr>
            <p:spPr bwMode="auto">
              <a:xfrm>
                <a:off x="7331831" y="2484630"/>
                <a:ext cx="26995" cy="22496"/>
              </a:xfrm>
              <a:custGeom>
                <a:avLst/>
                <a:gdLst/>
                <a:ahLst/>
                <a:cxnLst>
                  <a:cxn ang="0">
                    <a:pos x="21" y="12"/>
                  </a:cxn>
                  <a:cxn ang="0">
                    <a:pos x="15" y="18"/>
                  </a:cxn>
                  <a:cxn ang="0">
                    <a:pos x="0" y="0"/>
                  </a:cxn>
                  <a:cxn ang="0">
                    <a:pos x="21" y="12"/>
                  </a:cxn>
                </a:cxnLst>
                <a:rect l="0" t="0" r="r" b="b"/>
                <a:pathLst>
                  <a:path w="21" h="18">
                    <a:moveTo>
                      <a:pt x="21" y="12"/>
                    </a:moveTo>
                    <a:cubicBezTo>
                      <a:pt x="21" y="16"/>
                      <a:pt x="18" y="18"/>
                      <a:pt x="15" y="18"/>
                    </a:cubicBezTo>
                    <a:cubicBezTo>
                      <a:pt x="10" y="18"/>
                      <a:pt x="0" y="6"/>
                      <a:pt x="0" y="0"/>
                    </a:cubicBezTo>
                    <a:cubicBezTo>
                      <a:pt x="11" y="0"/>
                      <a:pt x="12" y="9"/>
                      <a:pt x="21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4" name="íṣľiḍè"/>
              <p:cNvSpPr/>
              <p:nvPr/>
            </p:nvSpPr>
            <p:spPr bwMode="auto">
              <a:xfrm>
                <a:off x="7348328" y="2559614"/>
                <a:ext cx="17997" cy="149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5" y="6"/>
                  </a:cxn>
                  <a:cxn ang="0">
                    <a:pos x="9" y="12"/>
                  </a:cxn>
                  <a:cxn ang="0">
                    <a:pos x="0" y="12"/>
                  </a:cxn>
                  <a:cxn ang="0">
                    <a:pos x="12" y="0"/>
                  </a:cxn>
                </a:cxnLst>
                <a:rect l="0" t="0" r="r" b="b"/>
                <a:pathLst>
                  <a:path w="15" h="12">
                    <a:moveTo>
                      <a:pt x="12" y="0"/>
                    </a:moveTo>
                    <a:cubicBezTo>
                      <a:pt x="13" y="2"/>
                      <a:pt x="15" y="3"/>
                      <a:pt x="15" y="6"/>
                    </a:cubicBezTo>
                    <a:cubicBezTo>
                      <a:pt x="15" y="12"/>
                      <a:pt x="11" y="12"/>
                      <a:pt x="9" y="12"/>
                    </a:cubicBezTo>
                    <a:cubicBezTo>
                      <a:pt x="4" y="12"/>
                      <a:pt x="3" y="11"/>
                      <a:pt x="0" y="12"/>
                    </a:cubicBezTo>
                    <a:cubicBezTo>
                      <a:pt x="2" y="4"/>
                      <a:pt x="6" y="2"/>
                      <a:pt x="1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5" name="ïs1îdè"/>
              <p:cNvSpPr/>
              <p:nvPr/>
            </p:nvSpPr>
            <p:spPr bwMode="auto">
              <a:xfrm>
                <a:off x="7337830" y="2429141"/>
                <a:ext cx="103483" cy="53989"/>
              </a:xfrm>
              <a:custGeom>
                <a:avLst/>
                <a:gdLst/>
                <a:ahLst/>
                <a:cxnLst>
                  <a:cxn ang="0">
                    <a:pos x="54" y="32"/>
                  </a:cxn>
                  <a:cxn ang="0">
                    <a:pos x="33" y="30"/>
                  </a:cxn>
                  <a:cxn ang="0">
                    <a:pos x="19" y="29"/>
                  </a:cxn>
                  <a:cxn ang="0">
                    <a:pos x="7" y="25"/>
                  </a:cxn>
                  <a:cxn ang="0">
                    <a:pos x="20" y="20"/>
                  </a:cxn>
                  <a:cxn ang="0">
                    <a:pos x="20" y="15"/>
                  </a:cxn>
                  <a:cxn ang="0">
                    <a:pos x="5" y="15"/>
                  </a:cxn>
                  <a:cxn ang="0">
                    <a:pos x="8" y="10"/>
                  </a:cxn>
                  <a:cxn ang="0">
                    <a:pos x="0" y="3"/>
                  </a:cxn>
                  <a:cxn ang="0">
                    <a:pos x="14" y="0"/>
                  </a:cxn>
                  <a:cxn ang="0">
                    <a:pos x="31" y="8"/>
                  </a:cxn>
                  <a:cxn ang="0">
                    <a:pos x="40" y="4"/>
                  </a:cxn>
                  <a:cxn ang="0">
                    <a:pos x="53" y="15"/>
                  </a:cxn>
                  <a:cxn ang="0">
                    <a:pos x="60" y="11"/>
                  </a:cxn>
                  <a:cxn ang="0">
                    <a:pos x="73" y="21"/>
                  </a:cxn>
                  <a:cxn ang="0">
                    <a:pos x="70" y="26"/>
                  </a:cxn>
                  <a:cxn ang="0">
                    <a:pos x="82" y="37"/>
                  </a:cxn>
                  <a:cxn ang="0">
                    <a:pos x="74" y="43"/>
                  </a:cxn>
                  <a:cxn ang="0">
                    <a:pos x="54" y="32"/>
                  </a:cxn>
                </a:cxnLst>
                <a:rect l="0" t="0" r="r" b="b"/>
                <a:pathLst>
                  <a:path w="82" h="43">
                    <a:moveTo>
                      <a:pt x="54" y="32"/>
                    </a:moveTo>
                    <a:cubicBezTo>
                      <a:pt x="46" y="32"/>
                      <a:pt x="41" y="29"/>
                      <a:pt x="33" y="30"/>
                    </a:cubicBezTo>
                    <a:cubicBezTo>
                      <a:pt x="31" y="26"/>
                      <a:pt x="25" y="29"/>
                      <a:pt x="19" y="29"/>
                    </a:cubicBezTo>
                    <a:cubicBezTo>
                      <a:pt x="13" y="29"/>
                      <a:pt x="11" y="29"/>
                      <a:pt x="7" y="25"/>
                    </a:cubicBezTo>
                    <a:cubicBezTo>
                      <a:pt x="11" y="21"/>
                      <a:pt x="15" y="22"/>
                      <a:pt x="20" y="20"/>
                    </a:cubicBezTo>
                    <a:cubicBezTo>
                      <a:pt x="19" y="18"/>
                      <a:pt x="19" y="16"/>
                      <a:pt x="20" y="15"/>
                    </a:cubicBezTo>
                    <a:cubicBezTo>
                      <a:pt x="10" y="15"/>
                      <a:pt x="8" y="17"/>
                      <a:pt x="5" y="15"/>
                    </a:cubicBezTo>
                    <a:cubicBezTo>
                      <a:pt x="6" y="14"/>
                      <a:pt x="7" y="12"/>
                      <a:pt x="8" y="10"/>
                    </a:cubicBezTo>
                    <a:cubicBezTo>
                      <a:pt x="2" y="10"/>
                      <a:pt x="0" y="9"/>
                      <a:pt x="0" y="3"/>
                    </a:cubicBezTo>
                    <a:cubicBezTo>
                      <a:pt x="6" y="3"/>
                      <a:pt x="9" y="0"/>
                      <a:pt x="14" y="0"/>
                    </a:cubicBezTo>
                    <a:cubicBezTo>
                      <a:pt x="24" y="0"/>
                      <a:pt x="26" y="8"/>
                      <a:pt x="31" y="8"/>
                    </a:cubicBezTo>
                    <a:cubicBezTo>
                      <a:pt x="35" y="8"/>
                      <a:pt x="36" y="4"/>
                      <a:pt x="40" y="4"/>
                    </a:cubicBezTo>
                    <a:cubicBezTo>
                      <a:pt x="49" y="4"/>
                      <a:pt x="48" y="15"/>
                      <a:pt x="53" y="15"/>
                    </a:cubicBezTo>
                    <a:cubicBezTo>
                      <a:pt x="56" y="15"/>
                      <a:pt x="57" y="11"/>
                      <a:pt x="60" y="11"/>
                    </a:cubicBezTo>
                    <a:cubicBezTo>
                      <a:pt x="66" y="11"/>
                      <a:pt x="71" y="19"/>
                      <a:pt x="73" y="21"/>
                    </a:cubicBezTo>
                    <a:cubicBezTo>
                      <a:pt x="72" y="22"/>
                      <a:pt x="70" y="24"/>
                      <a:pt x="70" y="26"/>
                    </a:cubicBezTo>
                    <a:cubicBezTo>
                      <a:pt x="73" y="29"/>
                      <a:pt x="82" y="33"/>
                      <a:pt x="82" y="37"/>
                    </a:cubicBezTo>
                    <a:cubicBezTo>
                      <a:pt x="82" y="42"/>
                      <a:pt x="77" y="43"/>
                      <a:pt x="74" y="43"/>
                    </a:cubicBezTo>
                    <a:cubicBezTo>
                      <a:pt x="63" y="43"/>
                      <a:pt x="64" y="32"/>
                      <a:pt x="54" y="3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6" name="îSḷíďe"/>
              <p:cNvSpPr/>
              <p:nvPr/>
            </p:nvSpPr>
            <p:spPr bwMode="auto">
              <a:xfrm>
                <a:off x="7378323" y="2475632"/>
                <a:ext cx="28496" cy="8998"/>
              </a:xfrm>
              <a:custGeom>
                <a:avLst/>
                <a:gdLst/>
                <a:ahLst/>
                <a:cxnLst>
                  <a:cxn ang="0">
                    <a:pos x="8" y="7"/>
                  </a:cxn>
                  <a:cxn ang="0">
                    <a:pos x="12" y="0"/>
                  </a:cxn>
                  <a:cxn ang="0">
                    <a:pos x="23" y="4"/>
                  </a:cxn>
                  <a:cxn ang="0">
                    <a:pos x="8" y="7"/>
                  </a:cxn>
                </a:cxnLst>
                <a:rect l="0" t="0" r="r" b="b"/>
                <a:pathLst>
                  <a:path w="23" h="7">
                    <a:moveTo>
                      <a:pt x="8" y="7"/>
                    </a:moveTo>
                    <a:cubicBezTo>
                      <a:pt x="0" y="7"/>
                      <a:pt x="11" y="0"/>
                      <a:pt x="12" y="0"/>
                    </a:cubicBezTo>
                    <a:cubicBezTo>
                      <a:pt x="17" y="0"/>
                      <a:pt x="19" y="3"/>
                      <a:pt x="23" y="4"/>
                    </a:cubicBezTo>
                    <a:cubicBezTo>
                      <a:pt x="20" y="7"/>
                      <a:pt x="15" y="7"/>
                      <a:pt x="8" y="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7" name="íṩľîḑé"/>
              <p:cNvSpPr/>
              <p:nvPr/>
            </p:nvSpPr>
            <p:spPr bwMode="auto">
              <a:xfrm>
                <a:off x="7480305" y="2508625"/>
                <a:ext cx="271454" cy="85483"/>
              </a:xfrm>
              <a:custGeom>
                <a:avLst/>
                <a:gdLst/>
                <a:ahLst/>
                <a:cxnLst>
                  <a:cxn ang="0">
                    <a:pos x="215" y="45"/>
                  </a:cxn>
                  <a:cxn ang="0">
                    <a:pos x="210" y="51"/>
                  </a:cxn>
                  <a:cxn ang="0">
                    <a:pos x="216" y="52"/>
                  </a:cxn>
                  <a:cxn ang="0">
                    <a:pos x="179" y="67"/>
                  </a:cxn>
                  <a:cxn ang="0">
                    <a:pos x="170" y="60"/>
                  </a:cxn>
                  <a:cxn ang="0">
                    <a:pos x="159" y="66"/>
                  </a:cxn>
                  <a:cxn ang="0">
                    <a:pos x="124" y="66"/>
                  </a:cxn>
                  <a:cxn ang="0">
                    <a:pos x="102" y="60"/>
                  </a:cxn>
                  <a:cxn ang="0">
                    <a:pos x="97" y="60"/>
                  </a:cxn>
                  <a:cxn ang="0">
                    <a:pos x="84" y="67"/>
                  </a:cxn>
                  <a:cxn ang="0">
                    <a:pos x="53" y="47"/>
                  </a:cxn>
                  <a:cxn ang="0">
                    <a:pos x="58" y="40"/>
                  </a:cxn>
                  <a:cxn ang="0">
                    <a:pos x="40" y="18"/>
                  </a:cxn>
                  <a:cxn ang="0">
                    <a:pos x="32" y="22"/>
                  </a:cxn>
                  <a:cxn ang="0">
                    <a:pos x="0" y="7"/>
                  </a:cxn>
                  <a:cxn ang="0">
                    <a:pos x="13" y="0"/>
                  </a:cxn>
                  <a:cxn ang="0">
                    <a:pos x="51" y="15"/>
                  </a:cxn>
                  <a:cxn ang="0">
                    <a:pos x="60" y="12"/>
                  </a:cxn>
                  <a:cxn ang="0">
                    <a:pos x="68" y="12"/>
                  </a:cxn>
                  <a:cxn ang="0">
                    <a:pos x="89" y="25"/>
                  </a:cxn>
                  <a:cxn ang="0">
                    <a:pos x="71" y="25"/>
                  </a:cxn>
                  <a:cxn ang="0">
                    <a:pos x="91" y="35"/>
                  </a:cxn>
                  <a:cxn ang="0">
                    <a:pos x="88" y="38"/>
                  </a:cxn>
                  <a:cxn ang="0">
                    <a:pos x="95" y="40"/>
                  </a:cxn>
                  <a:cxn ang="0">
                    <a:pos x="125" y="45"/>
                  </a:cxn>
                  <a:cxn ang="0">
                    <a:pos x="181" y="34"/>
                  </a:cxn>
                  <a:cxn ang="0">
                    <a:pos x="216" y="46"/>
                  </a:cxn>
                  <a:cxn ang="0">
                    <a:pos x="211" y="47"/>
                  </a:cxn>
                  <a:cxn ang="0">
                    <a:pos x="215" y="45"/>
                  </a:cxn>
                </a:cxnLst>
                <a:rect l="0" t="0" r="r" b="b"/>
                <a:pathLst>
                  <a:path w="216" h="68">
                    <a:moveTo>
                      <a:pt x="215" y="45"/>
                    </a:moveTo>
                    <a:cubicBezTo>
                      <a:pt x="213" y="46"/>
                      <a:pt x="211" y="48"/>
                      <a:pt x="210" y="51"/>
                    </a:cubicBezTo>
                    <a:cubicBezTo>
                      <a:pt x="213" y="52"/>
                      <a:pt x="216" y="52"/>
                      <a:pt x="216" y="52"/>
                    </a:cubicBezTo>
                    <a:cubicBezTo>
                      <a:pt x="215" y="67"/>
                      <a:pt x="195" y="67"/>
                      <a:pt x="179" y="67"/>
                    </a:cubicBezTo>
                    <a:cubicBezTo>
                      <a:pt x="174" y="67"/>
                      <a:pt x="171" y="64"/>
                      <a:pt x="170" y="60"/>
                    </a:cubicBezTo>
                    <a:cubicBezTo>
                      <a:pt x="164" y="61"/>
                      <a:pt x="163" y="64"/>
                      <a:pt x="159" y="66"/>
                    </a:cubicBezTo>
                    <a:cubicBezTo>
                      <a:pt x="124" y="66"/>
                      <a:pt x="124" y="66"/>
                      <a:pt x="124" y="66"/>
                    </a:cubicBezTo>
                    <a:cubicBezTo>
                      <a:pt x="115" y="68"/>
                      <a:pt x="101" y="67"/>
                      <a:pt x="102" y="60"/>
                    </a:cubicBezTo>
                    <a:cubicBezTo>
                      <a:pt x="97" y="60"/>
                      <a:pt x="97" y="60"/>
                      <a:pt x="97" y="60"/>
                    </a:cubicBezTo>
                    <a:cubicBezTo>
                      <a:pt x="95" y="62"/>
                      <a:pt x="88" y="67"/>
                      <a:pt x="84" y="67"/>
                    </a:cubicBezTo>
                    <a:cubicBezTo>
                      <a:pt x="75" y="67"/>
                      <a:pt x="53" y="56"/>
                      <a:pt x="53" y="47"/>
                    </a:cubicBezTo>
                    <a:cubicBezTo>
                      <a:pt x="53" y="44"/>
                      <a:pt x="56" y="41"/>
                      <a:pt x="58" y="40"/>
                    </a:cubicBezTo>
                    <a:cubicBezTo>
                      <a:pt x="50" y="32"/>
                      <a:pt x="48" y="25"/>
                      <a:pt x="40" y="18"/>
                    </a:cubicBezTo>
                    <a:cubicBezTo>
                      <a:pt x="38" y="20"/>
                      <a:pt x="35" y="22"/>
                      <a:pt x="32" y="22"/>
                    </a:cubicBezTo>
                    <a:cubicBezTo>
                      <a:pt x="27" y="22"/>
                      <a:pt x="0" y="11"/>
                      <a:pt x="0" y="7"/>
                    </a:cubicBezTo>
                    <a:cubicBezTo>
                      <a:pt x="0" y="0"/>
                      <a:pt x="8" y="0"/>
                      <a:pt x="13" y="0"/>
                    </a:cubicBezTo>
                    <a:cubicBezTo>
                      <a:pt x="33" y="0"/>
                      <a:pt x="36" y="15"/>
                      <a:pt x="51" y="15"/>
                    </a:cubicBezTo>
                    <a:cubicBezTo>
                      <a:pt x="56" y="15"/>
                      <a:pt x="58" y="15"/>
                      <a:pt x="60" y="12"/>
                    </a:cubicBezTo>
                    <a:cubicBezTo>
                      <a:pt x="63" y="12"/>
                      <a:pt x="68" y="12"/>
                      <a:pt x="68" y="12"/>
                    </a:cubicBezTo>
                    <a:cubicBezTo>
                      <a:pt x="65" y="22"/>
                      <a:pt x="85" y="19"/>
                      <a:pt x="89" y="25"/>
                    </a:cubicBezTo>
                    <a:cubicBezTo>
                      <a:pt x="71" y="25"/>
                      <a:pt x="71" y="25"/>
                      <a:pt x="71" y="25"/>
                    </a:cubicBezTo>
                    <a:cubicBezTo>
                      <a:pt x="74" y="37"/>
                      <a:pt x="85" y="30"/>
                      <a:pt x="91" y="35"/>
                    </a:cubicBezTo>
                    <a:cubicBezTo>
                      <a:pt x="90" y="36"/>
                      <a:pt x="88" y="36"/>
                      <a:pt x="88" y="38"/>
                    </a:cubicBezTo>
                    <a:cubicBezTo>
                      <a:pt x="88" y="44"/>
                      <a:pt x="93" y="41"/>
                      <a:pt x="95" y="40"/>
                    </a:cubicBezTo>
                    <a:cubicBezTo>
                      <a:pt x="106" y="42"/>
                      <a:pt x="114" y="45"/>
                      <a:pt x="125" y="45"/>
                    </a:cubicBezTo>
                    <a:cubicBezTo>
                      <a:pt x="150" y="45"/>
                      <a:pt x="158" y="34"/>
                      <a:pt x="181" y="34"/>
                    </a:cubicBezTo>
                    <a:cubicBezTo>
                      <a:pt x="198" y="34"/>
                      <a:pt x="210" y="35"/>
                      <a:pt x="216" y="46"/>
                    </a:cubicBezTo>
                    <a:cubicBezTo>
                      <a:pt x="215" y="47"/>
                      <a:pt x="213" y="47"/>
                      <a:pt x="211" y="47"/>
                    </a:cubicBezTo>
                    <a:lnTo>
                      <a:pt x="215" y="45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8" name="íṡlïďê"/>
              <p:cNvSpPr/>
              <p:nvPr/>
            </p:nvSpPr>
            <p:spPr bwMode="auto">
              <a:xfrm>
                <a:off x="7483305" y="2553615"/>
                <a:ext cx="46492" cy="35992"/>
              </a:xfrm>
              <a:custGeom>
                <a:avLst/>
                <a:gdLst/>
                <a:ahLst/>
                <a:cxnLst>
                  <a:cxn ang="0">
                    <a:pos x="6" y="10"/>
                  </a:cxn>
                  <a:cxn ang="0">
                    <a:pos x="19" y="0"/>
                  </a:cxn>
                  <a:cxn ang="0">
                    <a:pos x="37" y="15"/>
                  </a:cxn>
                  <a:cxn ang="0">
                    <a:pos x="29" y="29"/>
                  </a:cxn>
                  <a:cxn ang="0">
                    <a:pos x="0" y="17"/>
                  </a:cxn>
                  <a:cxn ang="0">
                    <a:pos x="6" y="10"/>
                  </a:cxn>
                </a:cxnLst>
                <a:rect l="0" t="0" r="r" b="b"/>
                <a:pathLst>
                  <a:path w="37" h="29">
                    <a:moveTo>
                      <a:pt x="6" y="10"/>
                    </a:moveTo>
                    <a:cubicBezTo>
                      <a:pt x="10" y="10"/>
                      <a:pt x="9" y="0"/>
                      <a:pt x="19" y="0"/>
                    </a:cubicBezTo>
                    <a:cubicBezTo>
                      <a:pt x="27" y="0"/>
                      <a:pt x="37" y="9"/>
                      <a:pt x="37" y="15"/>
                    </a:cubicBezTo>
                    <a:cubicBezTo>
                      <a:pt x="37" y="22"/>
                      <a:pt x="35" y="29"/>
                      <a:pt x="29" y="29"/>
                    </a:cubicBezTo>
                    <a:cubicBezTo>
                      <a:pt x="25" y="29"/>
                      <a:pt x="0" y="17"/>
                      <a:pt x="0" y="17"/>
                    </a:cubicBezTo>
                    <a:cubicBezTo>
                      <a:pt x="0" y="13"/>
                      <a:pt x="5" y="10"/>
                      <a:pt x="6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79" name="îSliďê"/>
              <p:cNvSpPr/>
              <p:nvPr/>
            </p:nvSpPr>
            <p:spPr bwMode="auto">
              <a:xfrm>
                <a:off x="7489304" y="2484630"/>
                <a:ext cx="43493" cy="11997"/>
              </a:xfrm>
              <a:custGeom>
                <a:avLst/>
                <a:gdLst/>
                <a:ahLst/>
                <a:cxnLst>
                  <a:cxn ang="0">
                    <a:pos x="29" y="0"/>
                  </a:cxn>
                  <a:cxn ang="0">
                    <a:pos x="35" y="0"/>
                  </a:cxn>
                  <a:cxn ang="0">
                    <a:pos x="35" y="6"/>
                  </a:cxn>
                  <a:cxn ang="0">
                    <a:pos x="28" y="10"/>
                  </a:cxn>
                  <a:cxn ang="0">
                    <a:pos x="0" y="5"/>
                  </a:cxn>
                  <a:cxn ang="0">
                    <a:pos x="29" y="0"/>
                  </a:cxn>
                </a:cxnLst>
                <a:rect l="0" t="0" r="r" b="b"/>
                <a:pathLst>
                  <a:path w="35" h="10">
                    <a:moveTo>
                      <a:pt x="29" y="0"/>
                    </a:moveTo>
                    <a:cubicBezTo>
                      <a:pt x="34" y="0"/>
                      <a:pt x="30" y="1"/>
                      <a:pt x="35" y="0"/>
                    </a:cubicBezTo>
                    <a:cubicBezTo>
                      <a:pt x="35" y="3"/>
                      <a:pt x="35" y="5"/>
                      <a:pt x="35" y="6"/>
                    </a:cubicBezTo>
                    <a:cubicBezTo>
                      <a:pt x="35" y="8"/>
                      <a:pt x="32" y="10"/>
                      <a:pt x="28" y="10"/>
                    </a:cubicBezTo>
                    <a:cubicBezTo>
                      <a:pt x="26" y="10"/>
                      <a:pt x="0" y="5"/>
                      <a:pt x="0" y="5"/>
                    </a:cubicBezTo>
                    <a:cubicBezTo>
                      <a:pt x="5" y="1"/>
                      <a:pt x="21" y="0"/>
                      <a:pt x="2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0" name="íšḻídé"/>
              <p:cNvSpPr/>
              <p:nvPr/>
            </p:nvSpPr>
            <p:spPr bwMode="auto">
              <a:xfrm>
                <a:off x="7456310" y="2442639"/>
                <a:ext cx="50991" cy="41991"/>
              </a:xfrm>
              <a:custGeom>
                <a:avLst/>
                <a:gdLst/>
                <a:ahLst/>
                <a:cxnLst>
                  <a:cxn ang="0">
                    <a:pos x="10" y="28"/>
                  </a:cxn>
                  <a:cxn ang="0">
                    <a:pos x="14" y="23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5" y="7"/>
                  </a:cxn>
                  <a:cxn ang="0">
                    <a:pos x="41" y="17"/>
                  </a:cxn>
                  <a:cxn ang="0">
                    <a:pos x="41" y="28"/>
                  </a:cxn>
                  <a:cxn ang="0">
                    <a:pos x="10" y="28"/>
                  </a:cxn>
                </a:cxnLst>
                <a:rect l="0" t="0" r="r" b="b"/>
                <a:pathLst>
                  <a:path w="41" h="33">
                    <a:moveTo>
                      <a:pt x="10" y="28"/>
                    </a:moveTo>
                    <a:cubicBezTo>
                      <a:pt x="10" y="26"/>
                      <a:pt x="13" y="24"/>
                      <a:pt x="14" y="23"/>
                    </a:cubicBezTo>
                    <a:cubicBezTo>
                      <a:pt x="9" y="18"/>
                      <a:pt x="0" y="15"/>
                      <a:pt x="0" y="7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11" y="4"/>
                      <a:pt x="21" y="7"/>
                      <a:pt x="25" y="7"/>
                    </a:cubicBezTo>
                    <a:cubicBezTo>
                      <a:pt x="25" y="17"/>
                      <a:pt x="41" y="7"/>
                      <a:pt x="41" y="17"/>
                    </a:cubicBezTo>
                    <a:cubicBezTo>
                      <a:pt x="41" y="20"/>
                      <a:pt x="39" y="23"/>
                      <a:pt x="41" y="28"/>
                    </a:cubicBezTo>
                    <a:cubicBezTo>
                      <a:pt x="25" y="31"/>
                      <a:pt x="10" y="33"/>
                      <a:pt x="10" y="2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1" name="îṩľïde"/>
              <p:cNvSpPr/>
              <p:nvPr/>
            </p:nvSpPr>
            <p:spPr bwMode="auto">
              <a:xfrm>
                <a:off x="7436813" y="2405146"/>
                <a:ext cx="19497" cy="11997"/>
              </a:xfrm>
              <a:custGeom>
                <a:avLst/>
                <a:gdLst/>
                <a:ahLst/>
                <a:cxnLst>
                  <a:cxn ang="0">
                    <a:pos x="16" y="0"/>
                  </a:cxn>
                  <a:cxn ang="0">
                    <a:pos x="16" y="9"/>
                  </a:cxn>
                  <a:cxn ang="0">
                    <a:pos x="8" y="9"/>
                  </a:cxn>
                  <a:cxn ang="0">
                    <a:pos x="0" y="0"/>
                  </a:cxn>
                  <a:cxn ang="0">
                    <a:pos x="16" y="0"/>
                  </a:cxn>
                </a:cxnLst>
                <a:rect l="0" t="0" r="r" b="b"/>
                <a:pathLst>
                  <a:path w="16" h="9">
                    <a:moveTo>
                      <a:pt x="16" y="0"/>
                    </a:moveTo>
                    <a:cubicBezTo>
                      <a:pt x="16" y="9"/>
                      <a:pt x="16" y="9"/>
                      <a:pt x="16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6" y="7"/>
                      <a:pt x="0" y="6"/>
                      <a:pt x="0" y="0"/>
                    </a:cubicBezTo>
                    <a:cubicBezTo>
                      <a:pt x="6" y="0"/>
                      <a:pt x="13" y="0"/>
                      <a:pt x="16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2" name="íṧľíḋè"/>
              <p:cNvSpPr/>
              <p:nvPr/>
            </p:nvSpPr>
            <p:spPr bwMode="auto">
              <a:xfrm>
                <a:off x="7490804" y="2355657"/>
                <a:ext cx="173970" cy="116975"/>
              </a:xfrm>
              <a:custGeom>
                <a:avLst/>
                <a:gdLst/>
                <a:ahLst/>
                <a:cxnLst>
                  <a:cxn ang="0">
                    <a:pos x="92" y="37"/>
                  </a:cxn>
                  <a:cxn ang="0">
                    <a:pos x="97" y="37"/>
                  </a:cxn>
                  <a:cxn ang="0">
                    <a:pos x="97" y="32"/>
                  </a:cxn>
                  <a:cxn ang="0">
                    <a:pos x="95" y="28"/>
                  </a:cxn>
                  <a:cxn ang="0">
                    <a:pos x="100" y="28"/>
                  </a:cxn>
                  <a:cxn ang="0">
                    <a:pos x="105" y="36"/>
                  </a:cxn>
                  <a:cxn ang="0">
                    <a:pos x="111" y="43"/>
                  </a:cxn>
                  <a:cxn ang="0">
                    <a:pos x="108" y="49"/>
                  </a:cxn>
                  <a:cxn ang="0">
                    <a:pos x="115" y="49"/>
                  </a:cxn>
                  <a:cxn ang="0">
                    <a:pos x="137" y="55"/>
                  </a:cxn>
                  <a:cxn ang="0">
                    <a:pos x="136" y="61"/>
                  </a:cxn>
                  <a:cxn ang="0">
                    <a:pos x="126" y="64"/>
                  </a:cxn>
                  <a:cxn ang="0">
                    <a:pos x="105" y="78"/>
                  </a:cxn>
                  <a:cxn ang="0">
                    <a:pos x="98" y="69"/>
                  </a:cxn>
                  <a:cxn ang="0">
                    <a:pos x="93" y="76"/>
                  </a:cxn>
                  <a:cxn ang="0">
                    <a:pos x="99" y="84"/>
                  </a:cxn>
                  <a:cxn ang="0">
                    <a:pos x="91" y="84"/>
                  </a:cxn>
                  <a:cxn ang="0">
                    <a:pos x="91" y="90"/>
                  </a:cxn>
                  <a:cxn ang="0">
                    <a:pos x="75" y="82"/>
                  </a:cxn>
                  <a:cxn ang="0">
                    <a:pos x="64" y="92"/>
                  </a:cxn>
                  <a:cxn ang="0">
                    <a:pos x="47" y="84"/>
                  </a:cxn>
                  <a:cxn ang="0">
                    <a:pos x="53" y="81"/>
                  </a:cxn>
                  <a:cxn ang="0">
                    <a:pos x="33" y="70"/>
                  </a:cxn>
                  <a:cxn ang="0">
                    <a:pos x="66" y="61"/>
                  </a:cxn>
                  <a:cxn ang="0">
                    <a:pos x="48" y="58"/>
                  </a:cxn>
                  <a:cxn ang="0">
                    <a:pos x="35" y="61"/>
                  </a:cxn>
                  <a:cxn ang="0">
                    <a:pos x="29" y="56"/>
                  </a:cxn>
                  <a:cxn ang="0">
                    <a:pos x="19" y="59"/>
                  </a:cxn>
                  <a:cxn ang="0">
                    <a:pos x="16" y="55"/>
                  </a:cxn>
                  <a:cxn ang="0">
                    <a:pos x="26" y="49"/>
                  </a:cxn>
                  <a:cxn ang="0">
                    <a:pos x="0" y="35"/>
                  </a:cxn>
                  <a:cxn ang="0">
                    <a:pos x="7" y="35"/>
                  </a:cxn>
                  <a:cxn ang="0">
                    <a:pos x="20" y="39"/>
                  </a:cxn>
                  <a:cxn ang="0">
                    <a:pos x="24" y="36"/>
                  </a:cxn>
                  <a:cxn ang="0">
                    <a:pos x="5" y="26"/>
                  </a:cxn>
                  <a:cxn ang="0">
                    <a:pos x="15" y="22"/>
                  </a:cxn>
                  <a:cxn ang="0">
                    <a:pos x="27" y="25"/>
                  </a:cxn>
                  <a:cxn ang="0">
                    <a:pos x="32" y="20"/>
                  </a:cxn>
                  <a:cxn ang="0">
                    <a:pos x="19" y="20"/>
                  </a:cxn>
                  <a:cxn ang="0">
                    <a:pos x="14" y="13"/>
                  </a:cxn>
                  <a:cxn ang="0">
                    <a:pos x="30" y="9"/>
                  </a:cxn>
                  <a:cxn ang="0">
                    <a:pos x="38" y="9"/>
                  </a:cxn>
                  <a:cxn ang="0">
                    <a:pos x="25" y="0"/>
                  </a:cxn>
                  <a:cxn ang="0">
                    <a:pos x="53" y="5"/>
                  </a:cxn>
                  <a:cxn ang="0">
                    <a:pos x="67" y="24"/>
                  </a:cxn>
                  <a:cxn ang="0">
                    <a:pos x="84" y="25"/>
                  </a:cxn>
                  <a:cxn ang="0">
                    <a:pos x="92" y="37"/>
                  </a:cxn>
                </a:cxnLst>
                <a:rect l="0" t="0" r="r" b="b"/>
                <a:pathLst>
                  <a:path w="138" h="92">
                    <a:moveTo>
                      <a:pt x="92" y="37"/>
                    </a:moveTo>
                    <a:cubicBezTo>
                      <a:pt x="97" y="37"/>
                      <a:pt x="97" y="37"/>
                      <a:pt x="97" y="37"/>
                    </a:cubicBezTo>
                    <a:cubicBezTo>
                      <a:pt x="97" y="32"/>
                      <a:pt x="97" y="32"/>
                      <a:pt x="97" y="32"/>
                    </a:cubicBezTo>
                    <a:cubicBezTo>
                      <a:pt x="95" y="28"/>
                      <a:pt x="95" y="28"/>
                      <a:pt x="95" y="28"/>
                    </a:cubicBezTo>
                    <a:cubicBezTo>
                      <a:pt x="97" y="28"/>
                      <a:pt x="98" y="28"/>
                      <a:pt x="100" y="28"/>
                    </a:cubicBezTo>
                    <a:cubicBezTo>
                      <a:pt x="106" y="28"/>
                      <a:pt x="105" y="31"/>
                      <a:pt x="105" y="36"/>
                    </a:cubicBezTo>
                    <a:cubicBezTo>
                      <a:pt x="105" y="39"/>
                      <a:pt x="111" y="39"/>
                      <a:pt x="111" y="43"/>
                    </a:cubicBezTo>
                    <a:cubicBezTo>
                      <a:pt x="111" y="46"/>
                      <a:pt x="108" y="46"/>
                      <a:pt x="108" y="49"/>
                    </a:cubicBezTo>
                    <a:cubicBezTo>
                      <a:pt x="108" y="53"/>
                      <a:pt x="114" y="49"/>
                      <a:pt x="115" y="49"/>
                    </a:cubicBezTo>
                    <a:cubicBezTo>
                      <a:pt x="120" y="49"/>
                      <a:pt x="131" y="54"/>
                      <a:pt x="137" y="55"/>
                    </a:cubicBezTo>
                    <a:cubicBezTo>
                      <a:pt x="137" y="58"/>
                      <a:pt x="138" y="60"/>
                      <a:pt x="136" y="61"/>
                    </a:cubicBezTo>
                    <a:cubicBezTo>
                      <a:pt x="135" y="64"/>
                      <a:pt x="130" y="63"/>
                      <a:pt x="126" y="64"/>
                    </a:cubicBezTo>
                    <a:cubicBezTo>
                      <a:pt x="117" y="65"/>
                      <a:pt x="111" y="78"/>
                      <a:pt x="105" y="78"/>
                    </a:cubicBezTo>
                    <a:cubicBezTo>
                      <a:pt x="100" y="78"/>
                      <a:pt x="100" y="74"/>
                      <a:pt x="98" y="69"/>
                    </a:cubicBezTo>
                    <a:cubicBezTo>
                      <a:pt x="96" y="71"/>
                      <a:pt x="95" y="73"/>
                      <a:pt x="93" y="76"/>
                    </a:cubicBezTo>
                    <a:cubicBezTo>
                      <a:pt x="96" y="80"/>
                      <a:pt x="97" y="81"/>
                      <a:pt x="99" y="84"/>
                    </a:cubicBezTo>
                    <a:cubicBezTo>
                      <a:pt x="91" y="84"/>
                      <a:pt x="91" y="84"/>
                      <a:pt x="91" y="84"/>
                    </a:cubicBezTo>
                    <a:cubicBezTo>
                      <a:pt x="91" y="90"/>
                      <a:pt x="91" y="90"/>
                      <a:pt x="91" y="90"/>
                    </a:cubicBezTo>
                    <a:cubicBezTo>
                      <a:pt x="87" y="91"/>
                      <a:pt x="79" y="85"/>
                      <a:pt x="75" y="82"/>
                    </a:cubicBezTo>
                    <a:cubicBezTo>
                      <a:pt x="75" y="90"/>
                      <a:pt x="71" y="92"/>
                      <a:pt x="64" y="92"/>
                    </a:cubicBezTo>
                    <a:cubicBezTo>
                      <a:pt x="57" y="92"/>
                      <a:pt x="48" y="91"/>
                      <a:pt x="47" y="84"/>
                    </a:cubicBezTo>
                    <a:cubicBezTo>
                      <a:pt x="50" y="84"/>
                      <a:pt x="51" y="83"/>
                      <a:pt x="53" y="81"/>
                    </a:cubicBezTo>
                    <a:cubicBezTo>
                      <a:pt x="45" y="81"/>
                      <a:pt x="33" y="77"/>
                      <a:pt x="33" y="70"/>
                    </a:cubicBezTo>
                    <a:cubicBezTo>
                      <a:pt x="33" y="62"/>
                      <a:pt x="60" y="63"/>
                      <a:pt x="66" y="61"/>
                    </a:cubicBezTo>
                    <a:cubicBezTo>
                      <a:pt x="60" y="60"/>
                      <a:pt x="55" y="58"/>
                      <a:pt x="48" y="58"/>
                    </a:cubicBezTo>
                    <a:cubicBezTo>
                      <a:pt x="41" y="58"/>
                      <a:pt x="40" y="61"/>
                      <a:pt x="35" y="61"/>
                    </a:cubicBezTo>
                    <a:cubicBezTo>
                      <a:pt x="30" y="61"/>
                      <a:pt x="30" y="58"/>
                      <a:pt x="29" y="56"/>
                    </a:cubicBezTo>
                    <a:cubicBezTo>
                      <a:pt x="24" y="58"/>
                      <a:pt x="23" y="59"/>
                      <a:pt x="19" y="59"/>
                    </a:cubicBezTo>
                    <a:cubicBezTo>
                      <a:pt x="16" y="59"/>
                      <a:pt x="16" y="58"/>
                      <a:pt x="16" y="55"/>
                    </a:cubicBezTo>
                    <a:cubicBezTo>
                      <a:pt x="20" y="53"/>
                      <a:pt x="23" y="53"/>
                      <a:pt x="26" y="49"/>
                    </a:cubicBezTo>
                    <a:cubicBezTo>
                      <a:pt x="11" y="49"/>
                      <a:pt x="2" y="48"/>
                      <a:pt x="0" y="35"/>
                    </a:cubicBezTo>
                    <a:cubicBezTo>
                      <a:pt x="7" y="35"/>
                      <a:pt x="7" y="35"/>
                      <a:pt x="7" y="35"/>
                    </a:cubicBezTo>
                    <a:cubicBezTo>
                      <a:pt x="9" y="37"/>
                      <a:pt x="16" y="39"/>
                      <a:pt x="20" y="39"/>
                    </a:cubicBezTo>
                    <a:cubicBezTo>
                      <a:pt x="22" y="39"/>
                      <a:pt x="24" y="36"/>
                      <a:pt x="24" y="36"/>
                    </a:cubicBezTo>
                    <a:cubicBezTo>
                      <a:pt x="19" y="34"/>
                      <a:pt x="5" y="31"/>
                      <a:pt x="5" y="26"/>
                    </a:cubicBezTo>
                    <a:cubicBezTo>
                      <a:pt x="5" y="21"/>
                      <a:pt x="11" y="22"/>
                      <a:pt x="15" y="22"/>
                    </a:cubicBezTo>
                    <a:cubicBezTo>
                      <a:pt x="21" y="22"/>
                      <a:pt x="23" y="25"/>
                      <a:pt x="27" y="25"/>
                    </a:cubicBezTo>
                    <a:cubicBezTo>
                      <a:pt x="30" y="25"/>
                      <a:pt x="30" y="22"/>
                      <a:pt x="32" y="20"/>
                    </a:cubicBezTo>
                    <a:cubicBezTo>
                      <a:pt x="27" y="18"/>
                      <a:pt x="22" y="20"/>
                      <a:pt x="19" y="20"/>
                    </a:cubicBezTo>
                    <a:cubicBezTo>
                      <a:pt x="18" y="20"/>
                      <a:pt x="14" y="14"/>
                      <a:pt x="14" y="13"/>
                    </a:cubicBezTo>
                    <a:cubicBezTo>
                      <a:pt x="19" y="10"/>
                      <a:pt x="23" y="8"/>
                      <a:pt x="30" y="9"/>
                    </a:cubicBezTo>
                    <a:cubicBezTo>
                      <a:pt x="38" y="9"/>
                      <a:pt x="38" y="9"/>
                      <a:pt x="38" y="9"/>
                    </a:cubicBezTo>
                    <a:cubicBezTo>
                      <a:pt x="33" y="7"/>
                      <a:pt x="25" y="6"/>
                      <a:pt x="25" y="0"/>
                    </a:cubicBezTo>
                    <a:cubicBezTo>
                      <a:pt x="36" y="1"/>
                      <a:pt x="45" y="2"/>
                      <a:pt x="53" y="5"/>
                    </a:cubicBezTo>
                    <a:cubicBezTo>
                      <a:pt x="61" y="9"/>
                      <a:pt x="60" y="21"/>
                      <a:pt x="67" y="24"/>
                    </a:cubicBezTo>
                    <a:cubicBezTo>
                      <a:pt x="73" y="27"/>
                      <a:pt x="78" y="22"/>
                      <a:pt x="84" y="25"/>
                    </a:cubicBezTo>
                    <a:cubicBezTo>
                      <a:pt x="91" y="28"/>
                      <a:pt x="88" y="33"/>
                      <a:pt x="92" y="3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3" name="îšḻîďe"/>
              <p:cNvSpPr/>
              <p:nvPr/>
            </p:nvSpPr>
            <p:spPr bwMode="auto">
              <a:xfrm>
                <a:off x="7631780" y="2840055"/>
                <a:ext cx="110981" cy="70486"/>
              </a:xfrm>
              <a:custGeom>
                <a:avLst/>
                <a:gdLst/>
                <a:ahLst/>
                <a:cxnLst>
                  <a:cxn ang="0">
                    <a:pos x="6" y="39"/>
                  </a:cxn>
                  <a:cxn ang="0">
                    <a:pos x="11" y="33"/>
                  </a:cxn>
                  <a:cxn ang="0">
                    <a:pos x="11" y="27"/>
                  </a:cxn>
                  <a:cxn ang="0">
                    <a:pos x="25" y="0"/>
                  </a:cxn>
                  <a:cxn ang="0">
                    <a:pos x="32" y="13"/>
                  </a:cxn>
                  <a:cxn ang="0">
                    <a:pos x="36" y="9"/>
                  </a:cxn>
                  <a:cxn ang="0">
                    <a:pos x="67" y="27"/>
                  </a:cxn>
                  <a:cxn ang="0">
                    <a:pos x="70" y="35"/>
                  </a:cxn>
                  <a:cxn ang="0">
                    <a:pos x="89" y="43"/>
                  </a:cxn>
                  <a:cxn ang="0">
                    <a:pos x="75" y="48"/>
                  </a:cxn>
                  <a:cxn ang="0">
                    <a:pos x="63" y="48"/>
                  </a:cxn>
                  <a:cxn ang="0">
                    <a:pos x="46" y="37"/>
                  </a:cxn>
                  <a:cxn ang="0">
                    <a:pos x="25" y="53"/>
                  </a:cxn>
                  <a:cxn ang="0">
                    <a:pos x="22" y="57"/>
                  </a:cxn>
                  <a:cxn ang="0">
                    <a:pos x="19" y="48"/>
                  </a:cxn>
                  <a:cxn ang="0">
                    <a:pos x="0" y="48"/>
                  </a:cxn>
                  <a:cxn ang="0">
                    <a:pos x="6" y="39"/>
                  </a:cxn>
                </a:cxnLst>
                <a:rect l="0" t="0" r="r" b="b"/>
                <a:pathLst>
                  <a:path w="89" h="57">
                    <a:moveTo>
                      <a:pt x="6" y="39"/>
                    </a:moveTo>
                    <a:cubicBezTo>
                      <a:pt x="9" y="37"/>
                      <a:pt x="11" y="36"/>
                      <a:pt x="11" y="33"/>
                    </a:cubicBezTo>
                    <a:cubicBezTo>
                      <a:pt x="11" y="29"/>
                      <a:pt x="11" y="31"/>
                      <a:pt x="11" y="27"/>
                    </a:cubicBezTo>
                    <a:cubicBezTo>
                      <a:pt x="11" y="19"/>
                      <a:pt x="13" y="2"/>
                      <a:pt x="25" y="0"/>
                    </a:cubicBezTo>
                    <a:cubicBezTo>
                      <a:pt x="28" y="7"/>
                      <a:pt x="30" y="8"/>
                      <a:pt x="32" y="13"/>
                    </a:cubicBezTo>
                    <a:cubicBezTo>
                      <a:pt x="33" y="11"/>
                      <a:pt x="35" y="10"/>
                      <a:pt x="36" y="9"/>
                    </a:cubicBezTo>
                    <a:cubicBezTo>
                      <a:pt x="45" y="21"/>
                      <a:pt x="59" y="16"/>
                      <a:pt x="67" y="27"/>
                    </a:cubicBezTo>
                    <a:cubicBezTo>
                      <a:pt x="69" y="30"/>
                      <a:pt x="68" y="33"/>
                      <a:pt x="70" y="35"/>
                    </a:cubicBezTo>
                    <a:cubicBezTo>
                      <a:pt x="77" y="40"/>
                      <a:pt x="85" y="38"/>
                      <a:pt x="89" y="43"/>
                    </a:cubicBezTo>
                    <a:cubicBezTo>
                      <a:pt x="84" y="46"/>
                      <a:pt x="80" y="48"/>
                      <a:pt x="75" y="48"/>
                    </a:cubicBezTo>
                    <a:cubicBezTo>
                      <a:pt x="69" y="48"/>
                      <a:pt x="67" y="48"/>
                      <a:pt x="63" y="48"/>
                    </a:cubicBezTo>
                    <a:cubicBezTo>
                      <a:pt x="63" y="48"/>
                      <a:pt x="49" y="38"/>
                      <a:pt x="46" y="37"/>
                    </a:cubicBezTo>
                    <a:cubicBezTo>
                      <a:pt x="46" y="47"/>
                      <a:pt x="31" y="56"/>
                      <a:pt x="25" y="53"/>
                    </a:cubicBezTo>
                    <a:cubicBezTo>
                      <a:pt x="24" y="55"/>
                      <a:pt x="24" y="57"/>
                      <a:pt x="22" y="57"/>
                    </a:cubicBezTo>
                    <a:cubicBezTo>
                      <a:pt x="16" y="57"/>
                      <a:pt x="18" y="52"/>
                      <a:pt x="19" y="48"/>
                    </a:cubicBezTo>
                    <a:cubicBezTo>
                      <a:pt x="12" y="46"/>
                      <a:pt x="3" y="48"/>
                      <a:pt x="0" y="48"/>
                    </a:cubicBezTo>
                    <a:cubicBezTo>
                      <a:pt x="0" y="40"/>
                      <a:pt x="5" y="41"/>
                      <a:pt x="6" y="3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4" name="işlidê"/>
              <p:cNvSpPr/>
              <p:nvPr/>
            </p:nvSpPr>
            <p:spPr bwMode="auto">
              <a:xfrm>
                <a:off x="7790752" y="2769570"/>
                <a:ext cx="34495" cy="34493"/>
              </a:xfrm>
              <a:custGeom>
                <a:avLst/>
                <a:gdLst/>
                <a:ahLst/>
                <a:cxnLst>
                  <a:cxn ang="0">
                    <a:pos x="27" y="18"/>
                  </a:cxn>
                  <a:cxn ang="0">
                    <a:pos x="11" y="28"/>
                  </a:cxn>
                  <a:cxn ang="0">
                    <a:pos x="0" y="18"/>
                  </a:cxn>
                  <a:cxn ang="0">
                    <a:pos x="27" y="18"/>
                  </a:cxn>
                </a:cxnLst>
                <a:rect l="0" t="0" r="r" b="b"/>
                <a:pathLst>
                  <a:path w="27" h="28">
                    <a:moveTo>
                      <a:pt x="27" y="18"/>
                    </a:moveTo>
                    <a:cubicBezTo>
                      <a:pt x="27" y="24"/>
                      <a:pt x="16" y="28"/>
                      <a:pt x="11" y="28"/>
                    </a:cubicBezTo>
                    <a:cubicBezTo>
                      <a:pt x="4" y="28"/>
                      <a:pt x="0" y="23"/>
                      <a:pt x="0" y="18"/>
                    </a:cubicBezTo>
                    <a:cubicBezTo>
                      <a:pt x="0" y="0"/>
                      <a:pt x="27" y="3"/>
                      <a:pt x="27" y="1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5" name="iŝ1ïde"/>
              <p:cNvSpPr/>
              <p:nvPr/>
            </p:nvSpPr>
            <p:spPr bwMode="auto">
              <a:xfrm>
                <a:off x="7687270" y="2913540"/>
                <a:ext cx="28496" cy="22496"/>
              </a:xfrm>
              <a:custGeom>
                <a:avLst/>
                <a:gdLst/>
                <a:ahLst/>
                <a:cxnLst>
                  <a:cxn ang="0">
                    <a:pos x="10" y="1"/>
                  </a:cxn>
                  <a:cxn ang="0">
                    <a:pos x="22" y="3"/>
                  </a:cxn>
                  <a:cxn ang="0">
                    <a:pos x="0" y="18"/>
                  </a:cxn>
                  <a:cxn ang="0">
                    <a:pos x="0" y="12"/>
                  </a:cxn>
                  <a:cxn ang="0">
                    <a:pos x="10" y="1"/>
                  </a:cxn>
                </a:cxnLst>
                <a:rect l="0" t="0" r="r" b="b"/>
                <a:pathLst>
                  <a:path w="22" h="18">
                    <a:moveTo>
                      <a:pt x="10" y="1"/>
                    </a:moveTo>
                    <a:cubicBezTo>
                      <a:pt x="19" y="0"/>
                      <a:pt x="17" y="0"/>
                      <a:pt x="22" y="3"/>
                    </a:cubicBezTo>
                    <a:cubicBezTo>
                      <a:pt x="18" y="8"/>
                      <a:pt x="7" y="17"/>
                      <a:pt x="0" y="18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4" y="7"/>
                      <a:pt x="9" y="4"/>
                      <a:pt x="10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6" name="işľïďe"/>
              <p:cNvSpPr/>
              <p:nvPr/>
            </p:nvSpPr>
            <p:spPr bwMode="auto">
              <a:xfrm>
                <a:off x="7732262" y="2615102"/>
                <a:ext cx="74987" cy="31494"/>
              </a:xfrm>
              <a:custGeom>
                <a:avLst/>
                <a:gdLst/>
                <a:ahLst/>
                <a:cxnLst>
                  <a:cxn ang="0">
                    <a:pos x="22" y="25"/>
                  </a:cxn>
                  <a:cxn ang="0">
                    <a:pos x="9" y="16"/>
                  </a:cxn>
                  <a:cxn ang="0">
                    <a:pos x="0" y="6"/>
                  </a:cxn>
                  <a:cxn ang="0">
                    <a:pos x="8" y="0"/>
                  </a:cxn>
                  <a:cxn ang="0">
                    <a:pos x="30" y="3"/>
                  </a:cxn>
                  <a:cxn ang="0">
                    <a:pos x="60" y="17"/>
                  </a:cxn>
                  <a:cxn ang="0">
                    <a:pos x="52" y="24"/>
                  </a:cxn>
                  <a:cxn ang="0">
                    <a:pos x="39" y="21"/>
                  </a:cxn>
                  <a:cxn ang="0">
                    <a:pos x="22" y="25"/>
                  </a:cxn>
                </a:cxnLst>
                <a:rect l="0" t="0" r="r" b="b"/>
                <a:pathLst>
                  <a:path w="60" h="25">
                    <a:moveTo>
                      <a:pt x="22" y="25"/>
                    </a:moveTo>
                    <a:cubicBezTo>
                      <a:pt x="14" y="25"/>
                      <a:pt x="6" y="23"/>
                      <a:pt x="9" y="16"/>
                    </a:cubicBezTo>
                    <a:cubicBezTo>
                      <a:pt x="5" y="13"/>
                      <a:pt x="0" y="11"/>
                      <a:pt x="0" y="6"/>
                    </a:cubicBezTo>
                    <a:cubicBezTo>
                      <a:pt x="0" y="2"/>
                      <a:pt x="4" y="0"/>
                      <a:pt x="8" y="0"/>
                    </a:cubicBezTo>
                    <a:cubicBezTo>
                      <a:pt x="18" y="0"/>
                      <a:pt x="21" y="3"/>
                      <a:pt x="30" y="3"/>
                    </a:cubicBezTo>
                    <a:cubicBezTo>
                      <a:pt x="42" y="3"/>
                      <a:pt x="52" y="13"/>
                      <a:pt x="60" y="17"/>
                    </a:cubicBezTo>
                    <a:cubicBezTo>
                      <a:pt x="59" y="21"/>
                      <a:pt x="56" y="24"/>
                      <a:pt x="52" y="24"/>
                    </a:cubicBezTo>
                    <a:cubicBezTo>
                      <a:pt x="46" y="24"/>
                      <a:pt x="44" y="21"/>
                      <a:pt x="39" y="21"/>
                    </a:cubicBezTo>
                    <a:cubicBezTo>
                      <a:pt x="34" y="21"/>
                      <a:pt x="30" y="25"/>
                      <a:pt x="22" y="2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7" name="íṩliḑe"/>
              <p:cNvSpPr/>
              <p:nvPr/>
            </p:nvSpPr>
            <p:spPr bwMode="auto">
              <a:xfrm>
                <a:off x="7739761" y="2927037"/>
                <a:ext cx="16498" cy="19496"/>
              </a:xfrm>
              <a:custGeom>
                <a:avLst/>
                <a:gdLst/>
                <a:ahLst/>
                <a:cxnLst>
                  <a:cxn ang="0">
                    <a:pos x="14" y="6"/>
                  </a:cxn>
                  <a:cxn ang="0">
                    <a:pos x="6" y="15"/>
                  </a:cxn>
                  <a:cxn ang="0">
                    <a:pos x="0" y="9"/>
                  </a:cxn>
                  <a:cxn ang="0">
                    <a:pos x="14" y="6"/>
                  </a:cxn>
                </a:cxnLst>
                <a:rect l="0" t="0" r="r" b="b"/>
                <a:pathLst>
                  <a:path w="14" h="15">
                    <a:moveTo>
                      <a:pt x="14" y="6"/>
                    </a:moveTo>
                    <a:cubicBezTo>
                      <a:pt x="12" y="9"/>
                      <a:pt x="11" y="15"/>
                      <a:pt x="6" y="15"/>
                    </a:cubicBezTo>
                    <a:cubicBezTo>
                      <a:pt x="5" y="15"/>
                      <a:pt x="0" y="9"/>
                      <a:pt x="0" y="9"/>
                    </a:cubicBezTo>
                    <a:cubicBezTo>
                      <a:pt x="0" y="1"/>
                      <a:pt x="10" y="0"/>
                      <a:pt x="14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8" name="îśḷïḋe"/>
              <p:cNvSpPr/>
              <p:nvPr/>
            </p:nvSpPr>
            <p:spPr bwMode="auto">
              <a:xfrm>
                <a:off x="7831245" y="2778568"/>
                <a:ext cx="17997" cy="10498"/>
              </a:xfrm>
              <a:custGeom>
                <a:avLst/>
                <a:gdLst/>
                <a:ahLst/>
                <a:cxnLst>
                  <a:cxn ang="0">
                    <a:pos x="5" y="8"/>
                  </a:cxn>
                  <a:cxn ang="0">
                    <a:pos x="0" y="4"/>
                  </a:cxn>
                  <a:cxn ang="0">
                    <a:pos x="5" y="0"/>
                  </a:cxn>
                  <a:cxn ang="0">
                    <a:pos x="14" y="7"/>
                  </a:cxn>
                  <a:cxn ang="0">
                    <a:pos x="5" y="8"/>
                  </a:cxn>
                </a:cxnLst>
                <a:rect l="0" t="0" r="r" b="b"/>
                <a:pathLst>
                  <a:path w="14" h="8">
                    <a:moveTo>
                      <a:pt x="5" y="8"/>
                    </a:moveTo>
                    <a:cubicBezTo>
                      <a:pt x="2" y="8"/>
                      <a:pt x="0" y="7"/>
                      <a:pt x="0" y="4"/>
                    </a:cubicBezTo>
                    <a:cubicBezTo>
                      <a:pt x="0" y="3"/>
                      <a:pt x="4" y="0"/>
                      <a:pt x="5" y="0"/>
                    </a:cubicBezTo>
                    <a:cubicBezTo>
                      <a:pt x="9" y="0"/>
                      <a:pt x="13" y="5"/>
                      <a:pt x="14" y="7"/>
                    </a:cubicBezTo>
                    <a:cubicBezTo>
                      <a:pt x="8" y="8"/>
                      <a:pt x="10" y="8"/>
                      <a:pt x="5" y="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89" name="iṥḻïḋe"/>
              <p:cNvSpPr/>
              <p:nvPr/>
            </p:nvSpPr>
            <p:spPr bwMode="auto">
              <a:xfrm>
                <a:off x="7751759" y="2747074"/>
                <a:ext cx="19497" cy="11997"/>
              </a:xfrm>
              <a:custGeom>
                <a:avLst/>
                <a:gdLst/>
                <a:ahLst/>
                <a:cxnLst>
                  <a:cxn ang="0">
                    <a:pos x="5" y="10"/>
                  </a:cxn>
                  <a:cxn ang="0">
                    <a:pos x="15" y="0"/>
                  </a:cxn>
                  <a:cxn ang="0">
                    <a:pos x="5" y="10"/>
                  </a:cxn>
                </a:cxnLst>
                <a:rect l="0" t="0" r="r" b="b"/>
                <a:pathLst>
                  <a:path w="15" h="10">
                    <a:moveTo>
                      <a:pt x="5" y="10"/>
                    </a:moveTo>
                    <a:cubicBezTo>
                      <a:pt x="0" y="10"/>
                      <a:pt x="10" y="0"/>
                      <a:pt x="15" y="0"/>
                    </a:cubicBezTo>
                    <a:cubicBezTo>
                      <a:pt x="14" y="6"/>
                      <a:pt x="10" y="10"/>
                      <a:pt x="5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0" name="íṩľíḓè"/>
              <p:cNvSpPr/>
              <p:nvPr/>
            </p:nvSpPr>
            <p:spPr bwMode="auto">
              <a:xfrm>
                <a:off x="7585287" y="2613603"/>
                <a:ext cx="455921" cy="328432"/>
              </a:xfrm>
              <a:custGeom>
                <a:avLst/>
                <a:gdLst/>
                <a:ahLst/>
                <a:cxnLst>
                  <a:cxn ang="0">
                    <a:pos x="333" y="196"/>
                  </a:cxn>
                  <a:cxn ang="0">
                    <a:pos x="281" y="171"/>
                  </a:cxn>
                  <a:cxn ang="0">
                    <a:pos x="289" y="177"/>
                  </a:cxn>
                  <a:cxn ang="0">
                    <a:pos x="283" y="184"/>
                  </a:cxn>
                  <a:cxn ang="0">
                    <a:pos x="298" y="201"/>
                  </a:cxn>
                  <a:cxn ang="0">
                    <a:pos x="318" y="206"/>
                  </a:cxn>
                  <a:cxn ang="0">
                    <a:pos x="326" y="225"/>
                  </a:cxn>
                  <a:cxn ang="0">
                    <a:pos x="278" y="225"/>
                  </a:cxn>
                  <a:cxn ang="0">
                    <a:pos x="304" y="256"/>
                  </a:cxn>
                  <a:cxn ang="0">
                    <a:pos x="295" y="256"/>
                  </a:cxn>
                  <a:cxn ang="0">
                    <a:pos x="233" y="226"/>
                  </a:cxn>
                  <a:cxn ang="0">
                    <a:pos x="190" y="210"/>
                  </a:cxn>
                  <a:cxn ang="0">
                    <a:pos x="169" y="214"/>
                  </a:cxn>
                  <a:cxn ang="0">
                    <a:pos x="168" y="189"/>
                  </a:cxn>
                  <a:cxn ang="0">
                    <a:pos x="207" y="183"/>
                  </a:cxn>
                  <a:cxn ang="0">
                    <a:pos x="210" y="167"/>
                  </a:cxn>
                  <a:cxn ang="0">
                    <a:pos x="186" y="115"/>
                  </a:cxn>
                  <a:cxn ang="0">
                    <a:pos x="168" y="115"/>
                  </a:cxn>
                  <a:cxn ang="0">
                    <a:pos x="146" y="85"/>
                  </a:cxn>
                  <a:cxn ang="0">
                    <a:pos x="122" y="91"/>
                  </a:cxn>
                  <a:cxn ang="0">
                    <a:pos x="41" y="82"/>
                  </a:cxn>
                  <a:cxn ang="0">
                    <a:pos x="11" y="69"/>
                  </a:cxn>
                  <a:cxn ang="0">
                    <a:pos x="30" y="65"/>
                  </a:cxn>
                  <a:cxn ang="0">
                    <a:pos x="0" y="48"/>
                  </a:cxn>
                  <a:cxn ang="0">
                    <a:pos x="11" y="16"/>
                  </a:cxn>
                  <a:cxn ang="0">
                    <a:pos x="61" y="4"/>
                  </a:cxn>
                  <a:cxn ang="0">
                    <a:pos x="46" y="32"/>
                  </a:cxn>
                  <a:cxn ang="0">
                    <a:pos x="50" y="47"/>
                  </a:cxn>
                  <a:cxn ang="0">
                    <a:pos x="55" y="26"/>
                  </a:cxn>
                  <a:cxn ang="0">
                    <a:pos x="120" y="29"/>
                  </a:cxn>
                  <a:cxn ang="0">
                    <a:pos x="128" y="34"/>
                  </a:cxn>
                  <a:cxn ang="0">
                    <a:pos x="156" y="27"/>
                  </a:cxn>
                  <a:cxn ang="0">
                    <a:pos x="217" y="56"/>
                  </a:cxn>
                  <a:cxn ang="0">
                    <a:pos x="242" y="65"/>
                  </a:cxn>
                  <a:cxn ang="0">
                    <a:pos x="273" y="85"/>
                  </a:cxn>
                  <a:cxn ang="0">
                    <a:pos x="293" y="95"/>
                  </a:cxn>
                  <a:cxn ang="0">
                    <a:pos x="291" y="102"/>
                  </a:cxn>
                  <a:cxn ang="0">
                    <a:pos x="283" y="116"/>
                  </a:cxn>
                  <a:cxn ang="0">
                    <a:pos x="317" y="135"/>
                  </a:cxn>
                  <a:cxn ang="0">
                    <a:pos x="342" y="153"/>
                  </a:cxn>
                  <a:cxn ang="0">
                    <a:pos x="362" y="165"/>
                  </a:cxn>
                  <a:cxn ang="0">
                    <a:pos x="349" y="178"/>
                  </a:cxn>
                </a:cxnLst>
                <a:rect l="0" t="0" r="r" b="b"/>
                <a:pathLst>
                  <a:path w="362" h="261">
                    <a:moveTo>
                      <a:pt x="339" y="184"/>
                    </a:moveTo>
                    <a:cubicBezTo>
                      <a:pt x="339" y="189"/>
                      <a:pt x="338" y="196"/>
                      <a:pt x="333" y="196"/>
                    </a:cubicBezTo>
                    <a:cubicBezTo>
                      <a:pt x="311" y="196"/>
                      <a:pt x="311" y="166"/>
                      <a:pt x="289" y="166"/>
                    </a:cubicBezTo>
                    <a:cubicBezTo>
                      <a:pt x="287" y="166"/>
                      <a:pt x="281" y="171"/>
                      <a:pt x="281" y="171"/>
                    </a:cubicBezTo>
                    <a:cubicBezTo>
                      <a:pt x="284" y="173"/>
                      <a:pt x="285" y="173"/>
                      <a:pt x="289" y="172"/>
                    </a:cubicBezTo>
                    <a:cubicBezTo>
                      <a:pt x="289" y="177"/>
                      <a:pt x="289" y="177"/>
                      <a:pt x="289" y="177"/>
                    </a:cubicBezTo>
                    <a:cubicBezTo>
                      <a:pt x="287" y="178"/>
                      <a:pt x="284" y="178"/>
                      <a:pt x="283" y="177"/>
                    </a:cubicBezTo>
                    <a:cubicBezTo>
                      <a:pt x="283" y="184"/>
                      <a:pt x="283" y="184"/>
                      <a:pt x="283" y="184"/>
                    </a:cubicBezTo>
                    <a:cubicBezTo>
                      <a:pt x="288" y="184"/>
                      <a:pt x="288" y="184"/>
                      <a:pt x="288" y="184"/>
                    </a:cubicBezTo>
                    <a:cubicBezTo>
                      <a:pt x="289" y="189"/>
                      <a:pt x="295" y="199"/>
                      <a:pt x="298" y="201"/>
                    </a:cubicBezTo>
                    <a:cubicBezTo>
                      <a:pt x="307" y="204"/>
                      <a:pt x="310" y="198"/>
                      <a:pt x="311" y="206"/>
                    </a:cubicBezTo>
                    <a:cubicBezTo>
                      <a:pt x="315" y="206"/>
                      <a:pt x="315" y="206"/>
                      <a:pt x="318" y="206"/>
                    </a:cubicBezTo>
                    <a:cubicBezTo>
                      <a:pt x="318" y="213"/>
                      <a:pt x="318" y="213"/>
                      <a:pt x="318" y="215"/>
                    </a:cubicBezTo>
                    <a:cubicBezTo>
                      <a:pt x="318" y="218"/>
                      <a:pt x="326" y="220"/>
                      <a:pt x="326" y="225"/>
                    </a:cubicBezTo>
                    <a:cubicBezTo>
                      <a:pt x="326" y="229"/>
                      <a:pt x="321" y="238"/>
                      <a:pt x="319" y="242"/>
                    </a:cubicBezTo>
                    <a:cubicBezTo>
                      <a:pt x="311" y="242"/>
                      <a:pt x="283" y="231"/>
                      <a:pt x="278" y="225"/>
                    </a:cubicBezTo>
                    <a:cubicBezTo>
                      <a:pt x="272" y="225"/>
                      <a:pt x="272" y="225"/>
                      <a:pt x="272" y="225"/>
                    </a:cubicBezTo>
                    <a:cubicBezTo>
                      <a:pt x="279" y="234"/>
                      <a:pt x="304" y="243"/>
                      <a:pt x="304" y="256"/>
                    </a:cubicBezTo>
                    <a:cubicBezTo>
                      <a:pt x="304" y="259"/>
                      <a:pt x="301" y="261"/>
                      <a:pt x="299" y="261"/>
                    </a:cubicBezTo>
                    <a:cubicBezTo>
                      <a:pt x="297" y="261"/>
                      <a:pt x="296" y="256"/>
                      <a:pt x="295" y="256"/>
                    </a:cubicBezTo>
                    <a:cubicBezTo>
                      <a:pt x="282" y="249"/>
                      <a:pt x="274" y="252"/>
                      <a:pt x="263" y="245"/>
                    </a:cubicBezTo>
                    <a:cubicBezTo>
                      <a:pt x="252" y="239"/>
                      <a:pt x="226" y="240"/>
                      <a:pt x="233" y="226"/>
                    </a:cubicBezTo>
                    <a:cubicBezTo>
                      <a:pt x="219" y="219"/>
                      <a:pt x="212" y="211"/>
                      <a:pt x="199" y="204"/>
                    </a:cubicBezTo>
                    <a:cubicBezTo>
                      <a:pt x="197" y="207"/>
                      <a:pt x="194" y="210"/>
                      <a:pt x="190" y="210"/>
                    </a:cubicBezTo>
                    <a:cubicBezTo>
                      <a:pt x="186" y="210"/>
                      <a:pt x="187" y="207"/>
                      <a:pt x="183" y="207"/>
                    </a:cubicBezTo>
                    <a:cubicBezTo>
                      <a:pt x="177" y="207"/>
                      <a:pt x="175" y="214"/>
                      <a:pt x="169" y="214"/>
                    </a:cubicBezTo>
                    <a:cubicBezTo>
                      <a:pt x="165" y="214"/>
                      <a:pt x="150" y="208"/>
                      <a:pt x="150" y="201"/>
                    </a:cubicBezTo>
                    <a:cubicBezTo>
                      <a:pt x="150" y="197"/>
                      <a:pt x="162" y="189"/>
                      <a:pt x="168" y="189"/>
                    </a:cubicBezTo>
                    <a:cubicBezTo>
                      <a:pt x="176" y="189"/>
                      <a:pt x="183" y="189"/>
                      <a:pt x="187" y="189"/>
                    </a:cubicBezTo>
                    <a:cubicBezTo>
                      <a:pt x="191" y="189"/>
                      <a:pt x="202" y="187"/>
                      <a:pt x="207" y="183"/>
                    </a:cubicBezTo>
                    <a:cubicBezTo>
                      <a:pt x="205" y="182"/>
                      <a:pt x="199" y="178"/>
                      <a:pt x="199" y="174"/>
                    </a:cubicBezTo>
                    <a:cubicBezTo>
                      <a:pt x="199" y="167"/>
                      <a:pt x="207" y="171"/>
                      <a:pt x="210" y="167"/>
                    </a:cubicBezTo>
                    <a:cubicBezTo>
                      <a:pt x="214" y="163"/>
                      <a:pt x="223" y="154"/>
                      <a:pt x="223" y="148"/>
                    </a:cubicBezTo>
                    <a:cubicBezTo>
                      <a:pt x="223" y="136"/>
                      <a:pt x="195" y="115"/>
                      <a:pt x="186" y="115"/>
                    </a:cubicBezTo>
                    <a:cubicBezTo>
                      <a:pt x="180" y="115"/>
                      <a:pt x="177" y="120"/>
                      <a:pt x="172" y="120"/>
                    </a:cubicBezTo>
                    <a:cubicBezTo>
                      <a:pt x="170" y="120"/>
                      <a:pt x="168" y="115"/>
                      <a:pt x="168" y="115"/>
                    </a:cubicBezTo>
                    <a:cubicBezTo>
                      <a:pt x="168" y="110"/>
                      <a:pt x="176" y="109"/>
                      <a:pt x="179" y="109"/>
                    </a:cubicBezTo>
                    <a:cubicBezTo>
                      <a:pt x="175" y="105"/>
                      <a:pt x="151" y="85"/>
                      <a:pt x="146" y="85"/>
                    </a:cubicBezTo>
                    <a:cubicBezTo>
                      <a:pt x="140" y="85"/>
                      <a:pt x="133" y="101"/>
                      <a:pt x="125" y="101"/>
                    </a:cubicBezTo>
                    <a:cubicBezTo>
                      <a:pt x="120" y="101"/>
                      <a:pt x="121" y="94"/>
                      <a:pt x="122" y="91"/>
                    </a:cubicBezTo>
                    <a:cubicBezTo>
                      <a:pt x="108" y="90"/>
                      <a:pt x="75" y="91"/>
                      <a:pt x="55" y="91"/>
                    </a:cubicBezTo>
                    <a:cubicBezTo>
                      <a:pt x="51" y="91"/>
                      <a:pt x="44" y="86"/>
                      <a:pt x="41" y="82"/>
                    </a:cubicBezTo>
                    <a:cubicBezTo>
                      <a:pt x="20" y="82"/>
                      <a:pt x="20" y="82"/>
                      <a:pt x="20" y="82"/>
                    </a:cubicBezTo>
                    <a:cubicBezTo>
                      <a:pt x="18" y="76"/>
                      <a:pt x="11" y="75"/>
                      <a:pt x="11" y="69"/>
                    </a:cubicBezTo>
                    <a:cubicBezTo>
                      <a:pt x="16" y="67"/>
                      <a:pt x="23" y="70"/>
                      <a:pt x="30" y="70"/>
                    </a:cubicBezTo>
                    <a:cubicBezTo>
                      <a:pt x="30" y="65"/>
                      <a:pt x="30" y="65"/>
                      <a:pt x="30" y="65"/>
                    </a:cubicBezTo>
                    <a:cubicBezTo>
                      <a:pt x="26" y="62"/>
                      <a:pt x="6" y="60"/>
                      <a:pt x="6" y="60"/>
                    </a:cubicBezTo>
                    <a:cubicBezTo>
                      <a:pt x="6" y="60"/>
                      <a:pt x="0" y="52"/>
                      <a:pt x="0" y="48"/>
                    </a:cubicBezTo>
                    <a:cubicBezTo>
                      <a:pt x="0" y="36"/>
                      <a:pt x="2" y="33"/>
                      <a:pt x="8" y="29"/>
                    </a:cubicBezTo>
                    <a:cubicBezTo>
                      <a:pt x="12" y="26"/>
                      <a:pt x="10" y="18"/>
                      <a:pt x="11" y="16"/>
                    </a:cubicBezTo>
                    <a:cubicBezTo>
                      <a:pt x="20" y="7"/>
                      <a:pt x="32" y="0"/>
                      <a:pt x="47" y="0"/>
                    </a:cubicBezTo>
                    <a:cubicBezTo>
                      <a:pt x="47" y="0"/>
                      <a:pt x="61" y="4"/>
                      <a:pt x="61" y="4"/>
                    </a:cubicBezTo>
                    <a:cubicBezTo>
                      <a:pt x="57" y="14"/>
                      <a:pt x="42" y="14"/>
                      <a:pt x="42" y="27"/>
                    </a:cubicBezTo>
                    <a:cubicBezTo>
                      <a:pt x="42" y="30"/>
                      <a:pt x="44" y="32"/>
                      <a:pt x="46" y="32"/>
                    </a:cubicBezTo>
                    <a:cubicBezTo>
                      <a:pt x="45" y="35"/>
                      <a:pt x="46" y="40"/>
                      <a:pt x="46" y="40"/>
                    </a:cubicBezTo>
                    <a:cubicBezTo>
                      <a:pt x="46" y="43"/>
                      <a:pt x="45" y="47"/>
                      <a:pt x="50" y="47"/>
                    </a:cubicBezTo>
                    <a:cubicBezTo>
                      <a:pt x="53" y="47"/>
                      <a:pt x="59" y="42"/>
                      <a:pt x="59" y="38"/>
                    </a:cubicBezTo>
                    <a:cubicBezTo>
                      <a:pt x="59" y="34"/>
                      <a:pt x="55" y="31"/>
                      <a:pt x="55" y="26"/>
                    </a:cubicBezTo>
                    <a:cubicBezTo>
                      <a:pt x="55" y="10"/>
                      <a:pt x="84" y="4"/>
                      <a:pt x="102" y="4"/>
                    </a:cubicBezTo>
                    <a:cubicBezTo>
                      <a:pt x="113" y="4"/>
                      <a:pt x="120" y="20"/>
                      <a:pt x="120" y="29"/>
                    </a:cubicBezTo>
                    <a:cubicBezTo>
                      <a:pt x="120" y="31"/>
                      <a:pt x="117" y="38"/>
                      <a:pt x="120" y="38"/>
                    </a:cubicBezTo>
                    <a:cubicBezTo>
                      <a:pt x="122" y="38"/>
                      <a:pt x="124" y="34"/>
                      <a:pt x="128" y="34"/>
                    </a:cubicBezTo>
                    <a:cubicBezTo>
                      <a:pt x="133" y="34"/>
                      <a:pt x="135" y="38"/>
                      <a:pt x="138" y="38"/>
                    </a:cubicBezTo>
                    <a:cubicBezTo>
                      <a:pt x="146" y="38"/>
                      <a:pt x="148" y="27"/>
                      <a:pt x="156" y="27"/>
                    </a:cubicBezTo>
                    <a:cubicBezTo>
                      <a:pt x="165" y="27"/>
                      <a:pt x="183" y="30"/>
                      <a:pt x="189" y="34"/>
                    </a:cubicBezTo>
                    <a:cubicBezTo>
                      <a:pt x="199" y="41"/>
                      <a:pt x="202" y="56"/>
                      <a:pt x="217" y="56"/>
                    </a:cubicBezTo>
                    <a:cubicBezTo>
                      <a:pt x="223" y="56"/>
                      <a:pt x="224" y="56"/>
                      <a:pt x="228" y="56"/>
                    </a:cubicBezTo>
                    <a:cubicBezTo>
                      <a:pt x="232" y="56"/>
                      <a:pt x="243" y="57"/>
                      <a:pt x="242" y="65"/>
                    </a:cubicBezTo>
                    <a:cubicBezTo>
                      <a:pt x="254" y="69"/>
                      <a:pt x="261" y="76"/>
                      <a:pt x="273" y="77"/>
                    </a:cubicBezTo>
                    <a:cubicBezTo>
                      <a:pt x="273" y="85"/>
                      <a:pt x="273" y="85"/>
                      <a:pt x="273" y="85"/>
                    </a:cubicBezTo>
                    <a:cubicBezTo>
                      <a:pt x="276" y="85"/>
                      <a:pt x="281" y="85"/>
                      <a:pt x="281" y="85"/>
                    </a:cubicBezTo>
                    <a:cubicBezTo>
                      <a:pt x="287" y="85"/>
                      <a:pt x="290" y="89"/>
                      <a:pt x="293" y="95"/>
                    </a:cubicBezTo>
                    <a:cubicBezTo>
                      <a:pt x="287" y="96"/>
                      <a:pt x="281" y="96"/>
                      <a:pt x="277" y="101"/>
                    </a:cubicBezTo>
                    <a:cubicBezTo>
                      <a:pt x="285" y="102"/>
                      <a:pt x="287" y="102"/>
                      <a:pt x="291" y="102"/>
                    </a:cubicBezTo>
                    <a:cubicBezTo>
                      <a:pt x="293" y="102"/>
                      <a:pt x="296" y="103"/>
                      <a:pt x="297" y="106"/>
                    </a:cubicBezTo>
                    <a:cubicBezTo>
                      <a:pt x="290" y="110"/>
                      <a:pt x="287" y="110"/>
                      <a:pt x="283" y="116"/>
                    </a:cubicBezTo>
                    <a:cubicBezTo>
                      <a:pt x="287" y="118"/>
                      <a:pt x="289" y="120"/>
                      <a:pt x="295" y="120"/>
                    </a:cubicBezTo>
                    <a:cubicBezTo>
                      <a:pt x="296" y="130"/>
                      <a:pt x="308" y="134"/>
                      <a:pt x="317" y="135"/>
                    </a:cubicBezTo>
                    <a:cubicBezTo>
                      <a:pt x="318" y="143"/>
                      <a:pt x="320" y="151"/>
                      <a:pt x="327" y="151"/>
                    </a:cubicBezTo>
                    <a:cubicBezTo>
                      <a:pt x="337" y="151"/>
                      <a:pt x="339" y="145"/>
                      <a:pt x="342" y="153"/>
                    </a:cubicBezTo>
                    <a:cubicBezTo>
                      <a:pt x="344" y="155"/>
                      <a:pt x="348" y="155"/>
                      <a:pt x="350" y="155"/>
                    </a:cubicBezTo>
                    <a:cubicBezTo>
                      <a:pt x="359" y="155"/>
                      <a:pt x="362" y="158"/>
                      <a:pt x="362" y="165"/>
                    </a:cubicBezTo>
                    <a:cubicBezTo>
                      <a:pt x="362" y="171"/>
                      <a:pt x="355" y="173"/>
                      <a:pt x="349" y="173"/>
                    </a:cubicBezTo>
                    <a:cubicBezTo>
                      <a:pt x="349" y="178"/>
                      <a:pt x="349" y="176"/>
                      <a:pt x="349" y="178"/>
                    </a:cubicBezTo>
                    <a:cubicBezTo>
                      <a:pt x="349" y="180"/>
                      <a:pt x="348" y="184"/>
                      <a:pt x="339" y="18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1" name="iṥḷíḋè"/>
              <p:cNvSpPr/>
              <p:nvPr/>
            </p:nvSpPr>
            <p:spPr bwMode="auto">
              <a:xfrm>
                <a:off x="7771255" y="2897043"/>
                <a:ext cx="13498" cy="11997"/>
              </a:xfrm>
              <a:custGeom>
                <a:avLst/>
                <a:gdLst/>
                <a:ahLst/>
                <a:cxnLst>
                  <a:cxn ang="0">
                    <a:pos x="10" y="6"/>
                  </a:cxn>
                  <a:cxn ang="0">
                    <a:pos x="0" y="6"/>
                  </a:cxn>
                  <a:cxn ang="0">
                    <a:pos x="10" y="6"/>
                  </a:cxn>
                </a:cxnLst>
                <a:rect l="0" t="0" r="r" b="b"/>
                <a:pathLst>
                  <a:path w="10" h="9">
                    <a:moveTo>
                      <a:pt x="10" y="6"/>
                    </a:moveTo>
                    <a:cubicBezTo>
                      <a:pt x="6" y="9"/>
                      <a:pt x="5" y="9"/>
                      <a:pt x="0" y="6"/>
                    </a:cubicBezTo>
                    <a:cubicBezTo>
                      <a:pt x="5" y="0"/>
                      <a:pt x="5" y="3"/>
                      <a:pt x="10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2" name="ïšḻïḍè"/>
              <p:cNvSpPr/>
              <p:nvPr/>
            </p:nvSpPr>
            <p:spPr bwMode="auto">
              <a:xfrm>
                <a:off x="7678271" y="2834056"/>
                <a:ext cx="11998" cy="11997"/>
              </a:xfrm>
              <a:custGeom>
                <a:avLst/>
                <a:gdLst/>
                <a:ahLst/>
                <a:cxnLst>
                  <a:cxn ang="0">
                    <a:pos x="1" y="2"/>
                  </a:cxn>
                  <a:cxn ang="0">
                    <a:pos x="9" y="9"/>
                  </a:cxn>
                  <a:cxn ang="0">
                    <a:pos x="1" y="2"/>
                  </a:cxn>
                </a:cxnLst>
                <a:rect l="0" t="0" r="r" b="b"/>
                <a:pathLst>
                  <a:path w="9" h="9">
                    <a:moveTo>
                      <a:pt x="1" y="2"/>
                    </a:moveTo>
                    <a:cubicBezTo>
                      <a:pt x="6" y="0"/>
                      <a:pt x="6" y="5"/>
                      <a:pt x="9" y="9"/>
                    </a:cubicBezTo>
                    <a:cubicBezTo>
                      <a:pt x="4" y="9"/>
                      <a:pt x="0" y="5"/>
                      <a:pt x="1" y="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3" name="îşľiḑê"/>
              <p:cNvSpPr/>
              <p:nvPr/>
            </p:nvSpPr>
            <p:spPr bwMode="auto">
              <a:xfrm>
                <a:off x="7558292" y="2283672"/>
                <a:ext cx="485916" cy="254947"/>
              </a:xfrm>
              <a:custGeom>
                <a:avLst/>
                <a:gdLst/>
                <a:ahLst/>
                <a:cxnLst>
                  <a:cxn ang="0">
                    <a:pos x="307" y="16"/>
                  </a:cxn>
                  <a:cxn ang="0">
                    <a:pos x="350" y="9"/>
                  </a:cxn>
                  <a:cxn ang="0">
                    <a:pos x="386" y="28"/>
                  </a:cxn>
                  <a:cxn ang="0">
                    <a:pos x="313" y="51"/>
                  </a:cxn>
                  <a:cxn ang="0">
                    <a:pos x="295" y="74"/>
                  </a:cxn>
                  <a:cxn ang="0">
                    <a:pos x="231" y="108"/>
                  </a:cxn>
                  <a:cxn ang="0">
                    <a:pos x="216" y="118"/>
                  </a:cxn>
                  <a:cxn ang="0">
                    <a:pos x="216" y="137"/>
                  </a:cxn>
                  <a:cxn ang="0">
                    <a:pos x="174" y="157"/>
                  </a:cxn>
                  <a:cxn ang="0">
                    <a:pos x="158" y="184"/>
                  </a:cxn>
                  <a:cxn ang="0">
                    <a:pos x="176" y="188"/>
                  </a:cxn>
                  <a:cxn ang="0">
                    <a:pos x="126" y="197"/>
                  </a:cxn>
                  <a:cxn ang="0">
                    <a:pos x="80" y="201"/>
                  </a:cxn>
                  <a:cxn ang="0">
                    <a:pos x="33" y="197"/>
                  </a:cxn>
                  <a:cxn ang="0">
                    <a:pos x="60" y="176"/>
                  </a:cxn>
                  <a:cxn ang="0">
                    <a:pos x="57" y="158"/>
                  </a:cxn>
                  <a:cxn ang="0">
                    <a:pos x="92" y="170"/>
                  </a:cxn>
                  <a:cxn ang="0">
                    <a:pos x="66" y="148"/>
                  </a:cxn>
                  <a:cxn ang="0">
                    <a:pos x="55" y="151"/>
                  </a:cxn>
                  <a:cxn ang="0">
                    <a:pos x="68" y="131"/>
                  </a:cxn>
                  <a:cxn ang="0">
                    <a:pos x="62" y="97"/>
                  </a:cxn>
                  <a:cxn ang="0">
                    <a:pos x="67" y="89"/>
                  </a:cxn>
                  <a:cxn ang="0">
                    <a:pos x="97" y="90"/>
                  </a:cxn>
                  <a:cxn ang="0">
                    <a:pos x="108" y="91"/>
                  </a:cxn>
                  <a:cxn ang="0">
                    <a:pos x="133" y="86"/>
                  </a:cxn>
                  <a:cxn ang="0">
                    <a:pos x="147" y="74"/>
                  </a:cxn>
                  <a:cxn ang="0">
                    <a:pos x="99" y="81"/>
                  </a:cxn>
                  <a:cxn ang="0">
                    <a:pos x="72" y="76"/>
                  </a:cxn>
                  <a:cxn ang="0">
                    <a:pos x="57" y="81"/>
                  </a:cxn>
                  <a:cxn ang="0">
                    <a:pos x="44" y="67"/>
                  </a:cxn>
                  <a:cxn ang="0">
                    <a:pos x="51" y="53"/>
                  </a:cxn>
                  <a:cxn ang="0">
                    <a:pos x="25" y="60"/>
                  </a:cxn>
                  <a:cxn ang="0">
                    <a:pos x="29" y="49"/>
                  </a:cxn>
                  <a:cxn ang="0">
                    <a:pos x="9" y="52"/>
                  </a:cxn>
                  <a:cxn ang="0">
                    <a:pos x="44" y="36"/>
                  </a:cxn>
                  <a:cxn ang="0">
                    <a:pos x="57" y="32"/>
                  </a:cxn>
                  <a:cxn ang="0">
                    <a:pos x="104" y="32"/>
                  </a:cxn>
                  <a:cxn ang="0">
                    <a:pos x="135" y="11"/>
                  </a:cxn>
                  <a:cxn ang="0">
                    <a:pos x="196" y="6"/>
                  </a:cxn>
                  <a:cxn ang="0">
                    <a:pos x="218" y="8"/>
                  </a:cxn>
                  <a:cxn ang="0">
                    <a:pos x="245" y="3"/>
                  </a:cxn>
                  <a:cxn ang="0">
                    <a:pos x="315" y="11"/>
                  </a:cxn>
                </a:cxnLst>
                <a:rect l="0" t="0" r="r" b="b"/>
                <a:pathLst>
                  <a:path w="386" h="203">
                    <a:moveTo>
                      <a:pt x="315" y="11"/>
                    </a:moveTo>
                    <a:cubicBezTo>
                      <a:pt x="312" y="14"/>
                      <a:pt x="310" y="15"/>
                      <a:pt x="307" y="16"/>
                    </a:cubicBezTo>
                    <a:cubicBezTo>
                      <a:pt x="342" y="6"/>
                      <a:pt x="342" y="6"/>
                      <a:pt x="342" y="6"/>
                    </a:cubicBezTo>
                    <a:cubicBezTo>
                      <a:pt x="345" y="7"/>
                      <a:pt x="347" y="8"/>
                      <a:pt x="350" y="9"/>
                    </a:cubicBezTo>
                    <a:cubicBezTo>
                      <a:pt x="355" y="11"/>
                      <a:pt x="355" y="14"/>
                      <a:pt x="358" y="17"/>
                    </a:cubicBezTo>
                    <a:cubicBezTo>
                      <a:pt x="363" y="22"/>
                      <a:pt x="386" y="20"/>
                      <a:pt x="386" y="28"/>
                    </a:cubicBezTo>
                    <a:cubicBezTo>
                      <a:pt x="386" y="33"/>
                      <a:pt x="378" y="32"/>
                      <a:pt x="375" y="34"/>
                    </a:cubicBezTo>
                    <a:cubicBezTo>
                      <a:pt x="358" y="48"/>
                      <a:pt x="336" y="40"/>
                      <a:pt x="313" y="51"/>
                    </a:cubicBezTo>
                    <a:cubicBezTo>
                      <a:pt x="317" y="56"/>
                      <a:pt x="335" y="52"/>
                      <a:pt x="346" y="52"/>
                    </a:cubicBezTo>
                    <a:cubicBezTo>
                      <a:pt x="336" y="63"/>
                      <a:pt x="311" y="69"/>
                      <a:pt x="295" y="74"/>
                    </a:cubicBezTo>
                    <a:cubicBezTo>
                      <a:pt x="277" y="80"/>
                      <a:pt x="267" y="97"/>
                      <a:pt x="254" y="107"/>
                    </a:cubicBezTo>
                    <a:cubicBezTo>
                      <a:pt x="248" y="112"/>
                      <a:pt x="238" y="106"/>
                      <a:pt x="231" y="108"/>
                    </a:cubicBezTo>
                    <a:cubicBezTo>
                      <a:pt x="221" y="112"/>
                      <a:pt x="210" y="112"/>
                      <a:pt x="203" y="118"/>
                    </a:cubicBezTo>
                    <a:cubicBezTo>
                      <a:pt x="216" y="118"/>
                      <a:pt x="216" y="118"/>
                      <a:pt x="216" y="118"/>
                    </a:cubicBezTo>
                    <a:cubicBezTo>
                      <a:pt x="217" y="128"/>
                      <a:pt x="211" y="127"/>
                      <a:pt x="203" y="126"/>
                    </a:cubicBezTo>
                    <a:cubicBezTo>
                      <a:pt x="208" y="129"/>
                      <a:pt x="213" y="131"/>
                      <a:pt x="216" y="137"/>
                    </a:cubicBezTo>
                    <a:cubicBezTo>
                      <a:pt x="206" y="141"/>
                      <a:pt x="203" y="152"/>
                      <a:pt x="196" y="157"/>
                    </a:cubicBezTo>
                    <a:cubicBezTo>
                      <a:pt x="177" y="157"/>
                      <a:pt x="177" y="157"/>
                      <a:pt x="174" y="157"/>
                    </a:cubicBezTo>
                    <a:cubicBezTo>
                      <a:pt x="175" y="160"/>
                      <a:pt x="177" y="161"/>
                      <a:pt x="177" y="164"/>
                    </a:cubicBezTo>
                    <a:cubicBezTo>
                      <a:pt x="177" y="178"/>
                      <a:pt x="158" y="169"/>
                      <a:pt x="158" y="184"/>
                    </a:cubicBezTo>
                    <a:cubicBezTo>
                      <a:pt x="165" y="184"/>
                      <a:pt x="166" y="184"/>
                      <a:pt x="169" y="184"/>
                    </a:cubicBezTo>
                    <a:cubicBezTo>
                      <a:pt x="171" y="184"/>
                      <a:pt x="176" y="184"/>
                      <a:pt x="176" y="188"/>
                    </a:cubicBezTo>
                    <a:cubicBezTo>
                      <a:pt x="176" y="195"/>
                      <a:pt x="151" y="203"/>
                      <a:pt x="141" y="203"/>
                    </a:cubicBezTo>
                    <a:cubicBezTo>
                      <a:pt x="131" y="203"/>
                      <a:pt x="135" y="197"/>
                      <a:pt x="126" y="197"/>
                    </a:cubicBezTo>
                    <a:cubicBezTo>
                      <a:pt x="113" y="197"/>
                      <a:pt x="104" y="197"/>
                      <a:pt x="93" y="197"/>
                    </a:cubicBezTo>
                    <a:cubicBezTo>
                      <a:pt x="89" y="197"/>
                      <a:pt x="86" y="201"/>
                      <a:pt x="80" y="201"/>
                    </a:cubicBezTo>
                    <a:cubicBezTo>
                      <a:pt x="65" y="201"/>
                      <a:pt x="53" y="197"/>
                      <a:pt x="38" y="192"/>
                    </a:cubicBezTo>
                    <a:cubicBezTo>
                      <a:pt x="37" y="194"/>
                      <a:pt x="35" y="197"/>
                      <a:pt x="33" y="197"/>
                    </a:cubicBezTo>
                    <a:cubicBezTo>
                      <a:pt x="29" y="197"/>
                      <a:pt x="28" y="194"/>
                      <a:pt x="28" y="193"/>
                    </a:cubicBezTo>
                    <a:cubicBezTo>
                      <a:pt x="28" y="176"/>
                      <a:pt x="51" y="182"/>
                      <a:pt x="60" y="176"/>
                    </a:cubicBezTo>
                    <a:cubicBezTo>
                      <a:pt x="55" y="172"/>
                      <a:pt x="46" y="170"/>
                      <a:pt x="46" y="162"/>
                    </a:cubicBezTo>
                    <a:cubicBezTo>
                      <a:pt x="46" y="156"/>
                      <a:pt x="52" y="158"/>
                      <a:pt x="57" y="158"/>
                    </a:cubicBezTo>
                    <a:cubicBezTo>
                      <a:pt x="71" y="158"/>
                      <a:pt x="76" y="165"/>
                      <a:pt x="84" y="170"/>
                    </a:cubicBezTo>
                    <a:cubicBezTo>
                      <a:pt x="92" y="170"/>
                      <a:pt x="92" y="170"/>
                      <a:pt x="92" y="170"/>
                    </a:cubicBezTo>
                    <a:cubicBezTo>
                      <a:pt x="86" y="164"/>
                      <a:pt x="72" y="159"/>
                      <a:pt x="72" y="148"/>
                    </a:cubicBezTo>
                    <a:cubicBezTo>
                      <a:pt x="66" y="148"/>
                      <a:pt x="66" y="148"/>
                      <a:pt x="66" y="148"/>
                    </a:cubicBezTo>
                    <a:cubicBezTo>
                      <a:pt x="63" y="149"/>
                      <a:pt x="63" y="149"/>
                      <a:pt x="61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46"/>
                      <a:pt x="55" y="146"/>
                      <a:pt x="55" y="146"/>
                    </a:cubicBezTo>
                    <a:cubicBezTo>
                      <a:pt x="58" y="138"/>
                      <a:pt x="61" y="134"/>
                      <a:pt x="68" y="131"/>
                    </a:cubicBezTo>
                    <a:cubicBezTo>
                      <a:pt x="79" y="128"/>
                      <a:pt x="92" y="132"/>
                      <a:pt x="92" y="119"/>
                    </a:cubicBezTo>
                    <a:cubicBezTo>
                      <a:pt x="92" y="105"/>
                      <a:pt x="62" y="105"/>
                      <a:pt x="62" y="97"/>
                    </a:cubicBezTo>
                    <a:cubicBezTo>
                      <a:pt x="62" y="93"/>
                      <a:pt x="69" y="94"/>
                      <a:pt x="73" y="94"/>
                    </a:cubicBezTo>
                    <a:cubicBezTo>
                      <a:pt x="68" y="94"/>
                      <a:pt x="67" y="92"/>
                      <a:pt x="67" y="89"/>
                    </a:cubicBezTo>
                    <a:cubicBezTo>
                      <a:pt x="69" y="88"/>
                      <a:pt x="71" y="89"/>
                      <a:pt x="73" y="89"/>
                    </a:cubicBezTo>
                    <a:cubicBezTo>
                      <a:pt x="78" y="89"/>
                      <a:pt x="88" y="87"/>
                      <a:pt x="97" y="90"/>
                    </a:cubicBezTo>
                    <a:cubicBezTo>
                      <a:pt x="108" y="93"/>
                      <a:pt x="112" y="106"/>
                      <a:pt x="124" y="104"/>
                    </a:cubicBezTo>
                    <a:cubicBezTo>
                      <a:pt x="122" y="102"/>
                      <a:pt x="108" y="93"/>
                      <a:pt x="108" y="91"/>
                    </a:cubicBezTo>
                    <a:cubicBezTo>
                      <a:pt x="108" y="89"/>
                      <a:pt x="110" y="88"/>
                      <a:pt x="111" y="86"/>
                    </a:cubicBezTo>
                    <a:cubicBezTo>
                      <a:pt x="133" y="86"/>
                      <a:pt x="133" y="86"/>
                      <a:pt x="133" y="86"/>
                    </a:cubicBezTo>
                    <a:cubicBezTo>
                      <a:pt x="141" y="83"/>
                      <a:pt x="149" y="81"/>
                      <a:pt x="154" y="74"/>
                    </a:cubicBezTo>
                    <a:cubicBezTo>
                      <a:pt x="147" y="74"/>
                      <a:pt x="147" y="74"/>
                      <a:pt x="147" y="74"/>
                    </a:cubicBezTo>
                    <a:cubicBezTo>
                      <a:pt x="138" y="81"/>
                      <a:pt x="128" y="84"/>
                      <a:pt x="114" y="84"/>
                    </a:cubicBezTo>
                    <a:cubicBezTo>
                      <a:pt x="106" y="84"/>
                      <a:pt x="103" y="81"/>
                      <a:pt x="99" y="81"/>
                    </a:cubicBezTo>
                    <a:cubicBezTo>
                      <a:pt x="95" y="81"/>
                      <a:pt x="93" y="85"/>
                      <a:pt x="90" y="85"/>
                    </a:cubicBezTo>
                    <a:cubicBezTo>
                      <a:pt x="81" y="85"/>
                      <a:pt x="70" y="82"/>
                      <a:pt x="72" y="76"/>
                    </a:cubicBezTo>
                    <a:cubicBezTo>
                      <a:pt x="67" y="76"/>
                      <a:pt x="67" y="76"/>
                      <a:pt x="67" y="76"/>
                    </a:cubicBezTo>
                    <a:cubicBezTo>
                      <a:pt x="63" y="78"/>
                      <a:pt x="61" y="81"/>
                      <a:pt x="57" y="81"/>
                    </a:cubicBezTo>
                    <a:cubicBezTo>
                      <a:pt x="48" y="81"/>
                      <a:pt x="36" y="75"/>
                      <a:pt x="33" y="71"/>
                    </a:cubicBezTo>
                    <a:cubicBezTo>
                      <a:pt x="36" y="69"/>
                      <a:pt x="39" y="67"/>
                      <a:pt x="44" y="67"/>
                    </a:cubicBezTo>
                    <a:cubicBezTo>
                      <a:pt x="36" y="67"/>
                      <a:pt x="27" y="66"/>
                      <a:pt x="24" y="67"/>
                    </a:cubicBezTo>
                    <a:cubicBezTo>
                      <a:pt x="29" y="55"/>
                      <a:pt x="40" y="56"/>
                      <a:pt x="51" y="53"/>
                    </a:cubicBezTo>
                    <a:cubicBezTo>
                      <a:pt x="47" y="52"/>
                      <a:pt x="46" y="52"/>
                      <a:pt x="42" y="52"/>
                    </a:cubicBezTo>
                    <a:cubicBezTo>
                      <a:pt x="33" y="52"/>
                      <a:pt x="33" y="60"/>
                      <a:pt x="25" y="60"/>
                    </a:cubicBezTo>
                    <a:cubicBezTo>
                      <a:pt x="22" y="60"/>
                      <a:pt x="18" y="57"/>
                      <a:pt x="17" y="56"/>
                    </a:cubicBezTo>
                    <a:cubicBezTo>
                      <a:pt x="21" y="52"/>
                      <a:pt x="24" y="51"/>
                      <a:pt x="29" y="49"/>
                    </a:cubicBezTo>
                    <a:cubicBezTo>
                      <a:pt x="16" y="49"/>
                      <a:pt x="16" y="49"/>
                      <a:pt x="16" y="49"/>
                    </a:cubicBezTo>
                    <a:cubicBezTo>
                      <a:pt x="13" y="50"/>
                      <a:pt x="11" y="51"/>
                      <a:pt x="9" y="52"/>
                    </a:cubicBezTo>
                    <a:cubicBezTo>
                      <a:pt x="7" y="52"/>
                      <a:pt x="2" y="52"/>
                      <a:pt x="0" y="52"/>
                    </a:cubicBezTo>
                    <a:cubicBezTo>
                      <a:pt x="2" y="41"/>
                      <a:pt x="31" y="36"/>
                      <a:pt x="44" y="36"/>
                    </a:cubicBezTo>
                    <a:cubicBezTo>
                      <a:pt x="49" y="36"/>
                      <a:pt x="52" y="36"/>
                      <a:pt x="53" y="36"/>
                    </a:cubicBezTo>
                    <a:cubicBezTo>
                      <a:pt x="55" y="36"/>
                      <a:pt x="57" y="34"/>
                      <a:pt x="57" y="32"/>
                    </a:cubicBezTo>
                    <a:cubicBezTo>
                      <a:pt x="71" y="32"/>
                      <a:pt x="65" y="22"/>
                      <a:pt x="74" y="22"/>
                    </a:cubicBezTo>
                    <a:cubicBezTo>
                      <a:pt x="83" y="22"/>
                      <a:pt x="100" y="31"/>
                      <a:pt x="104" y="32"/>
                    </a:cubicBezTo>
                    <a:cubicBezTo>
                      <a:pt x="108" y="22"/>
                      <a:pt x="113" y="12"/>
                      <a:pt x="126" y="12"/>
                    </a:cubicBezTo>
                    <a:cubicBezTo>
                      <a:pt x="134" y="12"/>
                      <a:pt x="129" y="16"/>
                      <a:pt x="135" y="11"/>
                    </a:cubicBezTo>
                    <a:cubicBezTo>
                      <a:pt x="137" y="7"/>
                      <a:pt x="141" y="6"/>
                      <a:pt x="145" y="6"/>
                    </a:cubicBezTo>
                    <a:cubicBezTo>
                      <a:pt x="168" y="6"/>
                      <a:pt x="173" y="6"/>
                      <a:pt x="196" y="6"/>
                    </a:cubicBezTo>
                    <a:cubicBezTo>
                      <a:pt x="197" y="4"/>
                      <a:pt x="199" y="3"/>
                      <a:pt x="201" y="3"/>
                    </a:cubicBezTo>
                    <a:cubicBezTo>
                      <a:pt x="209" y="3"/>
                      <a:pt x="211" y="8"/>
                      <a:pt x="218" y="8"/>
                    </a:cubicBezTo>
                    <a:cubicBezTo>
                      <a:pt x="224" y="8"/>
                      <a:pt x="226" y="0"/>
                      <a:pt x="232" y="0"/>
                    </a:cubicBezTo>
                    <a:cubicBezTo>
                      <a:pt x="239" y="0"/>
                      <a:pt x="241" y="3"/>
                      <a:pt x="245" y="3"/>
                    </a:cubicBezTo>
                    <a:cubicBezTo>
                      <a:pt x="250" y="3"/>
                      <a:pt x="253" y="3"/>
                      <a:pt x="258" y="3"/>
                    </a:cubicBezTo>
                    <a:cubicBezTo>
                      <a:pt x="268" y="3"/>
                      <a:pt x="306" y="2"/>
                      <a:pt x="315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4" name="í$ľiḓè"/>
              <p:cNvSpPr/>
              <p:nvPr/>
            </p:nvSpPr>
            <p:spPr bwMode="auto">
              <a:xfrm>
                <a:off x="7862740" y="2259677"/>
                <a:ext cx="950836" cy="722848"/>
              </a:xfrm>
              <a:custGeom>
                <a:avLst/>
                <a:gdLst/>
                <a:ahLst/>
                <a:cxnLst>
                  <a:cxn ang="0">
                    <a:pos x="280" y="372"/>
                  </a:cxn>
                  <a:cxn ang="0">
                    <a:pos x="267" y="360"/>
                  </a:cxn>
                  <a:cxn ang="0">
                    <a:pos x="228" y="336"/>
                  </a:cxn>
                  <a:cxn ang="0">
                    <a:pos x="215" y="302"/>
                  </a:cxn>
                  <a:cxn ang="0">
                    <a:pos x="109" y="219"/>
                  </a:cxn>
                  <a:cxn ang="0">
                    <a:pos x="73" y="223"/>
                  </a:cxn>
                  <a:cxn ang="0">
                    <a:pos x="43" y="217"/>
                  </a:cxn>
                  <a:cxn ang="0">
                    <a:pos x="19" y="202"/>
                  </a:cxn>
                  <a:cxn ang="0">
                    <a:pos x="51" y="190"/>
                  </a:cxn>
                  <a:cxn ang="0">
                    <a:pos x="64" y="180"/>
                  </a:cxn>
                  <a:cxn ang="0">
                    <a:pos x="0" y="166"/>
                  </a:cxn>
                  <a:cxn ang="0">
                    <a:pos x="84" y="141"/>
                  </a:cxn>
                  <a:cxn ang="0">
                    <a:pos x="72" y="102"/>
                  </a:cxn>
                  <a:cxn ang="0">
                    <a:pos x="144" y="59"/>
                  </a:cxn>
                  <a:cxn ang="0">
                    <a:pos x="237" y="56"/>
                  </a:cxn>
                  <a:cxn ang="0">
                    <a:pos x="260" y="53"/>
                  </a:cxn>
                  <a:cxn ang="0">
                    <a:pos x="274" y="38"/>
                  </a:cxn>
                  <a:cxn ang="0">
                    <a:pos x="309" y="36"/>
                  </a:cxn>
                  <a:cxn ang="0">
                    <a:pos x="355" y="15"/>
                  </a:cxn>
                  <a:cxn ang="0">
                    <a:pos x="391" y="13"/>
                  </a:cxn>
                  <a:cxn ang="0">
                    <a:pos x="534" y="0"/>
                  </a:cxn>
                  <a:cxn ang="0">
                    <a:pos x="594" y="48"/>
                  </a:cxn>
                  <a:cxn ang="0">
                    <a:pos x="570" y="75"/>
                  </a:cxn>
                  <a:cxn ang="0">
                    <a:pos x="603" y="102"/>
                  </a:cxn>
                  <a:cxn ang="0">
                    <a:pos x="684" y="66"/>
                  </a:cxn>
                  <a:cxn ang="0">
                    <a:pos x="730" y="51"/>
                  </a:cxn>
                  <a:cxn ang="0">
                    <a:pos x="702" y="94"/>
                  </a:cxn>
                  <a:cxn ang="0">
                    <a:pos x="691" y="114"/>
                  </a:cxn>
                  <a:cxn ang="0">
                    <a:pos x="654" y="150"/>
                  </a:cxn>
                  <a:cxn ang="0">
                    <a:pos x="677" y="178"/>
                  </a:cxn>
                  <a:cxn ang="0">
                    <a:pos x="657" y="202"/>
                  </a:cxn>
                  <a:cxn ang="0">
                    <a:pos x="669" y="236"/>
                  </a:cxn>
                  <a:cxn ang="0">
                    <a:pos x="673" y="260"/>
                  </a:cxn>
                  <a:cxn ang="0">
                    <a:pos x="633" y="295"/>
                  </a:cxn>
                  <a:cxn ang="0">
                    <a:pos x="637" y="305"/>
                  </a:cxn>
                  <a:cxn ang="0">
                    <a:pos x="601" y="297"/>
                  </a:cxn>
                  <a:cxn ang="0">
                    <a:pos x="633" y="358"/>
                  </a:cxn>
                  <a:cxn ang="0">
                    <a:pos x="596" y="347"/>
                  </a:cxn>
                  <a:cxn ang="0">
                    <a:pos x="616" y="375"/>
                  </a:cxn>
                  <a:cxn ang="0">
                    <a:pos x="518" y="408"/>
                  </a:cxn>
                  <a:cxn ang="0">
                    <a:pos x="483" y="445"/>
                  </a:cxn>
                  <a:cxn ang="0">
                    <a:pos x="443" y="449"/>
                  </a:cxn>
                  <a:cxn ang="0">
                    <a:pos x="402" y="485"/>
                  </a:cxn>
                  <a:cxn ang="0">
                    <a:pos x="384" y="523"/>
                  </a:cxn>
                  <a:cxn ang="0">
                    <a:pos x="362" y="571"/>
                  </a:cxn>
                  <a:cxn ang="0">
                    <a:pos x="313" y="560"/>
                  </a:cxn>
                  <a:cxn ang="0">
                    <a:pos x="270" y="499"/>
                  </a:cxn>
                  <a:cxn ang="0">
                    <a:pos x="256" y="475"/>
                  </a:cxn>
                  <a:cxn ang="0">
                    <a:pos x="237" y="438"/>
                  </a:cxn>
                  <a:cxn ang="0">
                    <a:pos x="255" y="403"/>
                  </a:cxn>
                </a:cxnLst>
                <a:rect l="0" t="0" r="r" b="b"/>
                <a:pathLst>
                  <a:path w="756" h="575">
                    <a:moveTo>
                      <a:pt x="255" y="403"/>
                    </a:moveTo>
                    <a:cubicBezTo>
                      <a:pt x="261" y="400"/>
                      <a:pt x="261" y="400"/>
                      <a:pt x="267" y="402"/>
                    </a:cubicBezTo>
                    <a:cubicBezTo>
                      <a:pt x="270" y="389"/>
                      <a:pt x="276" y="385"/>
                      <a:pt x="280" y="372"/>
                    </a:cubicBezTo>
                    <a:cubicBezTo>
                      <a:pt x="266" y="368"/>
                      <a:pt x="234" y="366"/>
                      <a:pt x="233" y="353"/>
                    </a:cubicBezTo>
                    <a:cubicBezTo>
                      <a:pt x="237" y="352"/>
                      <a:pt x="236" y="353"/>
                      <a:pt x="240" y="353"/>
                    </a:cubicBezTo>
                    <a:cubicBezTo>
                      <a:pt x="250" y="353"/>
                      <a:pt x="256" y="360"/>
                      <a:pt x="267" y="360"/>
                    </a:cubicBezTo>
                    <a:cubicBezTo>
                      <a:pt x="271" y="360"/>
                      <a:pt x="271" y="356"/>
                      <a:pt x="271" y="353"/>
                    </a:cubicBezTo>
                    <a:cubicBezTo>
                      <a:pt x="258" y="349"/>
                      <a:pt x="254" y="328"/>
                      <a:pt x="239" y="328"/>
                    </a:cubicBezTo>
                    <a:cubicBezTo>
                      <a:pt x="235" y="328"/>
                      <a:pt x="234" y="336"/>
                      <a:pt x="228" y="336"/>
                    </a:cubicBezTo>
                    <a:cubicBezTo>
                      <a:pt x="220" y="336"/>
                      <a:pt x="216" y="335"/>
                      <a:pt x="216" y="328"/>
                    </a:cubicBezTo>
                    <a:cubicBezTo>
                      <a:pt x="216" y="318"/>
                      <a:pt x="226" y="319"/>
                      <a:pt x="226" y="309"/>
                    </a:cubicBezTo>
                    <a:cubicBezTo>
                      <a:pt x="226" y="303"/>
                      <a:pt x="219" y="302"/>
                      <a:pt x="215" y="302"/>
                    </a:cubicBezTo>
                    <a:cubicBezTo>
                      <a:pt x="215" y="295"/>
                      <a:pt x="215" y="295"/>
                      <a:pt x="215" y="295"/>
                    </a:cubicBezTo>
                    <a:cubicBezTo>
                      <a:pt x="203" y="257"/>
                      <a:pt x="172" y="219"/>
                      <a:pt x="122" y="219"/>
                    </a:cubicBezTo>
                    <a:cubicBezTo>
                      <a:pt x="115" y="219"/>
                      <a:pt x="113" y="219"/>
                      <a:pt x="109" y="219"/>
                    </a:cubicBezTo>
                    <a:cubicBezTo>
                      <a:pt x="103" y="219"/>
                      <a:pt x="101" y="224"/>
                      <a:pt x="95" y="224"/>
                    </a:cubicBezTo>
                    <a:cubicBezTo>
                      <a:pt x="91" y="224"/>
                      <a:pt x="87" y="221"/>
                      <a:pt x="82" y="221"/>
                    </a:cubicBezTo>
                    <a:cubicBezTo>
                      <a:pt x="77" y="221"/>
                      <a:pt x="75" y="222"/>
                      <a:pt x="73" y="223"/>
                    </a:cubicBezTo>
                    <a:cubicBezTo>
                      <a:pt x="74" y="224"/>
                      <a:pt x="76" y="226"/>
                      <a:pt x="77" y="226"/>
                    </a:cubicBezTo>
                    <a:cubicBezTo>
                      <a:pt x="75" y="229"/>
                      <a:pt x="75" y="228"/>
                      <a:pt x="72" y="228"/>
                    </a:cubicBezTo>
                    <a:cubicBezTo>
                      <a:pt x="62" y="228"/>
                      <a:pt x="48" y="224"/>
                      <a:pt x="43" y="217"/>
                    </a:cubicBezTo>
                    <a:cubicBezTo>
                      <a:pt x="47" y="214"/>
                      <a:pt x="50" y="214"/>
                      <a:pt x="52" y="210"/>
                    </a:cubicBezTo>
                    <a:cubicBezTo>
                      <a:pt x="45" y="207"/>
                      <a:pt x="39" y="202"/>
                      <a:pt x="34" y="202"/>
                    </a:cubicBezTo>
                    <a:cubicBezTo>
                      <a:pt x="24" y="202"/>
                      <a:pt x="27" y="206"/>
                      <a:pt x="19" y="202"/>
                    </a:cubicBezTo>
                    <a:cubicBezTo>
                      <a:pt x="19" y="196"/>
                      <a:pt x="28" y="194"/>
                      <a:pt x="32" y="194"/>
                    </a:cubicBezTo>
                    <a:cubicBezTo>
                      <a:pt x="37" y="194"/>
                      <a:pt x="40" y="194"/>
                      <a:pt x="43" y="194"/>
                    </a:cubicBezTo>
                    <a:cubicBezTo>
                      <a:pt x="47" y="194"/>
                      <a:pt x="49" y="193"/>
                      <a:pt x="51" y="190"/>
                    </a:cubicBezTo>
                    <a:cubicBezTo>
                      <a:pt x="76" y="190"/>
                      <a:pt x="76" y="190"/>
                      <a:pt x="76" y="190"/>
                    </a:cubicBezTo>
                    <a:cubicBezTo>
                      <a:pt x="80" y="187"/>
                      <a:pt x="80" y="185"/>
                      <a:pt x="82" y="180"/>
                    </a:cubicBezTo>
                    <a:cubicBezTo>
                      <a:pt x="64" y="180"/>
                      <a:pt x="64" y="180"/>
                      <a:pt x="64" y="180"/>
                    </a:cubicBezTo>
                    <a:cubicBezTo>
                      <a:pt x="63" y="183"/>
                      <a:pt x="62" y="185"/>
                      <a:pt x="60" y="185"/>
                    </a:cubicBezTo>
                    <a:cubicBezTo>
                      <a:pt x="53" y="185"/>
                      <a:pt x="50" y="185"/>
                      <a:pt x="44" y="185"/>
                    </a:cubicBezTo>
                    <a:cubicBezTo>
                      <a:pt x="42" y="185"/>
                      <a:pt x="0" y="173"/>
                      <a:pt x="0" y="166"/>
                    </a:cubicBezTo>
                    <a:cubicBezTo>
                      <a:pt x="0" y="152"/>
                      <a:pt x="16" y="157"/>
                      <a:pt x="25" y="154"/>
                    </a:cubicBezTo>
                    <a:cubicBezTo>
                      <a:pt x="33" y="151"/>
                      <a:pt x="38" y="146"/>
                      <a:pt x="46" y="144"/>
                    </a:cubicBezTo>
                    <a:cubicBezTo>
                      <a:pt x="58" y="140"/>
                      <a:pt x="74" y="146"/>
                      <a:pt x="84" y="141"/>
                    </a:cubicBezTo>
                    <a:cubicBezTo>
                      <a:pt x="91" y="136"/>
                      <a:pt x="96" y="128"/>
                      <a:pt x="96" y="117"/>
                    </a:cubicBezTo>
                    <a:cubicBezTo>
                      <a:pt x="88" y="116"/>
                      <a:pt x="63" y="117"/>
                      <a:pt x="63" y="109"/>
                    </a:cubicBezTo>
                    <a:cubicBezTo>
                      <a:pt x="63" y="105"/>
                      <a:pt x="69" y="102"/>
                      <a:pt x="72" y="102"/>
                    </a:cubicBezTo>
                    <a:cubicBezTo>
                      <a:pt x="87" y="97"/>
                      <a:pt x="106" y="86"/>
                      <a:pt x="115" y="78"/>
                    </a:cubicBezTo>
                    <a:cubicBezTo>
                      <a:pt x="119" y="80"/>
                      <a:pt x="122" y="81"/>
                      <a:pt x="127" y="81"/>
                    </a:cubicBezTo>
                    <a:cubicBezTo>
                      <a:pt x="142" y="81"/>
                      <a:pt x="130" y="61"/>
                      <a:pt x="144" y="59"/>
                    </a:cubicBezTo>
                    <a:cubicBezTo>
                      <a:pt x="162" y="57"/>
                      <a:pt x="169" y="52"/>
                      <a:pt x="185" y="52"/>
                    </a:cubicBezTo>
                    <a:cubicBezTo>
                      <a:pt x="198" y="49"/>
                      <a:pt x="206" y="42"/>
                      <a:pt x="218" y="42"/>
                    </a:cubicBezTo>
                    <a:cubicBezTo>
                      <a:pt x="226" y="42"/>
                      <a:pt x="229" y="56"/>
                      <a:pt x="237" y="56"/>
                    </a:cubicBezTo>
                    <a:cubicBezTo>
                      <a:pt x="237" y="52"/>
                      <a:pt x="235" y="50"/>
                      <a:pt x="235" y="47"/>
                    </a:cubicBezTo>
                    <a:cubicBezTo>
                      <a:pt x="239" y="42"/>
                      <a:pt x="239" y="42"/>
                      <a:pt x="239" y="42"/>
                    </a:cubicBezTo>
                    <a:cubicBezTo>
                      <a:pt x="244" y="51"/>
                      <a:pt x="252" y="50"/>
                      <a:pt x="260" y="53"/>
                    </a:cubicBezTo>
                    <a:cubicBezTo>
                      <a:pt x="262" y="53"/>
                      <a:pt x="267" y="53"/>
                      <a:pt x="267" y="53"/>
                    </a:cubicBezTo>
                    <a:cubicBezTo>
                      <a:pt x="266" y="50"/>
                      <a:pt x="263" y="47"/>
                      <a:pt x="263" y="44"/>
                    </a:cubicBezTo>
                    <a:cubicBezTo>
                      <a:pt x="263" y="38"/>
                      <a:pt x="270" y="38"/>
                      <a:pt x="274" y="38"/>
                    </a:cubicBezTo>
                    <a:cubicBezTo>
                      <a:pt x="293" y="38"/>
                      <a:pt x="303" y="48"/>
                      <a:pt x="314" y="53"/>
                    </a:cubicBezTo>
                    <a:cubicBezTo>
                      <a:pt x="334" y="53"/>
                      <a:pt x="334" y="53"/>
                      <a:pt x="334" y="53"/>
                    </a:cubicBezTo>
                    <a:cubicBezTo>
                      <a:pt x="327" y="50"/>
                      <a:pt x="309" y="44"/>
                      <a:pt x="309" y="36"/>
                    </a:cubicBezTo>
                    <a:cubicBezTo>
                      <a:pt x="309" y="29"/>
                      <a:pt x="322" y="31"/>
                      <a:pt x="326" y="30"/>
                    </a:cubicBezTo>
                    <a:cubicBezTo>
                      <a:pt x="323" y="27"/>
                      <a:pt x="320" y="27"/>
                      <a:pt x="318" y="24"/>
                    </a:cubicBezTo>
                    <a:cubicBezTo>
                      <a:pt x="330" y="18"/>
                      <a:pt x="341" y="15"/>
                      <a:pt x="355" y="15"/>
                    </a:cubicBezTo>
                    <a:cubicBezTo>
                      <a:pt x="366" y="15"/>
                      <a:pt x="373" y="15"/>
                      <a:pt x="382" y="18"/>
                    </a:cubicBezTo>
                    <a:cubicBezTo>
                      <a:pt x="391" y="18"/>
                      <a:pt x="391" y="18"/>
                      <a:pt x="391" y="18"/>
                    </a:cubicBezTo>
                    <a:cubicBezTo>
                      <a:pt x="391" y="13"/>
                      <a:pt x="391" y="13"/>
                      <a:pt x="391" y="13"/>
                    </a:cubicBezTo>
                    <a:cubicBezTo>
                      <a:pt x="398" y="12"/>
                      <a:pt x="402" y="13"/>
                      <a:pt x="409" y="13"/>
                    </a:cubicBezTo>
                    <a:cubicBezTo>
                      <a:pt x="430" y="13"/>
                      <a:pt x="447" y="0"/>
                      <a:pt x="470" y="0"/>
                    </a:cubicBezTo>
                    <a:cubicBezTo>
                      <a:pt x="495" y="0"/>
                      <a:pt x="512" y="0"/>
                      <a:pt x="534" y="0"/>
                    </a:cubicBezTo>
                    <a:cubicBezTo>
                      <a:pt x="560" y="0"/>
                      <a:pt x="579" y="17"/>
                      <a:pt x="600" y="26"/>
                    </a:cubicBezTo>
                    <a:cubicBezTo>
                      <a:pt x="612" y="31"/>
                      <a:pt x="627" y="28"/>
                      <a:pt x="638" y="30"/>
                    </a:cubicBezTo>
                    <a:cubicBezTo>
                      <a:pt x="636" y="46"/>
                      <a:pt x="606" y="44"/>
                      <a:pt x="594" y="48"/>
                    </a:cubicBezTo>
                    <a:cubicBezTo>
                      <a:pt x="497" y="53"/>
                      <a:pt x="497" y="53"/>
                      <a:pt x="497" y="53"/>
                    </a:cubicBezTo>
                    <a:cubicBezTo>
                      <a:pt x="505" y="59"/>
                      <a:pt x="579" y="50"/>
                      <a:pt x="587" y="53"/>
                    </a:cubicBezTo>
                    <a:cubicBezTo>
                      <a:pt x="586" y="57"/>
                      <a:pt x="567" y="75"/>
                      <a:pt x="570" y="75"/>
                    </a:cubicBezTo>
                    <a:cubicBezTo>
                      <a:pt x="581" y="75"/>
                      <a:pt x="607" y="50"/>
                      <a:pt x="622" y="50"/>
                    </a:cubicBezTo>
                    <a:cubicBezTo>
                      <a:pt x="630" y="50"/>
                      <a:pt x="633" y="57"/>
                      <a:pt x="633" y="64"/>
                    </a:cubicBezTo>
                    <a:cubicBezTo>
                      <a:pt x="633" y="67"/>
                      <a:pt x="605" y="97"/>
                      <a:pt x="603" y="102"/>
                    </a:cubicBezTo>
                    <a:cubicBezTo>
                      <a:pt x="615" y="99"/>
                      <a:pt x="637" y="70"/>
                      <a:pt x="644" y="64"/>
                    </a:cubicBezTo>
                    <a:cubicBezTo>
                      <a:pt x="655" y="64"/>
                      <a:pt x="674" y="64"/>
                      <a:pt x="674" y="64"/>
                    </a:cubicBezTo>
                    <a:cubicBezTo>
                      <a:pt x="674" y="64"/>
                      <a:pt x="682" y="66"/>
                      <a:pt x="684" y="66"/>
                    </a:cubicBezTo>
                    <a:cubicBezTo>
                      <a:pt x="692" y="63"/>
                      <a:pt x="693" y="60"/>
                      <a:pt x="700" y="57"/>
                    </a:cubicBezTo>
                    <a:cubicBezTo>
                      <a:pt x="721" y="57"/>
                      <a:pt x="721" y="57"/>
                      <a:pt x="721" y="57"/>
                    </a:cubicBezTo>
                    <a:cubicBezTo>
                      <a:pt x="723" y="52"/>
                      <a:pt x="726" y="51"/>
                      <a:pt x="730" y="51"/>
                    </a:cubicBezTo>
                    <a:cubicBezTo>
                      <a:pt x="736" y="51"/>
                      <a:pt x="756" y="61"/>
                      <a:pt x="756" y="67"/>
                    </a:cubicBezTo>
                    <a:cubicBezTo>
                      <a:pt x="756" y="72"/>
                      <a:pt x="748" y="76"/>
                      <a:pt x="745" y="77"/>
                    </a:cubicBezTo>
                    <a:cubicBezTo>
                      <a:pt x="731" y="82"/>
                      <a:pt x="722" y="94"/>
                      <a:pt x="702" y="94"/>
                    </a:cubicBezTo>
                    <a:cubicBezTo>
                      <a:pt x="707" y="97"/>
                      <a:pt x="708" y="97"/>
                      <a:pt x="711" y="94"/>
                    </a:cubicBezTo>
                    <a:cubicBezTo>
                      <a:pt x="711" y="107"/>
                      <a:pt x="699" y="107"/>
                      <a:pt x="691" y="109"/>
                    </a:cubicBezTo>
                    <a:cubicBezTo>
                      <a:pt x="694" y="115"/>
                      <a:pt x="691" y="110"/>
                      <a:pt x="691" y="114"/>
                    </a:cubicBezTo>
                    <a:cubicBezTo>
                      <a:pt x="691" y="121"/>
                      <a:pt x="680" y="123"/>
                      <a:pt x="671" y="125"/>
                    </a:cubicBezTo>
                    <a:cubicBezTo>
                      <a:pt x="672" y="130"/>
                      <a:pt x="671" y="130"/>
                      <a:pt x="671" y="132"/>
                    </a:cubicBezTo>
                    <a:cubicBezTo>
                      <a:pt x="671" y="141"/>
                      <a:pt x="662" y="144"/>
                      <a:pt x="654" y="150"/>
                    </a:cubicBezTo>
                    <a:cubicBezTo>
                      <a:pt x="648" y="154"/>
                      <a:pt x="649" y="165"/>
                      <a:pt x="646" y="169"/>
                    </a:cubicBezTo>
                    <a:cubicBezTo>
                      <a:pt x="651" y="172"/>
                      <a:pt x="655" y="169"/>
                      <a:pt x="659" y="169"/>
                    </a:cubicBezTo>
                    <a:cubicBezTo>
                      <a:pt x="667" y="169"/>
                      <a:pt x="673" y="174"/>
                      <a:pt x="677" y="178"/>
                    </a:cubicBezTo>
                    <a:cubicBezTo>
                      <a:pt x="675" y="179"/>
                      <a:pt x="672" y="180"/>
                      <a:pt x="669" y="180"/>
                    </a:cubicBezTo>
                    <a:cubicBezTo>
                      <a:pt x="671" y="187"/>
                      <a:pt x="688" y="185"/>
                      <a:pt x="688" y="196"/>
                    </a:cubicBezTo>
                    <a:cubicBezTo>
                      <a:pt x="688" y="206"/>
                      <a:pt x="665" y="202"/>
                      <a:pt x="657" y="202"/>
                    </a:cubicBezTo>
                    <a:cubicBezTo>
                      <a:pt x="652" y="202"/>
                      <a:pt x="648" y="206"/>
                      <a:pt x="648" y="209"/>
                    </a:cubicBezTo>
                    <a:cubicBezTo>
                      <a:pt x="648" y="217"/>
                      <a:pt x="656" y="217"/>
                      <a:pt x="663" y="217"/>
                    </a:cubicBezTo>
                    <a:cubicBezTo>
                      <a:pt x="663" y="226"/>
                      <a:pt x="669" y="229"/>
                      <a:pt x="669" y="236"/>
                    </a:cubicBezTo>
                    <a:cubicBezTo>
                      <a:pt x="669" y="239"/>
                      <a:pt x="667" y="243"/>
                      <a:pt x="669" y="245"/>
                    </a:cubicBezTo>
                    <a:cubicBezTo>
                      <a:pt x="662" y="245"/>
                      <a:pt x="655" y="245"/>
                      <a:pt x="655" y="251"/>
                    </a:cubicBezTo>
                    <a:cubicBezTo>
                      <a:pt x="655" y="258"/>
                      <a:pt x="667" y="258"/>
                      <a:pt x="673" y="260"/>
                    </a:cubicBezTo>
                    <a:cubicBezTo>
                      <a:pt x="670" y="267"/>
                      <a:pt x="661" y="271"/>
                      <a:pt x="653" y="272"/>
                    </a:cubicBezTo>
                    <a:cubicBezTo>
                      <a:pt x="653" y="275"/>
                      <a:pt x="655" y="277"/>
                      <a:pt x="657" y="278"/>
                    </a:cubicBezTo>
                    <a:cubicBezTo>
                      <a:pt x="654" y="292"/>
                      <a:pt x="637" y="286"/>
                      <a:pt x="633" y="295"/>
                    </a:cubicBezTo>
                    <a:cubicBezTo>
                      <a:pt x="628" y="292"/>
                      <a:pt x="623" y="290"/>
                      <a:pt x="620" y="285"/>
                    </a:cubicBezTo>
                    <a:cubicBezTo>
                      <a:pt x="613" y="285"/>
                      <a:pt x="613" y="285"/>
                      <a:pt x="613" y="285"/>
                    </a:cubicBezTo>
                    <a:cubicBezTo>
                      <a:pt x="618" y="297"/>
                      <a:pt x="637" y="293"/>
                      <a:pt x="637" y="305"/>
                    </a:cubicBezTo>
                    <a:cubicBezTo>
                      <a:pt x="637" y="310"/>
                      <a:pt x="636" y="317"/>
                      <a:pt x="631" y="317"/>
                    </a:cubicBezTo>
                    <a:cubicBezTo>
                      <a:pt x="623" y="317"/>
                      <a:pt x="609" y="306"/>
                      <a:pt x="607" y="297"/>
                    </a:cubicBezTo>
                    <a:cubicBezTo>
                      <a:pt x="603" y="298"/>
                      <a:pt x="602" y="297"/>
                      <a:pt x="601" y="297"/>
                    </a:cubicBezTo>
                    <a:cubicBezTo>
                      <a:pt x="601" y="304"/>
                      <a:pt x="601" y="304"/>
                      <a:pt x="601" y="304"/>
                    </a:cubicBezTo>
                    <a:cubicBezTo>
                      <a:pt x="617" y="320"/>
                      <a:pt x="645" y="327"/>
                      <a:pt x="645" y="352"/>
                    </a:cubicBezTo>
                    <a:cubicBezTo>
                      <a:pt x="645" y="357"/>
                      <a:pt x="638" y="358"/>
                      <a:pt x="633" y="358"/>
                    </a:cubicBezTo>
                    <a:cubicBezTo>
                      <a:pt x="612" y="358"/>
                      <a:pt x="617" y="336"/>
                      <a:pt x="599" y="336"/>
                    </a:cubicBezTo>
                    <a:cubicBezTo>
                      <a:pt x="596" y="336"/>
                      <a:pt x="594" y="337"/>
                      <a:pt x="592" y="336"/>
                    </a:cubicBezTo>
                    <a:cubicBezTo>
                      <a:pt x="592" y="342"/>
                      <a:pt x="596" y="343"/>
                      <a:pt x="596" y="347"/>
                    </a:cubicBezTo>
                    <a:cubicBezTo>
                      <a:pt x="596" y="351"/>
                      <a:pt x="589" y="352"/>
                      <a:pt x="587" y="352"/>
                    </a:cubicBezTo>
                    <a:cubicBezTo>
                      <a:pt x="587" y="366"/>
                      <a:pt x="626" y="364"/>
                      <a:pt x="635" y="367"/>
                    </a:cubicBezTo>
                    <a:cubicBezTo>
                      <a:pt x="629" y="372"/>
                      <a:pt x="624" y="373"/>
                      <a:pt x="616" y="375"/>
                    </a:cubicBezTo>
                    <a:cubicBezTo>
                      <a:pt x="602" y="380"/>
                      <a:pt x="597" y="393"/>
                      <a:pt x="584" y="397"/>
                    </a:cubicBezTo>
                    <a:cubicBezTo>
                      <a:pt x="569" y="402"/>
                      <a:pt x="556" y="400"/>
                      <a:pt x="539" y="408"/>
                    </a:cubicBezTo>
                    <a:cubicBezTo>
                      <a:pt x="518" y="408"/>
                      <a:pt x="518" y="408"/>
                      <a:pt x="518" y="408"/>
                    </a:cubicBezTo>
                    <a:cubicBezTo>
                      <a:pt x="514" y="410"/>
                      <a:pt x="510" y="412"/>
                      <a:pt x="510" y="415"/>
                    </a:cubicBezTo>
                    <a:cubicBezTo>
                      <a:pt x="498" y="423"/>
                      <a:pt x="498" y="423"/>
                      <a:pt x="498" y="423"/>
                    </a:cubicBezTo>
                    <a:cubicBezTo>
                      <a:pt x="490" y="430"/>
                      <a:pt x="490" y="438"/>
                      <a:pt x="483" y="445"/>
                    </a:cubicBezTo>
                    <a:cubicBezTo>
                      <a:pt x="474" y="454"/>
                      <a:pt x="459" y="452"/>
                      <a:pt x="450" y="458"/>
                    </a:cubicBezTo>
                    <a:cubicBezTo>
                      <a:pt x="443" y="458"/>
                      <a:pt x="443" y="458"/>
                      <a:pt x="443" y="458"/>
                    </a:cubicBezTo>
                    <a:cubicBezTo>
                      <a:pt x="443" y="449"/>
                      <a:pt x="443" y="449"/>
                      <a:pt x="443" y="449"/>
                    </a:cubicBezTo>
                    <a:cubicBezTo>
                      <a:pt x="437" y="452"/>
                      <a:pt x="438" y="457"/>
                      <a:pt x="435" y="460"/>
                    </a:cubicBezTo>
                    <a:cubicBezTo>
                      <a:pt x="425" y="470"/>
                      <a:pt x="401" y="466"/>
                      <a:pt x="401" y="480"/>
                    </a:cubicBezTo>
                    <a:cubicBezTo>
                      <a:pt x="401" y="482"/>
                      <a:pt x="402" y="483"/>
                      <a:pt x="402" y="485"/>
                    </a:cubicBezTo>
                    <a:cubicBezTo>
                      <a:pt x="401" y="486"/>
                      <a:pt x="399" y="488"/>
                      <a:pt x="399" y="490"/>
                    </a:cubicBezTo>
                    <a:cubicBezTo>
                      <a:pt x="399" y="493"/>
                      <a:pt x="405" y="495"/>
                      <a:pt x="405" y="500"/>
                    </a:cubicBezTo>
                    <a:cubicBezTo>
                      <a:pt x="405" y="515"/>
                      <a:pt x="384" y="510"/>
                      <a:pt x="384" y="523"/>
                    </a:cubicBezTo>
                    <a:cubicBezTo>
                      <a:pt x="384" y="531"/>
                      <a:pt x="383" y="543"/>
                      <a:pt x="384" y="547"/>
                    </a:cubicBezTo>
                    <a:cubicBezTo>
                      <a:pt x="374" y="552"/>
                      <a:pt x="379" y="575"/>
                      <a:pt x="367" y="575"/>
                    </a:cubicBezTo>
                    <a:cubicBezTo>
                      <a:pt x="364" y="575"/>
                      <a:pt x="363" y="573"/>
                      <a:pt x="362" y="571"/>
                    </a:cubicBezTo>
                    <a:cubicBezTo>
                      <a:pt x="356" y="571"/>
                      <a:pt x="356" y="574"/>
                      <a:pt x="353" y="574"/>
                    </a:cubicBezTo>
                    <a:cubicBezTo>
                      <a:pt x="342" y="574"/>
                      <a:pt x="343" y="554"/>
                      <a:pt x="332" y="554"/>
                    </a:cubicBezTo>
                    <a:cubicBezTo>
                      <a:pt x="326" y="554"/>
                      <a:pt x="319" y="559"/>
                      <a:pt x="313" y="560"/>
                    </a:cubicBezTo>
                    <a:cubicBezTo>
                      <a:pt x="310" y="550"/>
                      <a:pt x="306" y="553"/>
                      <a:pt x="299" y="547"/>
                    </a:cubicBezTo>
                    <a:cubicBezTo>
                      <a:pt x="296" y="546"/>
                      <a:pt x="297" y="539"/>
                      <a:pt x="296" y="539"/>
                    </a:cubicBezTo>
                    <a:cubicBezTo>
                      <a:pt x="287" y="531"/>
                      <a:pt x="270" y="512"/>
                      <a:pt x="270" y="499"/>
                    </a:cubicBezTo>
                    <a:cubicBezTo>
                      <a:pt x="270" y="493"/>
                      <a:pt x="274" y="494"/>
                      <a:pt x="277" y="490"/>
                    </a:cubicBezTo>
                    <a:cubicBezTo>
                      <a:pt x="270" y="482"/>
                      <a:pt x="268" y="493"/>
                      <a:pt x="260" y="489"/>
                    </a:cubicBezTo>
                    <a:cubicBezTo>
                      <a:pt x="259" y="487"/>
                      <a:pt x="257" y="479"/>
                      <a:pt x="256" y="475"/>
                    </a:cubicBezTo>
                    <a:cubicBezTo>
                      <a:pt x="253" y="466"/>
                      <a:pt x="241" y="461"/>
                      <a:pt x="241" y="449"/>
                    </a:cubicBezTo>
                    <a:cubicBezTo>
                      <a:pt x="241" y="445"/>
                      <a:pt x="244" y="443"/>
                      <a:pt x="246" y="438"/>
                    </a:cubicBezTo>
                    <a:cubicBezTo>
                      <a:pt x="243" y="437"/>
                      <a:pt x="240" y="436"/>
                      <a:pt x="237" y="438"/>
                    </a:cubicBezTo>
                    <a:cubicBezTo>
                      <a:pt x="237" y="428"/>
                      <a:pt x="237" y="428"/>
                      <a:pt x="237" y="428"/>
                    </a:cubicBezTo>
                    <a:cubicBezTo>
                      <a:pt x="243" y="420"/>
                      <a:pt x="246" y="411"/>
                      <a:pt x="255" y="404"/>
                    </a:cubicBezTo>
                    <a:lnTo>
                      <a:pt x="255" y="40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5" name="i$ļiḑé"/>
              <p:cNvSpPr/>
              <p:nvPr/>
            </p:nvSpPr>
            <p:spPr bwMode="auto">
              <a:xfrm>
                <a:off x="8146191" y="2715581"/>
                <a:ext cx="44992" cy="29994"/>
              </a:xfrm>
              <a:custGeom>
                <a:avLst/>
                <a:gdLst/>
                <a:ahLst/>
                <a:cxnLst>
                  <a:cxn ang="0">
                    <a:pos x="9" y="24"/>
                  </a:cxn>
                  <a:cxn ang="0">
                    <a:pos x="0" y="9"/>
                  </a:cxn>
                  <a:cxn ang="0">
                    <a:pos x="10" y="0"/>
                  </a:cxn>
                  <a:cxn ang="0">
                    <a:pos x="36" y="16"/>
                  </a:cxn>
                  <a:cxn ang="0">
                    <a:pos x="19" y="24"/>
                  </a:cxn>
                  <a:cxn ang="0">
                    <a:pos x="9" y="24"/>
                  </a:cxn>
                </a:cxnLst>
                <a:rect l="0" t="0" r="r" b="b"/>
                <a:pathLst>
                  <a:path w="36" h="24">
                    <a:moveTo>
                      <a:pt x="9" y="24"/>
                    </a:moveTo>
                    <a:cubicBezTo>
                      <a:pt x="5" y="24"/>
                      <a:pt x="0" y="14"/>
                      <a:pt x="0" y="9"/>
                    </a:cubicBezTo>
                    <a:cubicBezTo>
                      <a:pt x="0" y="2"/>
                      <a:pt x="6" y="0"/>
                      <a:pt x="10" y="0"/>
                    </a:cubicBezTo>
                    <a:cubicBezTo>
                      <a:pt x="21" y="0"/>
                      <a:pt x="25" y="12"/>
                      <a:pt x="36" y="16"/>
                    </a:cubicBezTo>
                    <a:cubicBezTo>
                      <a:pt x="35" y="23"/>
                      <a:pt x="26" y="24"/>
                      <a:pt x="19" y="24"/>
                    </a:cubicBezTo>
                    <a:lnTo>
                      <a:pt x="9" y="24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6" name="ïşļïďe"/>
              <p:cNvSpPr/>
              <p:nvPr/>
            </p:nvSpPr>
            <p:spPr bwMode="auto">
              <a:xfrm>
                <a:off x="8713093" y="2559614"/>
                <a:ext cx="25496" cy="14997"/>
              </a:xfrm>
              <a:custGeom>
                <a:avLst/>
                <a:gdLst/>
                <a:ahLst/>
                <a:cxnLst>
                  <a:cxn ang="0">
                    <a:pos x="6" y="12"/>
                  </a:cxn>
                  <a:cxn ang="0">
                    <a:pos x="0" y="5"/>
                  </a:cxn>
                  <a:cxn ang="0">
                    <a:pos x="4" y="0"/>
                  </a:cxn>
                  <a:cxn ang="0">
                    <a:pos x="12" y="0"/>
                  </a:cxn>
                  <a:cxn ang="0">
                    <a:pos x="12" y="5"/>
                  </a:cxn>
                  <a:cxn ang="0">
                    <a:pos x="20" y="5"/>
                  </a:cxn>
                  <a:cxn ang="0">
                    <a:pos x="6" y="12"/>
                  </a:cxn>
                </a:cxnLst>
                <a:rect l="0" t="0" r="r" b="b"/>
                <a:pathLst>
                  <a:path w="20" h="12">
                    <a:moveTo>
                      <a:pt x="6" y="12"/>
                    </a:moveTo>
                    <a:cubicBezTo>
                      <a:pt x="2" y="12"/>
                      <a:pt x="0" y="8"/>
                      <a:pt x="0" y="5"/>
                    </a:cubicBezTo>
                    <a:cubicBezTo>
                      <a:pt x="0" y="3"/>
                      <a:pt x="3" y="1"/>
                      <a:pt x="4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12" y="3"/>
                      <a:pt x="12" y="4"/>
                      <a:pt x="12" y="5"/>
                    </a:cubicBezTo>
                    <a:cubicBezTo>
                      <a:pt x="20" y="5"/>
                      <a:pt x="20" y="5"/>
                      <a:pt x="20" y="5"/>
                    </a:cubicBezTo>
                    <a:cubicBezTo>
                      <a:pt x="17" y="7"/>
                      <a:pt x="10" y="12"/>
                      <a:pt x="6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7" name="íś1íďè"/>
              <p:cNvSpPr/>
              <p:nvPr/>
            </p:nvSpPr>
            <p:spPr bwMode="auto">
              <a:xfrm>
                <a:off x="8077202" y="3174485"/>
                <a:ext cx="103483" cy="100479"/>
              </a:xfrm>
              <a:custGeom>
                <a:avLst/>
                <a:gdLst/>
                <a:ahLst/>
                <a:cxnLst>
                  <a:cxn ang="0">
                    <a:pos x="4" y="67"/>
                  </a:cxn>
                  <a:cxn ang="0">
                    <a:pos x="0" y="62"/>
                  </a:cxn>
                  <a:cxn ang="0">
                    <a:pos x="8" y="54"/>
                  </a:cxn>
                  <a:cxn ang="0">
                    <a:pos x="8" y="51"/>
                  </a:cxn>
                  <a:cxn ang="0">
                    <a:pos x="4" y="49"/>
                  </a:cxn>
                  <a:cxn ang="0">
                    <a:pos x="28" y="13"/>
                  </a:cxn>
                  <a:cxn ang="0">
                    <a:pos x="41" y="0"/>
                  </a:cxn>
                  <a:cxn ang="0">
                    <a:pos x="44" y="4"/>
                  </a:cxn>
                  <a:cxn ang="0">
                    <a:pos x="32" y="27"/>
                  </a:cxn>
                  <a:cxn ang="0">
                    <a:pos x="32" y="31"/>
                  </a:cxn>
                  <a:cxn ang="0">
                    <a:pos x="39" y="27"/>
                  </a:cxn>
                  <a:cxn ang="0">
                    <a:pos x="46" y="29"/>
                  </a:cxn>
                  <a:cxn ang="0">
                    <a:pos x="44" y="32"/>
                  </a:cxn>
                  <a:cxn ang="0">
                    <a:pos x="44" y="36"/>
                  </a:cxn>
                  <a:cxn ang="0">
                    <a:pos x="52" y="36"/>
                  </a:cxn>
                  <a:cxn ang="0">
                    <a:pos x="52" y="38"/>
                  </a:cxn>
                  <a:cxn ang="0">
                    <a:pos x="57" y="36"/>
                  </a:cxn>
                  <a:cxn ang="0">
                    <a:pos x="70" y="36"/>
                  </a:cxn>
                  <a:cxn ang="0">
                    <a:pos x="69" y="51"/>
                  </a:cxn>
                  <a:cxn ang="0">
                    <a:pos x="74" y="49"/>
                  </a:cxn>
                  <a:cxn ang="0">
                    <a:pos x="70" y="56"/>
                  </a:cxn>
                  <a:cxn ang="0">
                    <a:pos x="73" y="63"/>
                  </a:cxn>
                  <a:cxn ang="0">
                    <a:pos x="79" y="60"/>
                  </a:cxn>
                  <a:cxn ang="0">
                    <a:pos x="82" y="70"/>
                  </a:cxn>
                  <a:cxn ang="0">
                    <a:pos x="75" y="80"/>
                  </a:cxn>
                  <a:cxn ang="0">
                    <a:pos x="71" y="75"/>
                  </a:cxn>
                  <a:cxn ang="0">
                    <a:pos x="67" y="74"/>
                  </a:cxn>
                  <a:cxn ang="0">
                    <a:pos x="63" y="62"/>
                  </a:cxn>
                  <a:cxn ang="0">
                    <a:pos x="50" y="74"/>
                  </a:cxn>
                  <a:cxn ang="0">
                    <a:pos x="47" y="74"/>
                  </a:cxn>
                  <a:cxn ang="0">
                    <a:pos x="52" y="67"/>
                  </a:cxn>
                  <a:cxn ang="0">
                    <a:pos x="40" y="65"/>
                  </a:cxn>
                  <a:cxn ang="0">
                    <a:pos x="31" y="67"/>
                  </a:cxn>
                  <a:cxn ang="0">
                    <a:pos x="18" y="64"/>
                  </a:cxn>
                  <a:cxn ang="0">
                    <a:pos x="4" y="67"/>
                  </a:cxn>
                </a:cxnLst>
                <a:rect l="0" t="0" r="r" b="b"/>
                <a:pathLst>
                  <a:path w="82" h="80">
                    <a:moveTo>
                      <a:pt x="4" y="67"/>
                    </a:moveTo>
                    <a:cubicBezTo>
                      <a:pt x="2" y="67"/>
                      <a:pt x="0" y="64"/>
                      <a:pt x="0" y="62"/>
                    </a:cubicBezTo>
                    <a:cubicBezTo>
                      <a:pt x="0" y="61"/>
                      <a:pt x="8" y="55"/>
                      <a:pt x="8" y="54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6" y="51"/>
                      <a:pt x="5" y="51"/>
                      <a:pt x="4" y="49"/>
                    </a:cubicBezTo>
                    <a:cubicBezTo>
                      <a:pt x="17" y="43"/>
                      <a:pt x="21" y="23"/>
                      <a:pt x="28" y="13"/>
                    </a:cubicBezTo>
                    <a:cubicBezTo>
                      <a:pt x="32" y="7"/>
                      <a:pt x="34" y="0"/>
                      <a:pt x="41" y="0"/>
                    </a:cubicBezTo>
                    <a:cubicBezTo>
                      <a:pt x="43" y="0"/>
                      <a:pt x="44" y="3"/>
                      <a:pt x="44" y="4"/>
                    </a:cubicBezTo>
                    <a:cubicBezTo>
                      <a:pt x="44" y="14"/>
                      <a:pt x="35" y="19"/>
                      <a:pt x="32" y="27"/>
                    </a:cubicBezTo>
                    <a:cubicBezTo>
                      <a:pt x="32" y="31"/>
                      <a:pt x="32" y="31"/>
                      <a:pt x="32" y="31"/>
                    </a:cubicBezTo>
                    <a:cubicBezTo>
                      <a:pt x="36" y="30"/>
                      <a:pt x="36" y="27"/>
                      <a:pt x="39" y="27"/>
                    </a:cubicBezTo>
                    <a:cubicBezTo>
                      <a:pt x="42" y="27"/>
                      <a:pt x="44" y="28"/>
                      <a:pt x="46" y="29"/>
                    </a:cubicBezTo>
                    <a:cubicBezTo>
                      <a:pt x="44" y="32"/>
                      <a:pt x="44" y="32"/>
                      <a:pt x="44" y="32"/>
                    </a:cubicBezTo>
                    <a:cubicBezTo>
                      <a:pt x="44" y="36"/>
                      <a:pt x="44" y="36"/>
                      <a:pt x="44" y="36"/>
                    </a:cubicBezTo>
                    <a:cubicBezTo>
                      <a:pt x="52" y="36"/>
                      <a:pt x="52" y="36"/>
                      <a:pt x="52" y="36"/>
                    </a:cubicBezTo>
                    <a:cubicBezTo>
                      <a:pt x="52" y="36"/>
                      <a:pt x="52" y="38"/>
                      <a:pt x="52" y="38"/>
                    </a:cubicBezTo>
                    <a:cubicBezTo>
                      <a:pt x="57" y="36"/>
                      <a:pt x="57" y="36"/>
                      <a:pt x="57" y="36"/>
                    </a:cubicBezTo>
                    <a:cubicBezTo>
                      <a:pt x="62" y="37"/>
                      <a:pt x="68" y="37"/>
                      <a:pt x="70" y="36"/>
                    </a:cubicBezTo>
                    <a:cubicBezTo>
                      <a:pt x="70" y="40"/>
                      <a:pt x="69" y="44"/>
                      <a:pt x="69" y="51"/>
                    </a:cubicBezTo>
                    <a:cubicBezTo>
                      <a:pt x="70" y="50"/>
                      <a:pt x="73" y="49"/>
                      <a:pt x="74" y="49"/>
                    </a:cubicBezTo>
                    <a:cubicBezTo>
                      <a:pt x="74" y="53"/>
                      <a:pt x="70" y="54"/>
                      <a:pt x="70" y="56"/>
                    </a:cubicBezTo>
                    <a:cubicBezTo>
                      <a:pt x="70" y="58"/>
                      <a:pt x="73" y="60"/>
                      <a:pt x="73" y="63"/>
                    </a:cubicBezTo>
                    <a:cubicBezTo>
                      <a:pt x="77" y="63"/>
                      <a:pt x="76" y="62"/>
                      <a:pt x="79" y="60"/>
                    </a:cubicBezTo>
                    <a:cubicBezTo>
                      <a:pt x="79" y="66"/>
                      <a:pt x="82" y="65"/>
                      <a:pt x="82" y="70"/>
                    </a:cubicBezTo>
                    <a:cubicBezTo>
                      <a:pt x="82" y="75"/>
                      <a:pt x="79" y="80"/>
                      <a:pt x="75" y="80"/>
                    </a:cubicBezTo>
                    <a:cubicBezTo>
                      <a:pt x="72" y="80"/>
                      <a:pt x="71" y="77"/>
                      <a:pt x="71" y="75"/>
                    </a:cubicBezTo>
                    <a:cubicBezTo>
                      <a:pt x="69" y="75"/>
                      <a:pt x="69" y="74"/>
                      <a:pt x="67" y="74"/>
                    </a:cubicBezTo>
                    <a:cubicBezTo>
                      <a:pt x="64" y="74"/>
                      <a:pt x="66" y="66"/>
                      <a:pt x="63" y="62"/>
                    </a:cubicBezTo>
                    <a:cubicBezTo>
                      <a:pt x="59" y="67"/>
                      <a:pt x="55" y="74"/>
                      <a:pt x="50" y="74"/>
                    </a:cubicBezTo>
                    <a:cubicBezTo>
                      <a:pt x="49" y="74"/>
                      <a:pt x="47" y="75"/>
                      <a:pt x="47" y="74"/>
                    </a:cubicBezTo>
                    <a:cubicBezTo>
                      <a:pt x="47" y="70"/>
                      <a:pt x="51" y="70"/>
                      <a:pt x="52" y="67"/>
                    </a:cubicBezTo>
                    <a:cubicBezTo>
                      <a:pt x="48" y="67"/>
                      <a:pt x="42" y="70"/>
                      <a:pt x="40" y="65"/>
                    </a:cubicBezTo>
                    <a:cubicBezTo>
                      <a:pt x="37" y="66"/>
                      <a:pt x="34" y="67"/>
                      <a:pt x="31" y="67"/>
                    </a:cubicBezTo>
                    <a:cubicBezTo>
                      <a:pt x="25" y="67"/>
                      <a:pt x="23" y="64"/>
                      <a:pt x="18" y="64"/>
                    </a:cubicBezTo>
                    <a:cubicBezTo>
                      <a:pt x="11" y="64"/>
                      <a:pt x="9" y="67"/>
                      <a:pt x="4" y="6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8" name="i$1ídè"/>
              <p:cNvSpPr/>
              <p:nvPr/>
            </p:nvSpPr>
            <p:spPr bwMode="auto">
              <a:xfrm>
                <a:off x="7160861" y="3538908"/>
                <a:ext cx="634391" cy="425911"/>
              </a:xfrm>
              <a:custGeom>
                <a:avLst/>
                <a:gdLst/>
                <a:ahLst/>
                <a:cxnLst>
                  <a:cxn ang="0">
                    <a:pos x="250" y="98"/>
                  </a:cxn>
                  <a:cxn ang="0">
                    <a:pos x="246" y="141"/>
                  </a:cxn>
                  <a:cxn ang="0">
                    <a:pos x="251" y="160"/>
                  </a:cxn>
                  <a:cxn ang="0">
                    <a:pos x="281" y="192"/>
                  </a:cxn>
                  <a:cxn ang="0">
                    <a:pos x="312" y="191"/>
                  </a:cxn>
                  <a:cxn ang="0">
                    <a:pos x="327" y="187"/>
                  </a:cxn>
                  <a:cxn ang="0">
                    <a:pos x="363" y="152"/>
                  </a:cxn>
                  <a:cxn ang="0">
                    <a:pos x="382" y="154"/>
                  </a:cxn>
                  <a:cxn ang="0">
                    <a:pos x="374" y="180"/>
                  </a:cxn>
                  <a:cxn ang="0">
                    <a:pos x="369" y="192"/>
                  </a:cxn>
                  <a:cxn ang="0">
                    <a:pos x="365" y="213"/>
                  </a:cxn>
                  <a:cxn ang="0">
                    <a:pos x="357" y="224"/>
                  </a:cxn>
                  <a:cxn ang="0">
                    <a:pos x="405" y="226"/>
                  </a:cxn>
                  <a:cxn ang="0">
                    <a:pos x="426" y="242"/>
                  </a:cxn>
                  <a:cxn ang="0">
                    <a:pos x="423" y="289"/>
                  </a:cxn>
                  <a:cxn ang="0">
                    <a:pos x="451" y="316"/>
                  </a:cxn>
                  <a:cxn ang="0">
                    <a:pos x="504" y="322"/>
                  </a:cxn>
                  <a:cxn ang="0">
                    <a:pos x="488" y="329"/>
                  </a:cxn>
                  <a:cxn ang="0">
                    <a:pos x="480" y="316"/>
                  </a:cxn>
                  <a:cxn ang="0">
                    <a:pos x="468" y="332"/>
                  </a:cxn>
                  <a:cxn ang="0">
                    <a:pos x="446" y="326"/>
                  </a:cxn>
                  <a:cxn ang="0">
                    <a:pos x="431" y="323"/>
                  </a:cxn>
                  <a:cxn ang="0">
                    <a:pos x="406" y="302"/>
                  </a:cxn>
                  <a:cxn ang="0">
                    <a:pos x="402" y="306"/>
                  </a:cxn>
                  <a:cxn ang="0">
                    <a:pos x="391" y="281"/>
                  </a:cxn>
                  <a:cxn ang="0">
                    <a:pos x="372" y="260"/>
                  </a:cxn>
                  <a:cxn ang="0">
                    <a:pos x="345" y="255"/>
                  </a:cxn>
                  <a:cxn ang="0">
                    <a:pos x="294" y="226"/>
                  </a:cxn>
                  <a:cxn ang="0">
                    <a:pos x="282" y="222"/>
                  </a:cxn>
                  <a:cxn ang="0">
                    <a:pos x="256" y="227"/>
                  </a:cxn>
                  <a:cxn ang="0">
                    <a:pos x="221" y="214"/>
                  </a:cxn>
                  <a:cxn ang="0">
                    <a:pos x="195" y="203"/>
                  </a:cxn>
                  <a:cxn ang="0">
                    <a:pos x="175" y="195"/>
                  </a:cxn>
                  <a:cxn ang="0">
                    <a:pos x="148" y="172"/>
                  </a:cxn>
                  <a:cxn ang="0">
                    <a:pos x="148" y="150"/>
                  </a:cxn>
                  <a:cxn ang="0">
                    <a:pos x="102" y="101"/>
                  </a:cxn>
                  <a:cxn ang="0">
                    <a:pos x="82" y="68"/>
                  </a:cxn>
                  <a:cxn ang="0">
                    <a:pos x="62" y="53"/>
                  </a:cxn>
                  <a:cxn ang="0">
                    <a:pos x="49" y="22"/>
                  </a:cxn>
                  <a:cxn ang="0">
                    <a:pos x="28" y="19"/>
                  </a:cxn>
                  <a:cxn ang="0">
                    <a:pos x="49" y="53"/>
                  </a:cxn>
                  <a:cxn ang="0">
                    <a:pos x="73" y="95"/>
                  </a:cxn>
                  <a:cxn ang="0">
                    <a:pos x="96" y="130"/>
                  </a:cxn>
                  <a:cxn ang="0">
                    <a:pos x="86" y="127"/>
                  </a:cxn>
                  <a:cxn ang="0">
                    <a:pos x="65" y="109"/>
                  </a:cxn>
                  <a:cxn ang="0">
                    <a:pos x="52" y="84"/>
                  </a:cxn>
                  <a:cxn ang="0">
                    <a:pos x="40" y="69"/>
                  </a:cxn>
                  <a:cxn ang="0">
                    <a:pos x="11" y="24"/>
                  </a:cxn>
                  <a:cxn ang="0">
                    <a:pos x="0" y="0"/>
                  </a:cxn>
                  <a:cxn ang="0">
                    <a:pos x="76" y="16"/>
                  </a:cxn>
                  <a:cxn ang="0">
                    <a:pos x="113" y="10"/>
                  </a:cxn>
                  <a:cxn ang="0">
                    <a:pos x="152" y="29"/>
                  </a:cxn>
                  <a:cxn ang="0">
                    <a:pos x="188" y="38"/>
                  </a:cxn>
                  <a:cxn ang="0">
                    <a:pos x="249" y="90"/>
                  </a:cxn>
                  <a:cxn ang="0">
                    <a:pos x="247" y="86"/>
                  </a:cxn>
                </a:cxnLst>
                <a:rect l="0" t="0" r="r" b="b"/>
                <a:pathLst>
                  <a:path w="504" h="338">
                    <a:moveTo>
                      <a:pt x="248" y="91"/>
                    </a:moveTo>
                    <a:cubicBezTo>
                      <a:pt x="249" y="94"/>
                      <a:pt x="250" y="96"/>
                      <a:pt x="250" y="98"/>
                    </a:cubicBezTo>
                    <a:cubicBezTo>
                      <a:pt x="250" y="106"/>
                      <a:pt x="247" y="109"/>
                      <a:pt x="246" y="116"/>
                    </a:cubicBezTo>
                    <a:cubicBezTo>
                      <a:pt x="246" y="141"/>
                      <a:pt x="246" y="141"/>
                      <a:pt x="246" y="141"/>
                    </a:cubicBezTo>
                    <a:cubicBezTo>
                      <a:pt x="245" y="144"/>
                      <a:pt x="248" y="148"/>
                      <a:pt x="249" y="150"/>
                    </a:cubicBezTo>
                    <a:cubicBezTo>
                      <a:pt x="251" y="154"/>
                      <a:pt x="249" y="156"/>
                      <a:pt x="251" y="160"/>
                    </a:cubicBezTo>
                    <a:cubicBezTo>
                      <a:pt x="252" y="164"/>
                      <a:pt x="258" y="170"/>
                      <a:pt x="261" y="173"/>
                    </a:cubicBezTo>
                    <a:cubicBezTo>
                      <a:pt x="269" y="181"/>
                      <a:pt x="269" y="188"/>
                      <a:pt x="281" y="192"/>
                    </a:cubicBezTo>
                    <a:cubicBezTo>
                      <a:pt x="285" y="193"/>
                      <a:pt x="285" y="197"/>
                      <a:pt x="288" y="197"/>
                    </a:cubicBezTo>
                    <a:cubicBezTo>
                      <a:pt x="297" y="197"/>
                      <a:pt x="304" y="191"/>
                      <a:pt x="312" y="191"/>
                    </a:cubicBezTo>
                    <a:cubicBezTo>
                      <a:pt x="317" y="191"/>
                      <a:pt x="319" y="194"/>
                      <a:pt x="321" y="194"/>
                    </a:cubicBezTo>
                    <a:cubicBezTo>
                      <a:pt x="324" y="194"/>
                      <a:pt x="327" y="188"/>
                      <a:pt x="327" y="187"/>
                    </a:cubicBezTo>
                    <a:cubicBezTo>
                      <a:pt x="329" y="181"/>
                      <a:pt x="336" y="176"/>
                      <a:pt x="336" y="169"/>
                    </a:cubicBezTo>
                    <a:cubicBezTo>
                      <a:pt x="336" y="156"/>
                      <a:pt x="351" y="152"/>
                      <a:pt x="363" y="152"/>
                    </a:cubicBezTo>
                    <a:cubicBezTo>
                      <a:pt x="367" y="152"/>
                      <a:pt x="370" y="152"/>
                      <a:pt x="372" y="153"/>
                    </a:cubicBezTo>
                    <a:cubicBezTo>
                      <a:pt x="373" y="154"/>
                      <a:pt x="379" y="154"/>
                      <a:pt x="382" y="154"/>
                    </a:cubicBezTo>
                    <a:cubicBezTo>
                      <a:pt x="382" y="155"/>
                      <a:pt x="382" y="157"/>
                      <a:pt x="382" y="158"/>
                    </a:cubicBezTo>
                    <a:cubicBezTo>
                      <a:pt x="382" y="164"/>
                      <a:pt x="374" y="172"/>
                      <a:pt x="374" y="180"/>
                    </a:cubicBezTo>
                    <a:cubicBezTo>
                      <a:pt x="374" y="188"/>
                      <a:pt x="372" y="191"/>
                      <a:pt x="369" y="195"/>
                    </a:cubicBezTo>
                    <a:cubicBezTo>
                      <a:pt x="369" y="194"/>
                      <a:pt x="369" y="193"/>
                      <a:pt x="369" y="192"/>
                    </a:cubicBezTo>
                    <a:cubicBezTo>
                      <a:pt x="368" y="192"/>
                      <a:pt x="367" y="192"/>
                      <a:pt x="365" y="192"/>
                    </a:cubicBezTo>
                    <a:cubicBezTo>
                      <a:pt x="365" y="197"/>
                      <a:pt x="365" y="207"/>
                      <a:pt x="365" y="213"/>
                    </a:cubicBezTo>
                    <a:cubicBezTo>
                      <a:pt x="365" y="217"/>
                      <a:pt x="360" y="219"/>
                      <a:pt x="357" y="222"/>
                    </a:cubicBezTo>
                    <a:cubicBezTo>
                      <a:pt x="357" y="223"/>
                      <a:pt x="357" y="223"/>
                      <a:pt x="357" y="224"/>
                    </a:cubicBezTo>
                    <a:cubicBezTo>
                      <a:pt x="357" y="227"/>
                      <a:pt x="360" y="229"/>
                      <a:pt x="363" y="229"/>
                    </a:cubicBezTo>
                    <a:cubicBezTo>
                      <a:pt x="377" y="229"/>
                      <a:pt x="389" y="226"/>
                      <a:pt x="405" y="226"/>
                    </a:cubicBezTo>
                    <a:cubicBezTo>
                      <a:pt x="415" y="226"/>
                      <a:pt x="418" y="234"/>
                      <a:pt x="426" y="236"/>
                    </a:cubicBezTo>
                    <a:cubicBezTo>
                      <a:pt x="426" y="238"/>
                      <a:pt x="426" y="240"/>
                      <a:pt x="426" y="242"/>
                    </a:cubicBezTo>
                    <a:cubicBezTo>
                      <a:pt x="426" y="246"/>
                      <a:pt x="425" y="257"/>
                      <a:pt x="423" y="262"/>
                    </a:cubicBezTo>
                    <a:cubicBezTo>
                      <a:pt x="423" y="272"/>
                      <a:pt x="423" y="281"/>
                      <a:pt x="423" y="289"/>
                    </a:cubicBezTo>
                    <a:cubicBezTo>
                      <a:pt x="423" y="298"/>
                      <a:pt x="432" y="302"/>
                      <a:pt x="439" y="306"/>
                    </a:cubicBezTo>
                    <a:cubicBezTo>
                      <a:pt x="444" y="308"/>
                      <a:pt x="444" y="316"/>
                      <a:pt x="451" y="316"/>
                    </a:cubicBezTo>
                    <a:cubicBezTo>
                      <a:pt x="463" y="316"/>
                      <a:pt x="469" y="307"/>
                      <a:pt x="479" y="307"/>
                    </a:cubicBezTo>
                    <a:cubicBezTo>
                      <a:pt x="491" y="307"/>
                      <a:pt x="497" y="316"/>
                      <a:pt x="504" y="322"/>
                    </a:cubicBezTo>
                    <a:cubicBezTo>
                      <a:pt x="503" y="323"/>
                      <a:pt x="494" y="333"/>
                      <a:pt x="493" y="332"/>
                    </a:cubicBezTo>
                    <a:cubicBezTo>
                      <a:pt x="492" y="331"/>
                      <a:pt x="488" y="330"/>
                      <a:pt x="488" y="329"/>
                    </a:cubicBezTo>
                    <a:cubicBezTo>
                      <a:pt x="488" y="327"/>
                      <a:pt x="490" y="326"/>
                      <a:pt x="491" y="324"/>
                    </a:cubicBezTo>
                    <a:cubicBezTo>
                      <a:pt x="486" y="322"/>
                      <a:pt x="484" y="316"/>
                      <a:pt x="480" y="316"/>
                    </a:cubicBezTo>
                    <a:cubicBezTo>
                      <a:pt x="476" y="316"/>
                      <a:pt x="464" y="325"/>
                      <a:pt x="464" y="328"/>
                    </a:cubicBezTo>
                    <a:cubicBezTo>
                      <a:pt x="464" y="330"/>
                      <a:pt x="467" y="331"/>
                      <a:pt x="468" y="332"/>
                    </a:cubicBezTo>
                    <a:cubicBezTo>
                      <a:pt x="467" y="336"/>
                      <a:pt x="465" y="338"/>
                      <a:pt x="461" y="338"/>
                    </a:cubicBezTo>
                    <a:cubicBezTo>
                      <a:pt x="454" y="338"/>
                      <a:pt x="450" y="330"/>
                      <a:pt x="446" y="326"/>
                    </a:cubicBezTo>
                    <a:cubicBezTo>
                      <a:pt x="443" y="323"/>
                      <a:pt x="436" y="326"/>
                      <a:pt x="433" y="326"/>
                    </a:cubicBezTo>
                    <a:cubicBezTo>
                      <a:pt x="432" y="326"/>
                      <a:pt x="431" y="324"/>
                      <a:pt x="431" y="323"/>
                    </a:cubicBezTo>
                    <a:cubicBezTo>
                      <a:pt x="424" y="322"/>
                      <a:pt x="424" y="318"/>
                      <a:pt x="423" y="314"/>
                    </a:cubicBezTo>
                    <a:cubicBezTo>
                      <a:pt x="421" y="311"/>
                      <a:pt x="406" y="302"/>
                      <a:pt x="406" y="302"/>
                    </a:cubicBezTo>
                    <a:cubicBezTo>
                      <a:pt x="405" y="304"/>
                      <a:pt x="405" y="305"/>
                      <a:pt x="406" y="306"/>
                    </a:cubicBezTo>
                    <a:cubicBezTo>
                      <a:pt x="402" y="306"/>
                      <a:pt x="402" y="306"/>
                      <a:pt x="402" y="306"/>
                    </a:cubicBezTo>
                    <a:cubicBezTo>
                      <a:pt x="395" y="302"/>
                      <a:pt x="399" y="296"/>
                      <a:pt x="397" y="289"/>
                    </a:cubicBezTo>
                    <a:cubicBezTo>
                      <a:pt x="396" y="285"/>
                      <a:pt x="394" y="284"/>
                      <a:pt x="391" y="281"/>
                    </a:cubicBezTo>
                    <a:cubicBezTo>
                      <a:pt x="384" y="274"/>
                      <a:pt x="377" y="270"/>
                      <a:pt x="374" y="260"/>
                    </a:cubicBezTo>
                    <a:cubicBezTo>
                      <a:pt x="373" y="260"/>
                      <a:pt x="372" y="260"/>
                      <a:pt x="372" y="260"/>
                    </a:cubicBezTo>
                    <a:cubicBezTo>
                      <a:pt x="368" y="260"/>
                      <a:pt x="366" y="262"/>
                      <a:pt x="363" y="262"/>
                    </a:cubicBezTo>
                    <a:cubicBezTo>
                      <a:pt x="355" y="262"/>
                      <a:pt x="350" y="257"/>
                      <a:pt x="345" y="255"/>
                    </a:cubicBezTo>
                    <a:cubicBezTo>
                      <a:pt x="336" y="251"/>
                      <a:pt x="330" y="253"/>
                      <a:pt x="321" y="248"/>
                    </a:cubicBezTo>
                    <a:cubicBezTo>
                      <a:pt x="308" y="242"/>
                      <a:pt x="306" y="232"/>
                      <a:pt x="294" y="226"/>
                    </a:cubicBezTo>
                    <a:cubicBezTo>
                      <a:pt x="291" y="226"/>
                      <a:pt x="291" y="226"/>
                      <a:pt x="291" y="226"/>
                    </a:cubicBezTo>
                    <a:cubicBezTo>
                      <a:pt x="288" y="224"/>
                      <a:pt x="285" y="222"/>
                      <a:pt x="282" y="222"/>
                    </a:cubicBezTo>
                    <a:cubicBezTo>
                      <a:pt x="274" y="222"/>
                      <a:pt x="272" y="231"/>
                      <a:pt x="265" y="231"/>
                    </a:cubicBezTo>
                    <a:cubicBezTo>
                      <a:pt x="261" y="231"/>
                      <a:pt x="258" y="228"/>
                      <a:pt x="256" y="227"/>
                    </a:cubicBezTo>
                    <a:cubicBezTo>
                      <a:pt x="252" y="225"/>
                      <a:pt x="249" y="226"/>
                      <a:pt x="246" y="226"/>
                    </a:cubicBezTo>
                    <a:cubicBezTo>
                      <a:pt x="241" y="226"/>
                      <a:pt x="226" y="216"/>
                      <a:pt x="221" y="214"/>
                    </a:cubicBezTo>
                    <a:cubicBezTo>
                      <a:pt x="216" y="211"/>
                      <a:pt x="213" y="214"/>
                      <a:pt x="208" y="213"/>
                    </a:cubicBezTo>
                    <a:cubicBezTo>
                      <a:pt x="202" y="211"/>
                      <a:pt x="201" y="206"/>
                      <a:pt x="195" y="203"/>
                    </a:cubicBezTo>
                    <a:cubicBezTo>
                      <a:pt x="189" y="200"/>
                      <a:pt x="186" y="201"/>
                      <a:pt x="180" y="198"/>
                    </a:cubicBezTo>
                    <a:cubicBezTo>
                      <a:pt x="177" y="197"/>
                      <a:pt x="177" y="196"/>
                      <a:pt x="175" y="195"/>
                    </a:cubicBezTo>
                    <a:cubicBezTo>
                      <a:pt x="170" y="190"/>
                      <a:pt x="156" y="187"/>
                      <a:pt x="155" y="181"/>
                    </a:cubicBezTo>
                    <a:cubicBezTo>
                      <a:pt x="151" y="181"/>
                      <a:pt x="148" y="176"/>
                      <a:pt x="148" y="172"/>
                    </a:cubicBezTo>
                    <a:cubicBezTo>
                      <a:pt x="148" y="167"/>
                      <a:pt x="153" y="165"/>
                      <a:pt x="153" y="160"/>
                    </a:cubicBezTo>
                    <a:cubicBezTo>
                      <a:pt x="153" y="154"/>
                      <a:pt x="149" y="153"/>
                      <a:pt x="148" y="150"/>
                    </a:cubicBezTo>
                    <a:cubicBezTo>
                      <a:pt x="143" y="134"/>
                      <a:pt x="128" y="121"/>
                      <a:pt x="118" y="111"/>
                    </a:cubicBezTo>
                    <a:cubicBezTo>
                      <a:pt x="114" y="107"/>
                      <a:pt x="107" y="105"/>
                      <a:pt x="102" y="101"/>
                    </a:cubicBezTo>
                    <a:cubicBezTo>
                      <a:pt x="99" y="97"/>
                      <a:pt x="102" y="93"/>
                      <a:pt x="100" y="88"/>
                    </a:cubicBezTo>
                    <a:cubicBezTo>
                      <a:pt x="96" y="80"/>
                      <a:pt x="82" y="79"/>
                      <a:pt x="82" y="68"/>
                    </a:cubicBezTo>
                    <a:cubicBezTo>
                      <a:pt x="78" y="68"/>
                      <a:pt x="79" y="67"/>
                      <a:pt x="77" y="68"/>
                    </a:cubicBezTo>
                    <a:cubicBezTo>
                      <a:pt x="72" y="63"/>
                      <a:pt x="67" y="58"/>
                      <a:pt x="62" y="53"/>
                    </a:cubicBezTo>
                    <a:cubicBezTo>
                      <a:pt x="58" y="49"/>
                      <a:pt x="60" y="42"/>
                      <a:pt x="56" y="38"/>
                    </a:cubicBezTo>
                    <a:cubicBezTo>
                      <a:pt x="52" y="34"/>
                      <a:pt x="53" y="24"/>
                      <a:pt x="49" y="22"/>
                    </a:cubicBezTo>
                    <a:cubicBezTo>
                      <a:pt x="42" y="19"/>
                      <a:pt x="35" y="19"/>
                      <a:pt x="29" y="13"/>
                    </a:cubicBezTo>
                    <a:cubicBezTo>
                      <a:pt x="27" y="15"/>
                      <a:pt x="28" y="18"/>
                      <a:pt x="28" y="19"/>
                    </a:cubicBezTo>
                    <a:cubicBezTo>
                      <a:pt x="28" y="28"/>
                      <a:pt x="32" y="34"/>
                      <a:pt x="36" y="41"/>
                    </a:cubicBezTo>
                    <a:cubicBezTo>
                      <a:pt x="39" y="48"/>
                      <a:pt x="45" y="48"/>
                      <a:pt x="49" y="53"/>
                    </a:cubicBezTo>
                    <a:cubicBezTo>
                      <a:pt x="55" y="59"/>
                      <a:pt x="56" y="63"/>
                      <a:pt x="58" y="71"/>
                    </a:cubicBezTo>
                    <a:cubicBezTo>
                      <a:pt x="61" y="81"/>
                      <a:pt x="70" y="86"/>
                      <a:pt x="73" y="95"/>
                    </a:cubicBezTo>
                    <a:cubicBezTo>
                      <a:pt x="77" y="106"/>
                      <a:pt x="80" y="117"/>
                      <a:pt x="87" y="122"/>
                    </a:cubicBezTo>
                    <a:cubicBezTo>
                      <a:pt x="91" y="119"/>
                      <a:pt x="96" y="126"/>
                      <a:pt x="96" y="130"/>
                    </a:cubicBezTo>
                    <a:cubicBezTo>
                      <a:pt x="96" y="132"/>
                      <a:pt x="95" y="136"/>
                      <a:pt x="93" y="136"/>
                    </a:cubicBezTo>
                    <a:cubicBezTo>
                      <a:pt x="92" y="136"/>
                      <a:pt x="86" y="129"/>
                      <a:pt x="86" y="127"/>
                    </a:cubicBezTo>
                    <a:cubicBezTo>
                      <a:pt x="78" y="127"/>
                      <a:pt x="74" y="117"/>
                      <a:pt x="69" y="113"/>
                    </a:cubicBezTo>
                    <a:cubicBezTo>
                      <a:pt x="66" y="112"/>
                      <a:pt x="66" y="112"/>
                      <a:pt x="65" y="109"/>
                    </a:cubicBezTo>
                    <a:cubicBezTo>
                      <a:pt x="65" y="98"/>
                      <a:pt x="65" y="98"/>
                      <a:pt x="65" y="98"/>
                    </a:cubicBezTo>
                    <a:cubicBezTo>
                      <a:pt x="60" y="93"/>
                      <a:pt x="56" y="88"/>
                      <a:pt x="52" y="84"/>
                    </a:cubicBezTo>
                    <a:cubicBezTo>
                      <a:pt x="46" y="78"/>
                      <a:pt x="36" y="79"/>
                      <a:pt x="31" y="72"/>
                    </a:cubicBezTo>
                    <a:cubicBezTo>
                      <a:pt x="34" y="72"/>
                      <a:pt x="44" y="74"/>
                      <a:pt x="40" y="69"/>
                    </a:cubicBezTo>
                    <a:cubicBezTo>
                      <a:pt x="34" y="59"/>
                      <a:pt x="26" y="50"/>
                      <a:pt x="19" y="45"/>
                    </a:cubicBezTo>
                    <a:cubicBezTo>
                      <a:pt x="14" y="41"/>
                      <a:pt x="14" y="29"/>
                      <a:pt x="11" y="24"/>
                    </a:cubicBezTo>
                    <a:cubicBezTo>
                      <a:pt x="7" y="16"/>
                      <a:pt x="3" y="13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9" y="0"/>
                      <a:pt x="29" y="0"/>
                      <a:pt x="29" y="0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113" y="16"/>
                      <a:pt x="113" y="16"/>
                      <a:pt x="113" y="16"/>
                    </a:cubicBezTo>
                    <a:cubicBezTo>
                      <a:pt x="113" y="10"/>
                      <a:pt x="113" y="10"/>
                      <a:pt x="113" y="10"/>
                    </a:cubicBezTo>
                    <a:cubicBezTo>
                      <a:pt x="121" y="10"/>
                      <a:pt x="121" y="10"/>
                      <a:pt x="121" y="10"/>
                    </a:cubicBezTo>
                    <a:cubicBezTo>
                      <a:pt x="136" y="14"/>
                      <a:pt x="145" y="16"/>
                      <a:pt x="152" y="29"/>
                    </a:cubicBezTo>
                    <a:cubicBezTo>
                      <a:pt x="156" y="35"/>
                      <a:pt x="163" y="50"/>
                      <a:pt x="172" y="50"/>
                    </a:cubicBezTo>
                    <a:cubicBezTo>
                      <a:pt x="181" y="50"/>
                      <a:pt x="178" y="38"/>
                      <a:pt x="188" y="38"/>
                    </a:cubicBezTo>
                    <a:cubicBezTo>
                      <a:pt x="214" y="38"/>
                      <a:pt x="213" y="70"/>
                      <a:pt x="227" y="84"/>
                    </a:cubicBezTo>
                    <a:cubicBezTo>
                      <a:pt x="231" y="87"/>
                      <a:pt x="242" y="90"/>
                      <a:pt x="249" y="90"/>
                    </a:cubicBezTo>
                    <a:cubicBezTo>
                      <a:pt x="249" y="89"/>
                      <a:pt x="247" y="87"/>
                      <a:pt x="247" y="86"/>
                    </a:cubicBezTo>
                    <a:cubicBezTo>
                      <a:pt x="247" y="86"/>
                      <a:pt x="247" y="86"/>
                      <a:pt x="247" y="86"/>
                    </a:cubicBezTo>
                    <a:lnTo>
                      <a:pt x="248" y="91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99" name="îsḻîdé"/>
              <p:cNvSpPr/>
              <p:nvPr/>
            </p:nvSpPr>
            <p:spPr bwMode="auto">
              <a:xfrm>
                <a:off x="7717265" y="3142991"/>
                <a:ext cx="19497" cy="89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5" y="7"/>
                  </a:cxn>
                  <a:cxn ang="0">
                    <a:pos x="12" y="7"/>
                  </a:cxn>
                  <a:cxn ang="0">
                    <a:pos x="0" y="3"/>
                  </a:cxn>
                  <a:cxn ang="0">
                    <a:pos x="0" y="0"/>
                  </a:cxn>
                </a:cxnLst>
                <a:rect l="0" t="0" r="r" b="b"/>
                <a:pathLst>
                  <a:path w="15" h="8">
                    <a:moveTo>
                      <a:pt x="0" y="0"/>
                    </a:moveTo>
                    <a:cubicBezTo>
                      <a:pt x="7" y="0"/>
                      <a:pt x="15" y="1"/>
                      <a:pt x="15" y="7"/>
                    </a:cubicBezTo>
                    <a:cubicBezTo>
                      <a:pt x="15" y="8"/>
                      <a:pt x="13" y="7"/>
                      <a:pt x="12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0" name="ïşḷíḋe"/>
              <p:cNvSpPr/>
              <p:nvPr/>
            </p:nvSpPr>
            <p:spPr bwMode="auto">
              <a:xfrm>
                <a:off x="6983891" y="3195481"/>
                <a:ext cx="74987" cy="47990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6" y="0"/>
                  </a:cxn>
                  <a:cxn ang="0">
                    <a:pos x="18" y="6"/>
                  </a:cxn>
                  <a:cxn ang="0">
                    <a:pos x="59" y="34"/>
                  </a:cxn>
                  <a:cxn ang="0">
                    <a:pos x="59" y="38"/>
                  </a:cxn>
                  <a:cxn ang="0">
                    <a:pos x="55" y="38"/>
                  </a:cxn>
                  <a:cxn ang="0">
                    <a:pos x="22" y="22"/>
                  </a:cxn>
                  <a:cxn ang="0">
                    <a:pos x="27" y="17"/>
                  </a:cxn>
                  <a:cxn ang="0">
                    <a:pos x="4" y="8"/>
                  </a:cxn>
                  <a:cxn ang="0">
                    <a:pos x="8" y="4"/>
                  </a:cxn>
                  <a:cxn ang="0">
                    <a:pos x="2" y="2"/>
                  </a:cxn>
                  <a:cxn ang="0">
                    <a:pos x="0" y="2"/>
                  </a:cxn>
                </a:cxnLst>
                <a:rect l="0" t="0" r="r" b="b"/>
                <a:pathLst>
                  <a:path w="59" h="38">
                    <a:moveTo>
                      <a:pt x="0" y="2"/>
                    </a:moveTo>
                    <a:cubicBezTo>
                      <a:pt x="2" y="1"/>
                      <a:pt x="4" y="0"/>
                      <a:pt x="6" y="0"/>
                    </a:cubicBezTo>
                    <a:cubicBezTo>
                      <a:pt x="11" y="0"/>
                      <a:pt x="15" y="5"/>
                      <a:pt x="18" y="6"/>
                    </a:cubicBezTo>
                    <a:cubicBezTo>
                      <a:pt x="37" y="12"/>
                      <a:pt x="48" y="23"/>
                      <a:pt x="59" y="34"/>
                    </a:cubicBezTo>
                    <a:cubicBezTo>
                      <a:pt x="59" y="38"/>
                      <a:pt x="59" y="38"/>
                      <a:pt x="59" y="38"/>
                    </a:cubicBezTo>
                    <a:cubicBezTo>
                      <a:pt x="58" y="38"/>
                      <a:pt x="56" y="38"/>
                      <a:pt x="55" y="38"/>
                    </a:cubicBezTo>
                    <a:cubicBezTo>
                      <a:pt x="45" y="38"/>
                      <a:pt x="29" y="26"/>
                      <a:pt x="22" y="22"/>
                    </a:cubicBezTo>
                    <a:cubicBezTo>
                      <a:pt x="23" y="19"/>
                      <a:pt x="25" y="19"/>
                      <a:pt x="27" y="17"/>
                    </a:cubicBezTo>
                    <a:cubicBezTo>
                      <a:pt x="18" y="17"/>
                      <a:pt x="6" y="13"/>
                      <a:pt x="4" y="8"/>
                    </a:cubicBezTo>
                    <a:cubicBezTo>
                      <a:pt x="6" y="7"/>
                      <a:pt x="8" y="5"/>
                      <a:pt x="8" y="4"/>
                    </a:cubicBezTo>
                    <a:cubicBezTo>
                      <a:pt x="6" y="3"/>
                      <a:pt x="2" y="2"/>
                      <a:pt x="2" y="2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1" name="îṧlídè"/>
              <p:cNvSpPr/>
              <p:nvPr/>
            </p:nvSpPr>
            <p:spPr bwMode="auto">
              <a:xfrm>
                <a:off x="6910404" y="3124995"/>
                <a:ext cx="26995" cy="37493"/>
              </a:xfrm>
              <a:custGeom>
                <a:avLst/>
                <a:gdLst/>
                <a:ahLst/>
                <a:cxnLst>
                  <a:cxn ang="0">
                    <a:pos x="5" y="12"/>
                  </a:cxn>
                  <a:cxn ang="0">
                    <a:pos x="0" y="4"/>
                  </a:cxn>
                  <a:cxn ang="0">
                    <a:pos x="0" y="0"/>
                  </a:cxn>
                  <a:cxn ang="0">
                    <a:pos x="10" y="3"/>
                  </a:cxn>
                  <a:cxn ang="0">
                    <a:pos x="7" y="8"/>
                  </a:cxn>
                  <a:cxn ang="0">
                    <a:pos x="13" y="3"/>
                  </a:cxn>
                  <a:cxn ang="0">
                    <a:pos x="13" y="12"/>
                  </a:cxn>
                  <a:cxn ang="0">
                    <a:pos x="15" y="18"/>
                  </a:cxn>
                  <a:cxn ang="0">
                    <a:pos x="13" y="22"/>
                  </a:cxn>
                  <a:cxn ang="0">
                    <a:pos x="17" y="30"/>
                  </a:cxn>
                  <a:cxn ang="0">
                    <a:pos x="10" y="22"/>
                  </a:cxn>
                  <a:cxn ang="0">
                    <a:pos x="12" y="17"/>
                  </a:cxn>
                  <a:cxn ang="0">
                    <a:pos x="5" y="12"/>
                  </a:cxn>
                </a:cxnLst>
                <a:rect l="0" t="0" r="r" b="b"/>
                <a:pathLst>
                  <a:path w="21" h="30">
                    <a:moveTo>
                      <a:pt x="5" y="12"/>
                    </a:moveTo>
                    <a:cubicBezTo>
                      <a:pt x="3" y="12"/>
                      <a:pt x="2" y="6"/>
                      <a:pt x="0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6" y="3"/>
                      <a:pt x="10" y="3"/>
                    </a:cubicBezTo>
                    <a:cubicBezTo>
                      <a:pt x="10" y="4"/>
                      <a:pt x="5" y="8"/>
                      <a:pt x="7" y="8"/>
                    </a:cubicBezTo>
                    <a:cubicBezTo>
                      <a:pt x="10" y="8"/>
                      <a:pt x="12" y="5"/>
                      <a:pt x="13" y="3"/>
                    </a:cubicBezTo>
                    <a:cubicBezTo>
                      <a:pt x="14" y="5"/>
                      <a:pt x="13" y="8"/>
                      <a:pt x="13" y="12"/>
                    </a:cubicBezTo>
                    <a:cubicBezTo>
                      <a:pt x="13" y="15"/>
                      <a:pt x="15" y="15"/>
                      <a:pt x="15" y="18"/>
                    </a:cubicBezTo>
                    <a:cubicBezTo>
                      <a:pt x="15" y="19"/>
                      <a:pt x="13" y="20"/>
                      <a:pt x="13" y="22"/>
                    </a:cubicBezTo>
                    <a:cubicBezTo>
                      <a:pt x="13" y="24"/>
                      <a:pt x="21" y="30"/>
                      <a:pt x="17" y="30"/>
                    </a:cubicBezTo>
                    <a:cubicBezTo>
                      <a:pt x="13" y="30"/>
                      <a:pt x="10" y="26"/>
                      <a:pt x="10" y="22"/>
                    </a:cubicBezTo>
                    <a:cubicBezTo>
                      <a:pt x="10" y="19"/>
                      <a:pt x="12" y="18"/>
                      <a:pt x="12" y="17"/>
                    </a:cubicBezTo>
                    <a:cubicBezTo>
                      <a:pt x="9" y="16"/>
                      <a:pt x="8" y="12"/>
                      <a:pt x="5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2" name="ïṧ1íḓè"/>
              <p:cNvSpPr/>
              <p:nvPr/>
            </p:nvSpPr>
            <p:spPr bwMode="auto">
              <a:xfrm>
                <a:off x="6571462" y="3041013"/>
                <a:ext cx="32994" cy="22496"/>
              </a:xfrm>
              <a:custGeom>
                <a:avLst/>
                <a:gdLst/>
                <a:ahLst/>
                <a:cxnLst>
                  <a:cxn ang="0">
                    <a:pos x="21" y="0"/>
                  </a:cxn>
                  <a:cxn ang="0">
                    <a:pos x="27" y="0"/>
                  </a:cxn>
                  <a:cxn ang="0">
                    <a:pos x="27" y="6"/>
                  </a:cxn>
                  <a:cxn ang="0">
                    <a:pos x="10" y="18"/>
                  </a:cxn>
                  <a:cxn ang="0">
                    <a:pos x="0" y="12"/>
                  </a:cxn>
                  <a:cxn ang="0">
                    <a:pos x="0" y="7"/>
                  </a:cxn>
                  <a:cxn ang="0">
                    <a:pos x="21" y="0"/>
                  </a:cxn>
                </a:cxnLst>
                <a:rect l="0" t="0" r="r" b="b"/>
                <a:pathLst>
                  <a:path w="27" h="18">
                    <a:moveTo>
                      <a:pt x="21" y="0"/>
                    </a:moveTo>
                    <a:cubicBezTo>
                      <a:pt x="25" y="0"/>
                      <a:pt x="25" y="0"/>
                      <a:pt x="27" y="0"/>
                    </a:cubicBezTo>
                    <a:cubicBezTo>
                      <a:pt x="27" y="6"/>
                      <a:pt x="27" y="6"/>
                      <a:pt x="27" y="6"/>
                    </a:cubicBezTo>
                    <a:cubicBezTo>
                      <a:pt x="19" y="10"/>
                      <a:pt x="16" y="13"/>
                      <a:pt x="10" y="18"/>
                    </a:cubicBezTo>
                    <a:cubicBezTo>
                      <a:pt x="6" y="15"/>
                      <a:pt x="3" y="15"/>
                      <a:pt x="0" y="12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8" y="5"/>
                      <a:pt x="14" y="0"/>
                      <a:pt x="21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3" name="ïšlïdé"/>
              <p:cNvSpPr/>
              <p:nvPr/>
            </p:nvSpPr>
            <p:spPr bwMode="auto">
              <a:xfrm>
                <a:off x="7996216" y="3207478"/>
                <a:ext cx="40493" cy="20996"/>
              </a:xfrm>
              <a:custGeom>
                <a:avLst/>
                <a:gdLst/>
                <a:ahLst/>
                <a:cxnLst>
                  <a:cxn ang="0">
                    <a:pos x="26" y="17"/>
                  </a:cxn>
                  <a:cxn ang="0">
                    <a:pos x="32" y="14"/>
                  </a:cxn>
                  <a:cxn ang="0">
                    <a:pos x="0" y="3"/>
                  </a:cxn>
                  <a:cxn ang="0">
                    <a:pos x="26" y="17"/>
                  </a:cxn>
                </a:cxnLst>
                <a:rect l="0" t="0" r="r" b="b"/>
                <a:pathLst>
                  <a:path w="32" h="17">
                    <a:moveTo>
                      <a:pt x="26" y="17"/>
                    </a:moveTo>
                    <a:cubicBezTo>
                      <a:pt x="29" y="17"/>
                      <a:pt x="30" y="16"/>
                      <a:pt x="32" y="14"/>
                    </a:cubicBezTo>
                    <a:cubicBezTo>
                      <a:pt x="22" y="9"/>
                      <a:pt x="14" y="0"/>
                      <a:pt x="0" y="3"/>
                    </a:cubicBezTo>
                    <a:cubicBezTo>
                      <a:pt x="6" y="7"/>
                      <a:pt x="18" y="17"/>
                      <a:pt x="26" y="1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4" name="íṣ1íḍè"/>
              <p:cNvSpPr/>
              <p:nvPr/>
            </p:nvSpPr>
            <p:spPr bwMode="auto">
              <a:xfrm>
                <a:off x="7999216" y="3270465"/>
                <a:ext cx="29995" cy="1949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11" y="7"/>
                  </a:cxn>
                  <a:cxn ang="0">
                    <a:pos x="24" y="7"/>
                  </a:cxn>
                  <a:cxn ang="0">
                    <a:pos x="24" y="10"/>
                  </a:cxn>
                  <a:cxn ang="0">
                    <a:pos x="19" y="15"/>
                  </a:cxn>
                  <a:cxn ang="0">
                    <a:pos x="0" y="3"/>
                  </a:cxn>
                  <a:cxn ang="0">
                    <a:pos x="1" y="0"/>
                  </a:cxn>
                </a:cxnLst>
                <a:rect l="0" t="0" r="r" b="b"/>
                <a:pathLst>
                  <a:path w="24" h="15">
                    <a:moveTo>
                      <a:pt x="1" y="0"/>
                    </a:moveTo>
                    <a:cubicBezTo>
                      <a:pt x="4" y="4"/>
                      <a:pt x="7" y="6"/>
                      <a:pt x="11" y="7"/>
                    </a:cubicBezTo>
                    <a:cubicBezTo>
                      <a:pt x="24" y="7"/>
                      <a:pt x="24" y="7"/>
                      <a:pt x="24" y="7"/>
                    </a:cubicBezTo>
                    <a:cubicBezTo>
                      <a:pt x="24" y="8"/>
                      <a:pt x="24" y="9"/>
                      <a:pt x="24" y="10"/>
                    </a:cubicBezTo>
                    <a:cubicBezTo>
                      <a:pt x="24" y="12"/>
                      <a:pt x="20" y="15"/>
                      <a:pt x="19" y="15"/>
                    </a:cubicBezTo>
                    <a:cubicBezTo>
                      <a:pt x="16" y="15"/>
                      <a:pt x="0" y="6"/>
                      <a:pt x="0" y="3"/>
                    </a:cubicBezTo>
                    <a:cubicBezTo>
                      <a:pt x="0" y="2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5" name="îśḻïdê"/>
              <p:cNvSpPr/>
              <p:nvPr/>
            </p:nvSpPr>
            <p:spPr bwMode="auto">
              <a:xfrm>
                <a:off x="8044208" y="3270465"/>
                <a:ext cx="20996" cy="25495"/>
              </a:xfrm>
              <a:custGeom>
                <a:avLst/>
                <a:gdLst/>
                <a:ahLst/>
                <a:cxnLst>
                  <a:cxn ang="0">
                    <a:pos x="17" y="12"/>
                  </a:cxn>
                  <a:cxn ang="0">
                    <a:pos x="17" y="15"/>
                  </a:cxn>
                  <a:cxn ang="0">
                    <a:pos x="7" y="20"/>
                  </a:cxn>
                  <a:cxn ang="0">
                    <a:pos x="0" y="15"/>
                  </a:cxn>
                  <a:cxn ang="0">
                    <a:pos x="10" y="0"/>
                  </a:cxn>
                  <a:cxn ang="0">
                    <a:pos x="14" y="5"/>
                  </a:cxn>
                  <a:cxn ang="0">
                    <a:pos x="17" y="12"/>
                  </a:cxn>
                </a:cxnLst>
                <a:rect l="0" t="0" r="r" b="b"/>
                <a:pathLst>
                  <a:path w="17" h="20">
                    <a:moveTo>
                      <a:pt x="17" y="12"/>
                    </a:moveTo>
                    <a:cubicBezTo>
                      <a:pt x="17" y="12"/>
                      <a:pt x="17" y="14"/>
                      <a:pt x="17" y="15"/>
                    </a:cubicBezTo>
                    <a:cubicBezTo>
                      <a:pt x="17" y="18"/>
                      <a:pt x="12" y="20"/>
                      <a:pt x="7" y="20"/>
                    </a:cubicBezTo>
                    <a:cubicBezTo>
                      <a:pt x="3" y="20"/>
                      <a:pt x="0" y="18"/>
                      <a:pt x="0" y="15"/>
                    </a:cubicBezTo>
                    <a:cubicBezTo>
                      <a:pt x="0" y="13"/>
                      <a:pt x="6" y="2"/>
                      <a:pt x="10" y="0"/>
                    </a:cubicBezTo>
                    <a:cubicBezTo>
                      <a:pt x="11" y="2"/>
                      <a:pt x="14" y="3"/>
                      <a:pt x="14" y="5"/>
                    </a:cubicBezTo>
                    <a:cubicBezTo>
                      <a:pt x="14" y="9"/>
                      <a:pt x="7" y="12"/>
                      <a:pt x="17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6" name="ís1iḓe"/>
              <p:cNvSpPr/>
              <p:nvPr/>
            </p:nvSpPr>
            <p:spPr bwMode="auto">
              <a:xfrm>
                <a:off x="6373496" y="2981025"/>
                <a:ext cx="25496" cy="11997"/>
              </a:xfrm>
              <a:custGeom>
                <a:avLst/>
                <a:gdLst/>
                <a:ahLst/>
                <a:cxnLst>
                  <a:cxn ang="0">
                    <a:pos x="6" y="4"/>
                  </a:cxn>
                  <a:cxn ang="0">
                    <a:pos x="13" y="1"/>
                  </a:cxn>
                  <a:cxn ang="0">
                    <a:pos x="20" y="9"/>
                  </a:cxn>
                  <a:cxn ang="0">
                    <a:pos x="5" y="9"/>
                  </a:cxn>
                  <a:cxn ang="0">
                    <a:pos x="0" y="4"/>
                  </a:cxn>
                  <a:cxn ang="0">
                    <a:pos x="6" y="4"/>
                  </a:cxn>
                </a:cxnLst>
                <a:rect l="0" t="0" r="r" b="b"/>
                <a:pathLst>
                  <a:path w="20" h="9">
                    <a:moveTo>
                      <a:pt x="6" y="4"/>
                    </a:moveTo>
                    <a:cubicBezTo>
                      <a:pt x="8" y="0"/>
                      <a:pt x="10" y="1"/>
                      <a:pt x="13" y="1"/>
                    </a:cubicBezTo>
                    <a:cubicBezTo>
                      <a:pt x="18" y="1"/>
                      <a:pt x="19" y="4"/>
                      <a:pt x="20" y="9"/>
                    </a:cubicBezTo>
                    <a:cubicBezTo>
                      <a:pt x="5" y="9"/>
                      <a:pt x="5" y="9"/>
                      <a:pt x="5" y="9"/>
                    </a:cubicBezTo>
                    <a:cubicBezTo>
                      <a:pt x="3" y="7"/>
                      <a:pt x="1" y="6"/>
                      <a:pt x="0" y="4"/>
                    </a:cubicBezTo>
                    <a:lnTo>
                      <a:pt x="6" y="4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7" name="iŝ1îḑè"/>
              <p:cNvSpPr/>
              <p:nvPr/>
            </p:nvSpPr>
            <p:spPr bwMode="auto">
              <a:xfrm>
                <a:off x="9183930" y="3068044"/>
                <a:ext cx="25496" cy="37493"/>
              </a:xfrm>
              <a:custGeom>
                <a:avLst/>
                <a:gdLst/>
                <a:ahLst/>
                <a:cxnLst>
                  <a:cxn ang="0">
                    <a:pos x="3" y="27"/>
                  </a:cxn>
                  <a:cxn ang="0">
                    <a:pos x="9" y="21"/>
                  </a:cxn>
                  <a:cxn ang="0">
                    <a:pos x="0" y="14"/>
                  </a:cxn>
                  <a:cxn ang="0">
                    <a:pos x="9" y="0"/>
                  </a:cxn>
                  <a:cxn ang="0">
                    <a:pos x="20" y="12"/>
                  </a:cxn>
                  <a:cxn ang="0">
                    <a:pos x="6" y="30"/>
                  </a:cxn>
                  <a:cxn ang="0">
                    <a:pos x="0" y="27"/>
                  </a:cxn>
                  <a:cxn ang="0">
                    <a:pos x="2" y="25"/>
                  </a:cxn>
                  <a:cxn ang="0">
                    <a:pos x="3" y="27"/>
                  </a:cxn>
                </a:cxnLst>
                <a:rect l="0" t="0" r="r" b="b"/>
                <a:pathLst>
                  <a:path w="20" h="30">
                    <a:moveTo>
                      <a:pt x="3" y="27"/>
                    </a:moveTo>
                    <a:cubicBezTo>
                      <a:pt x="6" y="26"/>
                      <a:pt x="9" y="23"/>
                      <a:pt x="9" y="21"/>
                    </a:cubicBezTo>
                    <a:cubicBezTo>
                      <a:pt x="5" y="20"/>
                      <a:pt x="0" y="16"/>
                      <a:pt x="0" y="14"/>
                    </a:cubicBezTo>
                    <a:cubicBezTo>
                      <a:pt x="0" y="12"/>
                      <a:pt x="5" y="0"/>
                      <a:pt x="9" y="0"/>
                    </a:cubicBezTo>
                    <a:cubicBezTo>
                      <a:pt x="17" y="0"/>
                      <a:pt x="18" y="4"/>
                      <a:pt x="20" y="12"/>
                    </a:cubicBezTo>
                    <a:cubicBezTo>
                      <a:pt x="12" y="14"/>
                      <a:pt x="16" y="30"/>
                      <a:pt x="6" y="30"/>
                    </a:cubicBezTo>
                    <a:cubicBezTo>
                      <a:pt x="3" y="30"/>
                      <a:pt x="1" y="27"/>
                      <a:pt x="0" y="27"/>
                    </a:cubicBezTo>
                    <a:cubicBezTo>
                      <a:pt x="1" y="26"/>
                      <a:pt x="2" y="25"/>
                      <a:pt x="2" y="25"/>
                    </a:cubicBezTo>
                    <a:lnTo>
                      <a:pt x="3" y="27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8" name="íṡlîḓè"/>
              <p:cNvSpPr/>
              <p:nvPr/>
            </p:nvSpPr>
            <p:spPr bwMode="auto">
              <a:xfrm>
                <a:off x="8864491" y="3036550"/>
                <a:ext cx="610383" cy="436419"/>
              </a:xfrm>
              <a:custGeom>
                <a:avLst/>
                <a:gdLst/>
                <a:ahLst/>
                <a:cxnLst>
                  <a:cxn ang="0">
                    <a:pos x="473" y="233"/>
                  </a:cxn>
                  <a:cxn ang="0">
                    <a:pos x="470" y="273"/>
                  </a:cxn>
                  <a:cxn ang="0">
                    <a:pos x="427" y="274"/>
                  </a:cxn>
                  <a:cxn ang="0">
                    <a:pos x="401" y="283"/>
                  </a:cxn>
                  <a:cxn ang="0">
                    <a:pos x="403" y="303"/>
                  </a:cxn>
                  <a:cxn ang="0">
                    <a:pos x="413" y="322"/>
                  </a:cxn>
                  <a:cxn ang="0">
                    <a:pos x="401" y="319"/>
                  </a:cxn>
                  <a:cxn ang="0">
                    <a:pos x="397" y="336"/>
                  </a:cxn>
                  <a:cxn ang="0">
                    <a:pos x="382" y="315"/>
                  </a:cxn>
                  <a:cxn ang="0">
                    <a:pos x="358" y="278"/>
                  </a:cxn>
                  <a:cxn ang="0">
                    <a:pos x="329" y="238"/>
                  </a:cxn>
                  <a:cxn ang="0">
                    <a:pos x="289" y="213"/>
                  </a:cxn>
                  <a:cxn ang="0">
                    <a:pos x="270" y="212"/>
                  </a:cxn>
                  <a:cxn ang="0">
                    <a:pos x="289" y="244"/>
                  </a:cxn>
                  <a:cxn ang="0">
                    <a:pos x="315" y="264"/>
                  </a:cxn>
                  <a:cxn ang="0">
                    <a:pos x="330" y="283"/>
                  </a:cxn>
                  <a:cxn ang="0">
                    <a:pos x="323" y="305"/>
                  </a:cxn>
                  <a:cxn ang="0">
                    <a:pos x="316" y="303"/>
                  </a:cxn>
                  <a:cxn ang="0">
                    <a:pos x="291" y="273"/>
                  </a:cxn>
                  <a:cxn ang="0">
                    <a:pos x="229" y="223"/>
                  </a:cxn>
                  <a:cxn ang="0">
                    <a:pos x="168" y="237"/>
                  </a:cxn>
                  <a:cxn ang="0">
                    <a:pos x="135" y="272"/>
                  </a:cxn>
                  <a:cxn ang="0">
                    <a:pos x="101" y="326"/>
                  </a:cxn>
                  <a:cxn ang="0">
                    <a:pos x="72" y="338"/>
                  </a:cxn>
                  <a:cxn ang="0">
                    <a:pos x="10" y="334"/>
                  </a:cxn>
                  <a:cxn ang="0">
                    <a:pos x="0" y="306"/>
                  </a:cxn>
                  <a:cxn ang="0">
                    <a:pos x="4" y="246"/>
                  </a:cxn>
                  <a:cxn ang="0">
                    <a:pos x="48" y="235"/>
                  </a:cxn>
                  <a:cxn ang="0">
                    <a:pos x="89" y="240"/>
                  </a:cxn>
                  <a:cxn ang="0">
                    <a:pos x="105" y="206"/>
                  </a:cxn>
                  <a:cxn ang="0">
                    <a:pos x="103" y="193"/>
                  </a:cxn>
                  <a:cxn ang="0">
                    <a:pos x="60" y="163"/>
                  </a:cxn>
                  <a:cxn ang="0">
                    <a:pos x="88" y="157"/>
                  </a:cxn>
                  <a:cxn ang="0">
                    <a:pos x="96" y="143"/>
                  </a:cxn>
                  <a:cxn ang="0">
                    <a:pos x="114" y="145"/>
                  </a:cxn>
                  <a:cxn ang="0">
                    <a:pos x="147" y="118"/>
                  </a:cxn>
                  <a:cxn ang="0">
                    <a:pos x="176" y="89"/>
                  </a:cxn>
                  <a:cxn ang="0">
                    <a:pos x="208" y="73"/>
                  </a:cxn>
                  <a:cxn ang="0">
                    <a:pos x="225" y="54"/>
                  </a:cxn>
                  <a:cxn ang="0">
                    <a:pos x="245" y="5"/>
                  </a:cxn>
                  <a:cxn ang="0">
                    <a:pos x="251" y="25"/>
                  </a:cxn>
                  <a:cxn ang="0">
                    <a:pos x="240" y="54"/>
                  </a:cxn>
                  <a:cxn ang="0">
                    <a:pos x="254" y="66"/>
                  </a:cxn>
                  <a:cxn ang="0">
                    <a:pos x="289" y="68"/>
                  </a:cxn>
                  <a:cxn ang="0">
                    <a:pos x="333" y="50"/>
                  </a:cxn>
                  <a:cxn ang="0">
                    <a:pos x="378" y="55"/>
                  </a:cxn>
                  <a:cxn ang="0">
                    <a:pos x="408" y="95"/>
                  </a:cxn>
                  <a:cxn ang="0">
                    <a:pos x="399" y="153"/>
                  </a:cxn>
                  <a:cxn ang="0">
                    <a:pos x="470" y="180"/>
                  </a:cxn>
                  <a:cxn ang="0">
                    <a:pos x="474" y="204"/>
                  </a:cxn>
                  <a:cxn ang="0">
                    <a:pos x="476" y="216"/>
                  </a:cxn>
                </a:cxnLst>
                <a:rect l="0" t="0" r="r" b="b"/>
                <a:pathLst>
                  <a:path w="485" h="347">
                    <a:moveTo>
                      <a:pt x="476" y="216"/>
                    </a:moveTo>
                    <a:cubicBezTo>
                      <a:pt x="474" y="223"/>
                      <a:pt x="475" y="219"/>
                      <a:pt x="473" y="222"/>
                    </a:cubicBezTo>
                    <a:cubicBezTo>
                      <a:pt x="473" y="233"/>
                      <a:pt x="473" y="233"/>
                      <a:pt x="473" y="233"/>
                    </a:cubicBezTo>
                    <a:cubicBezTo>
                      <a:pt x="469" y="238"/>
                      <a:pt x="461" y="246"/>
                      <a:pt x="461" y="253"/>
                    </a:cubicBezTo>
                    <a:cubicBezTo>
                      <a:pt x="461" y="261"/>
                      <a:pt x="473" y="268"/>
                      <a:pt x="476" y="272"/>
                    </a:cubicBezTo>
                    <a:cubicBezTo>
                      <a:pt x="474" y="273"/>
                      <a:pt x="472" y="273"/>
                      <a:pt x="470" y="273"/>
                    </a:cubicBezTo>
                    <a:cubicBezTo>
                      <a:pt x="466" y="275"/>
                      <a:pt x="463" y="273"/>
                      <a:pt x="459" y="275"/>
                    </a:cubicBezTo>
                    <a:cubicBezTo>
                      <a:pt x="453" y="277"/>
                      <a:pt x="452" y="283"/>
                      <a:pt x="446" y="283"/>
                    </a:cubicBezTo>
                    <a:cubicBezTo>
                      <a:pt x="439" y="283"/>
                      <a:pt x="435" y="274"/>
                      <a:pt x="427" y="274"/>
                    </a:cubicBezTo>
                    <a:cubicBezTo>
                      <a:pt x="420" y="274"/>
                      <a:pt x="419" y="278"/>
                      <a:pt x="413" y="280"/>
                    </a:cubicBezTo>
                    <a:cubicBezTo>
                      <a:pt x="414" y="284"/>
                      <a:pt x="414" y="286"/>
                      <a:pt x="413" y="290"/>
                    </a:cubicBezTo>
                    <a:cubicBezTo>
                      <a:pt x="406" y="290"/>
                      <a:pt x="405" y="283"/>
                      <a:pt x="401" y="283"/>
                    </a:cubicBezTo>
                    <a:cubicBezTo>
                      <a:pt x="399" y="283"/>
                      <a:pt x="397" y="286"/>
                      <a:pt x="397" y="288"/>
                    </a:cubicBezTo>
                    <a:cubicBezTo>
                      <a:pt x="405" y="298"/>
                      <a:pt x="405" y="298"/>
                      <a:pt x="405" y="298"/>
                    </a:cubicBezTo>
                    <a:cubicBezTo>
                      <a:pt x="405" y="300"/>
                      <a:pt x="403" y="302"/>
                      <a:pt x="403" y="303"/>
                    </a:cubicBezTo>
                    <a:cubicBezTo>
                      <a:pt x="403" y="304"/>
                      <a:pt x="415" y="315"/>
                      <a:pt x="419" y="315"/>
                    </a:cubicBezTo>
                    <a:cubicBezTo>
                      <a:pt x="419" y="317"/>
                      <a:pt x="420" y="318"/>
                      <a:pt x="420" y="319"/>
                    </a:cubicBezTo>
                    <a:cubicBezTo>
                      <a:pt x="418" y="321"/>
                      <a:pt x="414" y="319"/>
                      <a:pt x="413" y="322"/>
                    </a:cubicBezTo>
                    <a:cubicBezTo>
                      <a:pt x="412" y="322"/>
                      <a:pt x="412" y="322"/>
                      <a:pt x="412" y="322"/>
                    </a:cubicBezTo>
                    <a:cubicBezTo>
                      <a:pt x="407" y="321"/>
                      <a:pt x="403" y="317"/>
                      <a:pt x="401" y="315"/>
                    </a:cubicBezTo>
                    <a:cubicBezTo>
                      <a:pt x="401" y="319"/>
                      <a:pt x="401" y="319"/>
                      <a:pt x="401" y="319"/>
                    </a:cubicBezTo>
                    <a:cubicBezTo>
                      <a:pt x="402" y="321"/>
                      <a:pt x="403" y="323"/>
                      <a:pt x="403" y="326"/>
                    </a:cubicBezTo>
                    <a:cubicBezTo>
                      <a:pt x="403" y="329"/>
                      <a:pt x="399" y="334"/>
                      <a:pt x="403" y="336"/>
                    </a:cubicBezTo>
                    <a:cubicBezTo>
                      <a:pt x="401" y="336"/>
                      <a:pt x="397" y="336"/>
                      <a:pt x="397" y="336"/>
                    </a:cubicBezTo>
                    <a:cubicBezTo>
                      <a:pt x="390" y="336"/>
                      <a:pt x="384" y="329"/>
                      <a:pt x="384" y="322"/>
                    </a:cubicBezTo>
                    <a:cubicBezTo>
                      <a:pt x="384" y="319"/>
                      <a:pt x="388" y="317"/>
                      <a:pt x="390" y="315"/>
                    </a:cubicBezTo>
                    <a:cubicBezTo>
                      <a:pt x="387" y="315"/>
                      <a:pt x="385" y="315"/>
                      <a:pt x="382" y="315"/>
                    </a:cubicBezTo>
                    <a:cubicBezTo>
                      <a:pt x="380" y="315"/>
                      <a:pt x="379" y="311"/>
                      <a:pt x="379" y="310"/>
                    </a:cubicBezTo>
                    <a:cubicBezTo>
                      <a:pt x="378" y="304"/>
                      <a:pt x="374" y="300"/>
                      <a:pt x="370" y="296"/>
                    </a:cubicBezTo>
                    <a:cubicBezTo>
                      <a:pt x="365" y="291"/>
                      <a:pt x="358" y="287"/>
                      <a:pt x="358" y="278"/>
                    </a:cubicBezTo>
                    <a:cubicBezTo>
                      <a:pt x="358" y="272"/>
                      <a:pt x="358" y="270"/>
                      <a:pt x="358" y="266"/>
                    </a:cubicBezTo>
                    <a:cubicBezTo>
                      <a:pt x="358" y="260"/>
                      <a:pt x="348" y="251"/>
                      <a:pt x="342" y="248"/>
                    </a:cubicBezTo>
                    <a:cubicBezTo>
                      <a:pt x="336" y="245"/>
                      <a:pt x="329" y="244"/>
                      <a:pt x="329" y="238"/>
                    </a:cubicBezTo>
                    <a:cubicBezTo>
                      <a:pt x="326" y="238"/>
                      <a:pt x="325" y="238"/>
                      <a:pt x="323" y="238"/>
                    </a:cubicBezTo>
                    <a:cubicBezTo>
                      <a:pt x="313" y="238"/>
                      <a:pt x="302" y="223"/>
                      <a:pt x="302" y="213"/>
                    </a:cubicBezTo>
                    <a:cubicBezTo>
                      <a:pt x="297" y="213"/>
                      <a:pt x="293" y="213"/>
                      <a:pt x="289" y="213"/>
                    </a:cubicBezTo>
                    <a:cubicBezTo>
                      <a:pt x="283" y="213"/>
                      <a:pt x="285" y="204"/>
                      <a:pt x="283" y="201"/>
                    </a:cubicBezTo>
                    <a:cubicBezTo>
                      <a:pt x="278" y="204"/>
                      <a:pt x="268" y="204"/>
                      <a:pt x="268" y="209"/>
                    </a:cubicBezTo>
                    <a:cubicBezTo>
                      <a:pt x="268" y="210"/>
                      <a:pt x="270" y="212"/>
                      <a:pt x="270" y="212"/>
                    </a:cubicBezTo>
                    <a:cubicBezTo>
                      <a:pt x="270" y="214"/>
                      <a:pt x="269" y="217"/>
                      <a:pt x="269" y="220"/>
                    </a:cubicBezTo>
                    <a:cubicBezTo>
                      <a:pt x="269" y="226"/>
                      <a:pt x="273" y="229"/>
                      <a:pt x="278" y="231"/>
                    </a:cubicBezTo>
                    <a:cubicBezTo>
                      <a:pt x="285" y="233"/>
                      <a:pt x="288" y="240"/>
                      <a:pt x="289" y="244"/>
                    </a:cubicBezTo>
                    <a:cubicBezTo>
                      <a:pt x="291" y="250"/>
                      <a:pt x="294" y="257"/>
                      <a:pt x="298" y="259"/>
                    </a:cubicBezTo>
                    <a:cubicBezTo>
                      <a:pt x="304" y="262"/>
                      <a:pt x="309" y="260"/>
                      <a:pt x="315" y="260"/>
                    </a:cubicBezTo>
                    <a:cubicBezTo>
                      <a:pt x="315" y="261"/>
                      <a:pt x="315" y="263"/>
                      <a:pt x="315" y="264"/>
                    </a:cubicBezTo>
                    <a:cubicBezTo>
                      <a:pt x="313" y="269"/>
                      <a:pt x="323" y="271"/>
                      <a:pt x="326" y="272"/>
                    </a:cubicBezTo>
                    <a:cubicBezTo>
                      <a:pt x="335" y="277"/>
                      <a:pt x="345" y="280"/>
                      <a:pt x="344" y="290"/>
                    </a:cubicBezTo>
                    <a:cubicBezTo>
                      <a:pt x="340" y="289"/>
                      <a:pt x="337" y="283"/>
                      <a:pt x="330" y="283"/>
                    </a:cubicBezTo>
                    <a:cubicBezTo>
                      <a:pt x="325" y="283"/>
                      <a:pt x="320" y="286"/>
                      <a:pt x="320" y="290"/>
                    </a:cubicBezTo>
                    <a:cubicBezTo>
                      <a:pt x="320" y="296"/>
                      <a:pt x="328" y="297"/>
                      <a:pt x="328" y="303"/>
                    </a:cubicBezTo>
                    <a:cubicBezTo>
                      <a:pt x="328" y="305"/>
                      <a:pt x="323" y="305"/>
                      <a:pt x="323" y="305"/>
                    </a:cubicBezTo>
                    <a:cubicBezTo>
                      <a:pt x="319" y="309"/>
                      <a:pt x="319" y="318"/>
                      <a:pt x="313" y="318"/>
                    </a:cubicBezTo>
                    <a:cubicBezTo>
                      <a:pt x="310" y="318"/>
                      <a:pt x="308" y="317"/>
                      <a:pt x="308" y="315"/>
                    </a:cubicBezTo>
                    <a:cubicBezTo>
                      <a:pt x="314" y="315"/>
                      <a:pt x="316" y="309"/>
                      <a:pt x="316" y="303"/>
                    </a:cubicBezTo>
                    <a:cubicBezTo>
                      <a:pt x="316" y="297"/>
                      <a:pt x="312" y="295"/>
                      <a:pt x="311" y="291"/>
                    </a:cubicBezTo>
                    <a:cubicBezTo>
                      <a:pt x="310" y="291"/>
                      <a:pt x="300" y="281"/>
                      <a:pt x="299" y="278"/>
                    </a:cubicBezTo>
                    <a:cubicBezTo>
                      <a:pt x="297" y="278"/>
                      <a:pt x="291" y="276"/>
                      <a:pt x="291" y="273"/>
                    </a:cubicBezTo>
                    <a:cubicBezTo>
                      <a:pt x="277" y="270"/>
                      <a:pt x="274" y="266"/>
                      <a:pt x="266" y="259"/>
                    </a:cubicBezTo>
                    <a:cubicBezTo>
                      <a:pt x="263" y="256"/>
                      <a:pt x="257" y="254"/>
                      <a:pt x="256" y="251"/>
                    </a:cubicBezTo>
                    <a:cubicBezTo>
                      <a:pt x="248" y="241"/>
                      <a:pt x="245" y="223"/>
                      <a:pt x="229" y="223"/>
                    </a:cubicBezTo>
                    <a:cubicBezTo>
                      <a:pt x="221" y="223"/>
                      <a:pt x="220" y="228"/>
                      <a:pt x="216" y="230"/>
                    </a:cubicBezTo>
                    <a:cubicBezTo>
                      <a:pt x="208" y="234"/>
                      <a:pt x="202" y="242"/>
                      <a:pt x="192" y="242"/>
                    </a:cubicBezTo>
                    <a:cubicBezTo>
                      <a:pt x="183" y="242"/>
                      <a:pt x="177" y="237"/>
                      <a:pt x="168" y="237"/>
                    </a:cubicBezTo>
                    <a:cubicBezTo>
                      <a:pt x="161" y="237"/>
                      <a:pt x="154" y="242"/>
                      <a:pt x="154" y="248"/>
                    </a:cubicBezTo>
                    <a:cubicBezTo>
                      <a:pt x="157" y="258"/>
                      <a:pt x="157" y="258"/>
                      <a:pt x="157" y="258"/>
                    </a:cubicBezTo>
                    <a:cubicBezTo>
                      <a:pt x="154" y="267"/>
                      <a:pt x="144" y="270"/>
                      <a:pt x="135" y="272"/>
                    </a:cubicBezTo>
                    <a:cubicBezTo>
                      <a:pt x="127" y="274"/>
                      <a:pt x="114" y="292"/>
                      <a:pt x="114" y="302"/>
                    </a:cubicBezTo>
                    <a:cubicBezTo>
                      <a:pt x="114" y="305"/>
                      <a:pt x="117" y="306"/>
                      <a:pt x="119" y="307"/>
                    </a:cubicBezTo>
                    <a:cubicBezTo>
                      <a:pt x="113" y="316"/>
                      <a:pt x="110" y="321"/>
                      <a:pt x="101" y="326"/>
                    </a:cubicBezTo>
                    <a:cubicBezTo>
                      <a:pt x="96" y="328"/>
                      <a:pt x="95" y="340"/>
                      <a:pt x="86" y="337"/>
                    </a:cubicBezTo>
                    <a:cubicBezTo>
                      <a:pt x="86" y="337"/>
                      <a:pt x="86" y="337"/>
                      <a:pt x="86" y="337"/>
                    </a:cubicBezTo>
                    <a:cubicBezTo>
                      <a:pt x="82" y="336"/>
                      <a:pt x="75" y="338"/>
                      <a:pt x="72" y="338"/>
                    </a:cubicBezTo>
                    <a:cubicBezTo>
                      <a:pt x="62" y="338"/>
                      <a:pt x="56" y="347"/>
                      <a:pt x="46" y="347"/>
                    </a:cubicBezTo>
                    <a:cubicBezTo>
                      <a:pt x="40" y="347"/>
                      <a:pt x="39" y="331"/>
                      <a:pt x="29" y="331"/>
                    </a:cubicBezTo>
                    <a:cubicBezTo>
                      <a:pt x="22" y="331"/>
                      <a:pt x="17" y="334"/>
                      <a:pt x="10" y="334"/>
                    </a:cubicBezTo>
                    <a:cubicBezTo>
                      <a:pt x="8" y="334"/>
                      <a:pt x="7" y="332"/>
                      <a:pt x="7" y="330"/>
                    </a:cubicBezTo>
                    <a:cubicBezTo>
                      <a:pt x="7" y="321"/>
                      <a:pt x="7" y="318"/>
                      <a:pt x="7" y="313"/>
                    </a:cubicBezTo>
                    <a:cubicBezTo>
                      <a:pt x="3" y="313"/>
                      <a:pt x="0" y="310"/>
                      <a:pt x="0" y="306"/>
                    </a:cubicBezTo>
                    <a:cubicBezTo>
                      <a:pt x="0" y="301"/>
                      <a:pt x="4" y="299"/>
                      <a:pt x="4" y="296"/>
                    </a:cubicBezTo>
                    <a:cubicBezTo>
                      <a:pt x="4" y="285"/>
                      <a:pt x="8" y="274"/>
                      <a:pt x="8" y="262"/>
                    </a:cubicBezTo>
                    <a:cubicBezTo>
                      <a:pt x="8" y="256"/>
                      <a:pt x="4" y="250"/>
                      <a:pt x="4" y="246"/>
                    </a:cubicBezTo>
                    <a:cubicBezTo>
                      <a:pt x="4" y="243"/>
                      <a:pt x="19" y="234"/>
                      <a:pt x="21" y="234"/>
                    </a:cubicBezTo>
                    <a:cubicBezTo>
                      <a:pt x="23" y="234"/>
                      <a:pt x="25" y="236"/>
                      <a:pt x="28" y="235"/>
                    </a:cubicBezTo>
                    <a:cubicBezTo>
                      <a:pt x="48" y="235"/>
                      <a:pt x="48" y="235"/>
                      <a:pt x="48" y="235"/>
                    </a:cubicBezTo>
                    <a:cubicBezTo>
                      <a:pt x="49" y="237"/>
                      <a:pt x="53" y="238"/>
                      <a:pt x="55" y="238"/>
                    </a:cubicBezTo>
                    <a:cubicBezTo>
                      <a:pt x="76" y="238"/>
                      <a:pt x="76" y="238"/>
                      <a:pt x="76" y="238"/>
                    </a:cubicBezTo>
                    <a:cubicBezTo>
                      <a:pt x="82" y="237"/>
                      <a:pt x="84" y="240"/>
                      <a:pt x="89" y="240"/>
                    </a:cubicBezTo>
                    <a:cubicBezTo>
                      <a:pt x="92" y="240"/>
                      <a:pt x="98" y="238"/>
                      <a:pt x="100" y="238"/>
                    </a:cubicBezTo>
                    <a:cubicBezTo>
                      <a:pt x="100" y="229"/>
                      <a:pt x="105" y="226"/>
                      <a:pt x="105" y="218"/>
                    </a:cubicBezTo>
                    <a:cubicBezTo>
                      <a:pt x="105" y="216"/>
                      <a:pt x="105" y="208"/>
                      <a:pt x="105" y="206"/>
                    </a:cubicBezTo>
                    <a:cubicBezTo>
                      <a:pt x="104" y="206"/>
                      <a:pt x="104" y="206"/>
                      <a:pt x="104" y="206"/>
                    </a:cubicBezTo>
                    <a:cubicBezTo>
                      <a:pt x="105" y="205"/>
                      <a:pt x="106" y="201"/>
                      <a:pt x="106" y="200"/>
                    </a:cubicBezTo>
                    <a:cubicBezTo>
                      <a:pt x="106" y="196"/>
                      <a:pt x="103" y="197"/>
                      <a:pt x="103" y="193"/>
                    </a:cubicBezTo>
                    <a:cubicBezTo>
                      <a:pt x="94" y="193"/>
                      <a:pt x="92" y="185"/>
                      <a:pt x="92" y="178"/>
                    </a:cubicBezTo>
                    <a:cubicBezTo>
                      <a:pt x="89" y="178"/>
                      <a:pt x="89" y="175"/>
                      <a:pt x="87" y="175"/>
                    </a:cubicBezTo>
                    <a:cubicBezTo>
                      <a:pt x="79" y="173"/>
                      <a:pt x="60" y="169"/>
                      <a:pt x="60" y="163"/>
                    </a:cubicBezTo>
                    <a:cubicBezTo>
                      <a:pt x="60" y="163"/>
                      <a:pt x="60" y="161"/>
                      <a:pt x="60" y="161"/>
                    </a:cubicBezTo>
                    <a:cubicBezTo>
                      <a:pt x="60" y="157"/>
                      <a:pt x="72" y="154"/>
                      <a:pt x="76" y="153"/>
                    </a:cubicBezTo>
                    <a:cubicBezTo>
                      <a:pt x="78" y="156"/>
                      <a:pt x="85" y="157"/>
                      <a:pt x="88" y="157"/>
                    </a:cubicBezTo>
                    <a:cubicBezTo>
                      <a:pt x="92" y="157"/>
                      <a:pt x="97" y="156"/>
                      <a:pt x="98" y="155"/>
                    </a:cubicBezTo>
                    <a:cubicBezTo>
                      <a:pt x="98" y="152"/>
                      <a:pt x="98" y="152"/>
                      <a:pt x="98" y="152"/>
                    </a:cubicBezTo>
                    <a:cubicBezTo>
                      <a:pt x="95" y="151"/>
                      <a:pt x="97" y="145"/>
                      <a:pt x="96" y="143"/>
                    </a:cubicBezTo>
                    <a:cubicBezTo>
                      <a:pt x="96" y="140"/>
                      <a:pt x="96" y="140"/>
                      <a:pt x="96" y="140"/>
                    </a:cubicBezTo>
                    <a:cubicBezTo>
                      <a:pt x="101" y="140"/>
                      <a:pt x="101" y="140"/>
                      <a:pt x="101" y="140"/>
                    </a:cubicBezTo>
                    <a:cubicBezTo>
                      <a:pt x="104" y="143"/>
                      <a:pt x="109" y="145"/>
                      <a:pt x="114" y="145"/>
                    </a:cubicBezTo>
                    <a:cubicBezTo>
                      <a:pt x="117" y="145"/>
                      <a:pt x="120" y="142"/>
                      <a:pt x="121" y="139"/>
                    </a:cubicBezTo>
                    <a:cubicBezTo>
                      <a:pt x="135" y="139"/>
                      <a:pt x="138" y="129"/>
                      <a:pt x="141" y="119"/>
                    </a:cubicBezTo>
                    <a:cubicBezTo>
                      <a:pt x="143" y="119"/>
                      <a:pt x="145" y="118"/>
                      <a:pt x="147" y="118"/>
                    </a:cubicBezTo>
                    <a:cubicBezTo>
                      <a:pt x="150" y="117"/>
                      <a:pt x="167" y="110"/>
                      <a:pt x="169" y="108"/>
                    </a:cubicBezTo>
                    <a:cubicBezTo>
                      <a:pt x="173" y="104"/>
                      <a:pt x="171" y="99"/>
                      <a:pt x="171" y="94"/>
                    </a:cubicBezTo>
                    <a:cubicBezTo>
                      <a:pt x="171" y="92"/>
                      <a:pt x="175" y="89"/>
                      <a:pt x="176" y="89"/>
                    </a:cubicBezTo>
                    <a:cubicBezTo>
                      <a:pt x="182" y="83"/>
                      <a:pt x="188" y="76"/>
                      <a:pt x="198" y="76"/>
                    </a:cubicBezTo>
                    <a:cubicBezTo>
                      <a:pt x="204" y="76"/>
                      <a:pt x="201" y="77"/>
                      <a:pt x="204" y="76"/>
                    </a:cubicBezTo>
                    <a:cubicBezTo>
                      <a:pt x="206" y="77"/>
                      <a:pt x="207" y="74"/>
                      <a:pt x="208" y="73"/>
                    </a:cubicBezTo>
                    <a:cubicBezTo>
                      <a:pt x="211" y="70"/>
                      <a:pt x="215" y="72"/>
                      <a:pt x="219" y="72"/>
                    </a:cubicBezTo>
                    <a:cubicBezTo>
                      <a:pt x="221" y="72"/>
                      <a:pt x="229" y="68"/>
                      <a:pt x="229" y="65"/>
                    </a:cubicBezTo>
                    <a:cubicBezTo>
                      <a:pt x="229" y="63"/>
                      <a:pt x="225" y="54"/>
                      <a:pt x="225" y="54"/>
                    </a:cubicBezTo>
                    <a:cubicBezTo>
                      <a:pt x="224" y="42"/>
                      <a:pt x="217" y="38"/>
                      <a:pt x="217" y="28"/>
                    </a:cubicBezTo>
                    <a:cubicBezTo>
                      <a:pt x="217" y="9"/>
                      <a:pt x="234" y="8"/>
                      <a:pt x="245" y="0"/>
                    </a:cubicBezTo>
                    <a:cubicBezTo>
                      <a:pt x="245" y="5"/>
                      <a:pt x="245" y="5"/>
                      <a:pt x="245" y="5"/>
                    </a:cubicBezTo>
                    <a:cubicBezTo>
                      <a:pt x="243" y="10"/>
                      <a:pt x="242" y="12"/>
                      <a:pt x="242" y="17"/>
                    </a:cubicBezTo>
                    <a:cubicBezTo>
                      <a:pt x="242" y="21"/>
                      <a:pt x="247" y="22"/>
                      <a:pt x="251" y="22"/>
                    </a:cubicBezTo>
                    <a:cubicBezTo>
                      <a:pt x="251" y="23"/>
                      <a:pt x="251" y="24"/>
                      <a:pt x="251" y="25"/>
                    </a:cubicBezTo>
                    <a:cubicBezTo>
                      <a:pt x="251" y="27"/>
                      <a:pt x="247" y="28"/>
                      <a:pt x="245" y="29"/>
                    </a:cubicBezTo>
                    <a:cubicBezTo>
                      <a:pt x="241" y="34"/>
                      <a:pt x="236" y="38"/>
                      <a:pt x="236" y="46"/>
                    </a:cubicBezTo>
                    <a:cubicBezTo>
                      <a:pt x="236" y="50"/>
                      <a:pt x="238" y="53"/>
                      <a:pt x="240" y="54"/>
                    </a:cubicBezTo>
                    <a:cubicBezTo>
                      <a:pt x="240" y="56"/>
                      <a:pt x="241" y="57"/>
                      <a:pt x="240" y="59"/>
                    </a:cubicBezTo>
                    <a:cubicBezTo>
                      <a:pt x="245" y="59"/>
                      <a:pt x="247" y="60"/>
                      <a:pt x="251" y="60"/>
                    </a:cubicBezTo>
                    <a:cubicBezTo>
                      <a:pt x="252" y="63"/>
                      <a:pt x="253" y="66"/>
                      <a:pt x="254" y="66"/>
                    </a:cubicBezTo>
                    <a:cubicBezTo>
                      <a:pt x="266" y="66"/>
                      <a:pt x="274" y="56"/>
                      <a:pt x="285" y="57"/>
                    </a:cubicBezTo>
                    <a:cubicBezTo>
                      <a:pt x="284" y="59"/>
                      <a:pt x="282" y="60"/>
                      <a:pt x="282" y="62"/>
                    </a:cubicBezTo>
                    <a:cubicBezTo>
                      <a:pt x="282" y="63"/>
                      <a:pt x="289" y="68"/>
                      <a:pt x="289" y="68"/>
                    </a:cubicBezTo>
                    <a:cubicBezTo>
                      <a:pt x="294" y="68"/>
                      <a:pt x="295" y="65"/>
                      <a:pt x="297" y="64"/>
                    </a:cubicBezTo>
                    <a:cubicBezTo>
                      <a:pt x="304" y="60"/>
                      <a:pt x="310" y="62"/>
                      <a:pt x="317" y="59"/>
                    </a:cubicBezTo>
                    <a:cubicBezTo>
                      <a:pt x="321" y="57"/>
                      <a:pt x="328" y="50"/>
                      <a:pt x="333" y="50"/>
                    </a:cubicBezTo>
                    <a:cubicBezTo>
                      <a:pt x="339" y="50"/>
                      <a:pt x="345" y="51"/>
                      <a:pt x="348" y="52"/>
                    </a:cubicBezTo>
                    <a:cubicBezTo>
                      <a:pt x="347" y="54"/>
                      <a:pt x="346" y="56"/>
                      <a:pt x="346" y="57"/>
                    </a:cubicBezTo>
                    <a:cubicBezTo>
                      <a:pt x="358" y="57"/>
                      <a:pt x="370" y="55"/>
                      <a:pt x="378" y="55"/>
                    </a:cubicBezTo>
                    <a:cubicBezTo>
                      <a:pt x="386" y="55"/>
                      <a:pt x="392" y="54"/>
                      <a:pt x="401" y="54"/>
                    </a:cubicBezTo>
                    <a:cubicBezTo>
                      <a:pt x="410" y="54"/>
                      <a:pt x="414" y="70"/>
                      <a:pt x="414" y="80"/>
                    </a:cubicBezTo>
                    <a:cubicBezTo>
                      <a:pt x="414" y="86"/>
                      <a:pt x="408" y="89"/>
                      <a:pt x="408" y="95"/>
                    </a:cubicBezTo>
                    <a:cubicBezTo>
                      <a:pt x="408" y="104"/>
                      <a:pt x="416" y="110"/>
                      <a:pt x="416" y="118"/>
                    </a:cubicBezTo>
                    <a:cubicBezTo>
                      <a:pt x="416" y="123"/>
                      <a:pt x="408" y="125"/>
                      <a:pt x="406" y="128"/>
                    </a:cubicBezTo>
                    <a:cubicBezTo>
                      <a:pt x="401" y="136"/>
                      <a:pt x="399" y="143"/>
                      <a:pt x="399" y="153"/>
                    </a:cubicBezTo>
                    <a:cubicBezTo>
                      <a:pt x="399" y="166"/>
                      <a:pt x="408" y="163"/>
                      <a:pt x="418" y="163"/>
                    </a:cubicBezTo>
                    <a:cubicBezTo>
                      <a:pt x="432" y="163"/>
                      <a:pt x="439" y="157"/>
                      <a:pt x="450" y="157"/>
                    </a:cubicBezTo>
                    <a:cubicBezTo>
                      <a:pt x="461" y="157"/>
                      <a:pt x="459" y="180"/>
                      <a:pt x="470" y="180"/>
                    </a:cubicBezTo>
                    <a:cubicBezTo>
                      <a:pt x="470" y="198"/>
                      <a:pt x="470" y="198"/>
                      <a:pt x="470" y="198"/>
                    </a:cubicBezTo>
                    <a:cubicBezTo>
                      <a:pt x="470" y="200"/>
                      <a:pt x="471" y="201"/>
                      <a:pt x="472" y="201"/>
                    </a:cubicBezTo>
                    <a:cubicBezTo>
                      <a:pt x="474" y="204"/>
                      <a:pt x="474" y="204"/>
                      <a:pt x="474" y="204"/>
                    </a:cubicBezTo>
                    <a:cubicBezTo>
                      <a:pt x="476" y="204"/>
                      <a:pt x="482" y="202"/>
                      <a:pt x="485" y="201"/>
                    </a:cubicBezTo>
                    <a:cubicBezTo>
                      <a:pt x="485" y="204"/>
                      <a:pt x="485" y="206"/>
                      <a:pt x="485" y="208"/>
                    </a:cubicBezTo>
                    <a:cubicBezTo>
                      <a:pt x="481" y="209"/>
                      <a:pt x="476" y="211"/>
                      <a:pt x="476" y="21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09" name="íSḻiďé"/>
              <p:cNvSpPr/>
              <p:nvPr/>
            </p:nvSpPr>
            <p:spPr bwMode="auto">
              <a:xfrm>
                <a:off x="9090948" y="2690114"/>
                <a:ext cx="412421" cy="400426"/>
              </a:xfrm>
              <a:custGeom>
                <a:avLst/>
                <a:gdLst/>
                <a:ahLst/>
                <a:cxnLst>
                  <a:cxn ang="0">
                    <a:pos x="66" y="236"/>
                  </a:cxn>
                  <a:cxn ang="0">
                    <a:pos x="4" y="254"/>
                  </a:cxn>
                  <a:cxn ang="0">
                    <a:pos x="12" y="241"/>
                  </a:cxn>
                  <a:cxn ang="0">
                    <a:pos x="8" y="231"/>
                  </a:cxn>
                  <a:cxn ang="0">
                    <a:pos x="10" y="190"/>
                  </a:cxn>
                  <a:cxn ang="0">
                    <a:pos x="55" y="163"/>
                  </a:cxn>
                  <a:cxn ang="0">
                    <a:pos x="85" y="129"/>
                  </a:cxn>
                  <a:cxn ang="0">
                    <a:pos x="97" y="102"/>
                  </a:cxn>
                  <a:cxn ang="0">
                    <a:pos x="142" y="55"/>
                  </a:cxn>
                  <a:cxn ang="0">
                    <a:pos x="124" y="57"/>
                  </a:cxn>
                  <a:cxn ang="0">
                    <a:pos x="124" y="49"/>
                  </a:cxn>
                  <a:cxn ang="0">
                    <a:pos x="132" y="44"/>
                  </a:cxn>
                  <a:cxn ang="0">
                    <a:pos x="148" y="57"/>
                  </a:cxn>
                  <a:cxn ang="0">
                    <a:pos x="149" y="45"/>
                  </a:cxn>
                  <a:cxn ang="0">
                    <a:pos x="168" y="37"/>
                  </a:cxn>
                  <a:cxn ang="0">
                    <a:pos x="183" y="28"/>
                  </a:cxn>
                  <a:cxn ang="0">
                    <a:pos x="199" y="21"/>
                  </a:cxn>
                  <a:cxn ang="0">
                    <a:pos x="221" y="17"/>
                  </a:cxn>
                  <a:cxn ang="0">
                    <a:pos x="223" y="5"/>
                  </a:cxn>
                  <a:cxn ang="0">
                    <a:pos x="256" y="6"/>
                  </a:cxn>
                  <a:cxn ang="0">
                    <a:pos x="266" y="7"/>
                  </a:cxn>
                  <a:cxn ang="0">
                    <a:pos x="285" y="2"/>
                  </a:cxn>
                  <a:cxn ang="0">
                    <a:pos x="296" y="6"/>
                  </a:cxn>
                  <a:cxn ang="0">
                    <a:pos x="293" y="24"/>
                  </a:cxn>
                  <a:cxn ang="0">
                    <a:pos x="315" y="32"/>
                  </a:cxn>
                  <a:cxn ang="0">
                    <a:pos x="309" y="72"/>
                  </a:cxn>
                  <a:cxn ang="0">
                    <a:pos x="310" y="113"/>
                  </a:cxn>
                  <a:cxn ang="0">
                    <a:pos x="318" y="148"/>
                  </a:cxn>
                  <a:cxn ang="0">
                    <a:pos x="327" y="172"/>
                  </a:cxn>
                  <a:cxn ang="0">
                    <a:pos x="255" y="224"/>
                  </a:cxn>
                  <a:cxn ang="0">
                    <a:pos x="218" y="225"/>
                  </a:cxn>
                  <a:cxn ang="0">
                    <a:pos x="206" y="200"/>
                  </a:cxn>
                  <a:cxn ang="0">
                    <a:pos x="197" y="174"/>
                  </a:cxn>
                  <a:cxn ang="0">
                    <a:pos x="254" y="130"/>
                  </a:cxn>
                  <a:cxn ang="0">
                    <a:pos x="202" y="135"/>
                  </a:cxn>
                  <a:cxn ang="0">
                    <a:pos x="172" y="169"/>
                  </a:cxn>
                  <a:cxn ang="0">
                    <a:pos x="146" y="201"/>
                  </a:cxn>
                  <a:cxn ang="0">
                    <a:pos x="150" y="218"/>
                  </a:cxn>
                  <a:cxn ang="0">
                    <a:pos x="152" y="253"/>
                  </a:cxn>
                  <a:cxn ang="0">
                    <a:pos x="146" y="283"/>
                  </a:cxn>
                  <a:cxn ang="0">
                    <a:pos x="121" y="304"/>
                  </a:cxn>
                  <a:cxn ang="0">
                    <a:pos x="90" y="297"/>
                  </a:cxn>
                  <a:cxn ang="0">
                    <a:pos x="82" y="269"/>
                  </a:cxn>
                  <a:cxn ang="0">
                    <a:pos x="76" y="245"/>
                  </a:cxn>
                </a:cxnLst>
                <a:rect l="0" t="0" r="r" b="b"/>
                <a:pathLst>
                  <a:path w="327" h="318">
                    <a:moveTo>
                      <a:pt x="76" y="247"/>
                    </a:moveTo>
                    <a:cubicBezTo>
                      <a:pt x="70" y="245"/>
                      <a:pt x="69" y="241"/>
                      <a:pt x="66" y="236"/>
                    </a:cubicBezTo>
                    <a:cubicBezTo>
                      <a:pt x="57" y="249"/>
                      <a:pt x="43" y="266"/>
                      <a:pt x="24" y="266"/>
                    </a:cubicBezTo>
                    <a:cubicBezTo>
                      <a:pt x="22" y="266"/>
                      <a:pt x="4" y="256"/>
                      <a:pt x="4" y="254"/>
                    </a:cubicBezTo>
                    <a:cubicBezTo>
                      <a:pt x="4" y="250"/>
                      <a:pt x="10" y="248"/>
                      <a:pt x="12" y="247"/>
                    </a:cubicBezTo>
                    <a:cubicBezTo>
                      <a:pt x="12" y="241"/>
                      <a:pt x="12" y="241"/>
                      <a:pt x="12" y="241"/>
                    </a:cubicBezTo>
                    <a:cubicBezTo>
                      <a:pt x="6" y="241"/>
                      <a:pt x="6" y="241"/>
                      <a:pt x="0" y="243"/>
                    </a:cubicBezTo>
                    <a:cubicBezTo>
                      <a:pt x="0" y="240"/>
                      <a:pt x="5" y="234"/>
                      <a:pt x="8" y="231"/>
                    </a:cubicBezTo>
                    <a:cubicBezTo>
                      <a:pt x="1" y="223"/>
                      <a:pt x="0" y="212"/>
                      <a:pt x="0" y="200"/>
                    </a:cubicBezTo>
                    <a:cubicBezTo>
                      <a:pt x="0" y="193"/>
                      <a:pt x="7" y="194"/>
                      <a:pt x="10" y="190"/>
                    </a:cubicBezTo>
                    <a:cubicBezTo>
                      <a:pt x="15" y="182"/>
                      <a:pt x="20" y="177"/>
                      <a:pt x="30" y="174"/>
                    </a:cubicBezTo>
                    <a:cubicBezTo>
                      <a:pt x="38" y="172"/>
                      <a:pt x="39" y="162"/>
                      <a:pt x="55" y="163"/>
                    </a:cubicBezTo>
                    <a:cubicBezTo>
                      <a:pt x="50" y="162"/>
                      <a:pt x="49" y="161"/>
                      <a:pt x="45" y="160"/>
                    </a:cubicBezTo>
                    <a:cubicBezTo>
                      <a:pt x="64" y="155"/>
                      <a:pt x="71" y="140"/>
                      <a:pt x="85" y="129"/>
                    </a:cubicBezTo>
                    <a:cubicBezTo>
                      <a:pt x="90" y="126"/>
                      <a:pt x="89" y="112"/>
                      <a:pt x="93" y="112"/>
                    </a:cubicBezTo>
                    <a:cubicBezTo>
                      <a:pt x="93" y="112"/>
                      <a:pt x="97" y="102"/>
                      <a:pt x="97" y="102"/>
                    </a:cubicBezTo>
                    <a:cubicBezTo>
                      <a:pt x="102" y="93"/>
                      <a:pt x="109" y="87"/>
                      <a:pt x="118" y="83"/>
                    </a:cubicBezTo>
                    <a:cubicBezTo>
                      <a:pt x="127" y="80"/>
                      <a:pt x="139" y="65"/>
                      <a:pt x="142" y="55"/>
                    </a:cubicBezTo>
                    <a:cubicBezTo>
                      <a:pt x="131" y="58"/>
                      <a:pt x="126" y="63"/>
                      <a:pt x="116" y="63"/>
                    </a:cubicBezTo>
                    <a:cubicBezTo>
                      <a:pt x="118" y="60"/>
                      <a:pt x="123" y="58"/>
                      <a:pt x="124" y="57"/>
                    </a:cubicBezTo>
                    <a:cubicBezTo>
                      <a:pt x="122" y="57"/>
                      <a:pt x="118" y="56"/>
                      <a:pt x="118" y="56"/>
                    </a:cubicBezTo>
                    <a:cubicBezTo>
                      <a:pt x="119" y="51"/>
                      <a:pt x="121" y="49"/>
                      <a:pt x="124" y="49"/>
                    </a:cubicBezTo>
                    <a:cubicBezTo>
                      <a:pt x="126" y="49"/>
                      <a:pt x="127" y="50"/>
                      <a:pt x="128" y="50"/>
                    </a:cubicBezTo>
                    <a:cubicBezTo>
                      <a:pt x="129" y="47"/>
                      <a:pt x="131" y="46"/>
                      <a:pt x="132" y="44"/>
                    </a:cubicBezTo>
                    <a:cubicBezTo>
                      <a:pt x="134" y="47"/>
                      <a:pt x="135" y="49"/>
                      <a:pt x="133" y="52"/>
                    </a:cubicBezTo>
                    <a:cubicBezTo>
                      <a:pt x="140" y="52"/>
                      <a:pt x="142" y="57"/>
                      <a:pt x="148" y="57"/>
                    </a:cubicBezTo>
                    <a:cubicBezTo>
                      <a:pt x="150" y="57"/>
                      <a:pt x="155" y="46"/>
                      <a:pt x="156" y="46"/>
                    </a:cubicBezTo>
                    <a:cubicBezTo>
                      <a:pt x="153" y="45"/>
                      <a:pt x="153" y="44"/>
                      <a:pt x="149" y="45"/>
                    </a:cubicBezTo>
                    <a:cubicBezTo>
                      <a:pt x="151" y="41"/>
                      <a:pt x="154" y="38"/>
                      <a:pt x="159" y="38"/>
                    </a:cubicBezTo>
                    <a:cubicBezTo>
                      <a:pt x="162" y="38"/>
                      <a:pt x="165" y="39"/>
                      <a:pt x="168" y="37"/>
                    </a:cubicBezTo>
                    <a:cubicBezTo>
                      <a:pt x="165" y="35"/>
                      <a:pt x="166" y="35"/>
                      <a:pt x="164" y="33"/>
                    </a:cubicBezTo>
                    <a:cubicBezTo>
                      <a:pt x="169" y="29"/>
                      <a:pt x="176" y="29"/>
                      <a:pt x="183" y="28"/>
                    </a:cubicBezTo>
                    <a:cubicBezTo>
                      <a:pt x="183" y="33"/>
                      <a:pt x="183" y="33"/>
                      <a:pt x="183" y="33"/>
                    </a:cubicBezTo>
                    <a:cubicBezTo>
                      <a:pt x="189" y="32"/>
                      <a:pt x="190" y="22"/>
                      <a:pt x="199" y="21"/>
                    </a:cubicBezTo>
                    <a:cubicBezTo>
                      <a:pt x="199" y="29"/>
                      <a:pt x="199" y="29"/>
                      <a:pt x="199" y="29"/>
                    </a:cubicBezTo>
                    <a:cubicBezTo>
                      <a:pt x="205" y="18"/>
                      <a:pt x="213" y="21"/>
                      <a:pt x="221" y="17"/>
                    </a:cubicBezTo>
                    <a:cubicBezTo>
                      <a:pt x="217" y="15"/>
                      <a:pt x="214" y="14"/>
                      <a:pt x="214" y="11"/>
                    </a:cubicBezTo>
                    <a:cubicBezTo>
                      <a:pt x="214" y="9"/>
                      <a:pt x="222" y="7"/>
                      <a:pt x="223" y="5"/>
                    </a:cubicBezTo>
                    <a:cubicBezTo>
                      <a:pt x="226" y="8"/>
                      <a:pt x="228" y="11"/>
                      <a:pt x="232" y="11"/>
                    </a:cubicBezTo>
                    <a:cubicBezTo>
                      <a:pt x="239" y="11"/>
                      <a:pt x="256" y="0"/>
                      <a:pt x="256" y="6"/>
                    </a:cubicBezTo>
                    <a:cubicBezTo>
                      <a:pt x="256" y="12"/>
                      <a:pt x="248" y="14"/>
                      <a:pt x="247" y="20"/>
                    </a:cubicBezTo>
                    <a:cubicBezTo>
                      <a:pt x="255" y="21"/>
                      <a:pt x="258" y="11"/>
                      <a:pt x="266" y="7"/>
                    </a:cubicBezTo>
                    <a:cubicBezTo>
                      <a:pt x="267" y="10"/>
                      <a:pt x="267" y="12"/>
                      <a:pt x="268" y="15"/>
                    </a:cubicBezTo>
                    <a:cubicBezTo>
                      <a:pt x="274" y="9"/>
                      <a:pt x="277" y="7"/>
                      <a:pt x="285" y="2"/>
                    </a:cubicBezTo>
                    <a:cubicBezTo>
                      <a:pt x="285" y="8"/>
                      <a:pt x="284" y="12"/>
                      <a:pt x="289" y="13"/>
                    </a:cubicBezTo>
                    <a:cubicBezTo>
                      <a:pt x="290" y="9"/>
                      <a:pt x="292" y="6"/>
                      <a:pt x="296" y="6"/>
                    </a:cubicBezTo>
                    <a:cubicBezTo>
                      <a:pt x="298" y="6"/>
                      <a:pt x="307" y="11"/>
                      <a:pt x="311" y="13"/>
                    </a:cubicBezTo>
                    <a:cubicBezTo>
                      <a:pt x="307" y="24"/>
                      <a:pt x="303" y="20"/>
                      <a:pt x="293" y="24"/>
                    </a:cubicBezTo>
                    <a:cubicBezTo>
                      <a:pt x="298" y="27"/>
                      <a:pt x="301" y="28"/>
                      <a:pt x="301" y="30"/>
                    </a:cubicBezTo>
                    <a:cubicBezTo>
                      <a:pt x="305" y="31"/>
                      <a:pt x="314" y="32"/>
                      <a:pt x="315" y="32"/>
                    </a:cubicBezTo>
                    <a:cubicBezTo>
                      <a:pt x="309" y="36"/>
                      <a:pt x="293" y="44"/>
                      <a:pt x="293" y="55"/>
                    </a:cubicBezTo>
                    <a:cubicBezTo>
                      <a:pt x="293" y="63"/>
                      <a:pt x="309" y="62"/>
                      <a:pt x="309" y="72"/>
                    </a:cubicBezTo>
                    <a:cubicBezTo>
                      <a:pt x="309" y="80"/>
                      <a:pt x="301" y="83"/>
                      <a:pt x="301" y="91"/>
                    </a:cubicBezTo>
                    <a:cubicBezTo>
                      <a:pt x="301" y="99"/>
                      <a:pt x="310" y="104"/>
                      <a:pt x="310" y="113"/>
                    </a:cubicBezTo>
                    <a:cubicBezTo>
                      <a:pt x="310" y="118"/>
                      <a:pt x="305" y="121"/>
                      <a:pt x="305" y="126"/>
                    </a:cubicBezTo>
                    <a:cubicBezTo>
                      <a:pt x="305" y="136"/>
                      <a:pt x="318" y="138"/>
                      <a:pt x="318" y="148"/>
                    </a:cubicBezTo>
                    <a:cubicBezTo>
                      <a:pt x="318" y="151"/>
                      <a:pt x="314" y="153"/>
                      <a:pt x="313" y="154"/>
                    </a:cubicBezTo>
                    <a:cubicBezTo>
                      <a:pt x="317" y="161"/>
                      <a:pt x="327" y="163"/>
                      <a:pt x="327" y="172"/>
                    </a:cubicBezTo>
                    <a:cubicBezTo>
                      <a:pt x="327" y="187"/>
                      <a:pt x="297" y="203"/>
                      <a:pt x="288" y="215"/>
                    </a:cubicBezTo>
                    <a:cubicBezTo>
                      <a:pt x="283" y="224"/>
                      <a:pt x="263" y="226"/>
                      <a:pt x="255" y="224"/>
                    </a:cubicBezTo>
                    <a:cubicBezTo>
                      <a:pt x="246" y="227"/>
                      <a:pt x="236" y="231"/>
                      <a:pt x="228" y="231"/>
                    </a:cubicBezTo>
                    <a:cubicBezTo>
                      <a:pt x="222" y="231"/>
                      <a:pt x="218" y="230"/>
                      <a:pt x="218" y="225"/>
                    </a:cubicBezTo>
                    <a:cubicBezTo>
                      <a:pt x="209" y="225"/>
                      <a:pt x="199" y="219"/>
                      <a:pt x="199" y="210"/>
                    </a:cubicBezTo>
                    <a:cubicBezTo>
                      <a:pt x="199" y="205"/>
                      <a:pt x="204" y="202"/>
                      <a:pt x="206" y="200"/>
                    </a:cubicBezTo>
                    <a:cubicBezTo>
                      <a:pt x="201" y="198"/>
                      <a:pt x="197" y="188"/>
                      <a:pt x="197" y="183"/>
                    </a:cubicBezTo>
                    <a:cubicBezTo>
                      <a:pt x="197" y="180"/>
                      <a:pt x="198" y="178"/>
                      <a:pt x="197" y="174"/>
                    </a:cubicBezTo>
                    <a:cubicBezTo>
                      <a:pt x="216" y="174"/>
                      <a:pt x="225" y="150"/>
                      <a:pt x="237" y="144"/>
                    </a:cubicBezTo>
                    <a:cubicBezTo>
                      <a:pt x="243" y="140"/>
                      <a:pt x="254" y="138"/>
                      <a:pt x="254" y="130"/>
                    </a:cubicBezTo>
                    <a:cubicBezTo>
                      <a:pt x="254" y="119"/>
                      <a:pt x="239" y="117"/>
                      <a:pt x="228" y="117"/>
                    </a:cubicBezTo>
                    <a:cubicBezTo>
                      <a:pt x="213" y="117"/>
                      <a:pt x="202" y="122"/>
                      <a:pt x="202" y="135"/>
                    </a:cubicBezTo>
                    <a:cubicBezTo>
                      <a:pt x="202" y="140"/>
                      <a:pt x="203" y="142"/>
                      <a:pt x="202" y="145"/>
                    </a:cubicBezTo>
                    <a:cubicBezTo>
                      <a:pt x="202" y="155"/>
                      <a:pt x="181" y="164"/>
                      <a:pt x="172" y="169"/>
                    </a:cubicBezTo>
                    <a:cubicBezTo>
                      <a:pt x="165" y="174"/>
                      <a:pt x="157" y="175"/>
                      <a:pt x="152" y="183"/>
                    </a:cubicBezTo>
                    <a:cubicBezTo>
                      <a:pt x="149" y="189"/>
                      <a:pt x="153" y="198"/>
                      <a:pt x="146" y="201"/>
                    </a:cubicBezTo>
                    <a:cubicBezTo>
                      <a:pt x="146" y="210"/>
                      <a:pt x="146" y="210"/>
                      <a:pt x="146" y="210"/>
                    </a:cubicBezTo>
                    <a:cubicBezTo>
                      <a:pt x="149" y="212"/>
                      <a:pt x="150" y="215"/>
                      <a:pt x="150" y="218"/>
                    </a:cubicBezTo>
                    <a:cubicBezTo>
                      <a:pt x="158" y="219"/>
                      <a:pt x="170" y="227"/>
                      <a:pt x="170" y="235"/>
                    </a:cubicBezTo>
                    <a:cubicBezTo>
                      <a:pt x="170" y="242"/>
                      <a:pt x="157" y="253"/>
                      <a:pt x="152" y="253"/>
                    </a:cubicBezTo>
                    <a:cubicBezTo>
                      <a:pt x="143" y="253"/>
                      <a:pt x="140" y="266"/>
                      <a:pt x="140" y="275"/>
                    </a:cubicBezTo>
                    <a:cubicBezTo>
                      <a:pt x="140" y="280"/>
                      <a:pt x="144" y="282"/>
                      <a:pt x="146" y="283"/>
                    </a:cubicBezTo>
                    <a:cubicBezTo>
                      <a:pt x="145" y="294"/>
                      <a:pt x="135" y="295"/>
                      <a:pt x="133" y="304"/>
                    </a:cubicBezTo>
                    <a:cubicBezTo>
                      <a:pt x="127" y="304"/>
                      <a:pt x="125" y="304"/>
                      <a:pt x="121" y="304"/>
                    </a:cubicBezTo>
                    <a:cubicBezTo>
                      <a:pt x="114" y="304"/>
                      <a:pt x="111" y="318"/>
                      <a:pt x="100" y="318"/>
                    </a:cubicBezTo>
                    <a:cubicBezTo>
                      <a:pt x="97" y="318"/>
                      <a:pt x="90" y="299"/>
                      <a:pt x="90" y="297"/>
                    </a:cubicBezTo>
                    <a:cubicBezTo>
                      <a:pt x="90" y="296"/>
                      <a:pt x="91" y="294"/>
                      <a:pt x="91" y="293"/>
                    </a:cubicBezTo>
                    <a:cubicBezTo>
                      <a:pt x="84" y="285"/>
                      <a:pt x="85" y="279"/>
                      <a:pt x="82" y="269"/>
                    </a:cubicBezTo>
                    <a:cubicBezTo>
                      <a:pt x="79" y="263"/>
                      <a:pt x="73" y="261"/>
                      <a:pt x="73" y="253"/>
                    </a:cubicBezTo>
                    <a:cubicBezTo>
                      <a:pt x="73" y="250"/>
                      <a:pt x="75" y="246"/>
                      <a:pt x="76" y="245"/>
                    </a:cubicBezTo>
                    <a:lnTo>
                      <a:pt x="76" y="247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0" name="ïśľïḓê"/>
              <p:cNvSpPr/>
              <p:nvPr/>
            </p:nvSpPr>
            <p:spPr bwMode="auto">
              <a:xfrm>
                <a:off x="9174931" y="2400669"/>
                <a:ext cx="221957" cy="121478"/>
              </a:xfrm>
              <a:custGeom>
                <a:avLst/>
                <a:gdLst/>
                <a:ahLst/>
                <a:cxnLst>
                  <a:cxn ang="0">
                    <a:pos x="148" y="79"/>
                  </a:cxn>
                  <a:cxn ang="0">
                    <a:pos x="148" y="71"/>
                  </a:cxn>
                  <a:cxn ang="0">
                    <a:pos x="128" y="71"/>
                  </a:cxn>
                  <a:cxn ang="0">
                    <a:pos x="135" y="58"/>
                  </a:cxn>
                  <a:cxn ang="0">
                    <a:pos x="126" y="46"/>
                  </a:cxn>
                  <a:cxn ang="0">
                    <a:pos x="132" y="45"/>
                  </a:cxn>
                  <a:cxn ang="0">
                    <a:pos x="121" y="38"/>
                  </a:cxn>
                  <a:cxn ang="0">
                    <a:pos x="97" y="69"/>
                  </a:cxn>
                  <a:cxn ang="0">
                    <a:pos x="90" y="73"/>
                  </a:cxn>
                  <a:cxn ang="0">
                    <a:pos x="78" y="97"/>
                  </a:cxn>
                  <a:cxn ang="0">
                    <a:pos x="43" y="69"/>
                  </a:cxn>
                  <a:cxn ang="0">
                    <a:pos x="60" y="70"/>
                  </a:cxn>
                  <a:cxn ang="0">
                    <a:pos x="74" y="66"/>
                  </a:cxn>
                  <a:cxn ang="0">
                    <a:pos x="54" y="64"/>
                  </a:cxn>
                  <a:cxn ang="0">
                    <a:pos x="38" y="58"/>
                  </a:cxn>
                  <a:cxn ang="0">
                    <a:pos x="50" y="54"/>
                  </a:cxn>
                  <a:cxn ang="0">
                    <a:pos x="72" y="43"/>
                  </a:cxn>
                  <a:cxn ang="0">
                    <a:pos x="61" y="43"/>
                  </a:cxn>
                  <a:cxn ang="0">
                    <a:pos x="54" y="39"/>
                  </a:cxn>
                  <a:cxn ang="0">
                    <a:pos x="51" y="39"/>
                  </a:cxn>
                  <a:cxn ang="0">
                    <a:pos x="38" y="51"/>
                  </a:cxn>
                  <a:cxn ang="0">
                    <a:pos x="23" y="44"/>
                  </a:cxn>
                  <a:cxn ang="0">
                    <a:pos x="27" y="43"/>
                  </a:cxn>
                  <a:cxn ang="0">
                    <a:pos x="15" y="28"/>
                  </a:cxn>
                  <a:cxn ang="0">
                    <a:pos x="11" y="26"/>
                  </a:cxn>
                  <a:cxn ang="0">
                    <a:pos x="0" y="16"/>
                  </a:cxn>
                  <a:cxn ang="0">
                    <a:pos x="16" y="5"/>
                  </a:cxn>
                  <a:cxn ang="0">
                    <a:pos x="38" y="7"/>
                  </a:cxn>
                  <a:cxn ang="0">
                    <a:pos x="32" y="13"/>
                  </a:cxn>
                  <a:cxn ang="0">
                    <a:pos x="44" y="20"/>
                  </a:cxn>
                  <a:cxn ang="0">
                    <a:pos x="41" y="14"/>
                  </a:cxn>
                  <a:cxn ang="0">
                    <a:pos x="49" y="7"/>
                  </a:cxn>
                  <a:cxn ang="0">
                    <a:pos x="68" y="26"/>
                  </a:cxn>
                  <a:cxn ang="0">
                    <a:pos x="63" y="7"/>
                  </a:cxn>
                  <a:cxn ang="0">
                    <a:pos x="72" y="0"/>
                  </a:cxn>
                  <a:cxn ang="0">
                    <a:pos x="90" y="9"/>
                  </a:cxn>
                  <a:cxn ang="0">
                    <a:pos x="88" y="18"/>
                  </a:cxn>
                  <a:cxn ang="0">
                    <a:pos x="96" y="12"/>
                  </a:cxn>
                  <a:cxn ang="0">
                    <a:pos x="102" y="23"/>
                  </a:cxn>
                  <a:cxn ang="0">
                    <a:pos x="106" y="23"/>
                  </a:cxn>
                  <a:cxn ang="0">
                    <a:pos x="141" y="41"/>
                  </a:cxn>
                  <a:cxn ang="0">
                    <a:pos x="137" y="42"/>
                  </a:cxn>
                  <a:cxn ang="0">
                    <a:pos x="145" y="42"/>
                  </a:cxn>
                  <a:cxn ang="0">
                    <a:pos x="145" y="49"/>
                  </a:cxn>
                  <a:cxn ang="0">
                    <a:pos x="159" y="49"/>
                  </a:cxn>
                  <a:cxn ang="0">
                    <a:pos x="176" y="64"/>
                  </a:cxn>
                  <a:cxn ang="0">
                    <a:pos x="148" y="79"/>
                  </a:cxn>
                </a:cxnLst>
                <a:rect l="0" t="0" r="r" b="b"/>
                <a:pathLst>
                  <a:path w="176" h="97">
                    <a:moveTo>
                      <a:pt x="148" y="79"/>
                    </a:moveTo>
                    <a:cubicBezTo>
                      <a:pt x="147" y="76"/>
                      <a:pt x="147" y="74"/>
                      <a:pt x="148" y="71"/>
                    </a:cubicBezTo>
                    <a:cubicBezTo>
                      <a:pt x="143" y="71"/>
                      <a:pt x="134" y="71"/>
                      <a:pt x="128" y="71"/>
                    </a:cubicBezTo>
                    <a:cubicBezTo>
                      <a:pt x="129" y="63"/>
                      <a:pt x="134" y="65"/>
                      <a:pt x="135" y="58"/>
                    </a:cubicBezTo>
                    <a:cubicBezTo>
                      <a:pt x="132" y="57"/>
                      <a:pt x="128" y="49"/>
                      <a:pt x="126" y="46"/>
                    </a:cubicBezTo>
                    <a:cubicBezTo>
                      <a:pt x="128" y="45"/>
                      <a:pt x="130" y="45"/>
                      <a:pt x="132" y="45"/>
                    </a:cubicBezTo>
                    <a:cubicBezTo>
                      <a:pt x="125" y="44"/>
                      <a:pt x="121" y="38"/>
                      <a:pt x="121" y="38"/>
                    </a:cubicBezTo>
                    <a:cubicBezTo>
                      <a:pt x="106" y="38"/>
                      <a:pt x="102" y="58"/>
                      <a:pt x="97" y="69"/>
                    </a:cubicBezTo>
                    <a:cubicBezTo>
                      <a:pt x="96" y="72"/>
                      <a:pt x="93" y="71"/>
                      <a:pt x="90" y="73"/>
                    </a:cubicBezTo>
                    <a:cubicBezTo>
                      <a:pt x="83" y="79"/>
                      <a:pt x="84" y="91"/>
                      <a:pt x="78" y="97"/>
                    </a:cubicBezTo>
                    <a:cubicBezTo>
                      <a:pt x="67" y="90"/>
                      <a:pt x="43" y="84"/>
                      <a:pt x="43" y="69"/>
                    </a:cubicBezTo>
                    <a:cubicBezTo>
                      <a:pt x="49" y="68"/>
                      <a:pt x="60" y="70"/>
                      <a:pt x="60" y="70"/>
                    </a:cubicBezTo>
                    <a:cubicBezTo>
                      <a:pt x="64" y="66"/>
                      <a:pt x="69" y="67"/>
                      <a:pt x="74" y="66"/>
                    </a:cubicBezTo>
                    <a:cubicBezTo>
                      <a:pt x="72" y="64"/>
                      <a:pt x="57" y="64"/>
                      <a:pt x="54" y="64"/>
                    </a:cubicBezTo>
                    <a:cubicBezTo>
                      <a:pt x="49" y="64"/>
                      <a:pt x="38" y="69"/>
                      <a:pt x="38" y="58"/>
                    </a:cubicBezTo>
                    <a:cubicBezTo>
                      <a:pt x="38" y="54"/>
                      <a:pt x="48" y="54"/>
                      <a:pt x="50" y="54"/>
                    </a:cubicBezTo>
                    <a:cubicBezTo>
                      <a:pt x="56" y="52"/>
                      <a:pt x="68" y="47"/>
                      <a:pt x="72" y="43"/>
                    </a:cubicBezTo>
                    <a:cubicBezTo>
                      <a:pt x="66" y="43"/>
                      <a:pt x="63" y="43"/>
                      <a:pt x="61" y="43"/>
                    </a:cubicBezTo>
                    <a:cubicBezTo>
                      <a:pt x="60" y="43"/>
                      <a:pt x="56" y="40"/>
                      <a:pt x="54" y="39"/>
                    </a:cubicBezTo>
                    <a:cubicBezTo>
                      <a:pt x="53" y="39"/>
                      <a:pt x="52" y="39"/>
                      <a:pt x="51" y="39"/>
                    </a:cubicBezTo>
                    <a:cubicBezTo>
                      <a:pt x="47" y="41"/>
                      <a:pt x="47" y="51"/>
                      <a:pt x="38" y="51"/>
                    </a:cubicBezTo>
                    <a:cubicBezTo>
                      <a:pt x="31" y="51"/>
                      <a:pt x="26" y="48"/>
                      <a:pt x="23" y="44"/>
                    </a:cubicBezTo>
                    <a:cubicBezTo>
                      <a:pt x="25" y="43"/>
                      <a:pt x="26" y="43"/>
                      <a:pt x="27" y="43"/>
                    </a:cubicBezTo>
                    <a:cubicBezTo>
                      <a:pt x="19" y="39"/>
                      <a:pt x="13" y="35"/>
                      <a:pt x="15" y="28"/>
                    </a:cubicBezTo>
                    <a:cubicBezTo>
                      <a:pt x="13" y="28"/>
                      <a:pt x="12" y="26"/>
                      <a:pt x="11" y="26"/>
                    </a:cubicBezTo>
                    <a:cubicBezTo>
                      <a:pt x="8" y="26"/>
                      <a:pt x="3" y="19"/>
                      <a:pt x="0" y="16"/>
                    </a:cubicBezTo>
                    <a:cubicBezTo>
                      <a:pt x="2" y="14"/>
                      <a:pt x="11" y="5"/>
                      <a:pt x="16" y="5"/>
                    </a:cubicBezTo>
                    <a:cubicBezTo>
                      <a:pt x="23" y="5"/>
                      <a:pt x="27" y="5"/>
                      <a:pt x="38" y="7"/>
                    </a:cubicBezTo>
                    <a:cubicBezTo>
                      <a:pt x="35" y="10"/>
                      <a:pt x="34" y="11"/>
                      <a:pt x="32" y="13"/>
                    </a:cubicBezTo>
                    <a:cubicBezTo>
                      <a:pt x="37" y="17"/>
                      <a:pt x="41" y="17"/>
                      <a:pt x="44" y="20"/>
                    </a:cubicBezTo>
                    <a:cubicBezTo>
                      <a:pt x="42" y="19"/>
                      <a:pt x="41" y="17"/>
                      <a:pt x="41" y="14"/>
                    </a:cubicBezTo>
                    <a:cubicBezTo>
                      <a:pt x="41" y="10"/>
                      <a:pt x="45" y="7"/>
                      <a:pt x="49" y="7"/>
                    </a:cubicBezTo>
                    <a:cubicBezTo>
                      <a:pt x="60" y="7"/>
                      <a:pt x="57" y="22"/>
                      <a:pt x="68" y="26"/>
                    </a:cubicBezTo>
                    <a:cubicBezTo>
                      <a:pt x="66" y="19"/>
                      <a:pt x="63" y="15"/>
                      <a:pt x="63" y="7"/>
                    </a:cubicBezTo>
                    <a:cubicBezTo>
                      <a:pt x="63" y="0"/>
                      <a:pt x="66" y="0"/>
                      <a:pt x="72" y="0"/>
                    </a:cubicBezTo>
                    <a:cubicBezTo>
                      <a:pt x="78" y="0"/>
                      <a:pt x="90" y="4"/>
                      <a:pt x="90" y="9"/>
                    </a:cubicBezTo>
                    <a:cubicBezTo>
                      <a:pt x="90" y="12"/>
                      <a:pt x="88" y="15"/>
                      <a:pt x="88" y="18"/>
                    </a:cubicBezTo>
                    <a:cubicBezTo>
                      <a:pt x="92" y="16"/>
                      <a:pt x="93" y="12"/>
                      <a:pt x="96" y="12"/>
                    </a:cubicBezTo>
                    <a:cubicBezTo>
                      <a:pt x="103" y="12"/>
                      <a:pt x="102" y="19"/>
                      <a:pt x="102" y="23"/>
                    </a:cubicBezTo>
                    <a:cubicBezTo>
                      <a:pt x="103" y="23"/>
                      <a:pt x="105" y="23"/>
                      <a:pt x="106" y="23"/>
                    </a:cubicBezTo>
                    <a:cubicBezTo>
                      <a:pt x="113" y="23"/>
                      <a:pt x="137" y="36"/>
                      <a:pt x="141" y="41"/>
                    </a:cubicBezTo>
                    <a:cubicBezTo>
                      <a:pt x="140" y="42"/>
                      <a:pt x="138" y="42"/>
                      <a:pt x="137" y="42"/>
                    </a:cubicBezTo>
                    <a:cubicBezTo>
                      <a:pt x="140" y="43"/>
                      <a:pt x="142" y="42"/>
                      <a:pt x="145" y="42"/>
                    </a:cubicBezTo>
                    <a:cubicBezTo>
                      <a:pt x="146" y="44"/>
                      <a:pt x="146" y="47"/>
                      <a:pt x="145" y="49"/>
                    </a:cubicBezTo>
                    <a:cubicBezTo>
                      <a:pt x="151" y="49"/>
                      <a:pt x="154" y="49"/>
                      <a:pt x="159" y="49"/>
                    </a:cubicBezTo>
                    <a:cubicBezTo>
                      <a:pt x="159" y="62"/>
                      <a:pt x="172" y="59"/>
                      <a:pt x="176" y="64"/>
                    </a:cubicBezTo>
                    <a:cubicBezTo>
                      <a:pt x="164" y="68"/>
                      <a:pt x="159" y="76"/>
                      <a:pt x="148" y="7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1" name="îšḷidé"/>
              <p:cNvSpPr/>
              <p:nvPr/>
            </p:nvSpPr>
            <p:spPr bwMode="auto">
              <a:xfrm>
                <a:off x="9291909" y="2381172"/>
                <a:ext cx="142473" cy="52491"/>
              </a:xfrm>
              <a:custGeom>
                <a:avLst/>
                <a:gdLst/>
                <a:ahLst/>
                <a:cxnLst>
                  <a:cxn ang="0">
                    <a:pos x="114" y="19"/>
                  </a:cxn>
                  <a:cxn ang="0">
                    <a:pos x="69" y="41"/>
                  </a:cxn>
                  <a:cxn ang="0">
                    <a:pos x="54" y="34"/>
                  </a:cxn>
                  <a:cxn ang="0">
                    <a:pos x="28" y="34"/>
                  </a:cxn>
                  <a:cxn ang="0">
                    <a:pos x="23" y="26"/>
                  </a:cxn>
                  <a:cxn ang="0">
                    <a:pos x="32" y="26"/>
                  </a:cxn>
                  <a:cxn ang="0">
                    <a:pos x="43" y="24"/>
                  </a:cxn>
                  <a:cxn ang="0">
                    <a:pos x="22" y="23"/>
                  </a:cxn>
                  <a:cxn ang="0">
                    <a:pos x="6" y="18"/>
                  </a:cxn>
                  <a:cxn ang="0">
                    <a:pos x="0" y="7"/>
                  </a:cxn>
                  <a:cxn ang="0">
                    <a:pos x="6" y="7"/>
                  </a:cxn>
                  <a:cxn ang="0">
                    <a:pos x="15" y="8"/>
                  </a:cxn>
                  <a:cxn ang="0">
                    <a:pos x="15" y="6"/>
                  </a:cxn>
                  <a:cxn ang="0">
                    <a:pos x="23" y="6"/>
                  </a:cxn>
                  <a:cxn ang="0">
                    <a:pos x="21" y="2"/>
                  </a:cxn>
                  <a:cxn ang="0">
                    <a:pos x="33" y="2"/>
                  </a:cxn>
                  <a:cxn ang="0">
                    <a:pos x="51" y="11"/>
                  </a:cxn>
                  <a:cxn ang="0">
                    <a:pos x="62" y="0"/>
                  </a:cxn>
                  <a:cxn ang="0">
                    <a:pos x="67" y="0"/>
                  </a:cxn>
                  <a:cxn ang="0">
                    <a:pos x="67" y="12"/>
                  </a:cxn>
                  <a:cxn ang="0">
                    <a:pos x="80" y="7"/>
                  </a:cxn>
                  <a:cxn ang="0">
                    <a:pos x="95" y="7"/>
                  </a:cxn>
                  <a:cxn ang="0">
                    <a:pos x="114" y="19"/>
                  </a:cxn>
                </a:cxnLst>
                <a:rect l="0" t="0" r="r" b="b"/>
                <a:pathLst>
                  <a:path w="114" h="41">
                    <a:moveTo>
                      <a:pt x="114" y="19"/>
                    </a:moveTo>
                    <a:cubicBezTo>
                      <a:pt x="104" y="26"/>
                      <a:pt x="82" y="41"/>
                      <a:pt x="69" y="41"/>
                    </a:cubicBezTo>
                    <a:cubicBezTo>
                      <a:pt x="61" y="41"/>
                      <a:pt x="57" y="39"/>
                      <a:pt x="54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5" y="32"/>
                      <a:pt x="23" y="30"/>
                      <a:pt x="23" y="26"/>
                    </a:cubicBezTo>
                    <a:cubicBezTo>
                      <a:pt x="26" y="26"/>
                      <a:pt x="31" y="26"/>
                      <a:pt x="32" y="26"/>
                    </a:cubicBezTo>
                    <a:cubicBezTo>
                      <a:pt x="36" y="25"/>
                      <a:pt x="40" y="25"/>
                      <a:pt x="43" y="24"/>
                    </a:cubicBezTo>
                    <a:cubicBezTo>
                      <a:pt x="41" y="24"/>
                      <a:pt x="23" y="23"/>
                      <a:pt x="22" y="23"/>
                    </a:cubicBezTo>
                    <a:cubicBezTo>
                      <a:pt x="14" y="23"/>
                      <a:pt x="6" y="28"/>
                      <a:pt x="6" y="18"/>
                    </a:cubicBezTo>
                    <a:cubicBezTo>
                      <a:pt x="3" y="15"/>
                      <a:pt x="0" y="12"/>
                      <a:pt x="0" y="7"/>
                    </a:cubicBezTo>
                    <a:cubicBezTo>
                      <a:pt x="6" y="7"/>
                      <a:pt x="6" y="7"/>
                      <a:pt x="6" y="7"/>
                    </a:cubicBezTo>
                    <a:cubicBezTo>
                      <a:pt x="9" y="9"/>
                      <a:pt x="13" y="10"/>
                      <a:pt x="15" y="8"/>
                    </a:cubicBezTo>
                    <a:cubicBezTo>
                      <a:pt x="15" y="6"/>
                      <a:pt x="15" y="6"/>
                      <a:pt x="15" y="6"/>
                    </a:cubicBezTo>
                    <a:cubicBezTo>
                      <a:pt x="23" y="6"/>
                      <a:pt x="23" y="6"/>
                      <a:pt x="23" y="6"/>
                    </a:cubicBezTo>
                    <a:cubicBezTo>
                      <a:pt x="21" y="2"/>
                      <a:pt x="21" y="2"/>
                      <a:pt x="21" y="2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6" y="4"/>
                      <a:pt x="48" y="11"/>
                      <a:pt x="51" y="11"/>
                    </a:cubicBezTo>
                    <a:cubicBezTo>
                      <a:pt x="56" y="11"/>
                      <a:pt x="59" y="2"/>
                      <a:pt x="62" y="0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67" y="6"/>
                      <a:pt x="66" y="8"/>
                      <a:pt x="67" y="12"/>
                    </a:cubicBezTo>
                    <a:cubicBezTo>
                      <a:pt x="71" y="12"/>
                      <a:pt x="73" y="7"/>
                      <a:pt x="80" y="7"/>
                    </a:cubicBezTo>
                    <a:cubicBezTo>
                      <a:pt x="91" y="7"/>
                      <a:pt x="88" y="7"/>
                      <a:pt x="95" y="7"/>
                    </a:cubicBezTo>
                    <a:cubicBezTo>
                      <a:pt x="103" y="7"/>
                      <a:pt x="112" y="14"/>
                      <a:pt x="114" y="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2" name="iŝ1iḑè"/>
              <p:cNvSpPr/>
              <p:nvPr/>
            </p:nvSpPr>
            <p:spPr bwMode="auto">
              <a:xfrm>
                <a:off x="8853993" y="3092039"/>
                <a:ext cx="68987" cy="82485"/>
              </a:xfrm>
              <a:custGeom>
                <a:avLst/>
                <a:gdLst/>
                <a:ahLst/>
                <a:cxnLst>
                  <a:cxn ang="0">
                    <a:pos x="9" y="19"/>
                  </a:cxn>
                  <a:cxn ang="0">
                    <a:pos x="22" y="14"/>
                  </a:cxn>
                  <a:cxn ang="0">
                    <a:pos x="19" y="8"/>
                  </a:cxn>
                  <a:cxn ang="0">
                    <a:pos x="32" y="0"/>
                  </a:cxn>
                  <a:cxn ang="0">
                    <a:pos x="40" y="0"/>
                  </a:cxn>
                  <a:cxn ang="0">
                    <a:pos x="55" y="18"/>
                  </a:cxn>
                  <a:cxn ang="0">
                    <a:pos x="47" y="24"/>
                  </a:cxn>
                  <a:cxn ang="0">
                    <a:pos x="47" y="39"/>
                  </a:cxn>
                  <a:cxn ang="0">
                    <a:pos x="47" y="52"/>
                  </a:cxn>
                  <a:cxn ang="0">
                    <a:pos x="35" y="54"/>
                  </a:cxn>
                  <a:cxn ang="0">
                    <a:pos x="19" y="64"/>
                  </a:cxn>
                  <a:cxn ang="0">
                    <a:pos x="11" y="65"/>
                  </a:cxn>
                  <a:cxn ang="0">
                    <a:pos x="0" y="55"/>
                  </a:cxn>
                  <a:cxn ang="0">
                    <a:pos x="13" y="33"/>
                  </a:cxn>
                  <a:cxn ang="0">
                    <a:pos x="4" y="23"/>
                  </a:cxn>
                  <a:cxn ang="0">
                    <a:pos x="9" y="19"/>
                  </a:cxn>
                </a:cxnLst>
                <a:rect l="0" t="0" r="r" b="b"/>
                <a:pathLst>
                  <a:path w="55" h="65">
                    <a:moveTo>
                      <a:pt x="9" y="19"/>
                    </a:moveTo>
                    <a:cubicBezTo>
                      <a:pt x="12" y="19"/>
                      <a:pt x="19" y="16"/>
                      <a:pt x="22" y="14"/>
                    </a:cubicBezTo>
                    <a:cubicBezTo>
                      <a:pt x="20" y="11"/>
                      <a:pt x="19" y="10"/>
                      <a:pt x="19" y="8"/>
                    </a:cubicBezTo>
                    <a:cubicBezTo>
                      <a:pt x="19" y="5"/>
                      <a:pt x="28" y="0"/>
                      <a:pt x="32" y="0"/>
                    </a:cubicBezTo>
                    <a:cubicBezTo>
                      <a:pt x="35" y="0"/>
                      <a:pt x="37" y="0"/>
                      <a:pt x="40" y="0"/>
                    </a:cubicBezTo>
                    <a:cubicBezTo>
                      <a:pt x="50" y="0"/>
                      <a:pt x="55" y="10"/>
                      <a:pt x="55" y="18"/>
                    </a:cubicBezTo>
                    <a:cubicBezTo>
                      <a:pt x="55" y="21"/>
                      <a:pt x="47" y="21"/>
                      <a:pt x="47" y="24"/>
                    </a:cubicBezTo>
                    <a:cubicBezTo>
                      <a:pt x="47" y="27"/>
                      <a:pt x="47" y="39"/>
                      <a:pt x="47" y="39"/>
                    </a:cubicBezTo>
                    <a:cubicBezTo>
                      <a:pt x="47" y="43"/>
                      <a:pt x="50" y="48"/>
                      <a:pt x="47" y="52"/>
                    </a:cubicBezTo>
                    <a:cubicBezTo>
                      <a:pt x="44" y="54"/>
                      <a:pt x="40" y="54"/>
                      <a:pt x="35" y="54"/>
                    </a:cubicBezTo>
                    <a:cubicBezTo>
                      <a:pt x="28" y="54"/>
                      <a:pt x="23" y="61"/>
                      <a:pt x="19" y="64"/>
                    </a:cubicBezTo>
                    <a:cubicBezTo>
                      <a:pt x="17" y="65"/>
                      <a:pt x="13" y="65"/>
                      <a:pt x="11" y="65"/>
                    </a:cubicBezTo>
                    <a:cubicBezTo>
                      <a:pt x="6" y="65"/>
                      <a:pt x="0" y="60"/>
                      <a:pt x="0" y="55"/>
                    </a:cubicBezTo>
                    <a:cubicBezTo>
                      <a:pt x="0" y="44"/>
                      <a:pt x="11" y="43"/>
                      <a:pt x="13" y="33"/>
                    </a:cubicBezTo>
                    <a:cubicBezTo>
                      <a:pt x="8" y="30"/>
                      <a:pt x="4" y="28"/>
                      <a:pt x="4" y="23"/>
                    </a:cubicBezTo>
                    <a:cubicBezTo>
                      <a:pt x="4" y="18"/>
                      <a:pt x="8" y="19"/>
                      <a:pt x="9" y="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3" name="íŝ1îde"/>
              <p:cNvSpPr/>
              <p:nvPr/>
            </p:nvSpPr>
            <p:spPr bwMode="auto">
              <a:xfrm>
                <a:off x="8907983" y="3014054"/>
                <a:ext cx="131975" cy="191964"/>
              </a:xfrm>
              <a:custGeom>
                <a:avLst/>
                <a:gdLst/>
                <a:ahLst/>
                <a:cxnLst>
                  <a:cxn ang="0">
                    <a:pos x="96" y="102"/>
                  </a:cxn>
                  <a:cxn ang="0">
                    <a:pos x="91" y="128"/>
                  </a:cxn>
                  <a:cxn ang="0">
                    <a:pos x="100" y="133"/>
                  </a:cxn>
                  <a:cxn ang="0">
                    <a:pos x="70" y="139"/>
                  </a:cxn>
                  <a:cxn ang="0">
                    <a:pos x="39" y="141"/>
                  </a:cxn>
                  <a:cxn ang="0">
                    <a:pos x="26" y="148"/>
                  </a:cxn>
                  <a:cxn ang="0">
                    <a:pos x="16" y="152"/>
                  </a:cxn>
                  <a:cxn ang="0">
                    <a:pos x="32" y="133"/>
                  </a:cxn>
                  <a:cxn ang="0">
                    <a:pos x="46" y="124"/>
                  </a:cxn>
                  <a:cxn ang="0">
                    <a:pos x="26" y="123"/>
                  </a:cxn>
                  <a:cxn ang="0">
                    <a:pos x="19" y="123"/>
                  </a:cxn>
                  <a:cxn ang="0">
                    <a:pos x="28" y="96"/>
                  </a:cxn>
                  <a:cxn ang="0">
                    <a:pos x="48" y="81"/>
                  </a:cxn>
                  <a:cxn ang="0">
                    <a:pos x="40" y="70"/>
                  </a:cxn>
                  <a:cxn ang="0">
                    <a:pos x="26" y="72"/>
                  </a:cxn>
                  <a:cxn ang="0">
                    <a:pos x="23" y="59"/>
                  </a:cxn>
                  <a:cxn ang="0">
                    <a:pos x="16" y="49"/>
                  </a:cxn>
                  <a:cxn ang="0">
                    <a:pos x="12" y="55"/>
                  </a:cxn>
                  <a:cxn ang="0">
                    <a:pos x="14" y="45"/>
                  </a:cxn>
                  <a:cxn ang="0">
                    <a:pos x="8" y="38"/>
                  </a:cxn>
                  <a:cxn ang="0">
                    <a:pos x="11" y="29"/>
                  </a:cxn>
                  <a:cxn ang="0">
                    <a:pos x="8" y="20"/>
                  </a:cxn>
                  <a:cxn ang="0">
                    <a:pos x="12" y="21"/>
                  </a:cxn>
                  <a:cxn ang="0">
                    <a:pos x="16" y="14"/>
                  </a:cxn>
                  <a:cxn ang="0">
                    <a:pos x="25" y="0"/>
                  </a:cxn>
                  <a:cxn ang="0">
                    <a:pos x="42" y="4"/>
                  </a:cxn>
                  <a:cxn ang="0">
                    <a:pos x="33" y="19"/>
                  </a:cxn>
                  <a:cxn ang="0">
                    <a:pos x="47" y="46"/>
                  </a:cxn>
                  <a:cxn ang="0">
                    <a:pos x="53" y="50"/>
                  </a:cxn>
                  <a:cxn ang="0">
                    <a:pos x="84" y="89"/>
                  </a:cxn>
                  <a:cxn ang="0">
                    <a:pos x="87" y="102"/>
                  </a:cxn>
                  <a:cxn ang="0">
                    <a:pos x="92" y="102"/>
                  </a:cxn>
                </a:cxnLst>
                <a:rect l="0" t="0" r="r" b="b"/>
                <a:pathLst>
                  <a:path w="105" h="152">
                    <a:moveTo>
                      <a:pt x="90" y="103"/>
                    </a:moveTo>
                    <a:cubicBezTo>
                      <a:pt x="93" y="101"/>
                      <a:pt x="92" y="102"/>
                      <a:pt x="96" y="102"/>
                    </a:cubicBezTo>
                    <a:cubicBezTo>
                      <a:pt x="101" y="102"/>
                      <a:pt x="105" y="106"/>
                      <a:pt x="105" y="110"/>
                    </a:cubicBezTo>
                    <a:cubicBezTo>
                      <a:pt x="105" y="118"/>
                      <a:pt x="94" y="122"/>
                      <a:pt x="91" y="128"/>
                    </a:cubicBezTo>
                    <a:cubicBezTo>
                      <a:pt x="95" y="129"/>
                      <a:pt x="97" y="130"/>
                      <a:pt x="100" y="130"/>
                    </a:cubicBezTo>
                    <a:cubicBezTo>
                      <a:pt x="100" y="133"/>
                      <a:pt x="100" y="133"/>
                      <a:pt x="100" y="133"/>
                    </a:cubicBezTo>
                    <a:cubicBezTo>
                      <a:pt x="96" y="137"/>
                      <a:pt x="93" y="139"/>
                      <a:pt x="87" y="139"/>
                    </a:cubicBezTo>
                    <a:cubicBezTo>
                      <a:pt x="82" y="139"/>
                      <a:pt x="72" y="139"/>
                      <a:pt x="70" y="139"/>
                    </a:cubicBezTo>
                    <a:cubicBezTo>
                      <a:pt x="65" y="139"/>
                      <a:pt x="53" y="143"/>
                      <a:pt x="47" y="143"/>
                    </a:cubicBezTo>
                    <a:cubicBezTo>
                      <a:pt x="44" y="143"/>
                      <a:pt x="42" y="141"/>
                      <a:pt x="39" y="141"/>
                    </a:cubicBezTo>
                    <a:cubicBezTo>
                      <a:pt x="34" y="141"/>
                      <a:pt x="32" y="144"/>
                      <a:pt x="32" y="148"/>
                    </a:cubicBezTo>
                    <a:cubicBezTo>
                      <a:pt x="26" y="148"/>
                      <a:pt x="26" y="148"/>
                      <a:pt x="26" y="148"/>
                    </a:cubicBezTo>
                    <a:cubicBezTo>
                      <a:pt x="23" y="148"/>
                      <a:pt x="21" y="150"/>
                      <a:pt x="19" y="152"/>
                    </a:cubicBezTo>
                    <a:cubicBezTo>
                      <a:pt x="16" y="152"/>
                      <a:pt x="16" y="152"/>
                      <a:pt x="16" y="152"/>
                    </a:cubicBezTo>
                    <a:cubicBezTo>
                      <a:pt x="16" y="149"/>
                      <a:pt x="16" y="149"/>
                      <a:pt x="16" y="149"/>
                    </a:cubicBezTo>
                    <a:cubicBezTo>
                      <a:pt x="17" y="147"/>
                      <a:pt x="30" y="133"/>
                      <a:pt x="32" y="133"/>
                    </a:cubicBezTo>
                    <a:cubicBezTo>
                      <a:pt x="38" y="131"/>
                      <a:pt x="47" y="133"/>
                      <a:pt x="47" y="127"/>
                    </a:cubicBezTo>
                    <a:cubicBezTo>
                      <a:pt x="47" y="126"/>
                      <a:pt x="46" y="125"/>
                      <a:pt x="46" y="124"/>
                    </a:cubicBezTo>
                    <a:cubicBezTo>
                      <a:pt x="44" y="126"/>
                      <a:pt x="41" y="128"/>
                      <a:pt x="38" y="128"/>
                    </a:cubicBezTo>
                    <a:cubicBezTo>
                      <a:pt x="32" y="128"/>
                      <a:pt x="30" y="123"/>
                      <a:pt x="26" y="123"/>
                    </a:cubicBezTo>
                    <a:cubicBezTo>
                      <a:pt x="23" y="123"/>
                      <a:pt x="23" y="125"/>
                      <a:pt x="21" y="125"/>
                    </a:cubicBezTo>
                    <a:cubicBezTo>
                      <a:pt x="20" y="125"/>
                      <a:pt x="19" y="124"/>
                      <a:pt x="19" y="123"/>
                    </a:cubicBezTo>
                    <a:cubicBezTo>
                      <a:pt x="19" y="116"/>
                      <a:pt x="31" y="116"/>
                      <a:pt x="31" y="109"/>
                    </a:cubicBezTo>
                    <a:cubicBezTo>
                      <a:pt x="31" y="103"/>
                      <a:pt x="28" y="101"/>
                      <a:pt x="28" y="96"/>
                    </a:cubicBezTo>
                    <a:cubicBezTo>
                      <a:pt x="36" y="96"/>
                      <a:pt x="45" y="92"/>
                      <a:pt x="48" y="88"/>
                    </a:cubicBezTo>
                    <a:cubicBezTo>
                      <a:pt x="48" y="81"/>
                      <a:pt x="48" y="81"/>
                      <a:pt x="48" y="81"/>
                    </a:cubicBezTo>
                    <a:cubicBezTo>
                      <a:pt x="43" y="82"/>
                      <a:pt x="37" y="81"/>
                      <a:pt x="37" y="77"/>
                    </a:cubicBezTo>
                    <a:cubicBezTo>
                      <a:pt x="37" y="73"/>
                      <a:pt x="39" y="72"/>
                      <a:pt x="40" y="70"/>
                    </a:cubicBezTo>
                    <a:cubicBezTo>
                      <a:pt x="39" y="70"/>
                      <a:pt x="38" y="70"/>
                      <a:pt x="36" y="70"/>
                    </a:cubicBezTo>
                    <a:cubicBezTo>
                      <a:pt x="32" y="70"/>
                      <a:pt x="30" y="72"/>
                      <a:pt x="26" y="72"/>
                    </a:cubicBezTo>
                    <a:cubicBezTo>
                      <a:pt x="22" y="72"/>
                      <a:pt x="19" y="72"/>
                      <a:pt x="19" y="69"/>
                    </a:cubicBezTo>
                    <a:cubicBezTo>
                      <a:pt x="19" y="65"/>
                      <a:pt x="23" y="63"/>
                      <a:pt x="23" y="59"/>
                    </a:cubicBezTo>
                    <a:cubicBezTo>
                      <a:pt x="23" y="55"/>
                      <a:pt x="22" y="55"/>
                      <a:pt x="23" y="51"/>
                    </a:cubicBezTo>
                    <a:cubicBezTo>
                      <a:pt x="20" y="51"/>
                      <a:pt x="17" y="50"/>
                      <a:pt x="16" y="49"/>
                    </a:cubicBezTo>
                    <a:cubicBezTo>
                      <a:pt x="14" y="52"/>
                      <a:pt x="15" y="54"/>
                      <a:pt x="16" y="55"/>
                    </a:cubicBezTo>
                    <a:cubicBezTo>
                      <a:pt x="12" y="55"/>
                      <a:pt x="12" y="55"/>
                      <a:pt x="12" y="55"/>
                    </a:cubicBezTo>
                    <a:cubicBezTo>
                      <a:pt x="12" y="52"/>
                      <a:pt x="12" y="51"/>
                      <a:pt x="12" y="48"/>
                    </a:cubicBezTo>
                    <a:cubicBezTo>
                      <a:pt x="12" y="47"/>
                      <a:pt x="13" y="46"/>
                      <a:pt x="14" y="45"/>
                    </a:cubicBezTo>
                    <a:cubicBezTo>
                      <a:pt x="14" y="41"/>
                      <a:pt x="14" y="41"/>
                      <a:pt x="14" y="41"/>
                    </a:cubicBezTo>
                    <a:cubicBezTo>
                      <a:pt x="12" y="41"/>
                      <a:pt x="8" y="40"/>
                      <a:pt x="8" y="38"/>
                    </a:cubicBezTo>
                    <a:cubicBezTo>
                      <a:pt x="8" y="36"/>
                      <a:pt x="11" y="32"/>
                      <a:pt x="11" y="32"/>
                    </a:cubicBezTo>
                    <a:cubicBezTo>
                      <a:pt x="11" y="29"/>
                      <a:pt x="11" y="29"/>
                      <a:pt x="11" y="29"/>
                    </a:cubicBezTo>
                    <a:cubicBezTo>
                      <a:pt x="4" y="27"/>
                      <a:pt x="0" y="26"/>
                      <a:pt x="0" y="20"/>
                    </a:cubicBezTo>
                    <a:cubicBezTo>
                      <a:pt x="8" y="20"/>
                      <a:pt x="8" y="20"/>
                      <a:pt x="8" y="20"/>
                    </a:cubicBezTo>
                    <a:cubicBezTo>
                      <a:pt x="8" y="23"/>
                      <a:pt x="10" y="24"/>
                      <a:pt x="11" y="24"/>
                    </a:cubicBezTo>
                    <a:cubicBezTo>
                      <a:pt x="12" y="24"/>
                      <a:pt x="12" y="22"/>
                      <a:pt x="12" y="21"/>
                    </a:cubicBezTo>
                    <a:cubicBezTo>
                      <a:pt x="12" y="21"/>
                      <a:pt x="10" y="20"/>
                      <a:pt x="10" y="19"/>
                    </a:cubicBezTo>
                    <a:cubicBezTo>
                      <a:pt x="10" y="15"/>
                      <a:pt x="13" y="14"/>
                      <a:pt x="16" y="14"/>
                    </a:cubicBezTo>
                    <a:cubicBezTo>
                      <a:pt x="16" y="10"/>
                      <a:pt x="18" y="8"/>
                      <a:pt x="18" y="6"/>
                    </a:cubicBezTo>
                    <a:cubicBezTo>
                      <a:pt x="18" y="4"/>
                      <a:pt x="23" y="0"/>
                      <a:pt x="25" y="0"/>
                    </a:cubicBezTo>
                    <a:cubicBezTo>
                      <a:pt x="30" y="0"/>
                      <a:pt x="35" y="0"/>
                      <a:pt x="38" y="0"/>
                    </a:cubicBezTo>
                    <a:cubicBezTo>
                      <a:pt x="40" y="0"/>
                      <a:pt x="42" y="3"/>
                      <a:pt x="42" y="4"/>
                    </a:cubicBezTo>
                    <a:cubicBezTo>
                      <a:pt x="42" y="10"/>
                      <a:pt x="33" y="10"/>
                      <a:pt x="31" y="16"/>
                    </a:cubicBezTo>
                    <a:cubicBezTo>
                      <a:pt x="31" y="17"/>
                      <a:pt x="32" y="18"/>
                      <a:pt x="33" y="19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0" y="32"/>
                      <a:pt x="47" y="37"/>
                      <a:pt x="47" y="46"/>
                    </a:cubicBezTo>
                    <a:cubicBezTo>
                      <a:pt x="45" y="47"/>
                      <a:pt x="44" y="48"/>
                      <a:pt x="43" y="50"/>
                    </a:cubicBezTo>
                    <a:cubicBezTo>
                      <a:pt x="48" y="51"/>
                      <a:pt x="50" y="49"/>
                      <a:pt x="53" y="50"/>
                    </a:cubicBezTo>
                    <a:cubicBezTo>
                      <a:pt x="62" y="53"/>
                      <a:pt x="60" y="63"/>
                      <a:pt x="66" y="69"/>
                    </a:cubicBezTo>
                    <a:cubicBezTo>
                      <a:pt x="73" y="76"/>
                      <a:pt x="84" y="79"/>
                      <a:pt x="84" y="89"/>
                    </a:cubicBezTo>
                    <a:cubicBezTo>
                      <a:pt x="84" y="93"/>
                      <a:pt x="89" y="95"/>
                      <a:pt x="89" y="99"/>
                    </a:cubicBezTo>
                    <a:cubicBezTo>
                      <a:pt x="89" y="100"/>
                      <a:pt x="88" y="101"/>
                      <a:pt x="87" y="102"/>
                    </a:cubicBezTo>
                    <a:cubicBezTo>
                      <a:pt x="87" y="105"/>
                      <a:pt x="87" y="105"/>
                      <a:pt x="87" y="105"/>
                    </a:cubicBezTo>
                    <a:cubicBezTo>
                      <a:pt x="90" y="104"/>
                      <a:pt x="90" y="103"/>
                      <a:pt x="92" y="102"/>
                    </a:cubicBezTo>
                    <a:lnTo>
                      <a:pt x="90" y="10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4" name="işļîḑê"/>
              <p:cNvSpPr/>
              <p:nvPr/>
            </p:nvSpPr>
            <p:spPr bwMode="auto">
              <a:xfrm>
                <a:off x="9206426" y="3433975"/>
                <a:ext cx="43492" cy="28495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0" y="8"/>
                  </a:cxn>
                  <a:cxn ang="0">
                    <a:pos x="7" y="10"/>
                  </a:cxn>
                  <a:cxn ang="0">
                    <a:pos x="27" y="21"/>
                  </a:cxn>
                  <a:cxn ang="0">
                    <a:pos x="30" y="23"/>
                  </a:cxn>
                  <a:cxn ang="0">
                    <a:pos x="33" y="20"/>
                  </a:cxn>
                  <a:cxn ang="0">
                    <a:pos x="31" y="13"/>
                  </a:cxn>
                  <a:cxn ang="0">
                    <a:pos x="33" y="8"/>
                  </a:cxn>
                  <a:cxn ang="0">
                    <a:pos x="35" y="3"/>
                  </a:cxn>
                  <a:cxn ang="0">
                    <a:pos x="20" y="6"/>
                  </a:cxn>
                  <a:cxn ang="0">
                    <a:pos x="0" y="5"/>
                  </a:cxn>
                </a:cxnLst>
                <a:rect l="0" t="0" r="r" b="b"/>
                <a:pathLst>
                  <a:path w="35" h="23">
                    <a:moveTo>
                      <a:pt x="0" y="5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2" y="10"/>
                      <a:pt x="5" y="10"/>
                      <a:pt x="7" y="10"/>
                    </a:cubicBezTo>
                    <a:cubicBezTo>
                      <a:pt x="14" y="12"/>
                      <a:pt x="19" y="20"/>
                      <a:pt x="27" y="21"/>
                    </a:cubicBezTo>
                    <a:cubicBezTo>
                      <a:pt x="27" y="23"/>
                      <a:pt x="29" y="23"/>
                      <a:pt x="30" y="23"/>
                    </a:cubicBezTo>
                    <a:cubicBezTo>
                      <a:pt x="32" y="23"/>
                      <a:pt x="33" y="21"/>
                      <a:pt x="33" y="20"/>
                    </a:cubicBezTo>
                    <a:cubicBezTo>
                      <a:pt x="33" y="17"/>
                      <a:pt x="31" y="16"/>
                      <a:pt x="31" y="13"/>
                    </a:cubicBezTo>
                    <a:cubicBezTo>
                      <a:pt x="31" y="11"/>
                      <a:pt x="33" y="8"/>
                      <a:pt x="33" y="8"/>
                    </a:cubicBezTo>
                    <a:cubicBezTo>
                      <a:pt x="35" y="3"/>
                      <a:pt x="35" y="3"/>
                      <a:pt x="35" y="3"/>
                    </a:cubicBezTo>
                    <a:cubicBezTo>
                      <a:pt x="28" y="2"/>
                      <a:pt x="25" y="6"/>
                      <a:pt x="20" y="6"/>
                    </a:cubicBezTo>
                    <a:cubicBezTo>
                      <a:pt x="14" y="6"/>
                      <a:pt x="10" y="0"/>
                      <a:pt x="0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5" name="ïs1ídè"/>
              <p:cNvSpPr/>
              <p:nvPr/>
            </p:nvSpPr>
            <p:spPr bwMode="auto">
              <a:xfrm>
                <a:off x="9144937" y="3346992"/>
                <a:ext cx="14997" cy="28495"/>
              </a:xfrm>
              <a:custGeom>
                <a:avLst/>
                <a:gdLst/>
                <a:ahLst/>
                <a:cxnLst>
                  <a:cxn ang="0">
                    <a:pos x="3" y="5"/>
                  </a:cxn>
                  <a:cxn ang="0">
                    <a:pos x="10" y="0"/>
                  </a:cxn>
                  <a:cxn ang="0">
                    <a:pos x="12" y="5"/>
                  </a:cxn>
                  <a:cxn ang="0">
                    <a:pos x="8" y="23"/>
                  </a:cxn>
                  <a:cxn ang="0">
                    <a:pos x="0" y="6"/>
                  </a:cxn>
                  <a:cxn ang="0">
                    <a:pos x="3" y="5"/>
                  </a:cxn>
                </a:cxnLst>
                <a:rect l="0" t="0" r="r" b="b"/>
                <a:pathLst>
                  <a:path w="12" h="23">
                    <a:moveTo>
                      <a:pt x="3" y="5"/>
                    </a:moveTo>
                    <a:cubicBezTo>
                      <a:pt x="6" y="5"/>
                      <a:pt x="8" y="1"/>
                      <a:pt x="10" y="0"/>
                    </a:cubicBezTo>
                    <a:cubicBezTo>
                      <a:pt x="10" y="3"/>
                      <a:pt x="11" y="5"/>
                      <a:pt x="12" y="5"/>
                    </a:cubicBezTo>
                    <a:cubicBezTo>
                      <a:pt x="11" y="11"/>
                      <a:pt x="10" y="20"/>
                      <a:pt x="8" y="23"/>
                    </a:cubicBezTo>
                    <a:cubicBezTo>
                      <a:pt x="4" y="22"/>
                      <a:pt x="2" y="9"/>
                      <a:pt x="0" y="6"/>
                    </a:cubicBezTo>
                    <a:cubicBezTo>
                      <a:pt x="1" y="6"/>
                      <a:pt x="2" y="5"/>
                      <a:pt x="3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6" name="îṩḻíďé"/>
              <p:cNvSpPr/>
              <p:nvPr/>
            </p:nvSpPr>
            <p:spPr bwMode="auto">
              <a:xfrm>
                <a:off x="9141938" y="3378486"/>
                <a:ext cx="23995" cy="41992"/>
              </a:xfrm>
              <a:custGeom>
                <a:avLst/>
                <a:gdLst/>
                <a:ahLst/>
                <a:cxnLst>
                  <a:cxn ang="0">
                    <a:pos x="5" y="15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15" y="3"/>
                  </a:cxn>
                  <a:cxn ang="0">
                    <a:pos x="18" y="21"/>
                  </a:cxn>
                  <a:cxn ang="0">
                    <a:pos x="6" y="33"/>
                  </a:cxn>
                  <a:cxn ang="0">
                    <a:pos x="2" y="24"/>
                  </a:cxn>
                  <a:cxn ang="0">
                    <a:pos x="5" y="15"/>
                  </a:cxn>
                </a:cxnLst>
                <a:rect l="0" t="0" r="r" b="b"/>
                <a:pathLst>
                  <a:path w="19" h="33">
                    <a:moveTo>
                      <a:pt x="5" y="15"/>
                    </a:moveTo>
                    <a:cubicBezTo>
                      <a:pt x="5" y="12"/>
                      <a:pt x="1" y="9"/>
                      <a:pt x="0" y="6"/>
                    </a:cubicBezTo>
                    <a:cubicBezTo>
                      <a:pt x="5" y="4"/>
                      <a:pt x="5" y="0"/>
                      <a:pt x="9" y="0"/>
                    </a:cubicBezTo>
                    <a:cubicBezTo>
                      <a:pt x="13" y="0"/>
                      <a:pt x="14" y="3"/>
                      <a:pt x="15" y="3"/>
                    </a:cubicBezTo>
                    <a:cubicBezTo>
                      <a:pt x="19" y="10"/>
                      <a:pt x="18" y="14"/>
                      <a:pt x="18" y="21"/>
                    </a:cubicBezTo>
                    <a:cubicBezTo>
                      <a:pt x="18" y="27"/>
                      <a:pt x="10" y="33"/>
                      <a:pt x="6" y="33"/>
                    </a:cubicBezTo>
                    <a:cubicBezTo>
                      <a:pt x="2" y="33"/>
                      <a:pt x="2" y="27"/>
                      <a:pt x="2" y="24"/>
                    </a:cubicBezTo>
                    <a:cubicBezTo>
                      <a:pt x="2" y="20"/>
                      <a:pt x="5" y="18"/>
                      <a:pt x="5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7" name="îslîḍe"/>
              <p:cNvSpPr/>
              <p:nvPr/>
            </p:nvSpPr>
            <p:spPr bwMode="auto">
              <a:xfrm>
                <a:off x="9051955" y="3403981"/>
                <a:ext cx="11998" cy="8998"/>
              </a:xfrm>
              <a:custGeom>
                <a:avLst/>
                <a:gdLst/>
                <a:ahLst/>
                <a:cxnLst>
                  <a:cxn ang="0">
                    <a:pos x="9" y="5"/>
                  </a:cxn>
                  <a:cxn ang="0">
                    <a:pos x="6" y="7"/>
                  </a:cxn>
                  <a:cxn ang="0">
                    <a:pos x="0" y="3"/>
                  </a:cxn>
                  <a:cxn ang="0">
                    <a:pos x="7" y="0"/>
                  </a:cxn>
                  <a:cxn ang="0">
                    <a:pos x="9" y="5"/>
                  </a:cxn>
                </a:cxnLst>
                <a:rect l="0" t="0" r="r" b="b"/>
                <a:pathLst>
                  <a:path w="9" h="7">
                    <a:moveTo>
                      <a:pt x="9" y="5"/>
                    </a:moveTo>
                    <a:cubicBezTo>
                      <a:pt x="9" y="6"/>
                      <a:pt x="7" y="7"/>
                      <a:pt x="6" y="7"/>
                    </a:cubicBezTo>
                    <a:cubicBezTo>
                      <a:pt x="4" y="7"/>
                      <a:pt x="1" y="3"/>
                      <a:pt x="0" y="3"/>
                    </a:cubicBezTo>
                    <a:cubicBezTo>
                      <a:pt x="3" y="2"/>
                      <a:pt x="5" y="0"/>
                      <a:pt x="7" y="0"/>
                    </a:cubicBezTo>
                    <a:cubicBezTo>
                      <a:pt x="7" y="1"/>
                      <a:pt x="9" y="3"/>
                      <a:pt x="9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8" name="isľîḓe"/>
              <p:cNvSpPr/>
              <p:nvPr/>
            </p:nvSpPr>
            <p:spPr bwMode="auto">
              <a:xfrm>
                <a:off x="9167433" y="3084541"/>
                <a:ext cx="14997" cy="17997"/>
              </a:xfrm>
              <a:custGeom>
                <a:avLst/>
                <a:gdLst/>
                <a:ahLst/>
                <a:cxnLst>
                  <a:cxn ang="0">
                    <a:pos x="11" y="10"/>
                  </a:cxn>
                  <a:cxn ang="0">
                    <a:pos x="0" y="5"/>
                  </a:cxn>
                  <a:cxn ang="0">
                    <a:pos x="0" y="0"/>
                  </a:cxn>
                  <a:cxn ang="0">
                    <a:pos x="9" y="0"/>
                  </a:cxn>
                  <a:cxn ang="0">
                    <a:pos x="12" y="9"/>
                  </a:cxn>
                  <a:cxn ang="0">
                    <a:pos x="11" y="14"/>
                  </a:cxn>
                  <a:cxn ang="0">
                    <a:pos x="11" y="10"/>
                  </a:cxn>
                </a:cxnLst>
                <a:rect l="0" t="0" r="r" b="b"/>
                <a:pathLst>
                  <a:path w="12" h="14">
                    <a:moveTo>
                      <a:pt x="11" y="10"/>
                    </a:moveTo>
                    <a:cubicBezTo>
                      <a:pt x="5" y="10"/>
                      <a:pt x="0" y="9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9" y="6"/>
                      <a:pt x="12" y="5"/>
                      <a:pt x="12" y="9"/>
                    </a:cubicBezTo>
                    <a:cubicBezTo>
                      <a:pt x="12" y="13"/>
                      <a:pt x="11" y="12"/>
                      <a:pt x="11" y="14"/>
                    </a:cubicBezTo>
                    <a:cubicBezTo>
                      <a:pt x="11" y="13"/>
                      <a:pt x="11" y="12"/>
                      <a:pt x="11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19" name="íślíḑê"/>
              <p:cNvSpPr/>
              <p:nvPr/>
            </p:nvSpPr>
            <p:spPr bwMode="auto">
              <a:xfrm>
                <a:off x="9293409" y="3027552"/>
                <a:ext cx="14997" cy="22496"/>
              </a:xfrm>
              <a:custGeom>
                <a:avLst/>
                <a:gdLst/>
                <a:ahLst/>
                <a:cxnLst>
                  <a:cxn ang="0">
                    <a:pos x="8" y="6"/>
                  </a:cxn>
                  <a:cxn ang="0">
                    <a:pos x="1" y="17"/>
                  </a:cxn>
                  <a:cxn ang="0">
                    <a:pos x="1" y="11"/>
                  </a:cxn>
                  <a:cxn ang="0">
                    <a:pos x="11" y="0"/>
                  </a:cxn>
                  <a:cxn ang="0">
                    <a:pos x="8" y="6"/>
                  </a:cxn>
                </a:cxnLst>
                <a:rect l="0" t="0" r="r" b="b"/>
                <a:pathLst>
                  <a:path w="11" h="17">
                    <a:moveTo>
                      <a:pt x="8" y="6"/>
                    </a:moveTo>
                    <a:cubicBezTo>
                      <a:pt x="8" y="11"/>
                      <a:pt x="4" y="13"/>
                      <a:pt x="1" y="17"/>
                    </a:cubicBezTo>
                    <a:cubicBezTo>
                      <a:pt x="0" y="15"/>
                      <a:pt x="1" y="14"/>
                      <a:pt x="1" y="11"/>
                    </a:cubicBezTo>
                    <a:cubicBezTo>
                      <a:pt x="1" y="9"/>
                      <a:pt x="3" y="1"/>
                      <a:pt x="11" y="0"/>
                    </a:cubicBezTo>
                    <a:cubicBezTo>
                      <a:pt x="10" y="2"/>
                      <a:pt x="8" y="4"/>
                      <a:pt x="8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0" name="íSlîde"/>
              <p:cNvSpPr/>
              <p:nvPr/>
            </p:nvSpPr>
            <p:spPr bwMode="auto">
              <a:xfrm>
                <a:off x="9351898" y="3000557"/>
                <a:ext cx="19497" cy="25496"/>
              </a:xfrm>
              <a:custGeom>
                <a:avLst/>
                <a:gdLst/>
                <a:ahLst/>
                <a:cxnLst>
                  <a:cxn ang="0">
                    <a:pos x="12" y="10"/>
                  </a:cxn>
                  <a:cxn ang="0">
                    <a:pos x="12" y="16"/>
                  </a:cxn>
                  <a:cxn ang="0">
                    <a:pos x="5" y="20"/>
                  </a:cxn>
                  <a:cxn ang="0">
                    <a:pos x="0" y="13"/>
                  </a:cxn>
                  <a:cxn ang="0">
                    <a:pos x="10" y="10"/>
                  </a:cxn>
                  <a:cxn ang="0">
                    <a:pos x="7" y="5"/>
                  </a:cxn>
                  <a:cxn ang="0">
                    <a:pos x="11" y="0"/>
                  </a:cxn>
                  <a:cxn ang="0">
                    <a:pos x="16" y="5"/>
                  </a:cxn>
                  <a:cxn ang="0">
                    <a:pos x="12" y="10"/>
                  </a:cxn>
                </a:cxnLst>
                <a:rect l="0" t="0" r="r" b="b"/>
                <a:pathLst>
                  <a:path w="16" h="20">
                    <a:moveTo>
                      <a:pt x="12" y="10"/>
                    </a:moveTo>
                    <a:cubicBezTo>
                      <a:pt x="12" y="12"/>
                      <a:pt x="12" y="14"/>
                      <a:pt x="12" y="16"/>
                    </a:cubicBezTo>
                    <a:cubicBezTo>
                      <a:pt x="12" y="17"/>
                      <a:pt x="6" y="20"/>
                      <a:pt x="5" y="20"/>
                    </a:cubicBezTo>
                    <a:cubicBezTo>
                      <a:pt x="1" y="20"/>
                      <a:pt x="0" y="16"/>
                      <a:pt x="0" y="13"/>
                    </a:cubicBezTo>
                    <a:cubicBezTo>
                      <a:pt x="4" y="13"/>
                      <a:pt x="6" y="10"/>
                      <a:pt x="10" y="10"/>
                    </a:cubicBezTo>
                    <a:cubicBezTo>
                      <a:pt x="9" y="8"/>
                      <a:pt x="7" y="7"/>
                      <a:pt x="7" y="5"/>
                    </a:cubicBezTo>
                    <a:cubicBezTo>
                      <a:pt x="7" y="2"/>
                      <a:pt x="11" y="0"/>
                      <a:pt x="11" y="0"/>
                    </a:cubicBezTo>
                    <a:cubicBezTo>
                      <a:pt x="13" y="3"/>
                      <a:pt x="14" y="4"/>
                      <a:pt x="16" y="5"/>
                    </a:cubicBezTo>
                    <a:cubicBezTo>
                      <a:pt x="15" y="7"/>
                      <a:pt x="13" y="10"/>
                      <a:pt x="12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1" name="îŝļîḍe"/>
              <p:cNvSpPr/>
              <p:nvPr/>
            </p:nvSpPr>
            <p:spPr bwMode="auto">
              <a:xfrm>
                <a:off x="11072069" y="4072830"/>
                <a:ext cx="320939" cy="166468"/>
              </a:xfrm>
              <a:custGeom>
                <a:avLst/>
                <a:gdLst/>
                <a:ahLst/>
                <a:cxnLst>
                  <a:cxn ang="0">
                    <a:pos x="128" y="28"/>
                  </a:cxn>
                  <a:cxn ang="0">
                    <a:pos x="160" y="39"/>
                  </a:cxn>
                  <a:cxn ang="0">
                    <a:pos x="173" y="45"/>
                  </a:cxn>
                  <a:cxn ang="0">
                    <a:pos x="179" y="49"/>
                  </a:cxn>
                  <a:cxn ang="0">
                    <a:pos x="203" y="71"/>
                  </a:cxn>
                  <a:cxn ang="0">
                    <a:pos x="217" y="78"/>
                  </a:cxn>
                  <a:cxn ang="0">
                    <a:pos x="208" y="85"/>
                  </a:cxn>
                  <a:cxn ang="0">
                    <a:pos x="217" y="96"/>
                  </a:cxn>
                  <a:cxn ang="0">
                    <a:pos x="224" y="108"/>
                  </a:cxn>
                  <a:cxn ang="0">
                    <a:pos x="233" y="113"/>
                  </a:cxn>
                  <a:cxn ang="0">
                    <a:pos x="237" y="118"/>
                  </a:cxn>
                  <a:cxn ang="0">
                    <a:pos x="242" y="119"/>
                  </a:cxn>
                  <a:cxn ang="0">
                    <a:pos x="247" y="124"/>
                  </a:cxn>
                  <a:cxn ang="0">
                    <a:pos x="255" y="126"/>
                  </a:cxn>
                  <a:cxn ang="0">
                    <a:pos x="250" y="133"/>
                  </a:cxn>
                  <a:cxn ang="0">
                    <a:pos x="247" y="133"/>
                  </a:cxn>
                  <a:cxn ang="0">
                    <a:pos x="239" y="127"/>
                  </a:cxn>
                  <a:cxn ang="0">
                    <a:pos x="227" y="127"/>
                  </a:cxn>
                  <a:cxn ang="0">
                    <a:pos x="210" y="116"/>
                  </a:cxn>
                  <a:cxn ang="0">
                    <a:pos x="206" y="113"/>
                  </a:cxn>
                  <a:cxn ang="0">
                    <a:pos x="175" y="92"/>
                  </a:cxn>
                  <a:cxn ang="0">
                    <a:pos x="158" y="103"/>
                  </a:cxn>
                  <a:cxn ang="0">
                    <a:pos x="156" y="113"/>
                  </a:cxn>
                  <a:cxn ang="0">
                    <a:pos x="139" y="113"/>
                  </a:cxn>
                  <a:cxn ang="0">
                    <a:pos x="113" y="100"/>
                  </a:cxn>
                  <a:cxn ang="0">
                    <a:pos x="107" y="102"/>
                  </a:cxn>
                  <a:cxn ang="0">
                    <a:pos x="98" y="102"/>
                  </a:cxn>
                  <a:cxn ang="0">
                    <a:pos x="90" y="99"/>
                  </a:cxn>
                  <a:cxn ang="0">
                    <a:pos x="101" y="90"/>
                  </a:cxn>
                  <a:cxn ang="0">
                    <a:pos x="96" y="71"/>
                  </a:cxn>
                  <a:cxn ang="0">
                    <a:pos x="77" y="59"/>
                  </a:cxn>
                  <a:cxn ang="0">
                    <a:pos x="53" y="54"/>
                  </a:cxn>
                  <a:cxn ang="0">
                    <a:pos x="37" y="45"/>
                  </a:cxn>
                  <a:cxn ang="0">
                    <a:pos x="37" y="41"/>
                  </a:cxn>
                  <a:cxn ang="0">
                    <a:pos x="30" y="49"/>
                  </a:cxn>
                  <a:cxn ang="0">
                    <a:pos x="26" y="48"/>
                  </a:cxn>
                  <a:cxn ang="0">
                    <a:pos x="24" y="38"/>
                  </a:cxn>
                  <a:cxn ang="0">
                    <a:pos x="16" y="33"/>
                  </a:cxn>
                  <a:cxn ang="0">
                    <a:pos x="38" y="25"/>
                  </a:cxn>
                  <a:cxn ang="0">
                    <a:pos x="35" y="25"/>
                  </a:cxn>
                  <a:cxn ang="0">
                    <a:pos x="23" y="27"/>
                  </a:cxn>
                  <a:cxn ang="0">
                    <a:pos x="16" y="26"/>
                  </a:cxn>
                  <a:cxn ang="0">
                    <a:pos x="14" y="22"/>
                  </a:cxn>
                  <a:cxn ang="0">
                    <a:pos x="0" y="12"/>
                  </a:cxn>
                  <a:cxn ang="0">
                    <a:pos x="6" y="8"/>
                  </a:cxn>
                  <a:cxn ang="0">
                    <a:pos x="23" y="0"/>
                  </a:cxn>
                  <a:cxn ang="0">
                    <a:pos x="44" y="9"/>
                  </a:cxn>
                  <a:cxn ang="0">
                    <a:pos x="44" y="25"/>
                  </a:cxn>
                  <a:cxn ang="0">
                    <a:pos x="50" y="29"/>
                  </a:cxn>
                  <a:cxn ang="0">
                    <a:pos x="59" y="38"/>
                  </a:cxn>
                  <a:cxn ang="0">
                    <a:pos x="67" y="30"/>
                  </a:cxn>
                  <a:cxn ang="0">
                    <a:pos x="78" y="25"/>
                  </a:cxn>
                  <a:cxn ang="0">
                    <a:pos x="92" y="14"/>
                  </a:cxn>
                  <a:cxn ang="0">
                    <a:pos x="98" y="17"/>
                  </a:cxn>
                  <a:cxn ang="0">
                    <a:pos x="109" y="25"/>
                  </a:cxn>
                  <a:cxn ang="0">
                    <a:pos x="121" y="25"/>
                  </a:cxn>
                  <a:cxn ang="0">
                    <a:pos x="130" y="29"/>
                  </a:cxn>
                  <a:cxn ang="0">
                    <a:pos x="130" y="30"/>
                  </a:cxn>
                  <a:cxn ang="0">
                    <a:pos x="128" y="28"/>
                  </a:cxn>
                </a:cxnLst>
                <a:rect l="0" t="0" r="r" b="b"/>
                <a:pathLst>
                  <a:path w="255" h="133">
                    <a:moveTo>
                      <a:pt x="128" y="28"/>
                    </a:moveTo>
                    <a:cubicBezTo>
                      <a:pt x="133" y="33"/>
                      <a:pt x="149" y="39"/>
                      <a:pt x="160" y="39"/>
                    </a:cubicBezTo>
                    <a:cubicBezTo>
                      <a:pt x="165" y="39"/>
                      <a:pt x="168" y="45"/>
                      <a:pt x="173" y="45"/>
                    </a:cubicBezTo>
                    <a:cubicBezTo>
                      <a:pt x="173" y="48"/>
                      <a:pt x="176" y="49"/>
                      <a:pt x="179" y="49"/>
                    </a:cubicBezTo>
                    <a:cubicBezTo>
                      <a:pt x="193" y="54"/>
                      <a:pt x="192" y="66"/>
                      <a:pt x="203" y="71"/>
                    </a:cubicBezTo>
                    <a:cubicBezTo>
                      <a:pt x="207" y="73"/>
                      <a:pt x="217" y="68"/>
                      <a:pt x="217" y="78"/>
                    </a:cubicBezTo>
                    <a:cubicBezTo>
                      <a:pt x="217" y="83"/>
                      <a:pt x="208" y="81"/>
                      <a:pt x="208" y="85"/>
                    </a:cubicBezTo>
                    <a:cubicBezTo>
                      <a:pt x="208" y="87"/>
                      <a:pt x="216" y="95"/>
                      <a:pt x="217" y="96"/>
                    </a:cubicBezTo>
                    <a:cubicBezTo>
                      <a:pt x="221" y="100"/>
                      <a:pt x="220" y="103"/>
                      <a:pt x="224" y="108"/>
                    </a:cubicBezTo>
                    <a:cubicBezTo>
                      <a:pt x="225" y="111"/>
                      <a:pt x="230" y="113"/>
                      <a:pt x="233" y="113"/>
                    </a:cubicBezTo>
                    <a:cubicBezTo>
                      <a:pt x="235" y="113"/>
                      <a:pt x="236" y="116"/>
                      <a:pt x="237" y="118"/>
                    </a:cubicBezTo>
                    <a:cubicBezTo>
                      <a:pt x="238" y="120"/>
                      <a:pt x="240" y="118"/>
                      <a:pt x="242" y="119"/>
                    </a:cubicBezTo>
                    <a:cubicBezTo>
                      <a:pt x="245" y="119"/>
                      <a:pt x="246" y="122"/>
                      <a:pt x="247" y="124"/>
                    </a:cubicBezTo>
                    <a:cubicBezTo>
                      <a:pt x="247" y="126"/>
                      <a:pt x="254" y="125"/>
                      <a:pt x="255" y="126"/>
                    </a:cubicBezTo>
                    <a:cubicBezTo>
                      <a:pt x="253" y="127"/>
                      <a:pt x="250" y="130"/>
                      <a:pt x="250" y="133"/>
                    </a:cubicBezTo>
                    <a:cubicBezTo>
                      <a:pt x="249" y="133"/>
                      <a:pt x="248" y="133"/>
                      <a:pt x="247" y="133"/>
                    </a:cubicBezTo>
                    <a:cubicBezTo>
                      <a:pt x="246" y="133"/>
                      <a:pt x="240" y="128"/>
                      <a:pt x="239" y="127"/>
                    </a:cubicBezTo>
                    <a:cubicBezTo>
                      <a:pt x="227" y="127"/>
                      <a:pt x="227" y="127"/>
                      <a:pt x="227" y="127"/>
                    </a:cubicBezTo>
                    <a:cubicBezTo>
                      <a:pt x="221" y="126"/>
                      <a:pt x="210" y="121"/>
                      <a:pt x="210" y="116"/>
                    </a:cubicBezTo>
                    <a:cubicBezTo>
                      <a:pt x="210" y="115"/>
                      <a:pt x="207" y="114"/>
                      <a:pt x="206" y="113"/>
                    </a:cubicBezTo>
                    <a:cubicBezTo>
                      <a:pt x="197" y="104"/>
                      <a:pt x="189" y="92"/>
                      <a:pt x="175" y="92"/>
                    </a:cubicBezTo>
                    <a:cubicBezTo>
                      <a:pt x="164" y="92"/>
                      <a:pt x="165" y="100"/>
                      <a:pt x="158" y="103"/>
                    </a:cubicBezTo>
                    <a:cubicBezTo>
                      <a:pt x="160" y="108"/>
                      <a:pt x="156" y="110"/>
                      <a:pt x="156" y="113"/>
                    </a:cubicBezTo>
                    <a:cubicBezTo>
                      <a:pt x="146" y="113"/>
                      <a:pt x="144" y="113"/>
                      <a:pt x="139" y="113"/>
                    </a:cubicBezTo>
                    <a:cubicBezTo>
                      <a:pt x="128" y="113"/>
                      <a:pt x="125" y="100"/>
                      <a:pt x="113" y="100"/>
                    </a:cubicBezTo>
                    <a:cubicBezTo>
                      <a:pt x="112" y="100"/>
                      <a:pt x="107" y="100"/>
                      <a:pt x="107" y="102"/>
                    </a:cubicBezTo>
                    <a:cubicBezTo>
                      <a:pt x="98" y="102"/>
                      <a:pt x="98" y="102"/>
                      <a:pt x="98" y="102"/>
                    </a:cubicBezTo>
                    <a:cubicBezTo>
                      <a:pt x="94" y="102"/>
                      <a:pt x="90" y="102"/>
                      <a:pt x="90" y="99"/>
                    </a:cubicBezTo>
                    <a:cubicBezTo>
                      <a:pt x="90" y="93"/>
                      <a:pt x="99" y="91"/>
                      <a:pt x="101" y="90"/>
                    </a:cubicBezTo>
                    <a:cubicBezTo>
                      <a:pt x="95" y="84"/>
                      <a:pt x="98" y="78"/>
                      <a:pt x="96" y="71"/>
                    </a:cubicBezTo>
                    <a:cubicBezTo>
                      <a:pt x="94" y="66"/>
                      <a:pt x="82" y="61"/>
                      <a:pt x="77" y="59"/>
                    </a:cubicBezTo>
                    <a:cubicBezTo>
                      <a:pt x="72" y="56"/>
                      <a:pt x="60" y="54"/>
                      <a:pt x="53" y="54"/>
                    </a:cubicBezTo>
                    <a:cubicBezTo>
                      <a:pt x="47" y="54"/>
                      <a:pt x="44" y="43"/>
                      <a:pt x="37" y="45"/>
                    </a:cubicBezTo>
                    <a:cubicBezTo>
                      <a:pt x="37" y="41"/>
                      <a:pt x="37" y="41"/>
                      <a:pt x="37" y="41"/>
                    </a:cubicBezTo>
                    <a:cubicBezTo>
                      <a:pt x="36" y="44"/>
                      <a:pt x="34" y="49"/>
                      <a:pt x="30" y="49"/>
                    </a:cubicBezTo>
                    <a:cubicBezTo>
                      <a:pt x="29" y="49"/>
                      <a:pt x="26" y="49"/>
                      <a:pt x="26" y="48"/>
                    </a:cubicBezTo>
                    <a:cubicBezTo>
                      <a:pt x="24" y="43"/>
                      <a:pt x="26" y="41"/>
                      <a:pt x="24" y="38"/>
                    </a:cubicBezTo>
                    <a:cubicBezTo>
                      <a:pt x="22" y="34"/>
                      <a:pt x="17" y="36"/>
                      <a:pt x="16" y="33"/>
                    </a:cubicBezTo>
                    <a:cubicBezTo>
                      <a:pt x="22" y="29"/>
                      <a:pt x="35" y="30"/>
                      <a:pt x="38" y="25"/>
                    </a:cubicBezTo>
                    <a:cubicBezTo>
                      <a:pt x="35" y="25"/>
                      <a:pt x="35" y="25"/>
                      <a:pt x="35" y="25"/>
                    </a:cubicBezTo>
                    <a:cubicBezTo>
                      <a:pt x="30" y="26"/>
                      <a:pt x="27" y="27"/>
                      <a:pt x="23" y="27"/>
                    </a:cubicBezTo>
                    <a:cubicBezTo>
                      <a:pt x="20" y="27"/>
                      <a:pt x="19" y="26"/>
                      <a:pt x="16" y="26"/>
                    </a:cubicBezTo>
                    <a:cubicBezTo>
                      <a:pt x="15" y="25"/>
                      <a:pt x="14" y="23"/>
                      <a:pt x="14" y="22"/>
                    </a:cubicBezTo>
                    <a:cubicBezTo>
                      <a:pt x="11" y="15"/>
                      <a:pt x="0" y="18"/>
                      <a:pt x="0" y="12"/>
                    </a:cubicBezTo>
                    <a:cubicBezTo>
                      <a:pt x="0" y="9"/>
                      <a:pt x="4" y="8"/>
                      <a:pt x="6" y="8"/>
                    </a:cubicBezTo>
                    <a:cubicBezTo>
                      <a:pt x="12" y="8"/>
                      <a:pt x="15" y="0"/>
                      <a:pt x="23" y="0"/>
                    </a:cubicBezTo>
                    <a:cubicBezTo>
                      <a:pt x="30" y="0"/>
                      <a:pt x="36" y="7"/>
                      <a:pt x="44" y="9"/>
                    </a:cubicBezTo>
                    <a:cubicBezTo>
                      <a:pt x="44" y="15"/>
                      <a:pt x="44" y="22"/>
                      <a:pt x="44" y="25"/>
                    </a:cubicBezTo>
                    <a:cubicBezTo>
                      <a:pt x="44" y="27"/>
                      <a:pt x="46" y="29"/>
                      <a:pt x="50" y="29"/>
                    </a:cubicBezTo>
                    <a:cubicBezTo>
                      <a:pt x="50" y="31"/>
                      <a:pt x="56" y="38"/>
                      <a:pt x="59" y="38"/>
                    </a:cubicBezTo>
                    <a:cubicBezTo>
                      <a:pt x="62" y="38"/>
                      <a:pt x="66" y="31"/>
                      <a:pt x="67" y="30"/>
                    </a:cubicBezTo>
                    <a:cubicBezTo>
                      <a:pt x="71" y="27"/>
                      <a:pt x="71" y="26"/>
                      <a:pt x="78" y="25"/>
                    </a:cubicBezTo>
                    <a:cubicBezTo>
                      <a:pt x="82" y="23"/>
                      <a:pt x="87" y="15"/>
                      <a:pt x="92" y="14"/>
                    </a:cubicBezTo>
                    <a:cubicBezTo>
                      <a:pt x="93" y="17"/>
                      <a:pt x="96" y="16"/>
                      <a:pt x="98" y="17"/>
                    </a:cubicBezTo>
                    <a:cubicBezTo>
                      <a:pt x="103" y="18"/>
                      <a:pt x="106" y="24"/>
                      <a:pt x="109" y="25"/>
                    </a:cubicBezTo>
                    <a:cubicBezTo>
                      <a:pt x="121" y="25"/>
                      <a:pt x="121" y="25"/>
                      <a:pt x="121" y="25"/>
                    </a:cubicBezTo>
                    <a:cubicBezTo>
                      <a:pt x="123" y="27"/>
                      <a:pt x="128" y="29"/>
                      <a:pt x="130" y="29"/>
                    </a:cubicBezTo>
                    <a:cubicBezTo>
                      <a:pt x="130" y="30"/>
                      <a:pt x="130" y="30"/>
                      <a:pt x="130" y="30"/>
                    </a:cubicBezTo>
                    <a:lnTo>
                      <a:pt x="128" y="28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2" name="í$ḷíďê"/>
              <p:cNvSpPr/>
              <p:nvPr/>
            </p:nvSpPr>
            <p:spPr bwMode="auto">
              <a:xfrm>
                <a:off x="11124559" y="4156814"/>
                <a:ext cx="10498" cy="2399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8" y="5"/>
                  </a:cxn>
                  <a:cxn ang="0">
                    <a:pos x="5" y="9"/>
                  </a:cxn>
                  <a:cxn ang="0">
                    <a:pos x="2" y="19"/>
                  </a:cxn>
                  <a:cxn ang="0">
                    <a:pos x="0" y="15"/>
                  </a:cxn>
                  <a:cxn ang="0">
                    <a:pos x="4" y="8"/>
                  </a:cxn>
                  <a:cxn ang="0">
                    <a:pos x="7" y="0"/>
                  </a:cxn>
                </a:cxnLst>
                <a:rect l="0" t="0" r="r" b="b"/>
                <a:pathLst>
                  <a:path w="8" h="19">
                    <a:moveTo>
                      <a:pt x="7" y="0"/>
                    </a:moveTo>
                    <a:cubicBezTo>
                      <a:pt x="7" y="4"/>
                      <a:pt x="8" y="2"/>
                      <a:pt x="8" y="5"/>
                    </a:cubicBezTo>
                    <a:cubicBezTo>
                      <a:pt x="8" y="8"/>
                      <a:pt x="7" y="9"/>
                      <a:pt x="5" y="9"/>
                    </a:cubicBezTo>
                    <a:cubicBezTo>
                      <a:pt x="5" y="14"/>
                      <a:pt x="6" y="19"/>
                      <a:pt x="2" y="19"/>
                    </a:cubicBezTo>
                    <a:cubicBezTo>
                      <a:pt x="1" y="19"/>
                      <a:pt x="0" y="16"/>
                      <a:pt x="0" y="15"/>
                    </a:cubicBezTo>
                    <a:cubicBezTo>
                      <a:pt x="0" y="11"/>
                      <a:pt x="4" y="10"/>
                      <a:pt x="4" y="8"/>
                    </a:cubicBezTo>
                    <a:cubicBezTo>
                      <a:pt x="4" y="4"/>
                      <a:pt x="3" y="0"/>
                      <a:pt x="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3" name="ïŝļîḍè"/>
              <p:cNvSpPr/>
              <p:nvPr/>
            </p:nvSpPr>
            <p:spPr bwMode="auto">
              <a:xfrm>
                <a:off x="11355515" y="4134318"/>
                <a:ext cx="61489" cy="35993"/>
              </a:xfrm>
              <a:custGeom>
                <a:avLst/>
                <a:gdLst/>
                <a:ahLst/>
                <a:cxnLst>
                  <a:cxn ang="0">
                    <a:pos x="13" y="27"/>
                  </a:cxn>
                  <a:cxn ang="0">
                    <a:pos x="0" y="18"/>
                  </a:cxn>
                  <a:cxn ang="0">
                    <a:pos x="13" y="18"/>
                  </a:cxn>
                  <a:cxn ang="0">
                    <a:pos x="18" y="17"/>
                  </a:cxn>
                  <a:cxn ang="0">
                    <a:pos x="35" y="13"/>
                  </a:cxn>
                  <a:cxn ang="0">
                    <a:pos x="45" y="0"/>
                  </a:cxn>
                  <a:cxn ang="0">
                    <a:pos x="49" y="7"/>
                  </a:cxn>
                  <a:cxn ang="0">
                    <a:pos x="40" y="22"/>
                  </a:cxn>
                  <a:cxn ang="0">
                    <a:pos x="19" y="29"/>
                  </a:cxn>
                  <a:cxn ang="0">
                    <a:pos x="11" y="25"/>
                  </a:cxn>
                  <a:cxn ang="0">
                    <a:pos x="13" y="27"/>
                  </a:cxn>
                </a:cxnLst>
                <a:rect l="0" t="0" r="r" b="b"/>
                <a:pathLst>
                  <a:path w="49" h="29">
                    <a:moveTo>
                      <a:pt x="13" y="27"/>
                    </a:moveTo>
                    <a:cubicBezTo>
                      <a:pt x="9" y="22"/>
                      <a:pt x="1" y="24"/>
                      <a:pt x="0" y="18"/>
                    </a:cubicBezTo>
                    <a:cubicBezTo>
                      <a:pt x="13" y="18"/>
                      <a:pt x="13" y="18"/>
                      <a:pt x="13" y="18"/>
                    </a:cubicBezTo>
                    <a:cubicBezTo>
                      <a:pt x="14" y="18"/>
                      <a:pt x="18" y="17"/>
                      <a:pt x="18" y="17"/>
                    </a:cubicBezTo>
                    <a:cubicBezTo>
                      <a:pt x="25" y="14"/>
                      <a:pt x="31" y="15"/>
                      <a:pt x="35" y="13"/>
                    </a:cubicBezTo>
                    <a:cubicBezTo>
                      <a:pt x="41" y="10"/>
                      <a:pt x="39" y="0"/>
                      <a:pt x="45" y="0"/>
                    </a:cubicBezTo>
                    <a:cubicBezTo>
                      <a:pt x="48" y="0"/>
                      <a:pt x="49" y="4"/>
                      <a:pt x="49" y="7"/>
                    </a:cubicBezTo>
                    <a:cubicBezTo>
                      <a:pt x="49" y="16"/>
                      <a:pt x="40" y="14"/>
                      <a:pt x="40" y="22"/>
                    </a:cubicBezTo>
                    <a:cubicBezTo>
                      <a:pt x="32" y="24"/>
                      <a:pt x="28" y="29"/>
                      <a:pt x="19" y="29"/>
                    </a:cubicBezTo>
                    <a:cubicBezTo>
                      <a:pt x="17" y="29"/>
                      <a:pt x="11" y="26"/>
                      <a:pt x="11" y="25"/>
                    </a:cubicBezTo>
                    <a:lnTo>
                      <a:pt x="13" y="27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4" name="îṡľïdê"/>
              <p:cNvSpPr/>
              <p:nvPr/>
            </p:nvSpPr>
            <p:spPr bwMode="auto">
              <a:xfrm>
                <a:off x="11397507" y="4108823"/>
                <a:ext cx="32994" cy="32994"/>
              </a:xfrm>
              <a:custGeom>
                <a:avLst/>
                <a:gdLst/>
                <a:ahLst/>
                <a:cxnLst>
                  <a:cxn ang="0">
                    <a:pos x="23" y="25"/>
                  </a:cxn>
                  <a:cxn ang="0">
                    <a:pos x="19" y="17"/>
                  </a:cxn>
                  <a:cxn ang="0">
                    <a:pos x="8" y="6"/>
                  </a:cxn>
                  <a:cxn ang="0">
                    <a:pos x="0" y="0"/>
                  </a:cxn>
                  <a:cxn ang="0">
                    <a:pos x="18" y="13"/>
                  </a:cxn>
                  <a:cxn ang="0">
                    <a:pos x="26" y="22"/>
                  </a:cxn>
                  <a:cxn ang="0">
                    <a:pos x="26" y="25"/>
                  </a:cxn>
                  <a:cxn ang="0">
                    <a:pos x="23" y="25"/>
                  </a:cxn>
                </a:cxnLst>
                <a:rect l="0" t="0" r="r" b="b"/>
                <a:pathLst>
                  <a:path w="26" h="26">
                    <a:moveTo>
                      <a:pt x="23" y="25"/>
                    </a:moveTo>
                    <a:cubicBezTo>
                      <a:pt x="18" y="24"/>
                      <a:pt x="18" y="21"/>
                      <a:pt x="19" y="17"/>
                    </a:cubicBezTo>
                    <a:cubicBezTo>
                      <a:pt x="13" y="14"/>
                      <a:pt x="14" y="9"/>
                      <a:pt x="8" y="6"/>
                    </a:cubicBezTo>
                    <a:cubicBezTo>
                      <a:pt x="5" y="4"/>
                      <a:pt x="2" y="4"/>
                      <a:pt x="0" y="0"/>
                    </a:cubicBezTo>
                    <a:cubicBezTo>
                      <a:pt x="9" y="3"/>
                      <a:pt x="13" y="8"/>
                      <a:pt x="18" y="13"/>
                    </a:cubicBezTo>
                    <a:cubicBezTo>
                      <a:pt x="21" y="17"/>
                      <a:pt x="26" y="16"/>
                      <a:pt x="26" y="22"/>
                    </a:cubicBezTo>
                    <a:cubicBezTo>
                      <a:pt x="26" y="23"/>
                      <a:pt x="26" y="24"/>
                      <a:pt x="26" y="25"/>
                    </a:cubicBezTo>
                    <a:cubicBezTo>
                      <a:pt x="25" y="25"/>
                      <a:pt x="24" y="26"/>
                      <a:pt x="23" y="2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5" name="iṡḻiďê"/>
              <p:cNvSpPr/>
              <p:nvPr/>
            </p:nvSpPr>
            <p:spPr bwMode="auto">
              <a:xfrm>
                <a:off x="11454496" y="4155314"/>
                <a:ext cx="16497" cy="19497"/>
              </a:xfrm>
              <a:custGeom>
                <a:avLst/>
                <a:gdLst/>
                <a:ahLst/>
                <a:cxnLst>
                  <a:cxn ang="0">
                    <a:pos x="7" y="9"/>
                  </a:cxn>
                  <a:cxn ang="0">
                    <a:pos x="1" y="0"/>
                  </a:cxn>
                  <a:cxn ang="0">
                    <a:pos x="13" y="12"/>
                  </a:cxn>
                  <a:cxn ang="0">
                    <a:pos x="10" y="16"/>
                  </a:cxn>
                  <a:cxn ang="0">
                    <a:pos x="7" y="13"/>
                  </a:cxn>
                  <a:cxn ang="0">
                    <a:pos x="7" y="9"/>
                  </a:cxn>
                </a:cxnLst>
                <a:rect l="0" t="0" r="r" b="b"/>
                <a:pathLst>
                  <a:path w="13" h="16">
                    <a:moveTo>
                      <a:pt x="7" y="9"/>
                    </a:moveTo>
                    <a:cubicBezTo>
                      <a:pt x="2" y="9"/>
                      <a:pt x="0" y="4"/>
                      <a:pt x="1" y="0"/>
                    </a:cubicBezTo>
                    <a:cubicBezTo>
                      <a:pt x="4" y="1"/>
                      <a:pt x="13" y="11"/>
                      <a:pt x="13" y="12"/>
                    </a:cubicBezTo>
                    <a:cubicBezTo>
                      <a:pt x="13" y="14"/>
                      <a:pt x="11" y="16"/>
                      <a:pt x="10" y="16"/>
                    </a:cubicBezTo>
                    <a:cubicBezTo>
                      <a:pt x="9" y="16"/>
                      <a:pt x="7" y="14"/>
                      <a:pt x="7" y="13"/>
                    </a:cubicBezTo>
                    <a:cubicBezTo>
                      <a:pt x="7" y="12"/>
                      <a:pt x="7" y="11"/>
                      <a:pt x="7" y="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6" name="íş1iďé"/>
              <p:cNvSpPr/>
              <p:nvPr/>
            </p:nvSpPr>
            <p:spPr bwMode="auto">
              <a:xfrm>
                <a:off x="11562475" y="4230300"/>
                <a:ext cx="8998" cy="10498"/>
              </a:xfrm>
              <a:custGeom>
                <a:avLst/>
                <a:gdLst/>
                <a:ahLst/>
                <a:cxnLst>
                  <a:cxn ang="0">
                    <a:pos x="7" y="6"/>
                  </a:cxn>
                  <a:cxn ang="0">
                    <a:pos x="7" y="9"/>
                  </a:cxn>
                  <a:cxn ang="0">
                    <a:pos x="0" y="0"/>
                  </a:cxn>
                  <a:cxn ang="0">
                    <a:pos x="7" y="6"/>
                  </a:cxn>
                </a:cxnLst>
                <a:rect l="0" t="0" r="r" b="b"/>
                <a:pathLst>
                  <a:path w="7" h="9">
                    <a:moveTo>
                      <a:pt x="7" y="6"/>
                    </a:moveTo>
                    <a:cubicBezTo>
                      <a:pt x="7" y="7"/>
                      <a:pt x="7" y="8"/>
                      <a:pt x="7" y="9"/>
                    </a:cubicBezTo>
                    <a:cubicBezTo>
                      <a:pt x="3" y="9"/>
                      <a:pt x="0" y="2"/>
                      <a:pt x="0" y="0"/>
                    </a:cubicBezTo>
                    <a:cubicBezTo>
                      <a:pt x="4" y="2"/>
                      <a:pt x="7" y="3"/>
                      <a:pt x="7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7" name="íṣḷiḋè"/>
              <p:cNvSpPr/>
              <p:nvPr/>
            </p:nvSpPr>
            <p:spPr bwMode="auto">
              <a:xfrm>
                <a:off x="11538480" y="4221301"/>
                <a:ext cx="19497" cy="8998"/>
              </a:xfrm>
              <a:custGeom>
                <a:avLst/>
                <a:gdLst/>
                <a:ahLst/>
                <a:cxnLst>
                  <a:cxn ang="0">
                    <a:pos x="15" y="6"/>
                  </a:cxn>
                  <a:cxn ang="0">
                    <a:pos x="12" y="7"/>
                  </a:cxn>
                  <a:cxn ang="0">
                    <a:pos x="0" y="0"/>
                  </a:cxn>
                  <a:cxn ang="0">
                    <a:pos x="15" y="6"/>
                  </a:cxn>
                </a:cxnLst>
                <a:rect l="0" t="0" r="r" b="b"/>
                <a:pathLst>
                  <a:path w="15" h="7">
                    <a:moveTo>
                      <a:pt x="15" y="6"/>
                    </a:moveTo>
                    <a:cubicBezTo>
                      <a:pt x="14" y="6"/>
                      <a:pt x="13" y="7"/>
                      <a:pt x="12" y="7"/>
                    </a:cubicBezTo>
                    <a:cubicBezTo>
                      <a:pt x="7" y="7"/>
                      <a:pt x="0" y="5"/>
                      <a:pt x="0" y="0"/>
                    </a:cubicBezTo>
                    <a:cubicBezTo>
                      <a:pt x="7" y="0"/>
                      <a:pt x="11" y="1"/>
                      <a:pt x="15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8" name="íSľíḑê"/>
              <p:cNvSpPr/>
              <p:nvPr/>
            </p:nvSpPr>
            <p:spPr bwMode="auto">
              <a:xfrm>
                <a:off x="11541479" y="4198805"/>
                <a:ext cx="16497" cy="17996"/>
              </a:xfrm>
              <a:custGeom>
                <a:avLst/>
                <a:gdLst/>
                <a:ahLst/>
                <a:cxnLst>
                  <a:cxn ang="0">
                    <a:pos x="13" y="14"/>
                  </a:cxn>
                  <a:cxn ang="0">
                    <a:pos x="0" y="0"/>
                  </a:cxn>
                  <a:cxn ang="0">
                    <a:pos x="13" y="14"/>
                  </a:cxn>
                </a:cxnLst>
                <a:rect l="0" t="0" r="r" b="b"/>
                <a:pathLst>
                  <a:path w="13" h="14">
                    <a:moveTo>
                      <a:pt x="13" y="14"/>
                    </a:moveTo>
                    <a:cubicBezTo>
                      <a:pt x="9" y="14"/>
                      <a:pt x="1" y="3"/>
                      <a:pt x="0" y="0"/>
                    </a:cubicBezTo>
                    <a:cubicBezTo>
                      <a:pt x="6" y="3"/>
                      <a:pt x="11" y="7"/>
                      <a:pt x="13" y="1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29" name="íṧḷïḋê"/>
              <p:cNvSpPr/>
              <p:nvPr/>
            </p:nvSpPr>
            <p:spPr bwMode="auto">
              <a:xfrm>
                <a:off x="11506986" y="4185308"/>
                <a:ext cx="22496" cy="13498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17" y="9"/>
                  </a:cxn>
                  <a:cxn ang="0">
                    <a:pos x="14" y="10"/>
                  </a:cxn>
                  <a:cxn ang="0">
                    <a:pos x="0" y="1"/>
                  </a:cxn>
                  <a:cxn ang="0">
                    <a:pos x="1" y="1"/>
                  </a:cxn>
                  <a:cxn ang="0">
                    <a:pos x="2" y="0"/>
                  </a:cxn>
                </a:cxnLst>
                <a:rect l="0" t="0" r="r" b="b"/>
                <a:pathLst>
                  <a:path w="17" h="10">
                    <a:moveTo>
                      <a:pt x="2" y="0"/>
                    </a:moveTo>
                    <a:cubicBezTo>
                      <a:pt x="6" y="2"/>
                      <a:pt x="15" y="5"/>
                      <a:pt x="17" y="9"/>
                    </a:cubicBezTo>
                    <a:cubicBezTo>
                      <a:pt x="17" y="9"/>
                      <a:pt x="15" y="10"/>
                      <a:pt x="14" y="10"/>
                    </a:cubicBezTo>
                    <a:cubicBezTo>
                      <a:pt x="10" y="10"/>
                      <a:pt x="0" y="6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0" name="îŝḷïḍe"/>
              <p:cNvSpPr/>
              <p:nvPr/>
            </p:nvSpPr>
            <p:spPr bwMode="auto">
              <a:xfrm>
                <a:off x="11482991" y="4171811"/>
                <a:ext cx="13498" cy="749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1" y="6"/>
                  </a:cxn>
                  <a:cxn ang="0">
                    <a:pos x="7" y="6"/>
                  </a:cxn>
                  <a:cxn ang="0">
                    <a:pos x="0" y="2"/>
                  </a:cxn>
                  <a:cxn ang="0">
                    <a:pos x="3" y="1"/>
                  </a:cxn>
                  <a:cxn ang="0">
                    <a:pos x="0" y="0"/>
                  </a:cxn>
                </a:cxnLst>
                <a:rect l="0" t="0" r="r" b="b"/>
                <a:pathLst>
                  <a:path w="11" h="6">
                    <a:moveTo>
                      <a:pt x="0" y="0"/>
                    </a:moveTo>
                    <a:cubicBezTo>
                      <a:pt x="5" y="3"/>
                      <a:pt x="8" y="2"/>
                      <a:pt x="11" y="6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" y="2"/>
                      <a:pt x="3" y="2"/>
                      <a:pt x="3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1" name="íṡlïdê"/>
              <p:cNvSpPr/>
              <p:nvPr/>
            </p:nvSpPr>
            <p:spPr bwMode="auto">
              <a:xfrm>
                <a:off x="11292527" y="4747697"/>
                <a:ext cx="59989" cy="61488"/>
              </a:xfrm>
              <a:custGeom>
                <a:avLst/>
                <a:gdLst/>
                <a:ahLst/>
                <a:cxnLst>
                  <a:cxn ang="0">
                    <a:pos x="24" y="7"/>
                  </a:cxn>
                  <a:cxn ang="0">
                    <a:pos x="43" y="3"/>
                  </a:cxn>
                  <a:cxn ang="0">
                    <a:pos x="48" y="16"/>
                  </a:cxn>
                  <a:cxn ang="0">
                    <a:pos x="27" y="49"/>
                  </a:cxn>
                  <a:cxn ang="0">
                    <a:pos x="0" y="7"/>
                  </a:cxn>
                  <a:cxn ang="0">
                    <a:pos x="24" y="7"/>
                  </a:cxn>
                </a:cxnLst>
                <a:rect l="0" t="0" r="r" b="b"/>
                <a:pathLst>
                  <a:path w="48" h="49">
                    <a:moveTo>
                      <a:pt x="24" y="7"/>
                    </a:moveTo>
                    <a:cubicBezTo>
                      <a:pt x="30" y="7"/>
                      <a:pt x="37" y="5"/>
                      <a:pt x="43" y="3"/>
                    </a:cubicBezTo>
                    <a:cubicBezTo>
                      <a:pt x="45" y="8"/>
                      <a:pt x="48" y="11"/>
                      <a:pt x="48" y="16"/>
                    </a:cubicBezTo>
                    <a:cubicBezTo>
                      <a:pt x="48" y="26"/>
                      <a:pt x="36" y="49"/>
                      <a:pt x="27" y="49"/>
                    </a:cubicBezTo>
                    <a:cubicBezTo>
                      <a:pt x="14" y="49"/>
                      <a:pt x="0" y="16"/>
                      <a:pt x="0" y="7"/>
                    </a:cubicBezTo>
                    <a:cubicBezTo>
                      <a:pt x="0" y="0"/>
                      <a:pt x="24" y="7"/>
                      <a:pt x="24" y="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2" name="ïṣḷïdê"/>
              <p:cNvSpPr/>
              <p:nvPr/>
            </p:nvSpPr>
            <p:spPr bwMode="auto">
              <a:xfrm>
                <a:off x="10796122" y="4240797"/>
                <a:ext cx="638878" cy="481406"/>
              </a:xfrm>
              <a:custGeom>
                <a:avLst/>
                <a:gdLst/>
                <a:ahLst/>
                <a:cxnLst>
                  <a:cxn ang="0">
                    <a:pos x="508" y="232"/>
                  </a:cxn>
                  <a:cxn ang="0">
                    <a:pos x="501" y="272"/>
                  </a:cxn>
                  <a:cxn ang="0">
                    <a:pos x="478" y="312"/>
                  </a:cxn>
                  <a:cxn ang="0">
                    <a:pos x="465" y="351"/>
                  </a:cxn>
                  <a:cxn ang="0">
                    <a:pos x="398" y="370"/>
                  </a:cxn>
                  <a:cxn ang="0">
                    <a:pos x="335" y="350"/>
                  </a:cxn>
                  <a:cxn ang="0">
                    <a:pos x="329" y="330"/>
                  </a:cxn>
                  <a:cxn ang="0">
                    <a:pos x="314" y="333"/>
                  </a:cxn>
                  <a:cxn ang="0">
                    <a:pos x="313" y="315"/>
                  </a:cxn>
                  <a:cxn ang="0">
                    <a:pos x="301" y="329"/>
                  </a:cxn>
                  <a:cxn ang="0">
                    <a:pos x="310" y="292"/>
                  </a:cxn>
                  <a:cxn ang="0">
                    <a:pos x="278" y="315"/>
                  </a:cxn>
                  <a:cxn ang="0">
                    <a:pos x="214" y="276"/>
                  </a:cxn>
                  <a:cxn ang="0">
                    <a:pos x="131" y="308"/>
                  </a:cxn>
                  <a:cxn ang="0">
                    <a:pos x="93" y="311"/>
                  </a:cxn>
                  <a:cxn ang="0">
                    <a:pos x="22" y="310"/>
                  </a:cxn>
                  <a:cxn ang="0">
                    <a:pos x="23" y="262"/>
                  </a:cxn>
                  <a:cxn ang="0">
                    <a:pos x="2" y="204"/>
                  </a:cxn>
                  <a:cxn ang="0">
                    <a:pos x="9" y="204"/>
                  </a:cxn>
                  <a:cxn ang="0">
                    <a:pos x="3" y="176"/>
                  </a:cxn>
                  <a:cxn ang="0">
                    <a:pos x="8" y="145"/>
                  </a:cxn>
                  <a:cxn ang="0">
                    <a:pos x="32" y="132"/>
                  </a:cxn>
                  <a:cxn ang="0">
                    <a:pos x="114" y="95"/>
                  </a:cxn>
                  <a:cxn ang="0">
                    <a:pos x="119" y="76"/>
                  </a:cxn>
                  <a:cxn ang="0">
                    <a:pos x="131" y="71"/>
                  </a:cxn>
                  <a:cxn ang="0">
                    <a:pos x="150" y="50"/>
                  </a:cxn>
                  <a:cxn ang="0">
                    <a:pos x="187" y="58"/>
                  </a:cxn>
                  <a:cxn ang="0">
                    <a:pos x="203" y="56"/>
                  </a:cxn>
                  <a:cxn ang="0">
                    <a:pos x="211" y="30"/>
                  </a:cxn>
                  <a:cxn ang="0">
                    <a:pos x="244" y="17"/>
                  </a:cxn>
                  <a:cxn ang="0">
                    <a:pos x="276" y="19"/>
                  </a:cxn>
                  <a:cxn ang="0">
                    <a:pos x="297" y="23"/>
                  </a:cxn>
                  <a:cxn ang="0">
                    <a:pos x="281" y="54"/>
                  </a:cxn>
                  <a:cxn ang="0">
                    <a:pos x="295" y="68"/>
                  </a:cxn>
                  <a:cxn ang="0">
                    <a:pos x="341" y="90"/>
                  </a:cxn>
                  <a:cxn ang="0">
                    <a:pos x="359" y="15"/>
                  </a:cxn>
                  <a:cxn ang="0">
                    <a:pos x="381" y="28"/>
                  </a:cxn>
                  <a:cxn ang="0">
                    <a:pos x="400" y="50"/>
                  </a:cxn>
                  <a:cxn ang="0">
                    <a:pos x="419" y="104"/>
                  </a:cxn>
                  <a:cxn ang="0">
                    <a:pos x="457" y="146"/>
                  </a:cxn>
                  <a:cxn ang="0">
                    <a:pos x="497" y="185"/>
                  </a:cxn>
                </a:cxnLst>
                <a:rect l="0" t="0" r="r" b="b"/>
                <a:pathLst>
                  <a:path w="508" h="383">
                    <a:moveTo>
                      <a:pt x="496" y="186"/>
                    </a:moveTo>
                    <a:cubicBezTo>
                      <a:pt x="503" y="195"/>
                      <a:pt x="508" y="219"/>
                      <a:pt x="508" y="232"/>
                    </a:cubicBezTo>
                    <a:cubicBezTo>
                      <a:pt x="508" y="242"/>
                      <a:pt x="505" y="256"/>
                      <a:pt x="501" y="260"/>
                    </a:cubicBezTo>
                    <a:cubicBezTo>
                      <a:pt x="501" y="272"/>
                      <a:pt x="501" y="272"/>
                      <a:pt x="501" y="272"/>
                    </a:cubicBezTo>
                    <a:cubicBezTo>
                      <a:pt x="499" y="276"/>
                      <a:pt x="500" y="277"/>
                      <a:pt x="498" y="281"/>
                    </a:cubicBezTo>
                    <a:cubicBezTo>
                      <a:pt x="490" y="293"/>
                      <a:pt x="482" y="298"/>
                      <a:pt x="478" y="312"/>
                    </a:cubicBezTo>
                    <a:cubicBezTo>
                      <a:pt x="474" y="322"/>
                      <a:pt x="465" y="336"/>
                      <a:pt x="465" y="352"/>
                    </a:cubicBezTo>
                    <a:cubicBezTo>
                      <a:pt x="465" y="351"/>
                      <a:pt x="465" y="351"/>
                      <a:pt x="465" y="351"/>
                    </a:cubicBezTo>
                    <a:cubicBezTo>
                      <a:pt x="460" y="371"/>
                      <a:pt x="424" y="362"/>
                      <a:pt x="420" y="383"/>
                    </a:cubicBezTo>
                    <a:cubicBezTo>
                      <a:pt x="417" y="382"/>
                      <a:pt x="399" y="372"/>
                      <a:pt x="398" y="370"/>
                    </a:cubicBezTo>
                    <a:cubicBezTo>
                      <a:pt x="388" y="371"/>
                      <a:pt x="392" y="379"/>
                      <a:pt x="381" y="379"/>
                    </a:cubicBezTo>
                    <a:cubicBezTo>
                      <a:pt x="363" y="379"/>
                      <a:pt x="335" y="368"/>
                      <a:pt x="335" y="350"/>
                    </a:cubicBezTo>
                    <a:cubicBezTo>
                      <a:pt x="335" y="343"/>
                      <a:pt x="329" y="338"/>
                      <a:pt x="329" y="332"/>
                    </a:cubicBezTo>
                    <a:cubicBezTo>
                      <a:pt x="329" y="332"/>
                      <a:pt x="329" y="330"/>
                      <a:pt x="329" y="330"/>
                    </a:cubicBezTo>
                    <a:cubicBezTo>
                      <a:pt x="325" y="332"/>
                      <a:pt x="323" y="332"/>
                      <a:pt x="320" y="333"/>
                    </a:cubicBezTo>
                    <a:cubicBezTo>
                      <a:pt x="314" y="333"/>
                      <a:pt x="314" y="333"/>
                      <a:pt x="314" y="333"/>
                    </a:cubicBezTo>
                    <a:cubicBezTo>
                      <a:pt x="316" y="330"/>
                      <a:pt x="318" y="328"/>
                      <a:pt x="318" y="323"/>
                    </a:cubicBezTo>
                    <a:cubicBezTo>
                      <a:pt x="318" y="318"/>
                      <a:pt x="315" y="316"/>
                      <a:pt x="313" y="315"/>
                    </a:cubicBezTo>
                    <a:cubicBezTo>
                      <a:pt x="313" y="316"/>
                      <a:pt x="312" y="318"/>
                      <a:pt x="312" y="319"/>
                    </a:cubicBezTo>
                    <a:cubicBezTo>
                      <a:pt x="308" y="321"/>
                      <a:pt x="308" y="329"/>
                      <a:pt x="301" y="329"/>
                    </a:cubicBezTo>
                    <a:cubicBezTo>
                      <a:pt x="299" y="329"/>
                      <a:pt x="297" y="326"/>
                      <a:pt x="297" y="324"/>
                    </a:cubicBezTo>
                    <a:cubicBezTo>
                      <a:pt x="308" y="322"/>
                      <a:pt x="310" y="299"/>
                      <a:pt x="310" y="292"/>
                    </a:cubicBezTo>
                    <a:cubicBezTo>
                      <a:pt x="302" y="300"/>
                      <a:pt x="291" y="323"/>
                      <a:pt x="281" y="323"/>
                    </a:cubicBezTo>
                    <a:cubicBezTo>
                      <a:pt x="276" y="323"/>
                      <a:pt x="278" y="315"/>
                      <a:pt x="278" y="315"/>
                    </a:cubicBezTo>
                    <a:cubicBezTo>
                      <a:pt x="275" y="315"/>
                      <a:pt x="265" y="294"/>
                      <a:pt x="262" y="289"/>
                    </a:cubicBezTo>
                    <a:cubicBezTo>
                      <a:pt x="254" y="280"/>
                      <a:pt x="228" y="276"/>
                      <a:pt x="214" y="276"/>
                    </a:cubicBezTo>
                    <a:cubicBezTo>
                      <a:pt x="198" y="276"/>
                      <a:pt x="195" y="283"/>
                      <a:pt x="185" y="286"/>
                    </a:cubicBezTo>
                    <a:cubicBezTo>
                      <a:pt x="163" y="293"/>
                      <a:pt x="135" y="285"/>
                      <a:pt x="131" y="308"/>
                    </a:cubicBezTo>
                    <a:cubicBezTo>
                      <a:pt x="122" y="309"/>
                      <a:pt x="115" y="311"/>
                      <a:pt x="105" y="311"/>
                    </a:cubicBezTo>
                    <a:cubicBezTo>
                      <a:pt x="98" y="307"/>
                      <a:pt x="98" y="311"/>
                      <a:pt x="93" y="311"/>
                    </a:cubicBezTo>
                    <a:cubicBezTo>
                      <a:pt x="77" y="311"/>
                      <a:pt x="71" y="326"/>
                      <a:pt x="51" y="326"/>
                    </a:cubicBezTo>
                    <a:cubicBezTo>
                      <a:pt x="43" y="326"/>
                      <a:pt x="22" y="316"/>
                      <a:pt x="22" y="310"/>
                    </a:cubicBezTo>
                    <a:cubicBezTo>
                      <a:pt x="22" y="303"/>
                      <a:pt x="32" y="300"/>
                      <a:pt x="32" y="290"/>
                    </a:cubicBezTo>
                    <a:cubicBezTo>
                      <a:pt x="32" y="277"/>
                      <a:pt x="26" y="270"/>
                      <a:pt x="23" y="262"/>
                    </a:cubicBezTo>
                    <a:cubicBezTo>
                      <a:pt x="18" y="243"/>
                      <a:pt x="17" y="237"/>
                      <a:pt x="11" y="220"/>
                    </a:cubicBezTo>
                    <a:cubicBezTo>
                      <a:pt x="9" y="213"/>
                      <a:pt x="0" y="211"/>
                      <a:pt x="2" y="204"/>
                    </a:cubicBezTo>
                    <a:cubicBezTo>
                      <a:pt x="3" y="202"/>
                      <a:pt x="3" y="201"/>
                      <a:pt x="5" y="198"/>
                    </a:cubicBezTo>
                    <a:cubicBezTo>
                      <a:pt x="6" y="201"/>
                      <a:pt x="7" y="203"/>
                      <a:pt x="9" y="204"/>
                    </a:cubicBezTo>
                    <a:cubicBezTo>
                      <a:pt x="10" y="202"/>
                      <a:pt x="9" y="201"/>
                      <a:pt x="9" y="198"/>
                    </a:cubicBezTo>
                    <a:cubicBezTo>
                      <a:pt x="9" y="192"/>
                      <a:pt x="3" y="187"/>
                      <a:pt x="3" y="176"/>
                    </a:cubicBezTo>
                    <a:cubicBezTo>
                      <a:pt x="3" y="162"/>
                      <a:pt x="3" y="161"/>
                      <a:pt x="3" y="150"/>
                    </a:cubicBezTo>
                    <a:cubicBezTo>
                      <a:pt x="3" y="146"/>
                      <a:pt x="7" y="146"/>
                      <a:pt x="8" y="145"/>
                    </a:cubicBezTo>
                    <a:cubicBezTo>
                      <a:pt x="9" y="146"/>
                      <a:pt x="9" y="148"/>
                      <a:pt x="9" y="149"/>
                    </a:cubicBezTo>
                    <a:cubicBezTo>
                      <a:pt x="17" y="148"/>
                      <a:pt x="27" y="137"/>
                      <a:pt x="32" y="132"/>
                    </a:cubicBezTo>
                    <a:cubicBezTo>
                      <a:pt x="37" y="127"/>
                      <a:pt x="53" y="126"/>
                      <a:pt x="62" y="125"/>
                    </a:cubicBezTo>
                    <a:cubicBezTo>
                      <a:pt x="78" y="122"/>
                      <a:pt x="114" y="110"/>
                      <a:pt x="114" y="95"/>
                    </a:cubicBezTo>
                    <a:cubicBezTo>
                      <a:pt x="114" y="92"/>
                      <a:pt x="114" y="90"/>
                      <a:pt x="114" y="87"/>
                    </a:cubicBezTo>
                    <a:cubicBezTo>
                      <a:pt x="114" y="83"/>
                      <a:pt x="115" y="79"/>
                      <a:pt x="119" y="76"/>
                    </a:cubicBezTo>
                    <a:cubicBezTo>
                      <a:pt x="122" y="80"/>
                      <a:pt x="124" y="82"/>
                      <a:pt x="126" y="85"/>
                    </a:cubicBezTo>
                    <a:cubicBezTo>
                      <a:pt x="131" y="82"/>
                      <a:pt x="129" y="75"/>
                      <a:pt x="131" y="71"/>
                    </a:cubicBezTo>
                    <a:cubicBezTo>
                      <a:pt x="134" y="72"/>
                      <a:pt x="137" y="74"/>
                      <a:pt x="140" y="74"/>
                    </a:cubicBezTo>
                    <a:cubicBezTo>
                      <a:pt x="140" y="62"/>
                      <a:pt x="149" y="60"/>
                      <a:pt x="150" y="50"/>
                    </a:cubicBezTo>
                    <a:cubicBezTo>
                      <a:pt x="162" y="50"/>
                      <a:pt x="164" y="41"/>
                      <a:pt x="173" y="41"/>
                    </a:cubicBezTo>
                    <a:cubicBezTo>
                      <a:pt x="181" y="41"/>
                      <a:pt x="186" y="50"/>
                      <a:pt x="187" y="58"/>
                    </a:cubicBezTo>
                    <a:cubicBezTo>
                      <a:pt x="189" y="55"/>
                      <a:pt x="192" y="53"/>
                      <a:pt x="196" y="53"/>
                    </a:cubicBezTo>
                    <a:cubicBezTo>
                      <a:pt x="198" y="53"/>
                      <a:pt x="202" y="56"/>
                      <a:pt x="203" y="56"/>
                    </a:cubicBezTo>
                    <a:cubicBezTo>
                      <a:pt x="205" y="52"/>
                      <a:pt x="204" y="49"/>
                      <a:pt x="204" y="45"/>
                    </a:cubicBezTo>
                    <a:cubicBezTo>
                      <a:pt x="204" y="39"/>
                      <a:pt x="211" y="36"/>
                      <a:pt x="211" y="30"/>
                    </a:cubicBezTo>
                    <a:cubicBezTo>
                      <a:pt x="211" y="24"/>
                      <a:pt x="228" y="20"/>
                      <a:pt x="236" y="20"/>
                    </a:cubicBezTo>
                    <a:cubicBezTo>
                      <a:pt x="239" y="20"/>
                      <a:pt x="243" y="17"/>
                      <a:pt x="244" y="17"/>
                    </a:cubicBezTo>
                    <a:cubicBezTo>
                      <a:pt x="241" y="13"/>
                      <a:pt x="237" y="11"/>
                      <a:pt x="236" y="7"/>
                    </a:cubicBezTo>
                    <a:cubicBezTo>
                      <a:pt x="251" y="13"/>
                      <a:pt x="260" y="19"/>
                      <a:pt x="276" y="19"/>
                    </a:cubicBezTo>
                    <a:cubicBezTo>
                      <a:pt x="281" y="19"/>
                      <a:pt x="283" y="15"/>
                      <a:pt x="288" y="15"/>
                    </a:cubicBezTo>
                    <a:cubicBezTo>
                      <a:pt x="291" y="15"/>
                      <a:pt x="297" y="20"/>
                      <a:pt x="297" y="23"/>
                    </a:cubicBezTo>
                    <a:cubicBezTo>
                      <a:pt x="297" y="29"/>
                      <a:pt x="290" y="30"/>
                      <a:pt x="287" y="32"/>
                    </a:cubicBezTo>
                    <a:cubicBezTo>
                      <a:pt x="281" y="54"/>
                      <a:pt x="281" y="54"/>
                      <a:pt x="281" y="54"/>
                    </a:cubicBezTo>
                    <a:cubicBezTo>
                      <a:pt x="281" y="58"/>
                      <a:pt x="288" y="57"/>
                      <a:pt x="290" y="59"/>
                    </a:cubicBezTo>
                    <a:cubicBezTo>
                      <a:pt x="293" y="60"/>
                      <a:pt x="293" y="67"/>
                      <a:pt x="295" y="68"/>
                    </a:cubicBezTo>
                    <a:cubicBezTo>
                      <a:pt x="306" y="72"/>
                      <a:pt x="313" y="74"/>
                      <a:pt x="324" y="79"/>
                    </a:cubicBezTo>
                    <a:cubicBezTo>
                      <a:pt x="330" y="81"/>
                      <a:pt x="333" y="90"/>
                      <a:pt x="341" y="90"/>
                    </a:cubicBezTo>
                    <a:cubicBezTo>
                      <a:pt x="355" y="90"/>
                      <a:pt x="357" y="64"/>
                      <a:pt x="359" y="54"/>
                    </a:cubicBezTo>
                    <a:cubicBezTo>
                      <a:pt x="359" y="15"/>
                      <a:pt x="359" y="15"/>
                      <a:pt x="359" y="15"/>
                    </a:cubicBezTo>
                    <a:cubicBezTo>
                      <a:pt x="366" y="9"/>
                      <a:pt x="364" y="4"/>
                      <a:pt x="372" y="0"/>
                    </a:cubicBezTo>
                    <a:cubicBezTo>
                      <a:pt x="373" y="11"/>
                      <a:pt x="379" y="19"/>
                      <a:pt x="381" y="28"/>
                    </a:cubicBezTo>
                    <a:cubicBezTo>
                      <a:pt x="383" y="34"/>
                      <a:pt x="381" y="42"/>
                      <a:pt x="386" y="45"/>
                    </a:cubicBezTo>
                    <a:cubicBezTo>
                      <a:pt x="390" y="47"/>
                      <a:pt x="399" y="49"/>
                      <a:pt x="400" y="50"/>
                    </a:cubicBezTo>
                    <a:cubicBezTo>
                      <a:pt x="406" y="54"/>
                      <a:pt x="406" y="68"/>
                      <a:pt x="408" y="75"/>
                    </a:cubicBezTo>
                    <a:cubicBezTo>
                      <a:pt x="412" y="87"/>
                      <a:pt x="415" y="93"/>
                      <a:pt x="419" y="104"/>
                    </a:cubicBezTo>
                    <a:cubicBezTo>
                      <a:pt x="422" y="114"/>
                      <a:pt x="441" y="118"/>
                      <a:pt x="449" y="126"/>
                    </a:cubicBezTo>
                    <a:cubicBezTo>
                      <a:pt x="454" y="131"/>
                      <a:pt x="455" y="139"/>
                      <a:pt x="457" y="146"/>
                    </a:cubicBezTo>
                    <a:cubicBezTo>
                      <a:pt x="459" y="151"/>
                      <a:pt x="466" y="151"/>
                      <a:pt x="471" y="151"/>
                    </a:cubicBezTo>
                    <a:cubicBezTo>
                      <a:pt x="471" y="169"/>
                      <a:pt x="488" y="176"/>
                      <a:pt x="497" y="185"/>
                    </a:cubicBezTo>
                    <a:lnTo>
                      <a:pt x="496" y="186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3" name="ïś1ïḍê"/>
              <p:cNvSpPr/>
              <p:nvPr/>
            </p:nvSpPr>
            <p:spPr bwMode="auto">
              <a:xfrm>
                <a:off x="11521983" y="4752197"/>
                <a:ext cx="119977" cy="118477"/>
              </a:xfrm>
              <a:custGeom>
                <a:avLst/>
                <a:gdLst/>
                <a:ahLst/>
                <a:cxnLst>
                  <a:cxn ang="0">
                    <a:pos x="58" y="26"/>
                  </a:cxn>
                  <a:cxn ang="0">
                    <a:pos x="59" y="22"/>
                  </a:cxn>
                  <a:cxn ang="0">
                    <a:pos x="67" y="17"/>
                  </a:cxn>
                  <a:cxn ang="0">
                    <a:pos x="67" y="14"/>
                  </a:cxn>
                  <a:cxn ang="0">
                    <a:pos x="78" y="0"/>
                  </a:cxn>
                  <a:cxn ang="0">
                    <a:pos x="81" y="4"/>
                  </a:cxn>
                  <a:cxn ang="0">
                    <a:pos x="83" y="10"/>
                  </a:cxn>
                  <a:cxn ang="0">
                    <a:pos x="90" y="6"/>
                  </a:cxn>
                  <a:cxn ang="0">
                    <a:pos x="94" y="8"/>
                  </a:cxn>
                  <a:cxn ang="0">
                    <a:pos x="96" y="15"/>
                  </a:cxn>
                  <a:cxn ang="0">
                    <a:pos x="79" y="37"/>
                  </a:cxn>
                  <a:cxn ang="0">
                    <a:pos x="79" y="50"/>
                  </a:cxn>
                  <a:cxn ang="0">
                    <a:pos x="63" y="53"/>
                  </a:cxn>
                  <a:cxn ang="0">
                    <a:pos x="49" y="84"/>
                  </a:cxn>
                  <a:cxn ang="0">
                    <a:pos x="32" y="94"/>
                  </a:cxn>
                  <a:cxn ang="0">
                    <a:pos x="23" y="92"/>
                  </a:cxn>
                  <a:cxn ang="0">
                    <a:pos x="3" y="83"/>
                  </a:cxn>
                  <a:cxn ang="0">
                    <a:pos x="0" y="81"/>
                  </a:cxn>
                  <a:cxn ang="0">
                    <a:pos x="18" y="57"/>
                  </a:cxn>
                  <a:cxn ang="0">
                    <a:pos x="25" y="51"/>
                  </a:cxn>
                  <a:cxn ang="0">
                    <a:pos x="50" y="37"/>
                  </a:cxn>
                  <a:cxn ang="0">
                    <a:pos x="58" y="26"/>
                  </a:cxn>
                </a:cxnLst>
                <a:rect l="0" t="0" r="r" b="b"/>
                <a:pathLst>
                  <a:path w="96" h="94">
                    <a:moveTo>
                      <a:pt x="58" y="26"/>
                    </a:moveTo>
                    <a:cubicBezTo>
                      <a:pt x="58" y="26"/>
                      <a:pt x="58" y="23"/>
                      <a:pt x="59" y="22"/>
                    </a:cubicBezTo>
                    <a:cubicBezTo>
                      <a:pt x="60" y="18"/>
                      <a:pt x="63" y="17"/>
                      <a:pt x="67" y="17"/>
                    </a:cubicBezTo>
                    <a:cubicBezTo>
                      <a:pt x="67" y="16"/>
                      <a:pt x="67" y="15"/>
                      <a:pt x="67" y="14"/>
                    </a:cubicBezTo>
                    <a:cubicBezTo>
                      <a:pt x="67" y="8"/>
                      <a:pt x="74" y="2"/>
                      <a:pt x="78" y="0"/>
                    </a:cubicBezTo>
                    <a:cubicBezTo>
                      <a:pt x="78" y="3"/>
                      <a:pt x="79" y="4"/>
                      <a:pt x="81" y="4"/>
                    </a:cubicBezTo>
                    <a:cubicBezTo>
                      <a:pt x="81" y="7"/>
                      <a:pt x="80" y="10"/>
                      <a:pt x="83" y="10"/>
                    </a:cubicBezTo>
                    <a:cubicBezTo>
                      <a:pt x="86" y="10"/>
                      <a:pt x="88" y="7"/>
                      <a:pt x="90" y="6"/>
                    </a:cubicBezTo>
                    <a:cubicBezTo>
                      <a:pt x="91" y="8"/>
                      <a:pt x="92" y="8"/>
                      <a:pt x="94" y="8"/>
                    </a:cubicBezTo>
                    <a:cubicBezTo>
                      <a:pt x="94" y="12"/>
                      <a:pt x="94" y="14"/>
                      <a:pt x="96" y="15"/>
                    </a:cubicBezTo>
                    <a:cubicBezTo>
                      <a:pt x="95" y="21"/>
                      <a:pt x="86" y="37"/>
                      <a:pt x="79" y="37"/>
                    </a:cubicBezTo>
                    <a:cubicBezTo>
                      <a:pt x="78" y="43"/>
                      <a:pt x="80" y="45"/>
                      <a:pt x="79" y="50"/>
                    </a:cubicBezTo>
                    <a:cubicBezTo>
                      <a:pt x="77" y="50"/>
                      <a:pt x="66" y="53"/>
                      <a:pt x="63" y="53"/>
                    </a:cubicBezTo>
                    <a:cubicBezTo>
                      <a:pt x="61" y="58"/>
                      <a:pt x="49" y="84"/>
                      <a:pt x="49" y="84"/>
                    </a:cubicBezTo>
                    <a:cubicBezTo>
                      <a:pt x="45" y="88"/>
                      <a:pt x="37" y="94"/>
                      <a:pt x="32" y="94"/>
                    </a:cubicBezTo>
                    <a:cubicBezTo>
                      <a:pt x="30" y="94"/>
                      <a:pt x="25" y="92"/>
                      <a:pt x="23" y="92"/>
                    </a:cubicBezTo>
                    <a:cubicBezTo>
                      <a:pt x="20" y="92"/>
                      <a:pt x="3" y="85"/>
                      <a:pt x="3" y="83"/>
                    </a:cubicBezTo>
                    <a:cubicBezTo>
                      <a:pt x="2" y="83"/>
                      <a:pt x="0" y="82"/>
                      <a:pt x="0" y="81"/>
                    </a:cubicBezTo>
                    <a:cubicBezTo>
                      <a:pt x="0" y="70"/>
                      <a:pt x="14" y="64"/>
                      <a:pt x="18" y="57"/>
                    </a:cubicBezTo>
                    <a:cubicBezTo>
                      <a:pt x="20" y="54"/>
                      <a:pt x="22" y="51"/>
                      <a:pt x="25" y="51"/>
                    </a:cubicBezTo>
                    <a:cubicBezTo>
                      <a:pt x="36" y="51"/>
                      <a:pt x="42" y="40"/>
                      <a:pt x="50" y="37"/>
                    </a:cubicBezTo>
                    <a:cubicBezTo>
                      <a:pt x="52" y="36"/>
                      <a:pt x="58" y="26"/>
                      <a:pt x="58" y="2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4" name="íšḻïḓe"/>
              <p:cNvSpPr/>
              <p:nvPr/>
            </p:nvSpPr>
            <p:spPr bwMode="auto">
              <a:xfrm>
                <a:off x="11620964" y="4636719"/>
                <a:ext cx="88484" cy="131974"/>
              </a:xfrm>
              <a:custGeom>
                <a:avLst/>
                <a:gdLst/>
                <a:ahLst/>
                <a:cxnLst>
                  <a:cxn ang="0">
                    <a:pos x="22" y="40"/>
                  </a:cxn>
                  <a:cxn ang="0">
                    <a:pos x="17" y="31"/>
                  </a:cxn>
                  <a:cxn ang="0">
                    <a:pos x="19" y="27"/>
                  </a:cxn>
                  <a:cxn ang="0">
                    <a:pos x="0" y="0"/>
                  </a:cxn>
                  <a:cxn ang="0">
                    <a:pos x="16" y="12"/>
                  </a:cxn>
                  <a:cxn ang="0">
                    <a:pos x="22" y="19"/>
                  </a:cxn>
                  <a:cxn ang="0">
                    <a:pos x="20" y="22"/>
                  </a:cxn>
                  <a:cxn ang="0">
                    <a:pos x="27" y="37"/>
                  </a:cxn>
                  <a:cxn ang="0">
                    <a:pos x="30" y="37"/>
                  </a:cxn>
                  <a:cxn ang="0">
                    <a:pos x="34" y="32"/>
                  </a:cxn>
                  <a:cxn ang="0">
                    <a:pos x="37" y="32"/>
                  </a:cxn>
                  <a:cxn ang="0">
                    <a:pos x="53" y="50"/>
                  </a:cxn>
                  <a:cxn ang="0">
                    <a:pos x="68" y="46"/>
                  </a:cxn>
                  <a:cxn ang="0">
                    <a:pos x="71" y="48"/>
                  </a:cxn>
                  <a:cxn ang="0">
                    <a:pos x="63" y="71"/>
                  </a:cxn>
                  <a:cxn ang="0">
                    <a:pos x="61" y="68"/>
                  </a:cxn>
                  <a:cxn ang="0">
                    <a:pos x="60" y="70"/>
                  </a:cxn>
                  <a:cxn ang="0">
                    <a:pos x="51" y="75"/>
                  </a:cxn>
                  <a:cxn ang="0">
                    <a:pos x="52" y="80"/>
                  </a:cxn>
                  <a:cxn ang="0">
                    <a:pos x="46" y="89"/>
                  </a:cxn>
                  <a:cxn ang="0">
                    <a:pos x="30" y="104"/>
                  </a:cxn>
                  <a:cxn ang="0">
                    <a:pos x="23" y="98"/>
                  </a:cxn>
                  <a:cxn ang="0">
                    <a:pos x="29" y="86"/>
                  </a:cxn>
                  <a:cxn ang="0">
                    <a:pos x="12" y="72"/>
                  </a:cxn>
                  <a:cxn ang="0">
                    <a:pos x="19" y="65"/>
                  </a:cxn>
                  <a:cxn ang="0">
                    <a:pos x="24" y="48"/>
                  </a:cxn>
                  <a:cxn ang="0">
                    <a:pos x="22" y="38"/>
                  </a:cxn>
                  <a:cxn ang="0">
                    <a:pos x="22" y="38"/>
                  </a:cxn>
                  <a:cxn ang="0">
                    <a:pos x="22" y="40"/>
                  </a:cxn>
                </a:cxnLst>
                <a:rect l="0" t="0" r="r" b="b"/>
                <a:pathLst>
                  <a:path w="71" h="104">
                    <a:moveTo>
                      <a:pt x="22" y="40"/>
                    </a:moveTo>
                    <a:cubicBezTo>
                      <a:pt x="21" y="36"/>
                      <a:pt x="17" y="35"/>
                      <a:pt x="17" y="31"/>
                    </a:cubicBezTo>
                    <a:cubicBezTo>
                      <a:pt x="17" y="30"/>
                      <a:pt x="18" y="28"/>
                      <a:pt x="19" y="27"/>
                    </a:cubicBezTo>
                    <a:cubicBezTo>
                      <a:pt x="8" y="25"/>
                      <a:pt x="2" y="11"/>
                      <a:pt x="0" y="0"/>
                    </a:cubicBezTo>
                    <a:cubicBezTo>
                      <a:pt x="4" y="7"/>
                      <a:pt x="12" y="8"/>
                      <a:pt x="16" y="12"/>
                    </a:cubicBezTo>
                    <a:cubicBezTo>
                      <a:pt x="19" y="15"/>
                      <a:pt x="19" y="18"/>
                      <a:pt x="22" y="19"/>
                    </a:cubicBezTo>
                    <a:cubicBezTo>
                      <a:pt x="21" y="21"/>
                      <a:pt x="20" y="21"/>
                      <a:pt x="20" y="22"/>
                    </a:cubicBezTo>
                    <a:cubicBezTo>
                      <a:pt x="20" y="25"/>
                      <a:pt x="25" y="34"/>
                      <a:pt x="27" y="37"/>
                    </a:cubicBezTo>
                    <a:cubicBezTo>
                      <a:pt x="30" y="37"/>
                      <a:pt x="30" y="37"/>
                      <a:pt x="30" y="37"/>
                    </a:cubicBezTo>
                    <a:cubicBezTo>
                      <a:pt x="30" y="34"/>
                      <a:pt x="32" y="32"/>
                      <a:pt x="34" y="32"/>
                    </a:cubicBezTo>
                    <a:cubicBezTo>
                      <a:pt x="35" y="32"/>
                      <a:pt x="36" y="32"/>
                      <a:pt x="37" y="32"/>
                    </a:cubicBezTo>
                    <a:cubicBezTo>
                      <a:pt x="37" y="44"/>
                      <a:pt x="42" y="50"/>
                      <a:pt x="53" y="50"/>
                    </a:cubicBezTo>
                    <a:cubicBezTo>
                      <a:pt x="61" y="50"/>
                      <a:pt x="61" y="46"/>
                      <a:pt x="68" y="46"/>
                    </a:cubicBezTo>
                    <a:cubicBezTo>
                      <a:pt x="69" y="46"/>
                      <a:pt x="71" y="47"/>
                      <a:pt x="71" y="48"/>
                    </a:cubicBezTo>
                    <a:cubicBezTo>
                      <a:pt x="65" y="55"/>
                      <a:pt x="67" y="64"/>
                      <a:pt x="63" y="71"/>
                    </a:cubicBezTo>
                    <a:cubicBezTo>
                      <a:pt x="61" y="68"/>
                      <a:pt x="61" y="68"/>
                      <a:pt x="61" y="68"/>
                    </a:cubicBezTo>
                    <a:cubicBezTo>
                      <a:pt x="60" y="68"/>
                      <a:pt x="60" y="70"/>
                      <a:pt x="60" y="70"/>
                    </a:cubicBezTo>
                    <a:cubicBezTo>
                      <a:pt x="55" y="71"/>
                      <a:pt x="51" y="72"/>
                      <a:pt x="51" y="75"/>
                    </a:cubicBezTo>
                    <a:cubicBezTo>
                      <a:pt x="51" y="77"/>
                      <a:pt x="52" y="78"/>
                      <a:pt x="52" y="80"/>
                    </a:cubicBezTo>
                    <a:cubicBezTo>
                      <a:pt x="52" y="83"/>
                      <a:pt x="47" y="87"/>
                      <a:pt x="46" y="89"/>
                    </a:cubicBezTo>
                    <a:cubicBezTo>
                      <a:pt x="42" y="95"/>
                      <a:pt x="39" y="104"/>
                      <a:pt x="30" y="104"/>
                    </a:cubicBezTo>
                    <a:cubicBezTo>
                      <a:pt x="26" y="104"/>
                      <a:pt x="23" y="102"/>
                      <a:pt x="23" y="98"/>
                    </a:cubicBezTo>
                    <a:cubicBezTo>
                      <a:pt x="23" y="93"/>
                      <a:pt x="29" y="91"/>
                      <a:pt x="29" y="86"/>
                    </a:cubicBezTo>
                    <a:cubicBezTo>
                      <a:pt x="29" y="77"/>
                      <a:pt x="12" y="80"/>
                      <a:pt x="12" y="72"/>
                    </a:cubicBezTo>
                    <a:cubicBezTo>
                      <a:pt x="12" y="68"/>
                      <a:pt x="16" y="67"/>
                      <a:pt x="19" y="65"/>
                    </a:cubicBezTo>
                    <a:cubicBezTo>
                      <a:pt x="23" y="61"/>
                      <a:pt x="24" y="55"/>
                      <a:pt x="24" y="48"/>
                    </a:cubicBezTo>
                    <a:cubicBezTo>
                      <a:pt x="24" y="44"/>
                      <a:pt x="22" y="40"/>
                      <a:pt x="22" y="38"/>
                    </a:cubicBezTo>
                    <a:cubicBezTo>
                      <a:pt x="22" y="38"/>
                      <a:pt x="22" y="38"/>
                      <a:pt x="22" y="38"/>
                    </a:cubicBezTo>
                    <a:lnTo>
                      <a:pt x="22" y="4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5" name="iṥḷiḑè"/>
              <p:cNvSpPr/>
              <p:nvPr/>
            </p:nvSpPr>
            <p:spPr bwMode="auto">
              <a:xfrm>
                <a:off x="11345017" y="4737200"/>
                <a:ext cx="5999" cy="8998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4" y="7"/>
                  </a:cxn>
                  <a:cxn ang="0">
                    <a:pos x="0" y="0"/>
                  </a:cxn>
                  <a:cxn ang="0">
                    <a:pos x="5" y="0"/>
                  </a:cxn>
                </a:cxnLst>
                <a:rect l="0" t="0" r="r" b="b"/>
                <a:pathLst>
                  <a:path w="5" h="7">
                    <a:moveTo>
                      <a:pt x="5" y="0"/>
                    </a:moveTo>
                    <a:cubicBezTo>
                      <a:pt x="5" y="4"/>
                      <a:pt x="4" y="5"/>
                      <a:pt x="4" y="7"/>
                    </a:cubicBezTo>
                    <a:cubicBezTo>
                      <a:pt x="0" y="6"/>
                      <a:pt x="0" y="3"/>
                      <a:pt x="0" y="0"/>
                    </a:cubicBezTo>
                    <a:cubicBezTo>
                      <a:pt x="2" y="0"/>
                      <a:pt x="4" y="0"/>
                      <a:pt x="5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6" name="iṣlîďê"/>
              <p:cNvSpPr/>
              <p:nvPr/>
            </p:nvSpPr>
            <p:spPr bwMode="auto">
              <a:xfrm>
                <a:off x="11163551" y="4659215"/>
                <a:ext cx="20996" cy="10498"/>
              </a:xfrm>
              <a:custGeom>
                <a:avLst/>
                <a:gdLst/>
                <a:ahLst/>
                <a:cxnLst>
                  <a:cxn ang="0">
                    <a:pos x="16" y="4"/>
                  </a:cxn>
                  <a:cxn ang="0">
                    <a:pos x="0" y="4"/>
                  </a:cxn>
                  <a:cxn ang="0">
                    <a:pos x="16" y="4"/>
                  </a:cxn>
                </a:cxnLst>
                <a:rect l="0" t="0" r="r" b="b"/>
                <a:pathLst>
                  <a:path w="16" h="8">
                    <a:moveTo>
                      <a:pt x="16" y="4"/>
                    </a:moveTo>
                    <a:cubicBezTo>
                      <a:pt x="11" y="7"/>
                      <a:pt x="4" y="8"/>
                      <a:pt x="0" y="4"/>
                    </a:cubicBezTo>
                    <a:cubicBezTo>
                      <a:pt x="9" y="0"/>
                      <a:pt x="10" y="0"/>
                      <a:pt x="16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7" name="iṣ1íḑê"/>
              <p:cNvSpPr/>
              <p:nvPr/>
            </p:nvSpPr>
            <p:spPr bwMode="auto">
              <a:xfrm>
                <a:off x="11061571" y="4248296"/>
                <a:ext cx="20996" cy="8998"/>
              </a:xfrm>
              <a:custGeom>
                <a:avLst/>
                <a:gdLst/>
                <a:ahLst/>
                <a:cxnLst>
                  <a:cxn ang="0">
                    <a:pos x="17" y="1"/>
                  </a:cxn>
                  <a:cxn ang="0">
                    <a:pos x="17" y="7"/>
                  </a:cxn>
                  <a:cxn ang="0">
                    <a:pos x="13" y="7"/>
                  </a:cxn>
                  <a:cxn ang="0">
                    <a:pos x="0" y="3"/>
                  </a:cxn>
                  <a:cxn ang="0">
                    <a:pos x="17" y="1"/>
                  </a:cxn>
                </a:cxnLst>
                <a:rect l="0" t="0" r="r" b="b"/>
                <a:pathLst>
                  <a:path w="17" h="7">
                    <a:moveTo>
                      <a:pt x="17" y="1"/>
                    </a:moveTo>
                    <a:cubicBezTo>
                      <a:pt x="17" y="7"/>
                      <a:pt x="17" y="7"/>
                      <a:pt x="17" y="7"/>
                    </a:cubicBezTo>
                    <a:cubicBezTo>
                      <a:pt x="16" y="7"/>
                      <a:pt x="14" y="7"/>
                      <a:pt x="13" y="7"/>
                    </a:cubicBezTo>
                    <a:cubicBezTo>
                      <a:pt x="8" y="7"/>
                      <a:pt x="2" y="5"/>
                      <a:pt x="0" y="3"/>
                    </a:cubicBezTo>
                    <a:cubicBezTo>
                      <a:pt x="8" y="1"/>
                      <a:pt x="11" y="0"/>
                      <a:pt x="17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8" name="iṩḷïdê"/>
              <p:cNvSpPr/>
              <p:nvPr/>
            </p:nvSpPr>
            <p:spPr bwMode="auto">
              <a:xfrm>
                <a:off x="9419374" y="3361980"/>
                <a:ext cx="587887" cy="508402"/>
              </a:xfrm>
              <a:custGeom>
                <a:avLst/>
                <a:gdLst/>
                <a:ahLst/>
                <a:cxnLst>
                  <a:cxn ang="0">
                    <a:pos x="102" y="154"/>
                  </a:cxn>
                  <a:cxn ang="0">
                    <a:pos x="113" y="126"/>
                  </a:cxn>
                  <a:cxn ang="0">
                    <a:pos x="122" y="86"/>
                  </a:cxn>
                  <a:cxn ang="0">
                    <a:pos x="125" y="77"/>
                  </a:cxn>
                  <a:cxn ang="0">
                    <a:pos x="108" y="77"/>
                  </a:cxn>
                  <a:cxn ang="0">
                    <a:pos x="64" y="77"/>
                  </a:cxn>
                  <a:cxn ang="0">
                    <a:pos x="27" y="79"/>
                  </a:cxn>
                  <a:cxn ang="0">
                    <a:pos x="26" y="77"/>
                  </a:cxn>
                  <a:cxn ang="0">
                    <a:pos x="0" y="55"/>
                  </a:cxn>
                  <a:cxn ang="0">
                    <a:pos x="9" y="37"/>
                  </a:cxn>
                  <a:cxn ang="0">
                    <a:pos x="41" y="20"/>
                  </a:cxn>
                  <a:cxn ang="0">
                    <a:pos x="48" y="13"/>
                  </a:cxn>
                  <a:cxn ang="0">
                    <a:pos x="80" y="4"/>
                  </a:cxn>
                  <a:cxn ang="0">
                    <a:pos x="127" y="7"/>
                  </a:cxn>
                  <a:cxn ang="0">
                    <a:pos x="174" y="15"/>
                  </a:cxn>
                  <a:cxn ang="0">
                    <a:pos x="223" y="21"/>
                  </a:cxn>
                  <a:cxn ang="0">
                    <a:pos x="256" y="44"/>
                  </a:cxn>
                  <a:cxn ang="0">
                    <a:pos x="278" y="33"/>
                  </a:cxn>
                  <a:cxn ang="0">
                    <a:pos x="281" y="43"/>
                  </a:cxn>
                  <a:cxn ang="0">
                    <a:pos x="289" y="65"/>
                  </a:cxn>
                  <a:cxn ang="0">
                    <a:pos x="309" y="76"/>
                  </a:cxn>
                  <a:cxn ang="0">
                    <a:pos x="350" y="76"/>
                  </a:cxn>
                  <a:cxn ang="0">
                    <a:pos x="359" y="63"/>
                  </a:cxn>
                  <a:cxn ang="0">
                    <a:pos x="387" y="51"/>
                  </a:cxn>
                  <a:cxn ang="0">
                    <a:pos x="439" y="74"/>
                  </a:cxn>
                  <a:cxn ang="0">
                    <a:pos x="445" y="96"/>
                  </a:cxn>
                  <a:cxn ang="0">
                    <a:pos x="435" y="119"/>
                  </a:cxn>
                  <a:cxn ang="0">
                    <a:pos x="436" y="138"/>
                  </a:cxn>
                  <a:cxn ang="0">
                    <a:pos x="449" y="156"/>
                  </a:cxn>
                  <a:cxn ang="0">
                    <a:pos x="445" y="179"/>
                  </a:cxn>
                  <a:cxn ang="0">
                    <a:pos x="448" y="232"/>
                  </a:cxn>
                  <a:cxn ang="0">
                    <a:pos x="448" y="240"/>
                  </a:cxn>
                  <a:cxn ang="0">
                    <a:pos x="393" y="231"/>
                  </a:cxn>
                  <a:cxn ang="0">
                    <a:pos x="370" y="220"/>
                  </a:cxn>
                  <a:cxn ang="0">
                    <a:pos x="333" y="207"/>
                  </a:cxn>
                  <a:cxn ang="0">
                    <a:pos x="313" y="192"/>
                  </a:cxn>
                  <a:cxn ang="0">
                    <a:pos x="278" y="183"/>
                  </a:cxn>
                  <a:cxn ang="0">
                    <a:pos x="304" y="224"/>
                  </a:cxn>
                  <a:cxn ang="0">
                    <a:pos x="315" y="227"/>
                  </a:cxn>
                  <a:cxn ang="0">
                    <a:pos x="313" y="246"/>
                  </a:cxn>
                  <a:cxn ang="0">
                    <a:pos x="379" y="225"/>
                  </a:cxn>
                  <a:cxn ang="0">
                    <a:pos x="406" y="260"/>
                  </a:cxn>
                  <a:cxn ang="0">
                    <a:pos x="414" y="270"/>
                  </a:cxn>
                  <a:cxn ang="0">
                    <a:pos x="410" y="302"/>
                  </a:cxn>
                  <a:cxn ang="0">
                    <a:pos x="390" y="321"/>
                  </a:cxn>
                  <a:cxn ang="0">
                    <a:pos x="365" y="347"/>
                  </a:cxn>
                  <a:cxn ang="0">
                    <a:pos x="328" y="368"/>
                  </a:cxn>
                  <a:cxn ang="0">
                    <a:pos x="265" y="395"/>
                  </a:cxn>
                  <a:cxn ang="0">
                    <a:pos x="234" y="404"/>
                  </a:cxn>
                  <a:cxn ang="0">
                    <a:pos x="217" y="399"/>
                  </a:cxn>
                  <a:cxn ang="0">
                    <a:pos x="209" y="372"/>
                  </a:cxn>
                  <a:cxn ang="0">
                    <a:pos x="198" y="340"/>
                  </a:cxn>
                  <a:cxn ang="0">
                    <a:pos x="162" y="280"/>
                  </a:cxn>
                  <a:cxn ang="0">
                    <a:pos x="154" y="259"/>
                  </a:cxn>
                  <a:cxn ang="0">
                    <a:pos x="140" y="251"/>
                  </a:cxn>
                  <a:cxn ang="0">
                    <a:pos x="131" y="229"/>
                  </a:cxn>
                  <a:cxn ang="0">
                    <a:pos x="109" y="196"/>
                  </a:cxn>
                  <a:cxn ang="0">
                    <a:pos x="112" y="177"/>
                  </a:cxn>
                </a:cxnLst>
                <a:rect l="0" t="0" r="r" b="b"/>
                <a:pathLst>
                  <a:path w="467" h="405">
                    <a:moveTo>
                      <a:pt x="112" y="177"/>
                    </a:moveTo>
                    <a:cubicBezTo>
                      <a:pt x="102" y="154"/>
                      <a:pt x="102" y="154"/>
                      <a:pt x="102" y="154"/>
                    </a:cubicBezTo>
                    <a:cubicBezTo>
                      <a:pt x="102" y="151"/>
                      <a:pt x="105" y="151"/>
                      <a:pt x="106" y="149"/>
                    </a:cubicBezTo>
                    <a:cubicBezTo>
                      <a:pt x="109" y="139"/>
                      <a:pt x="110" y="134"/>
                      <a:pt x="113" y="126"/>
                    </a:cubicBezTo>
                    <a:cubicBezTo>
                      <a:pt x="115" y="117"/>
                      <a:pt x="124" y="115"/>
                      <a:pt x="124" y="104"/>
                    </a:cubicBezTo>
                    <a:cubicBezTo>
                      <a:pt x="124" y="97"/>
                      <a:pt x="122" y="91"/>
                      <a:pt x="122" y="86"/>
                    </a:cubicBezTo>
                    <a:cubicBezTo>
                      <a:pt x="122" y="83"/>
                      <a:pt x="124" y="82"/>
                      <a:pt x="125" y="81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21" y="78"/>
                      <a:pt x="120" y="81"/>
                      <a:pt x="117" y="81"/>
                    </a:cubicBezTo>
                    <a:cubicBezTo>
                      <a:pt x="112" y="81"/>
                      <a:pt x="110" y="79"/>
                      <a:pt x="108" y="77"/>
                    </a:cubicBezTo>
                    <a:cubicBezTo>
                      <a:pt x="101" y="82"/>
                      <a:pt x="98" y="88"/>
                      <a:pt x="86" y="88"/>
                    </a:cubicBezTo>
                    <a:cubicBezTo>
                      <a:pt x="76" y="88"/>
                      <a:pt x="73" y="77"/>
                      <a:pt x="64" y="77"/>
                    </a:cubicBezTo>
                    <a:cubicBezTo>
                      <a:pt x="54" y="77"/>
                      <a:pt x="56" y="87"/>
                      <a:pt x="48" y="87"/>
                    </a:cubicBezTo>
                    <a:cubicBezTo>
                      <a:pt x="40" y="87"/>
                      <a:pt x="35" y="75"/>
                      <a:pt x="27" y="79"/>
                    </a:cubicBezTo>
                    <a:cubicBezTo>
                      <a:pt x="22" y="79"/>
                      <a:pt x="22" y="79"/>
                      <a:pt x="22" y="79"/>
                    </a:cubicBezTo>
                    <a:cubicBezTo>
                      <a:pt x="24" y="79"/>
                      <a:pt x="25" y="78"/>
                      <a:pt x="26" y="77"/>
                    </a:cubicBezTo>
                    <a:cubicBezTo>
                      <a:pt x="23" y="74"/>
                      <a:pt x="10" y="67"/>
                      <a:pt x="15" y="63"/>
                    </a:cubicBezTo>
                    <a:cubicBezTo>
                      <a:pt x="11" y="57"/>
                      <a:pt x="6" y="58"/>
                      <a:pt x="0" y="55"/>
                    </a:cubicBezTo>
                    <a:cubicBezTo>
                      <a:pt x="4" y="50"/>
                      <a:pt x="9" y="51"/>
                      <a:pt x="9" y="43"/>
                    </a:cubicBezTo>
                    <a:cubicBezTo>
                      <a:pt x="9" y="40"/>
                      <a:pt x="8" y="40"/>
                      <a:pt x="9" y="37"/>
                    </a:cubicBezTo>
                    <a:cubicBezTo>
                      <a:pt x="6" y="37"/>
                      <a:pt x="1" y="38"/>
                      <a:pt x="1" y="35"/>
                    </a:cubicBezTo>
                    <a:cubicBezTo>
                      <a:pt x="1" y="22"/>
                      <a:pt x="33" y="24"/>
                      <a:pt x="41" y="20"/>
                    </a:cubicBezTo>
                    <a:cubicBezTo>
                      <a:pt x="40" y="17"/>
                      <a:pt x="38" y="18"/>
                      <a:pt x="38" y="15"/>
                    </a:cubicBezTo>
                    <a:cubicBezTo>
                      <a:pt x="38" y="11"/>
                      <a:pt x="46" y="13"/>
                      <a:pt x="48" y="13"/>
                    </a:cubicBezTo>
                    <a:cubicBezTo>
                      <a:pt x="53" y="13"/>
                      <a:pt x="62" y="13"/>
                      <a:pt x="62" y="13"/>
                    </a:cubicBezTo>
                    <a:cubicBezTo>
                      <a:pt x="67" y="13"/>
                      <a:pt x="75" y="7"/>
                      <a:pt x="80" y="4"/>
                    </a:cubicBezTo>
                    <a:cubicBezTo>
                      <a:pt x="86" y="0"/>
                      <a:pt x="98" y="0"/>
                      <a:pt x="106" y="0"/>
                    </a:cubicBezTo>
                    <a:cubicBezTo>
                      <a:pt x="117" y="0"/>
                      <a:pt x="117" y="7"/>
                      <a:pt x="127" y="7"/>
                    </a:cubicBezTo>
                    <a:cubicBezTo>
                      <a:pt x="127" y="12"/>
                      <a:pt x="144" y="15"/>
                      <a:pt x="149" y="15"/>
                    </a:cubicBezTo>
                    <a:cubicBezTo>
                      <a:pt x="162" y="15"/>
                      <a:pt x="170" y="15"/>
                      <a:pt x="174" y="15"/>
                    </a:cubicBezTo>
                    <a:cubicBezTo>
                      <a:pt x="186" y="15"/>
                      <a:pt x="192" y="3"/>
                      <a:pt x="205" y="3"/>
                    </a:cubicBezTo>
                    <a:cubicBezTo>
                      <a:pt x="219" y="3"/>
                      <a:pt x="218" y="12"/>
                      <a:pt x="223" y="21"/>
                    </a:cubicBezTo>
                    <a:cubicBezTo>
                      <a:pt x="224" y="23"/>
                      <a:pt x="233" y="28"/>
                      <a:pt x="233" y="28"/>
                    </a:cubicBezTo>
                    <a:cubicBezTo>
                      <a:pt x="241" y="31"/>
                      <a:pt x="243" y="44"/>
                      <a:pt x="256" y="44"/>
                    </a:cubicBezTo>
                    <a:cubicBezTo>
                      <a:pt x="265" y="44"/>
                      <a:pt x="265" y="36"/>
                      <a:pt x="271" y="34"/>
                    </a:cubicBezTo>
                    <a:cubicBezTo>
                      <a:pt x="275" y="33"/>
                      <a:pt x="274" y="33"/>
                      <a:pt x="278" y="33"/>
                    </a:cubicBezTo>
                    <a:cubicBezTo>
                      <a:pt x="279" y="35"/>
                      <a:pt x="279" y="39"/>
                      <a:pt x="281" y="41"/>
                    </a:cubicBezTo>
                    <a:cubicBezTo>
                      <a:pt x="280" y="41"/>
                      <a:pt x="281" y="42"/>
                      <a:pt x="281" y="43"/>
                    </a:cubicBezTo>
                    <a:cubicBezTo>
                      <a:pt x="281" y="48"/>
                      <a:pt x="284" y="47"/>
                      <a:pt x="286" y="51"/>
                    </a:cubicBezTo>
                    <a:cubicBezTo>
                      <a:pt x="290" y="56"/>
                      <a:pt x="286" y="59"/>
                      <a:pt x="289" y="65"/>
                    </a:cubicBezTo>
                    <a:cubicBezTo>
                      <a:pt x="291" y="70"/>
                      <a:pt x="297" y="67"/>
                      <a:pt x="301" y="68"/>
                    </a:cubicBezTo>
                    <a:cubicBezTo>
                      <a:pt x="305" y="69"/>
                      <a:pt x="306" y="73"/>
                      <a:pt x="309" y="76"/>
                    </a:cubicBezTo>
                    <a:cubicBezTo>
                      <a:pt x="312" y="79"/>
                      <a:pt x="323" y="78"/>
                      <a:pt x="329" y="78"/>
                    </a:cubicBezTo>
                    <a:cubicBezTo>
                      <a:pt x="337" y="78"/>
                      <a:pt x="345" y="77"/>
                      <a:pt x="350" y="76"/>
                    </a:cubicBezTo>
                    <a:cubicBezTo>
                      <a:pt x="350" y="72"/>
                      <a:pt x="350" y="71"/>
                      <a:pt x="350" y="68"/>
                    </a:cubicBezTo>
                    <a:cubicBezTo>
                      <a:pt x="350" y="64"/>
                      <a:pt x="355" y="64"/>
                      <a:pt x="359" y="63"/>
                    </a:cubicBezTo>
                    <a:cubicBezTo>
                      <a:pt x="364" y="61"/>
                      <a:pt x="363" y="59"/>
                      <a:pt x="368" y="57"/>
                    </a:cubicBezTo>
                    <a:cubicBezTo>
                      <a:pt x="376" y="54"/>
                      <a:pt x="381" y="56"/>
                      <a:pt x="387" y="51"/>
                    </a:cubicBezTo>
                    <a:cubicBezTo>
                      <a:pt x="397" y="57"/>
                      <a:pt x="403" y="57"/>
                      <a:pt x="412" y="60"/>
                    </a:cubicBezTo>
                    <a:cubicBezTo>
                      <a:pt x="423" y="64"/>
                      <a:pt x="426" y="74"/>
                      <a:pt x="439" y="74"/>
                    </a:cubicBezTo>
                    <a:cubicBezTo>
                      <a:pt x="439" y="76"/>
                      <a:pt x="442" y="77"/>
                      <a:pt x="443" y="79"/>
                    </a:cubicBezTo>
                    <a:cubicBezTo>
                      <a:pt x="445" y="86"/>
                      <a:pt x="442" y="92"/>
                      <a:pt x="445" y="96"/>
                    </a:cubicBezTo>
                    <a:cubicBezTo>
                      <a:pt x="442" y="98"/>
                      <a:pt x="435" y="114"/>
                      <a:pt x="435" y="115"/>
                    </a:cubicBezTo>
                    <a:cubicBezTo>
                      <a:pt x="435" y="116"/>
                      <a:pt x="436" y="118"/>
                      <a:pt x="435" y="119"/>
                    </a:cubicBezTo>
                    <a:cubicBezTo>
                      <a:pt x="436" y="121"/>
                      <a:pt x="435" y="122"/>
                      <a:pt x="436" y="124"/>
                    </a:cubicBezTo>
                    <a:cubicBezTo>
                      <a:pt x="436" y="138"/>
                      <a:pt x="436" y="138"/>
                      <a:pt x="436" y="138"/>
                    </a:cubicBezTo>
                    <a:cubicBezTo>
                      <a:pt x="438" y="142"/>
                      <a:pt x="437" y="145"/>
                      <a:pt x="439" y="149"/>
                    </a:cubicBezTo>
                    <a:cubicBezTo>
                      <a:pt x="440" y="153"/>
                      <a:pt x="449" y="149"/>
                      <a:pt x="449" y="156"/>
                    </a:cubicBezTo>
                    <a:cubicBezTo>
                      <a:pt x="449" y="165"/>
                      <a:pt x="439" y="164"/>
                      <a:pt x="439" y="171"/>
                    </a:cubicBezTo>
                    <a:cubicBezTo>
                      <a:pt x="439" y="177"/>
                      <a:pt x="443" y="177"/>
                      <a:pt x="445" y="179"/>
                    </a:cubicBezTo>
                    <a:cubicBezTo>
                      <a:pt x="452" y="194"/>
                      <a:pt x="467" y="196"/>
                      <a:pt x="467" y="215"/>
                    </a:cubicBezTo>
                    <a:cubicBezTo>
                      <a:pt x="456" y="218"/>
                      <a:pt x="448" y="220"/>
                      <a:pt x="448" y="232"/>
                    </a:cubicBezTo>
                    <a:cubicBezTo>
                      <a:pt x="448" y="235"/>
                      <a:pt x="450" y="238"/>
                      <a:pt x="450" y="240"/>
                    </a:cubicBezTo>
                    <a:cubicBezTo>
                      <a:pt x="450" y="240"/>
                      <a:pt x="448" y="240"/>
                      <a:pt x="448" y="240"/>
                    </a:cubicBezTo>
                    <a:cubicBezTo>
                      <a:pt x="439" y="240"/>
                      <a:pt x="420" y="235"/>
                      <a:pt x="408" y="235"/>
                    </a:cubicBezTo>
                    <a:cubicBezTo>
                      <a:pt x="406" y="235"/>
                      <a:pt x="393" y="231"/>
                      <a:pt x="393" y="231"/>
                    </a:cubicBezTo>
                    <a:cubicBezTo>
                      <a:pt x="388" y="226"/>
                      <a:pt x="388" y="213"/>
                      <a:pt x="379" y="213"/>
                    </a:cubicBezTo>
                    <a:cubicBezTo>
                      <a:pt x="374" y="213"/>
                      <a:pt x="372" y="217"/>
                      <a:pt x="370" y="220"/>
                    </a:cubicBezTo>
                    <a:cubicBezTo>
                      <a:pt x="348" y="220"/>
                      <a:pt x="348" y="220"/>
                      <a:pt x="348" y="220"/>
                    </a:cubicBezTo>
                    <a:cubicBezTo>
                      <a:pt x="341" y="217"/>
                      <a:pt x="337" y="212"/>
                      <a:pt x="333" y="207"/>
                    </a:cubicBezTo>
                    <a:cubicBezTo>
                      <a:pt x="327" y="202"/>
                      <a:pt x="320" y="205"/>
                      <a:pt x="315" y="200"/>
                    </a:cubicBezTo>
                    <a:cubicBezTo>
                      <a:pt x="313" y="197"/>
                      <a:pt x="314" y="194"/>
                      <a:pt x="313" y="192"/>
                    </a:cubicBezTo>
                    <a:cubicBezTo>
                      <a:pt x="308" y="182"/>
                      <a:pt x="299" y="168"/>
                      <a:pt x="286" y="168"/>
                    </a:cubicBezTo>
                    <a:cubicBezTo>
                      <a:pt x="280" y="168"/>
                      <a:pt x="278" y="176"/>
                      <a:pt x="278" y="183"/>
                    </a:cubicBezTo>
                    <a:cubicBezTo>
                      <a:pt x="278" y="187"/>
                      <a:pt x="278" y="189"/>
                      <a:pt x="278" y="193"/>
                    </a:cubicBezTo>
                    <a:cubicBezTo>
                      <a:pt x="281" y="203"/>
                      <a:pt x="293" y="222"/>
                      <a:pt x="304" y="224"/>
                    </a:cubicBezTo>
                    <a:cubicBezTo>
                      <a:pt x="304" y="229"/>
                      <a:pt x="306" y="231"/>
                      <a:pt x="307" y="235"/>
                    </a:cubicBezTo>
                    <a:cubicBezTo>
                      <a:pt x="312" y="233"/>
                      <a:pt x="311" y="228"/>
                      <a:pt x="315" y="227"/>
                    </a:cubicBezTo>
                    <a:cubicBezTo>
                      <a:pt x="316" y="228"/>
                      <a:pt x="316" y="230"/>
                      <a:pt x="316" y="231"/>
                    </a:cubicBezTo>
                    <a:cubicBezTo>
                      <a:pt x="316" y="237"/>
                      <a:pt x="313" y="240"/>
                      <a:pt x="313" y="246"/>
                    </a:cubicBezTo>
                    <a:cubicBezTo>
                      <a:pt x="313" y="252"/>
                      <a:pt x="324" y="255"/>
                      <a:pt x="331" y="255"/>
                    </a:cubicBezTo>
                    <a:cubicBezTo>
                      <a:pt x="360" y="255"/>
                      <a:pt x="363" y="237"/>
                      <a:pt x="379" y="225"/>
                    </a:cubicBezTo>
                    <a:cubicBezTo>
                      <a:pt x="379" y="241"/>
                      <a:pt x="379" y="241"/>
                      <a:pt x="379" y="241"/>
                    </a:cubicBezTo>
                    <a:cubicBezTo>
                      <a:pt x="385" y="254"/>
                      <a:pt x="393" y="256"/>
                      <a:pt x="406" y="260"/>
                    </a:cubicBezTo>
                    <a:cubicBezTo>
                      <a:pt x="411" y="261"/>
                      <a:pt x="411" y="269"/>
                      <a:pt x="414" y="271"/>
                    </a:cubicBezTo>
                    <a:cubicBezTo>
                      <a:pt x="414" y="270"/>
                      <a:pt x="414" y="270"/>
                      <a:pt x="414" y="270"/>
                    </a:cubicBezTo>
                    <a:cubicBezTo>
                      <a:pt x="416" y="274"/>
                      <a:pt x="423" y="273"/>
                      <a:pt x="423" y="277"/>
                    </a:cubicBezTo>
                    <a:cubicBezTo>
                      <a:pt x="423" y="288"/>
                      <a:pt x="410" y="291"/>
                      <a:pt x="410" y="302"/>
                    </a:cubicBezTo>
                    <a:cubicBezTo>
                      <a:pt x="403" y="302"/>
                      <a:pt x="399" y="303"/>
                      <a:pt x="397" y="309"/>
                    </a:cubicBezTo>
                    <a:cubicBezTo>
                      <a:pt x="395" y="314"/>
                      <a:pt x="396" y="321"/>
                      <a:pt x="390" y="321"/>
                    </a:cubicBezTo>
                    <a:cubicBezTo>
                      <a:pt x="384" y="321"/>
                      <a:pt x="384" y="334"/>
                      <a:pt x="378" y="334"/>
                    </a:cubicBezTo>
                    <a:cubicBezTo>
                      <a:pt x="374" y="334"/>
                      <a:pt x="365" y="342"/>
                      <a:pt x="365" y="347"/>
                    </a:cubicBezTo>
                    <a:cubicBezTo>
                      <a:pt x="353" y="349"/>
                      <a:pt x="327" y="354"/>
                      <a:pt x="327" y="364"/>
                    </a:cubicBezTo>
                    <a:cubicBezTo>
                      <a:pt x="327" y="365"/>
                      <a:pt x="327" y="367"/>
                      <a:pt x="328" y="368"/>
                    </a:cubicBezTo>
                    <a:cubicBezTo>
                      <a:pt x="318" y="373"/>
                      <a:pt x="304" y="376"/>
                      <a:pt x="294" y="378"/>
                    </a:cubicBezTo>
                    <a:cubicBezTo>
                      <a:pt x="289" y="380"/>
                      <a:pt x="271" y="392"/>
                      <a:pt x="265" y="395"/>
                    </a:cubicBezTo>
                    <a:cubicBezTo>
                      <a:pt x="252" y="395"/>
                      <a:pt x="252" y="395"/>
                      <a:pt x="252" y="395"/>
                    </a:cubicBezTo>
                    <a:cubicBezTo>
                      <a:pt x="244" y="400"/>
                      <a:pt x="243" y="404"/>
                      <a:pt x="234" y="404"/>
                    </a:cubicBezTo>
                    <a:cubicBezTo>
                      <a:pt x="231" y="405"/>
                      <a:pt x="231" y="405"/>
                      <a:pt x="231" y="405"/>
                    </a:cubicBezTo>
                    <a:cubicBezTo>
                      <a:pt x="229" y="405"/>
                      <a:pt x="218" y="400"/>
                      <a:pt x="217" y="399"/>
                    </a:cubicBezTo>
                    <a:cubicBezTo>
                      <a:pt x="216" y="399"/>
                      <a:pt x="219" y="399"/>
                      <a:pt x="217" y="394"/>
                    </a:cubicBezTo>
                    <a:cubicBezTo>
                      <a:pt x="212" y="387"/>
                      <a:pt x="209" y="380"/>
                      <a:pt x="209" y="372"/>
                    </a:cubicBezTo>
                    <a:cubicBezTo>
                      <a:pt x="204" y="371"/>
                      <a:pt x="207" y="363"/>
                      <a:pt x="208" y="359"/>
                    </a:cubicBezTo>
                    <a:cubicBezTo>
                      <a:pt x="210" y="349"/>
                      <a:pt x="203" y="345"/>
                      <a:pt x="198" y="340"/>
                    </a:cubicBezTo>
                    <a:cubicBezTo>
                      <a:pt x="193" y="335"/>
                      <a:pt x="181" y="320"/>
                      <a:pt x="181" y="309"/>
                    </a:cubicBezTo>
                    <a:cubicBezTo>
                      <a:pt x="165" y="306"/>
                      <a:pt x="162" y="297"/>
                      <a:pt x="162" y="280"/>
                    </a:cubicBezTo>
                    <a:cubicBezTo>
                      <a:pt x="162" y="270"/>
                      <a:pt x="156" y="268"/>
                      <a:pt x="154" y="259"/>
                    </a:cubicBezTo>
                    <a:cubicBezTo>
                      <a:pt x="154" y="259"/>
                      <a:pt x="154" y="259"/>
                      <a:pt x="154" y="259"/>
                    </a:cubicBezTo>
                    <a:cubicBezTo>
                      <a:pt x="152" y="258"/>
                      <a:pt x="150" y="255"/>
                      <a:pt x="148" y="254"/>
                    </a:cubicBezTo>
                    <a:cubicBezTo>
                      <a:pt x="147" y="252"/>
                      <a:pt x="141" y="253"/>
                      <a:pt x="140" y="251"/>
                    </a:cubicBezTo>
                    <a:cubicBezTo>
                      <a:pt x="137" y="249"/>
                      <a:pt x="138" y="242"/>
                      <a:pt x="137" y="239"/>
                    </a:cubicBezTo>
                    <a:cubicBezTo>
                      <a:pt x="136" y="235"/>
                      <a:pt x="132" y="231"/>
                      <a:pt x="131" y="229"/>
                    </a:cubicBezTo>
                    <a:cubicBezTo>
                      <a:pt x="125" y="221"/>
                      <a:pt x="121" y="214"/>
                      <a:pt x="116" y="207"/>
                    </a:cubicBezTo>
                    <a:cubicBezTo>
                      <a:pt x="115" y="205"/>
                      <a:pt x="109" y="198"/>
                      <a:pt x="109" y="196"/>
                    </a:cubicBezTo>
                    <a:cubicBezTo>
                      <a:pt x="109" y="192"/>
                      <a:pt x="112" y="182"/>
                      <a:pt x="112" y="175"/>
                    </a:cubicBezTo>
                    <a:lnTo>
                      <a:pt x="112" y="177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39" name="îŝlïḍé"/>
              <p:cNvSpPr/>
              <p:nvPr/>
            </p:nvSpPr>
            <p:spPr bwMode="auto">
              <a:xfrm>
                <a:off x="10265211" y="3916872"/>
                <a:ext cx="31494" cy="59988"/>
              </a:xfrm>
              <a:custGeom>
                <a:avLst/>
                <a:gdLst/>
                <a:ahLst/>
                <a:cxnLst>
                  <a:cxn ang="0">
                    <a:pos x="25" y="30"/>
                  </a:cxn>
                  <a:cxn ang="0">
                    <a:pos x="11" y="48"/>
                  </a:cxn>
                  <a:cxn ang="0">
                    <a:pos x="0" y="35"/>
                  </a:cxn>
                  <a:cxn ang="0">
                    <a:pos x="6" y="0"/>
                  </a:cxn>
                  <a:cxn ang="0">
                    <a:pos x="25" y="30"/>
                  </a:cxn>
                </a:cxnLst>
                <a:rect l="0" t="0" r="r" b="b"/>
                <a:pathLst>
                  <a:path w="25" h="48">
                    <a:moveTo>
                      <a:pt x="25" y="30"/>
                    </a:moveTo>
                    <a:cubicBezTo>
                      <a:pt x="25" y="37"/>
                      <a:pt x="20" y="48"/>
                      <a:pt x="11" y="48"/>
                    </a:cubicBezTo>
                    <a:cubicBezTo>
                      <a:pt x="5" y="48"/>
                      <a:pt x="0" y="41"/>
                      <a:pt x="0" y="35"/>
                    </a:cubicBezTo>
                    <a:cubicBezTo>
                      <a:pt x="0" y="22"/>
                      <a:pt x="6" y="13"/>
                      <a:pt x="6" y="0"/>
                    </a:cubicBezTo>
                    <a:cubicBezTo>
                      <a:pt x="13" y="10"/>
                      <a:pt x="25" y="15"/>
                      <a:pt x="25" y="3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0" name="iṡļiḑè"/>
              <p:cNvSpPr/>
              <p:nvPr/>
            </p:nvSpPr>
            <p:spPr bwMode="auto">
              <a:xfrm>
                <a:off x="9966768" y="3426468"/>
                <a:ext cx="640377" cy="514400"/>
              </a:xfrm>
              <a:custGeom>
                <a:avLst/>
                <a:gdLst/>
                <a:ahLst/>
                <a:cxnLst>
                  <a:cxn ang="0">
                    <a:pos x="148" y="270"/>
                  </a:cxn>
                  <a:cxn ang="0">
                    <a:pos x="174" y="340"/>
                  </a:cxn>
                  <a:cxn ang="0">
                    <a:pos x="200" y="401"/>
                  </a:cxn>
                  <a:cxn ang="0">
                    <a:pos x="216" y="401"/>
                  </a:cxn>
                  <a:cxn ang="0">
                    <a:pos x="237" y="379"/>
                  </a:cxn>
                  <a:cxn ang="0">
                    <a:pos x="243" y="341"/>
                  </a:cxn>
                  <a:cxn ang="0">
                    <a:pos x="268" y="298"/>
                  </a:cxn>
                  <a:cxn ang="0">
                    <a:pos x="326" y="240"/>
                  </a:cxn>
                  <a:cxn ang="0">
                    <a:pos x="374" y="218"/>
                  </a:cxn>
                  <a:cxn ang="0">
                    <a:pos x="409" y="259"/>
                  </a:cxn>
                  <a:cxn ang="0">
                    <a:pos x="423" y="302"/>
                  </a:cxn>
                  <a:cxn ang="0">
                    <a:pos x="457" y="300"/>
                  </a:cxn>
                  <a:cxn ang="0">
                    <a:pos x="476" y="367"/>
                  </a:cxn>
                  <a:cxn ang="0">
                    <a:pos x="489" y="358"/>
                  </a:cxn>
                  <a:cxn ang="0">
                    <a:pos x="472" y="316"/>
                  </a:cxn>
                  <a:cxn ang="0">
                    <a:pos x="473" y="288"/>
                  </a:cxn>
                  <a:cxn ang="0">
                    <a:pos x="483" y="254"/>
                  </a:cxn>
                  <a:cxn ang="0">
                    <a:pos x="487" y="213"/>
                  </a:cxn>
                  <a:cxn ang="0">
                    <a:pos x="467" y="197"/>
                  </a:cxn>
                  <a:cxn ang="0">
                    <a:pos x="445" y="125"/>
                  </a:cxn>
                  <a:cxn ang="0">
                    <a:pos x="423" y="130"/>
                  </a:cxn>
                  <a:cxn ang="0">
                    <a:pos x="373" y="144"/>
                  </a:cxn>
                  <a:cxn ang="0">
                    <a:pos x="341" y="147"/>
                  </a:cxn>
                  <a:cxn ang="0">
                    <a:pos x="295" y="136"/>
                  </a:cxn>
                  <a:cxn ang="0">
                    <a:pos x="254" y="116"/>
                  </a:cxn>
                  <a:cxn ang="0">
                    <a:pos x="226" y="89"/>
                  </a:cxn>
                  <a:cxn ang="0">
                    <a:pos x="229" y="69"/>
                  </a:cxn>
                  <a:cxn ang="0">
                    <a:pos x="213" y="43"/>
                  </a:cxn>
                  <a:cxn ang="0">
                    <a:pos x="178" y="16"/>
                  </a:cxn>
                  <a:cxn ang="0">
                    <a:pos x="131" y="0"/>
                  </a:cxn>
                  <a:cxn ang="0">
                    <a:pos x="94" y="21"/>
                  </a:cxn>
                  <a:cxn ang="0">
                    <a:pos x="65" y="13"/>
                  </a:cxn>
                  <a:cxn ang="0">
                    <a:pos x="23" y="46"/>
                  </a:cxn>
                  <a:cxn ang="0">
                    <a:pos x="0" y="64"/>
                  </a:cxn>
                  <a:cxn ang="0">
                    <a:pos x="1" y="87"/>
                  </a:cxn>
                  <a:cxn ang="0">
                    <a:pos x="4" y="120"/>
                  </a:cxn>
                  <a:cxn ang="0">
                    <a:pos x="13" y="181"/>
                  </a:cxn>
                  <a:cxn ang="0">
                    <a:pos x="34" y="185"/>
                  </a:cxn>
                  <a:cxn ang="0">
                    <a:pos x="70" y="185"/>
                  </a:cxn>
                  <a:cxn ang="0">
                    <a:pos x="118" y="219"/>
                  </a:cxn>
                  <a:cxn ang="0">
                    <a:pos x="127" y="248"/>
                  </a:cxn>
                  <a:cxn ang="0">
                    <a:pos x="145" y="233"/>
                  </a:cxn>
                  <a:cxn ang="0">
                    <a:pos x="149" y="265"/>
                  </a:cxn>
                </a:cxnLst>
                <a:rect l="0" t="0" r="r" b="b"/>
                <a:pathLst>
                  <a:path w="509" h="410">
                    <a:moveTo>
                      <a:pt x="149" y="265"/>
                    </a:moveTo>
                    <a:cubicBezTo>
                      <a:pt x="147" y="263"/>
                      <a:pt x="147" y="263"/>
                      <a:pt x="147" y="263"/>
                    </a:cubicBezTo>
                    <a:cubicBezTo>
                      <a:pt x="147" y="265"/>
                      <a:pt x="148" y="268"/>
                      <a:pt x="148" y="270"/>
                    </a:cubicBezTo>
                    <a:cubicBezTo>
                      <a:pt x="148" y="278"/>
                      <a:pt x="153" y="286"/>
                      <a:pt x="155" y="295"/>
                    </a:cubicBezTo>
                    <a:cubicBezTo>
                      <a:pt x="158" y="305"/>
                      <a:pt x="166" y="319"/>
                      <a:pt x="168" y="326"/>
                    </a:cubicBezTo>
                    <a:cubicBezTo>
                      <a:pt x="170" y="332"/>
                      <a:pt x="170" y="334"/>
                      <a:pt x="174" y="340"/>
                    </a:cubicBezTo>
                    <a:cubicBezTo>
                      <a:pt x="177" y="345"/>
                      <a:pt x="175" y="351"/>
                      <a:pt x="179" y="358"/>
                    </a:cubicBezTo>
                    <a:cubicBezTo>
                      <a:pt x="180" y="362"/>
                      <a:pt x="187" y="366"/>
                      <a:pt x="188" y="372"/>
                    </a:cubicBezTo>
                    <a:cubicBezTo>
                      <a:pt x="191" y="382"/>
                      <a:pt x="196" y="390"/>
                      <a:pt x="200" y="401"/>
                    </a:cubicBezTo>
                    <a:cubicBezTo>
                      <a:pt x="200" y="402"/>
                      <a:pt x="202" y="405"/>
                      <a:pt x="204" y="405"/>
                    </a:cubicBezTo>
                    <a:cubicBezTo>
                      <a:pt x="204" y="409"/>
                      <a:pt x="207" y="410"/>
                      <a:pt x="210" y="410"/>
                    </a:cubicBezTo>
                    <a:cubicBezTo>
                      <a:pt x="214" y="410"/>
                      <a:pt x="214" y="405"/>
                      <a:pt x="216" y="401"/>
                    </a:cubicBezTo>
                    <a:cubicBezTo>
                      <a:pt x="218" y="397"/>
                      <a:pt x="219" y="398"/>
                      <a:pt x="224" y="396"/>
                    </a:cubicBezTo>
                    <a:cubicBezTo>
                      <a:pt x="228" y="394"/>
                      <a:pt x="227" y="382"/>
                      <a:pt x="233" y="381"/>
                    </a:cubicBezTo>
                    <a:cubicBezTo>
                      <a:pt x="234" y="380"/>
                      <a:pt x="237" y="380"/>
                      <a:pt x="237" y="379"/>
                    </a:cubicBezTo>
                    <a:cubicBezTo>
                      <a:pt x="240" y="379"/>
                      <a:pt x="240" y="379"/>
                      <a:pt x="240" y="379"/>
                    </a:cubicBezTo>
                    <a:cubicBezTo>
                      <a:pt x="237" y="367"/>
                      <a:pt x="237" y="367"/>
                      <a:pt x="237" y="367"/>
                    </a:cubicBezTo>
                    <a:cubicBezTo>
                      <a:pt x="237" y="359"/>
                      <a:pt x="243" y="352"/>
                      <a:pt x="243" y="341"/>
                    </a:cubicBezTo>
                    <a:cubicBezTo>
                      <a:pt x="243" y="334"/>
                      <a:pt x="240" y="329"/>
                      <a:pt x="240" y="321"/>
                    </a:cubicBezTo>
                    <a:cubicBezTo>
                      <a:pt x="240" y="312"/>
                      <a:pt x="249" y="311"/>
                      <a:pt x="257" y="308"/>
                    </a:cubicBezTo>
                    <a:cubicBezTo>
                      <a:pt x="260" y="307"/>
                      <a:pt x="265" y="302"/>
                      <a:pt x="268" y="298"/>
                    </a:cubicBezTo>
                    <a:cubicBezTo>
                      <a:pt x="277" y="290"/>
                      <a:pt x="284" y="281"/>
                      <a:pt x="293" y="272"/>
                    </a:cubicBezTo>
                    <a:cubicBezTo>
                      <a:pt x="300" y="265"/>
                      <a:pt x="313" y="263"/>
                      <a:pt x="321" y="255"/>
                    </a:cubicBezTo>
                    <a:cubicBezTo>
                      <a:pt x="325" y="251"/>
                      <a:pt x="325" y="246"/>
                      <a:pt x="326" y="240"/>
                    </a:cubicBezTo>
                    <a:cubicBezTo>
                      <a:pt x="328" y="236"/>
                      <a:pt x="337" y="236"/>
                      <a:pt x="340" y="229"/>
                    </a:cubicBezTo>
                    <a:cubicBezTo>
                      <a:pt x="344" y="231"/>
                      <a:pt x="344" y="233"/>
                      <a:pt x="351" y="233"/>
                    </a:cubicBezTo>
                    <a:cubicBezTo>
                      <a:pt x="362" y="233"/>
                      <a:pt x="374" y="231"/>
                      <a:pt x="374" y="218"/>
                    </a:cubicBezTo>
                    <a:cubicBezTo>
                      <a:pt x="381" y="219"/>
                      <a:pt x="389" y="222"/>
                      <a:pt x="390" y="228"/>
                    </a:cubicBezTo>
                    <a:cubicBezTo>
                      <a:pt x="392" y="233"/>
                      <a:pt x="391" y="240"/>
                      <a:pt x="395" y="245"/>
                    </a:cubicBezTo>
                    <a:cubicBezTo>
                      <a:pt x="398" y="251"/>
                      <a:pt x="403" y="255"/>
                      <a:pt x="409" y="259"/>
                    </a:cubicBezTo>
                    <a:cubicBezTo>
                      <a:pt x="414" y="267"/>
                      <a:pt x="419" y="274"/>
                      <a:pt x="422" y="283"/>
                    </a:cubicBezTo>
                    <a:cubicBezTo>
                      <a:pt x="423" y="285"/>
                      <a:pt x="425" y="286"/>
                      <a:pt x="425" y="289"/>
                    </a:cubicBezTo>
                    <a:cubicBezTo>
                      <a:pt x="425" y="293"/>
                      <a:pt x="423" y="296"/>
                      <a:pt x="423" y="302"/>
                    </a:cubicBezTo>
                    <a:cubicBezTo>
                      <a:pt x="423" y="307"/>
                      <a:pt x="423" y="313"/>
                      <a:pt x="430" y="313"/>
                    </a:cubicBezTo>
                    <a:cubicBezTo>
                      <a:pt x="442" y="313"/>
                      <a:pt x="445" y="300"/>
                      <a:pt x="453" y="293"/>
                    </a:cubicBezTo>
                    <a:cubicBezTo>
                      <a:pt x="455" y="295"/>
                      <a:pt x="454" y="297"/>
                      <a:pt x="457" y="300"/>
                    </a:cubicBezTo>
                    <a:cubicBezTo>
                      <a:pt x="457" y="300"/>
                      <a:pt x="461" y="300"/>
                      <a:pt x="462" y="302"/>
                    </a:cubicBezTo>
                    <a:cubicBezTo>
                      <a:pt x="467" y="308"/>
                      <a:pt x="459" y="322"/>
                      <a:pt x="465" y="322"/>
                    </a:cubicBezTo>
                    <a:cubicBezTo>
                      <a:pt x="465" y="336"/>
                      <a:pt x="476" y="347"/>
                      <a:pt x="476" y="367"/>
                    </a:cubicBezTo>
                    <a:cubicBezTo>
                      <a:pt x="476" y="371"/>
                      <a:pt x="473" y="382"/>
                      <a:pt x="476" y="383"/>
                    </a:cubicBezTo>
                    <a:cubicBezTo>
                      <a:pt x="480" y="376"/>
                      <a:pt x="481" y="371"/>
                      <a:pt x="485" y="363"/>
                    </a:cubicBezTo>
                    <a:cubicBezTo>
                      <a:pt x="486" y="361"/>
                      <a:pt x="489" y="360"/>
                      <a:pt x="489" y="358"/>
                    </a:cubicBezTo>
                    <a:cubicBezTo>
                      <a:pt x="489" y="354"/>
                      <a:pt x="483" y="334"/>
                      <a:pt x="479" y="330"/>
                    </a:cubicBezTo>
                    <a:cubicBezTo>
                      <a:pt x="476" y="327"/>
                      <a:pt x="472" y="325"/>
                      <a:pt x="472" y="320"/>
                    </a:cubicBezTo>
                    <a:cubicBezTo>
                      <a:pt x="472" y="319"/>
                      <a:pt x="472" y="318"/>
                      <a:pt x="472" y="316"/>
                    </a:cubicBezTo>
                    <a:cubicBezTo>
                      <a:pt x="472" y="317"/>
                      <a:pt x="472" y="317"/>
                      <a:pt x="472" y="317"/>
                    </a:cubicBezTo>
                    <a:cubicBezTo>
                      <a:pt x="473" y="316"/>
                      <a:pt x="476" y="311"/>
                      <a:pt x="476" y="307"/>
                    </a:cubicBezTo>
                    <a:cubicBezTo>
                      <a:pt x="476" y="302"/>
                      <a:pt x="476" y="293"/>
                      <a:pt x="473" y="288"/>
                    </a:cubicBezTo>
                    <a:cubicBezTo>
                      <a:pt x="470" y="284"/>
                      <a:pt x="464" y="284"/>
                      <a:pt x="464" y="276"/>
                    </a:cubicBezTo>
                    <a:cubicBezTo>
                      <a:pt x="464" y="268"/>
                      <a:pt x="467" y="262"/>
                      <a:pt x="472" y="258"/>
                    </a:cubicBezTo>
                    <a:cubicBezTo>
                      <a:pt x="474" y="255"/>
                      <a:pt x="479" y="256"/>
                      <a:pt x="483" y="254"/>
                    </a:cubicBezTo>
                    <a:cubicBezTo>
                      <a:pt x="493" y="247"/>
                      <a:pt x="500" y="244"/>
                      <a:pt x="509" y="230"/>
                    </a:cubicBezTo>
                    <a:cubicBezTo>
                      <a:pt x="506" y="230"/>
                      <a:pt x="505" y="231"/>
                      <a:pt x="501" y="231"/>
                    </a:cubicBezTo>
                    <a:cubicBezTo>
                      <a:pt x="493" y="231"/>
                      <a:pt x="487" y="222"/>
                      <a:pt x="487" y="213"/>
                    </a:cubicBezTo>
                    <a:cubicBezTo>
                      <a:pt x="483" y="212"/>
                      <a:pt x="482" y="199"/>
                      <a:pt x="478" y="199"/>
                    </a:cubicBezTo>
                    <a:cubicBezTo>
                      <a:pt x="475" y="199"/>
                      <a:pt x="472" y="202"/>
                      <a:pt x="469" y="202"/>
                    </a:cubicBezTo>
                    <a:cubicBezTo>
                      <a:pt x="468" y="202"/>
                      <a:pt x="467" y="199"/>
                      <a:pt x="467" y="197"/>
                    </a:cubicBezTo>
                    <a:cubicBezTo>
                      <a:pt x="467" y="181"/>
                      <a:pt x="479" y="180"/>
                      <a:pt x="479" y="163"/>
                    </a:cubicBezTo>
                    <a:cubicBezTo>
                      <a:pt x="479" y="154"/>
                      <a:pt x="472" y="151"/>
                      <a:pt x="468" y="144"/>
                    </a:cubicBezTo>
                    <a:cubicBezTo>
                      <a:pt x="457" y="139"/>
                      <a:pt x="448" y="140"/>
                      <a:pt x="445" y="125"/>
                    </a:cubicBezTo>
                    <a:cubicBezTo>
                      <a:pt x="442" y="125"/>
                      <a:pt x="442" y="125"/>
                      <a:pt x="442" y="125"/>
                    </a:cubicBezTo>
                    <a:cubicBezTo>
                      <a:pt x="438" y="129"/>
                      <a:pt x="438" y="129"/>
                      <a:pt x="438" y="129"/>
                    </a:cubicBezTo>
                    <a:cubicBezTo>
                      <a:pt x="433" y="131"/>
                      <a:pt x="427" y="126"/>
                      <a:pt x="423" y="130"/>
                    </a:cubicBezTo>
                    <a:cubicBezTo>
                      <a:pt x="422" y="132"/>
                      <a:pt x="421" y="133"/>
                      <a:pt x="418" y="135"/>
                    </a:cubicBezTo>
                    <a:cubicBezTo>
                      <a:pt x="415" y="137"/>
                      <a:pt x="401" y="149"/>
                      <a:pt x="394" y="149"/>
                    </a:cubicBezTo>
                    <a:cubicBezTo>
                      <a:pt x="387" y="149"/>
                      <a:pt x="382" y="144"/>
                      <a:pt x="373" y="144"/>
                    </a:cubicBezTo>
                    <a:cubicBezTo>
                      <a:pt x="362" y="144"/>
                      <a:pt x="360" y="152"/>
                      <a:pt x="354" y="155"/>
                    </a:cubicBezTo>
                    <a:cubicBezTo>
                      <a:pt x="353" y="152"/>
                      <a:pt x="352" y="145"/>
                      <a:pt x="349" y="145"/>
                    </a:cubicBezTo>
                    <a:cubicBezTo>
                      <a:pt x="347" y="145"/>
                      <a:pt x="345" y="147"/>
                      <a:pt x="341" y="147"/>
                    </a:cubicBezTo>
                    <a:cubicBezTo>
                      <a:pt x="335" y="147"/>
                      <a:pt x="329" y="147"/>
                      <a:pt x="323" y="147"/>
                    </a:cubicBezTo>
                    <a:cubicBezTo>
                      <a:pt x="313" y="147"/>
                      <a:pt x="309" y="141"/>
                      <a:pt x="302" y="136"/>
                    </a:cubicBezTo>
                    <a:cubicBezTo>
                      <a:pt x="300" y="135"/>
                      <a:pt x="296" y="139"/>
                      <a:pt x="295" y="136"/>
                    </a:cubicBezTo>
                    <a:cubicBezTo>
                      <a:pt x="293" y="132"/>
                      <a:pt x="293" y="129"/>
                      <a:pt x="290" y="127"/>
                    </a:cubicBezTo>
                    <a:cubicBezTo>
                      <a:pt x="283" y="124"/>
                      <a:pt x="279" y="126"/>
                      <a:pt x="273" y="120"/>
                    </a:cubicBezTo>
                    <a:cubicBezTo>
                      <a:pt x="268" y="115"/>
                      <a:pt x="263" y="118"/>
                      <a:pt x="254" y="116"/>
                    </a:cubicBezTo>
                    <a:cubicBezTo>
                      <a:pt x="246" y="114"/>
                      <a:pt x="243" y="108"/>
                      <a:pt x="236" y="106"/>
                    </a:cubicBezTo>
                    <a:cubicBezTo>
                      <a:pt x="234" y="105"/>
                      <a:pt x="229" y="106"/>
                      <a:pt x="228" y="103"/>
                    </a:cubicBezTo>
                    <a:cubicBezTo>
                      <a:pt x="227" y="98"/>
                      <a:pt x="227" y="94"/>
                      <a:pt x="226" y="89"/>
                    </a:cubicBezTo>
                    <a:cubicBezTo>
                      <a:pt x="226" y="85"/>
                      <a:pt x="226" y="85"/>
                      <a:pt x="226" y="85"/>
                    </a:cubicBezTo>
                    <a:cubicBezTo>
                      <a:pt x="231" y="85"/>
                      <a:pt x="236" y="86"/>
                      <a:pt x="236" y="80"/>
                    </a:cubicBezTo>
                    <a:cubicBezTo>
                      <a:pt x="236" y="75"/>
                      <a:pt x="229" y="74"/>
                      <a:pt x="229" y="69"/>
                    </a:cubicBezTo>
                    <a:cubicBezTo>
                      <a:pt x="229" y="57"/>
                      <a:pt x="246" y="59"/>
                      <a:pt x="246" y="47"/>
                    </a:cubicBezTo>
                    <a:cubicBezTo>
                      <a:pt x="246" y="43"/>
                      <a:pt x="236" y="35"/>
                      <a:pt x="232" y="35"/>
                    </a:cubicBezTo>
                    <a:cubicBezTo>
                      <a:pt x="224" y="35"/>
                      <a:pt x="221" y="42"/>
                      <a:pt x="213" y="43"/>
                    </a:cubicBezTo>
                    <a:cubicBezTo>
                      <a:pt x="205" y="40"/>
                      <a:pt x="200" y="40"/>
                      <a:pt x="194" y="34"/>
                    </a:cubicBezTo>
                    <a:cubicBezTo>
                      <a:pt x="191" y="31"/>
                      <a:pt x="193" y="25"/>
                      <a:pt x="188" y="24"/>
                    </a:cubicBezTo>
                    <a:cubicBezTo>
                      <a:pt x="182" y="22"/>
                      <a:pt x="178" y="24"/>
                      <a:pt x="178" y="16"/>
                    </a:cubicBezTo>
                    <a:cubicBezTo>
                      <a:pt x="172" y="15"/>
                      <a:pt x="168" y="15"/>
                      <a:pt x="163" y="15"/>
                    </a:cubicBezTo>
                    <a:cubicBezTo>
                      <a:pt x="154" y="15"/>
                      <a:pt x="150" y="23"/>
                      <a:pt x="140" y="23"/>
                    </a:cubicBezTo>
                    <a:cubicBezTo>
                      <a:pt x="130" y="23"/>
                      <a:pt x="140" y="0"/>
                      <a:pt x="131" y="0"/>
                    </a:cubicBezTo>
                    <a:cubicBezTo>
                      <a:pt x="122" y="0"/>
                      <a:pt x="120" y="10"/>
                      <a:pt x="116" y="10"/>
                    </a:cubicBezTo>
                    <a:cubicBezTo>
                      <a:pt x="115" y="10"/>
                      <a:pt x="114" y="11"/>
                      <a:pt x="113" y="10"/>
                    </a:cubicBezTo>
                    <a:cubicBezTo>
                      <a:pt x="110" y="16"/>
                      <a:pt x="103" y="21"/>
                      <a:pt x="94" y="21"/>
                    </a:cubicBezTo>
                    <a:cubicBezTo>
                      <a:pt x="91" y="21"/>
                      <a:pt x="90" y="16"/>
                      <a:pt x="86" y="16"/>
                    </a:cubicBezTo>
                    <a:cubicBezTo>
                      <a:pt x="83" y="16"/>
                      <a:pt x="73" y="20"/>
                      <a:pt x="72" y="15"/>
                    </a:cubicBezTo>
                    <a:cubicBezTo>
                      <a:pt x="68" y="15"/>
                      <a:pt x="69" y="13"/>
                      <a:pt x="65" y="13"/>
                    </a:cubicBezTo>
                    <a:cubicBezTo>
                      <a:pt x="54" y="13"/>
                      <a:pt x="53" y="24"/>
                      <a:pt x="45" y="32"/>
                    </a:cubicBezTo>
                    <a:cubicBezTo>
                      <a:pt x="42" y="35"/>
                      <a:pt x="37" y="35"/>
                      <a:pt x="33" y="39"/>
                    </a:cubicBezTo>
                    <a:cubicBezTo>
                      <a:pt x="30" y="42"/>
                      <a:pt x="28" y="46"/>
                      <a:pt x="23" y="46"/>
                    </a:cubicBezTo>
                    <a:cubicBezTo>
                      <a:pt x="19" y="46"/>
                      <a:pt x="16" y="42"/>
                      <a:pt x="12" y="42"/>
                    </a:cubicBezTo>
                    <a:cubicBezTo>
                      <a:pt x="11" y="42"/>
                      <a:pt x="11" y="45"/>
                      <a:pt x="10" y="45"/>
                    </a:cubicBezTo>
                    <a:cubicBezTo>
                      <a:pt x="7" y="47"/>
                      <a:pt x="0" y="63"/>
                      <a:pt x="0" y="64"/>
                    </a:cubicBezTo>
                    <a:cubicBezTo>
                      <a:pt x="0" y="65"/>
                      <a:pt x="1" y="67"/>
                      <a:pt x="0" y="68"/>
                    </a:cubicBezTo>
                    <a:cubicBezTo>
                      <a:pt x="1" y="70"/>
                      <a:pt x="0" y="71"/>
                      <a:pt x="1" y="73"/>
                    </a:cubicBezTo>
                    <a:cubicBezTo>
                      <a:pt x="1" y="87"/>
                      <a:pt x="1" y="87"/>
                      <a:pt x="1" y="87"/>
                    </a:cubicBezTo>
                    <a:cubicBezTo>
                      <a:pt x="3" y="91"/>
                      <a:pt x="2" y="94"/>
                      <a:pt x="4" y="98"/>
                    </a:cubicBezTo>
                    <a:cubicBezTo>
                      <a:pt x="5" y="102"/>
                      <a:pt x="14" y="98"/>
                      <a:pt x="14" y="105"/>
                    </a:cubicBezTo>
                    <a:cubicBezTo>
                      <a:pt x="14" y="114"/>
                      <a:pt x="4" y="113"/>
                      <a:pt x="4" y="120"/>
                    </a:cubicBezTo>
                    <a:cubicBezTo>
                      <a:pt x="4" y="126"/>
                      <a:pt x="8" y="126"/>
                      <a:pt x="10" y="128"/>
                    </a:cubicBezTo>
                    <a:cubicBezTo>
                      <a:pt x="17" y="143"/>
                      <a:pt x="32" y="145"/>
                      <a:pt x="32" y="164"/>
                    </a:cubicBezTo>
                    <a:cubicBezTo>
                      <a:pt x="21" y="167"/>
                      <a:pt x="13" y="169"/>
                      <a:pt x="13" y="181"/>
                    </a:cubicBezTo>
                    <a:cubicBezTo>
                      <a:pt x="13" y="184"/>
                      <a:pt x="15" y="187"/>
                      <a:pt x="15" y="189"/>
                    </a:cubicBezTo>
                    <a:cubicBezTo>
                      <a:pt x="30" y="188"/>
                      <a:pt x="30" y="188"/>
                      <a:pt x="30" y="188"/>
                    </a:cubicBezTo>
                    <a:cubicBezTo>
                      <a:pt x="31" y="187"/>
                      <a:pt x="33" y="186"/>
                      <a:pt x="34" y="185"/>
                    </a:cubicBezTo>
                    <a:cubicBezTo>
                      <a:pt x="46" y="188"/>
                      <a:pt x="46" y="188"/>
                      <a:pt x="46" y="188"/>
                    </a:cubicBezTo>
                    <a:cubicBezTo>
                      <a:pt x="50" y="188"/>
                      <a:pt x="52" y="184"/>
                      <a:pt x="57" y="184"/>
                    </a:cubicBezTo>
                    <a:cubicBezTo>
                      <a:pt x="62" y="184"/>
                      <a:pt x="65" y="184"/>
                      <a:pt x="70" y="185"/>
                    </a:cubicBezTo>
                    <a:cubicBezTo>
                      <a:pt x="75" y="187"/>
                      <a:pt x="78" y="197"/>
                      <a:pt x="82" y="203"/>
                    </a:cubicBezTo>
                    <a:cubicBezTo>
                      <a:pt x="86" y="209"/>
                      <a:pt x="99" y="218"/>
                      <a:pt x="108" y="218"/>
                    </a:cubicBezTo>
                    <a:cubicBezTo>
                      <a:pt x="111" y="218"/>
                      <a:pt x="114" y="218"/>
                      <a:pt x="118" y="219"/>
                    </a:cubicBezTo>
                    <a:cubicBezTo>
                      <a:pt x="116" y="221"/>
                      <a:pt x="116" y="225"/>
                      <a:pt x="112" y="225"/>
                    </a:cubicBezTo>
                    <a:cubicBezTo>
                      <a:pt x="108" y="227"/>
                      <a:pt x="105" y="225"/>
                      <a:pt x="101" y="227"/>
                    </a:cubicBezTo>
                    <a:cubicBezTo>
                      <a:pt x="108" y="234"/>
                      <a:pt x="113" y="248"/>
                      <a:pt x="127" y="248"/>
                    </a:cubicBezTo>
                    <a:cubicBezTo>
                      <a:pt x="138" y="248"/>
                      <a:pt x="139" y="233"/>
                      <a:pt x="144" y="227"/>
                    </a:cubicBezTo>
                    <a:cubicBezTo>
                      <a:pt x="148" y="227"/>
                      <a:pt x="148" y="227"/>
                      <a:pt x="148" y="227"/>
                    </a:cubicBezTo>
                    <a:cubicBezTo>
                      <a:pt x="148" y="229"/>
                      <a:pt x="145" y="232"/>
                      <a:pt x="145" y="233"/>
                    </a:cubicBezTo>
                    <a:cubicBezTo>
                      <a:pt x="145" y="239"/>
                      <a:pt x="150" y="244"/>
                      <a:pt x="150" y="251"/>
                    </a:cubicBezTo>
                    <a:cubicBezTo>
                      <a:pt x="150" y="257"/>
                      <a:pt x="147" y="258"/>
                      <a:pt x="147" y="264"/>
                    </a:cubicBezTo>
                    <a:lnTo>
                      <a:pt x="149" y="265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1" name="íṣḻíḓè"/>
              <p:cNvSpPr/>
              <p:nvPr/>
            </p:nvSpPr>
            <p:spPr bwMode="auto">
              <a:xfrm>
                <a:off x="10512663" y="3979860"/>
                <a:ext cx="167968" cy="181465"/>
              </a:xfrm>
              <a:custGeom>
                <a:avLst/>
                <a:gdLst/>
                <a:ahLst/>
                <a:cxnLst>
                  <a:cxn ang="0">
                    <a:pos x="59" y="74"/>
                  </a:cxn>
                  <a:cxn ang="0">
                    <a:pos x="58" y="70"/>
                  </a:cxn>
                  <a:cxn ang="0">
                    <a:pos x="51" y="68"/>
                  </a:cxn>
                  <a:cxn ang="0">
                    <a:pos x="45" y="53"/>
                  </a:cxn>
                  <a:cxn ang="0">
                    <a:pos x="28" y="38"/>
                  </a:cxn>
                  <a:cxn ang="0">
                    <a:pos x="22" y="25"/>
                  </a:cxn>
                  <a:cxn ang="0">
                    <a:pos x="11" y="21"/>
                  </a:cxn>
                  <a:cxn ang="0">
                    <a:pos x="0" y="3"/>
                  </a:cxn>
                  <a:cxn ang="0">
                    <a:pos x="0" y="0"/>
                  </a:cxn>
                  <a:cxn ang="0">
                    <a:pos x="2" y="0"/>
                  </a:cxn>
                  <a:cxn ang="0">
                    <a:pos x="11" y="4"/>
                  </a:cxn>
                  <a:cxn ang="0">
                    <a:pos x="26" y="4"/>
                  </a:cxn>
                  <a:cxn ang="0">
                    <a:pos x="42" y="20"/>
                  </a:cxn>
                  <a:cxn ang="0">
                    <a:pos x="47" y="23"/>
                  </a:cxn>
                  <a:cxn ang="0">
                    <a:pos x="61" y="35"/>
                  </a:cxn>
                  <a:cxn ang="0">
                    <a:pos x="86" y="53"/>
                  </a:cxn>
                  <a:cxn ang="0">
                    <a:pos x="101" y="64"/>
                  </a:cxn>
                  <a:cxn ang="0">
                    <a:pos x="100" y="66"/>
                  </a:cxn>
                  <a:cxn ang="0">
                    <a:pos x="103" y="66"/>
                  </a:cxn>
                  <a:cxn ang="0">
                    <a:pos x="107" y="70"/>
                  </a:cxn>
                  <a:cxn ang="0">
                    <a:pos x="105" y="74"/>
                  </a:cxn>
                  <a:cxn ang="0">
                    <a:pos x="114" y="81"/>
                  </a:cxn>
                  <a:cxn ang="0">
                    <a:pos x="124" y="98"/>
                  </a:cxn>
                  <a:cxn ang="0">
                    <a:pos x="133" y="106"/>
                  </a:cxn>
                  <a:cxn ang="0">
                    <a:pos x="133" y="125"/>
                  </a:cxn>
                  <a:cxn ang="0">
                    <a:pos x="131" y="138"/>
                  </a:cxn>
                  <a:cxn ang="0">
                    <a:pos x="119" y="144"/>
                  </a:cxn>
                  <a:cxn ang="0">
                    <a:pos x="108" y="132"/>
                  </a:cxn>
                  <a:cxn ang="0">
                    <a:pos x="84" y="112"/>
                  </a:cxn>
                  <a:cxn ang="0">
                    <a:pos x="67" y="85"/>
                  </a:cxn>
                  <a:cxn ang="0">
                    <a:pos x="59" y="74"/>
                  </a:cxn>
                </a:cxnLst>
                <a:rect l="0" t="0" r="r" b="b"/>
                <a:pathLst>
                  <a:path w="133" h="144">
                    <a:moveTo>
                      <a:pt x="59" y="74"/>
                    </a:moveTo>
                    <a:cubicBezTo>
                      <a:pt x="58" y="74"/>
                      <a:pt x="59" y="72"/>
                      <a:pt x="58" y="70"/>
                    </a:cubicBezTo>
                    <a:cubicBezTo>
                      <a:pt x="57" y="69"/>
                      <a:pt x="52" y="69"/>
                      <a:pt x="51" y="68"/>
                    </a:cubicBezTo>
                    <a:cubicBezTo>
                      <a:pt x="49" y="67"/>
                      <a:pt x="45" y="56"/>
                      <a:pt x="45" y="53"/>
                    </a:cubicBezTo>
                    <a:cubicBezTo>
                      <a:pt x="41" y="43"/>
                      <a:pt x="31" y="44"/>
                      <a:pt x="28" y="38"/>
                    </a:cubicBezTo>
                    <a:cubicBezTo>
                      <a:pt x="26" y="33"/>
                      <a:pt x="24" y="30"/>
                      <a:pt x="22" y="25"/>
                    </a:cubicBezTo>
                    <a:cubicBezTo>
                      <a:pt x="20" y="21"/>
                      <a:pt x="15" y="22"/>
                      <a:pt x="11" y="21"/>
                    </a:cubicBezTo>
                    <a:cubicBezTo>
                      <a:pt x="8" y="20"/>
                      <a:pt x="1" y="8"/>
                      <a:pt x="0" y="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2" y="0"/>
                    </a:cubicBezTo>
                    <a:cubicBezTo>
                      <a:pt x="7" y="0"/>
                      <a:pt x="8" y="2"/>
                      <a:pt x="11" y="4"/>
                    </a:cubicBezTo>
                    <a:cubicBezTo>
                      <a:pt x="26" y="4"/>
                      <a:pt x="26" y="4"/>
                      <a:pt x="26" y="4"/>
                    </a:cubicBezTo>
                    <a:cubicBezTo>
                      <a:pt x="35" y="7"/>
                      <a:pt x="38" y="13"/>
                      <a:pt x="42" y="20"/>
                    </a:cubicBezTo>
                    <a:cubicBezTo>
                      <a:pt x="43" y="23"/>
                      <a:pt x="45" y="22"/>
                      <a:pt x="47" y="23"/>
                    </a:cubicBezTo>
                    <a:cubicBezTo>
                      <a:pt x="53" y="25"/>
                      <a:pt x="56" y="30"/>
                      <a:pt x="61" y="35"/>
                    </a:cubicBezTo>
                    <a:cubicBezTo>
                      <a:pt x="69" y="43"/>
                      <a:pt x="74" y="49"/>
                      <a:pt x="86" y="53"/>
                    </a:cubicBezTo>
                    <a:cubicBezTo>
                      <a:pt x="93" y="55"/>
                      <a:pt x="101" y="57"/>
                      <a:pt x="101" y="64"/>
                    </a:cubicBezTo>
                    <a:cubicBezTo>
                      <a:pt x="101" y="64"/>
                      <a:pt x="100" y="65"/>
                      <a:pt x="100" y="66"/>
                    </a:cubicBezTo>
                    <a:cubicBezTo>
                      <a:pt x="101" y="66"/>
                      <a:pt x="102" y="66"/>
                      <a:pt x="103" y="66"/>
                    </a:cubicBezTo>
                    <a:cubicBezTo>
                      <a:pt x="105" y="66"/>
                      <a:pt x="106" y="68"/>
                      <a:pt x="107" y="70"/>
                    </a:cubicBezTo>
                    <a:cubicBezTo>
                      <a:pt x="105" y="74"/>
                      <a:pt x="105" y="74"/>
                      <a:pt x="105" y="74"/>
                    </a:cubicBezTo>
                    <a:cubicBezTo>
                      <a:pt x="105" y="80"/>
                      <a:pt x="109" y="81"/>
                      <a:pt x="114" y="81"/>
                    </a:cubicBezTo>
                    <a:cubicBezTo>
                      <a:pt x="114" y="91"/>
                      <a:pt x="119" y="93"/>
                      <a:pt x="124" y="98"/>
                    </a:cubicBezTo>
                    <a:cubicBezTo>
                      <a:pt x="127" y="101"/>
                      <a:pt x="133" y="102"/>
                      <a:pt x="133" y="106"/>
                    </a:cubicBezTo>
                    <a:cubicBezTo>
                      <a:pt x="133" y="112"/>
                      <a:pt x="133" y="116"/>
                      <a:pt x="133" y="125"/>
                    </a:cubicBezTo>
                    <a:cubicBezTo>
                      <a:pt x="128" y="127"/>
                      <a:pt x="131" y="133"/>
                      <a:pt x="131" y="138"/>
                    </a:cubicBezTo>
                    <a:cubicBezTo>
                      <a:pt x="131" y="143"/>
                      <a:pt x="122" y="144"/>
                      <a:pt x="119" y="144"/>
                    </a:cubicBezTo>
                    <a:cubicBezTo>
                      <a:pt x="116" y="144"/>
                      <a:pt x="109" y="132"/>
                      <a:pt x="108" y="132"/>
                    </a:cubicBezTo>
                    <a:cubicBezTo>
                      <a:pt x="100" y="124"/>
                      <a:pt x="92" y="120"/>
                      <a:pt x="84" y="112"/>
                    </a:cubicBezTo>
                    <a:cubicBezTo>
                      <a:pt x="75" y="103"/>
                      <a:pt x="71" y="95"/>
                      <a:pt x="67" y="85"/>
                    </a:cubicBezTo>
                    <a:cubicBezTo>
                      <a:pt x="66" y="83"/>
                      <a:pt x="60" y="74"/>
                      <a:pt x="59" y="7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2" name="îsľíḓê"/>
              <p:cNvSpPr/>
              <p:nvPr/>
            </p:nvSpPr>
            <p:spPr bwMode="auto">
              <a:xfrm>
                <a:off x="10728622" y="3957364"/>
                <a:ext cx="160470" cy="178466"/>
              </a:xfrm>
              <a:custGeom>
                <a:avLst/>
                <a:gdLst/>
                <a:ahLst/>
                <a:cxnLst>
                  <a:cxn ang="0">
                    <a:pos x="37" y="130"/>
                  </a:cxn>
                  <a:cxn ang="0">
                    <a:pos x="36" y="124"/>
                  </a:cxn>
                  <a:cxn ang="0">
                    <a:pos x="27" y="126"/>
                  </a:cxn>
                  <a:cxn ang="0">
                    <a:pos x="11" y="102"/>
                  </a:cxn>
                  <a:cxn ang="0">
                    <a:pos x="12" y="99"/>
                  </a:cxn>
                  <a:cxn ang="0">
                    <a:pos x="6" y="97"/>
                  </a:cxn>
                  <a:cxn ang="0">
                    <a:pos x="0" y="78"/>
                  </a:cxn>
                  <a:cxn ang="0">
                    <a:pos x="15" y="74"/>
                  </a:cxn>
                  <a:cxn ang="0">
                    <a:pos x="33" y="54"/>
                  </a:cxn>
                  <a:cxn ang="0">
                    <a:pos x="45" y="50"/>
                  </a:cxn>
                  <a:cxn ang="0">
                    <a:pos x="56" y="41"/>
                  </a:cxn>
                  <a:cxn ang="0">
                    <a:pos x="59" y="35"/>
                  </a:cxn>
                  <a:cxn ang="0">
                    <a:pos x="63" y="32"/>
                  </a:cxn>
                  <a:cxn ang="0">
                    <a:pos x="66" y="29"/>
                  </a:cxn>
                  <a:cxn ang="0">
                    <a:pos x="82" y="23"/>
                  </a:cxn>
                  <a:cxn ang="0">
                    <a:pos x="102" y="0"/>
                  </a:cxn>
                  <a:cxn ang="0">
                    <a:pos x="109" y="11"/>
                  </a:cxn>
                  <a:cxn ang="0">
                    <a:pos x="127" y="23"/>
                  </a:cxn>
                  <a:cxn ang="0">
                    <a:pos x="117" y="29"/>
                  </a:cxn>
                  <a:cxn ang="0">
                    <a:pos x="119" y="31"/>
                  </a:cxn>
                  <a:cxn ang="0">
                    <a:pos x="106" y="37"/>
                  </a:cxn>
                  <a:cxn ang="0">
                    <a:pos x="108" y="41"/>
                  </a:cxn>
                  <a:cxn ang="0">
                    <a:pos x="105" y="44"/>
                  </a:cxn>
                  <a:cxn ang="0">
                    <a:pos x="125" y="73"/>
                  </a:cxn>
                  <a:cxn ang="0">
                    <a:pos x="115" y="77"/>
                  </a:cxn>
                  <a:cxn ang="0">
                    <a:pos x="111" y="78"/>
                  </a:cxn>
                  <a:cxn ang="0">
                    <a:pos x="109" y="83"/>
                  </a:cxn>
                  <a:cxn ang="0">
                    <a:pos x="103" y="102"/>
                  </a:cxn>
                  <a:cxn ang="0">
                    <a:pos x="93" y="113"/>
                  </a:cxn>
                  <a:cxn ang="0">
                    <a:pos x="95" y="119"/>
                  </a:cxn>
                  <a:cxn ang="0">
                    <a:pos x="90" y="134"/>
                  </a:cxn>
                  <a:cxn ang="0">
                    <a:pos x="76" y="141"/>
                  </a:cxn>
                  <a:cxn ang="0">
                    <a:pos x="71" y="135"/>
                  </a:cxn>
                  <a:cxn ang="0">
                    <a:pos x="51" y="128"/>
                  </a:cxn>
                  <a:cxn ang="0">
                    <a:pos x="40" y="132"/>
                  </a:cxn>
                  <a:cxn ang="0">
                    <a:pos x="37" y="130"/>
                  </a:cxn>
                </a:cxnLst>
                <a:rect l="0" t="0" r="r" b="b"/>
                <a:pathLst>
                  <a:path w="127" h="141">
                    <a:moveTo>
                      <a:pt x="37" y="130"/>
                    </a:moveTo>
                    <a:cubicBezTo>
                      <a:pt x="36" y="130"/>
                      <a:pt x="36" y="125"/>
                      <a:pt x="36" y="124"/>
                    </a:cubicBezTo>
                    <a:cubicBezTo>
                      <a:pt x="32" y="123"/>
                      <a:pt x="30" y="126"/>
                      <a:pt x="27" y="126"/>
                    </a:cubicBezTo>
                    <a:cubicBezTo>
                      <a:pt x="10" y="126"/>
                      <a:pt x="17" y="110"/>
                      <a:pt x="11" y="102"/>
                    </a:cubicBezTo>
                    <a:cubicBezTo>
                      <a:pt x="11" y="101"/>
                      <a:pt x="12" y="100"/>
                      <a:pt x="12" y="99"/>
                    </a:cubicBezTo>
                    <a:cubicBezTo>
                      <a:pt x="11" y="97"/>
                      <a:pt x="8" y="97"/>
                      <a:pt x="6" y="97"/>
                    </a:cubicBezTo>
                    <a:cubicBezTo>
                      <a:pt x="4" y="96"/>
                      <a:pt x="0" y="80"/>
                      <a:pt x="0" y="78"/>
                    </a:cubicBezTo>
                    <a:cubicBezTo>
                      <a:pt x="0" y="71"/>
                      <a:pt x="9" y="74"/>
                      <a:pt x="15" y="74"/>
                    </a:cubicBezTo>
                    <a:cubicBezTo>
                      <a:pt x="29" y="74"/>
                      <a:pt x="27" y="60"/>
                      <a:pt x="33" y="54"/>
                    </a:cubicBezTo>
                    <a:cubicBezTo>
                      <a:pt x="36" y="51"/>
                      <a:pt x="41" y="51"/>
                      <a:pt x="45" y="50"/>
                    </a:cubicBezTo>
                    <a:cubicBezTo>
                      <a:pt x="52" y="49"/>
                      <a:pt x="52" y="44"/>
                      <a:pt x="56" y="41"/>
                    </a:cubicBezTo>
                    <a:cubicBezTo>
                      <a:pt x="54" y="39"/>
                      <a:pt x="59" y="35"/>
                      <a:pt x="59" y="35"/>
                    </a:cubicBezTo>
                    <a:cubicBezTo>
                      <a:pt x="61" y="34"/>
                      <a:pt x="61" y="33"/>
                      <a:pt x="63" y="32"/>
                    </a:cubicBezTo>
                    <a:cubicBezTo>
                      <a:pt x="64" y="32"/>
                      <a:pt x="65" y="30"/>
                      <a:pt x="66" y="29"/>
                    </a:cubicBezTo>
                    <a:cubicBezTo>
                      <a:pt x="70" y="25"/>
                      <a:pt x="80" y="27"/>
                      <a:pt x="82" y="23"/>
                    </a:cubicBezTo>
                    <a:cubicBezTo>
                      <a:pt x="85" y="16"/>
                      <a:pt x="95" y="0"/>
                      <a:pt x="102" y="0"/>
                    </a:cubicBezTo>
                    <a:cubicBezTo>
                      <a:pt x="109" y="0"/>
                      <a:pt x="109" y="4"/>
                      <a:pt x="109" y="11"/>
                    </a:cubicBezTo>
                    <a:cubicBezTo>
                      <a:pt x="109" y="20"/>
                      <a:pt x="127" y="15"/>
                      <a:pt x="127" y="23"/>
                    </a:cubicBezTo>
                    <a:cubicBezTo>
                      <a:pt x="127" y="27"/>
                      <a:pt x="117" y="25"/>
                      <a:pt x="117" y="29"/>
                    </a:cubicBezTo>
                    <a:cubicBezTo>
                      <a:pt x="117" y="30"/>
                      <a:pt x="118" y="31"/>
                      <a:pt x="119" y="31"/>
                    </a:cubicBezTo>
                    <a:cubicBezTo>
                      <a:pt x="118" y="32"/>
                      <a:pt x="106" y="37"/>
                      <a:pt x="106" y="37"/>
                    </a:cubicBezTo>
                    <a:cubicBezTo>
                      <a:pt x="107" y="38"/>
                      <a:pt x="108" y="40"/>
                      <a:pt x="108" y="41"/>
                    </a:cubicBezTo>
                    <a:cubicBezTo>
                      <a:pt x="107" y="42"/>
                      <a:pt x="105" y="43"/>
                      <a:pt x="105" y="44"/>
                    </a:cubicBezTo>
                    <a:cubicBezTo>
                      <a:pt x="105" y="51"/>
                      <a:pt x="117" y="73"/>
                      <a:pt x="125" y="73"/>
                    </a:cubicBezTo>
                    <a:cubicBezTo>
                      <a:pt x="124" y="79"/>
                      <a:pt x="120" y="77"/>
                      <a:pt x="115" y="77"/>
                    </a:cubicBezTo>
                    <a:cubicBezTo>
                      <a:pt x="114" y="77"/>
                      <a:pt x="112" y="78"/>
                      <a:pt x="111" y="78"/>
                    </a:cubicBezTo>
                    <a:cubicBezTo>
                      <a:pt x="109" y="83"/>
                      <a:pt x="109" y="83"/>
                      <a:pt x="109" y="83"/>
                    </a:cubicBezTo>
                    <a:cubicBezTo>
                      <a:pt x="106" y="92"/>
                      <a:pt x="103" y="95"/>
                      <a:pt x="103" y="102"/>
                    </a:cubicBezTo>
                    <a:cubicBezTo>
                      <a:pt x="98" y="103"/>
                      <a:pt x="93" y="110"/>
                      <a:pt x="93" y="113"/>
                    </a:cubicBezTo>
                    <a:cubicBezTo>
                      <a:pt x="93" y="116"/>
                      <a:pt x="95" y="117"/>
                      <a:pt x="95" y="119"/>
                    </a:cubicBezTo>
                    <a:cubicBezTo>
                      <a:pt x="95" y="122"/>
                      <a:pt x="90" y="129"/>
                      <a:pt x="90" y="134"/>
                    </a:cubicBezTo>
                    <a:cubicBezTo>
                      <a:pt x="83" y="135"/>
                      <a:pt x="82" y="141"/>
                      <a:pt x="76" y="141"/>
                    </a:cubicBezTo>
                    <a:cubicBezTo>
                      <a:pt x="72" y="141"/>
                      <a:pt x="71" y="137"/>
                      <a:pt x="71" y="135"/>
                    </a:cubicBezTo>
                    <a:cubicBezTo>
                      <a:pt x="64" y="133"/>
                      <a:pt x="59" y="128"/>
                      <a:pt x="51" y="128"/>
                    </a:cubicBezTo>
                    <a:cubicBezTo>
                      <a:pt x="48" y="128"/>
                      <a:pt x="45" y="132"/>
                      <a:pt x="40" y="132"/>
                    </a:cubicBezTo>
                    <a:cubicBezTo>
                      <a:pt x="39" y="132"/>
                      <a:pt x="38" y="130"/>
                      <a:pt x="37" y="13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3" name="ïşľïḓè"/>
              <p:cNvSpPr/>
              <p:nvPr/>
            </p:nvSpPr>
            <p:spPr bwMode="auto">
              <a:xfrm>
                <a:off x="10883093" y="4042847"/>
                <a:ext cx="100481" cy="116977"/>
              </a:xfrm>
              <a:custGeom>
                <a:avLst/>
                <a:gdLst/>
                <a:ahLst/>
                <a:cxnLst>
                  <a:cxn ang="0">
                    <a:pos x="31" y="34"/>
                  </a:cxn>
                  <a:cxn ang="0">
                    <a:pos x="27" y="38"/>
                  </a:cxn>
                  <a:cxn ang="0">
                    <a:pos x="17" y="24"/>
                  </a:cxn>
                  <a:cxn ang="0">
                    <a:pos x="32" y="16"/>
                  </a:cxn>
                  <a:cxn ang="0">
                    <a:pos x="49" y="15"/>
                  </a:cxn>
                  <a:cxn ang="0">
                    <a:pos x="64" y="18"/>
                  </a:cxn>
                  <a:cxn ang="0">
                    <a:pos x="77" y="4"/>
                  </a:cxn>
                  <a:cxn ang="0">
                    <a:pos x="79" y="0"/>
                  </a:cxn>
                  <a:cxn ang="0">
                    <a:pos x="77" y="0"/>
                  </a:cxn>
                  <a:cxn ang="0">
                    <a:pos x="63" y="10"/>
                  </a:cxn>
                  <a:cxn ang="0">
                    <a:pos x="59" y="10"/>
                  </a:cxn>
                  <a:cxn ang="0">
                    <a:pos x="28" y="5"/>
                  </a:cxn>
                  <a:cxn ang="0">
                    <a:pos x="12" y="30"/>
                  </a:cxn>
                  <a:cxn ang="0">
                    <a:pos x="8" y="37"/>
                  </a:cxn>
                  <a:cxn ang="0">
                    <a:pos x="0" y="61"/>
                  </a:cxn>
                  <a:cxn ang="0">
                    <a:pos x="8" y="66"/>
                  </a:cxn>
                  <a:cxn ang="0">
                    <a:pos x="8" y="87"/>
                  </a:cxn>
                  <a:cxn ang="0">
                    <a:pos x="16" y="93"/>
                  </a:cxn>
                  <a:cxn ang="0">
                    <a:pos x="22" y="76"/>
                  </a:cxn>
                  <a:cxn ang="0">
                    <a:pos x="18" y="61"/>
                  </a:cxn>
                  <a:cxn ang="0">
                    <a:pos x="25" y="56"/>
                  </a:cxn>
                  <a:cxn ang="0">
                    <a:pos x="28" y="56"/>
                  </a:cxn>
                  <a:cxn ang="0">
                    <a:pos x="27" y="65"/>
                  </a:cxn>
                  <a:cxn ang="0">
                    <a:pos x="34" y="79"/>
                  </a:cxn>
                  <a:cxn ang="0">
                    <a:pos x="34" y="83"/>
                  </a:cxn>
                  <a:cxn ang="0">
                    <a:pos x="39" y="83"/>
                  </a:cxn>
                  <a:cxn ang="0">
                    <a:pos x="49" y="73"/>
                  </a:cxn>
                  <a:cxn ang="0">
                    <a:pos x="43" y="65"/>
                  </a:cxn>
                  <a:cxn ang="0">
                    <a:pos x="45" y="63"/>
                  </a:cxn>
                  <a:cxn ang="0">
                    <a:pos x="34" y="44"/>
                  </a:cxn>
                  <a:cxn ang="0">
                    <a:pos x="57" y="31"/>
                  </a:cxn>
                  <a:cxn ang="0">
                    <a:pos x="57" y="28"/>
                  </a:cxn>
                  <a:cxn ang="0">
                    <a:pos x="31" y="36"/>
                  </a:cxn>
                  <a:cxn ang="0">
                    <a:pos x="31" y="34"/>
                  </a:cxn>
                </a:cxnLst>
                <a:rect l="0" t="0" r="r" b="b"/>
                <a:pathLst>
                  <a:path w="79" h="93">
                    <a:moveTo>
                      <a:pt x="31" y="34"/>
                    </a:moveTo>
                    <a:cubicBezTo>
                      <a:pt x="30" y="36"/>
                      <a:pt x="29" y="38"/>
                      <a:pt x="27" y="38"/>
                    </a:cubicBezTo>
                    <a:cubicBezTo>
                      <a:pt x="20" y="38"/>
                      <a:pt x="17" y="30"/>
                      <a:pt x="17" y="24"/>
                    </a:cubicBezTo>
                    <a:cubicBezTo>
                      <a:pt x="17" y="15"/>
                      <a:pt x="24" y="16"/>
                      <a:pt x="32" y="16"/>
                    </a:cubicBezTo>
                    <a:cubicBezTo>
                      <a:pt x="39" y="16"/>
                      <a:pt x="42" y="15"/>
                      <a:pt x="49" y="15"/>
                    </a:cubicBezTo>
                    <a:cubicBezTo>
                      <a:pt x="54" y="15"/>
                      <a:pt x="58" y="18"/>
                      <a:pt x="64" y="18"/>
                    </a:cubicBezTo>
                    <a:cubicBezTo>
                      <a:pt x="73" y="18"/>
                      <a:pt x="76" y="10"/>
                      <a:pt x="77" y="4"/>
                    </a:cubicBezTo>
                    <a:cubicBezTo>
                      <a:pt x="79" y="4"/>
                      <a:pt x="79" y="1"/>
                      <a:pt x="79" y="0"/>
                    </a:cubicBezTo>
                    <a:cubicBezTo>
                      <a:pt x="77" y="0"/>
                      <a:pt x="77" y="0"/>
                      <a:pt x="77" y="0"/>
                    </a:cubicBezTo>
                    <a:cubicBezTo>
                      <a:pt x="72" y="4"/>
                      <a:pt x="65" y="8"/>
                      <a:pt x="63" y="10"/>
                    </a:cubicBezTo>
                    <a:cubicBezTo>
                      <a:pt x="59" y="10"/>
                      <a:pt x="59" y="10"/>
                      <a:pt x="59" y="10"/>
                    </a:cubicBezTo>
                    <a:cubicBezTo>
                      <a:pt x="28" y="5"/>
                      <a:pt x="28" y="5"/>
                      <a:pt x="28" y="5"/>
                    </a:cubicBezTo>
                    <a:cubicBezTo>
                      <a:pt x="17" y="5"/>
                      <a:pt x="12" y="20"/>
                      <a:pt x="12" y="30"/>
                    </a:cubicBezTo>
                    <a:cubicBezTo>
                      <a:pt x="12" y="33"/>
                      <a:pt x="8" y="35"/>
                      <a:pt x="8" y="37"/>
                    </a:cubicBezTo>
                    <a:cubicBezTo>
                      <a:pt x="4" y="47"/>
                      <a:pt x="0" y="51"/>
                      <a:pt x="0" y="61"/>
                    </a:cubicBezTo>
                    <a:cubicBezTo>
                      <a:pt x="0" y="66"/>
                      <a:pt x="6" y="66"/>
                      <a:pt x="8" y="66"/>
                    </a:cubicBezTo>
                    <a:cubicBezTo>
                      <a:pt x="8" y="73"/>
                      <a:pt x="8" y="83"/>
                      <a:pt x="8" y="87"/>
                    </a:cubicBezTo>
                    <a:cubicBezTo>
                      <a:pt x="8" y="90"/>
                      <a:pt x="12" y="93"/>
                      <a:pt x="16" y="93"/>
                    </a:cubicBezTo>
                    <a:cubicBezTo>
                      <a:pt x="20" y="93"/>
                      <a:pt x="22" y="78"/>
                      <a:pt x="22" y="76"/>
                    </a:cubicBezTo>
                    <a:cubicBezTo>
                      <a:pt x="22" y="70"/>
                      <a:pt x="18" y="67"/>
                      <a:pt x="18" y="61"/>
                    </a:cubicBezTo>
                    <a:cubicBezTo>
                      <a:pt x="18" y="58"/>
                      <a:pt x="22" y="56"/>
                      <a:pt x="25" y="56"/>
                    </a:cubicBezTo>
                    <a:cubicBezTo>
                      <a:pt x="26" y="56"/>
                      <a:pt x="27" y="56"/>
                      <a:pt x="28" y="56"/>
                    </a:cubicBezTo>
                    <a:cubicBezTo>
                      <a:pt x="27" y="65"/>
                      <a:pt x="27" y="65"/>
                      <a:pt x="27" y="65"/>
                    </a:cubicBezTo>
                    <a:cubicBezTo>
                      <a:pt x="27" y="71"/>
                      <a:pt x="34" y="73"/>
                      <a:pt x="34" y="79"/>
                    </a:cubicBezTo>
                    <a:cubicBezTo>
                      <a:pt x="34" y="80"/>
                      <a:pt x="34" y="81"/>
                      <a:pt x="34" y="83"/>
                    </a:cubicBezTo>
                    <a:cubicBezTo>
                      <a:pt x="39" y="83"/>
                      <a:pt x="39" y="83"/>
                      <a:pt x="39" y="83"/>
                    </a:cubicBezTo>
                    <a:cubicBezTo>
                      <a:pt x="39" y="78"/>
                      <a:pt x="49" y="78"/>
                      <a:pt x="49" y="73"/>
                    </a:cubicBezTo>
                    <a:cubicBezTo>
                      <a:pt x="47" y="73"/>
                      <a:pt x="43" y="68"/>
                      <a:pt x="43" y="65"/>
                    </a:cubicBezTo>
                    <a:cubicBezTo>
                      <a:pt x="43" y="65"/>
                      <a:pt x="44" y="64"/>
                      <a:pt x="45" y="63"/>
                    </a:cubicBezTo>
                    <a:cubicBezTo>
                      <a:pt x="42" y="61"/>
                      <a:pt x="34" y="46"/>
                      <a:pt x="34" y="44"/>
                    </a:cubicBezTo>
                    <a:cubicBezTo>
                      <a:pt x="46" y="44"/>
                      <a:pt x="47" y="35"/>
                      <a:pt x="57" y="31"/>
                    </a:cubicBezTo>
                    <a:cubicBezTo>
                      <a:pt x="57" y="28"/>
                      <a:pt x="57" y="28"/>
                      <a:pt x="57" y="28"/>
                    </a:cubicBezTo>
                    <a:cubicBezTo>
                      <a:pt x="54" y="27"/>
                      <a:pt x="31" y="35"/>
                      <a:pt x="31" y="36"/>
                    </a:cubicBezTo>
                    <a:lnTo>
                      <a:pt x="31" y="34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4" name="î$ļïḑê"/>
              <p:cNvSpPr/>
              <p:nvPr/>
            </p:nvSpPr>
            <p:spPr bwMode="auto">
              <a:xfrm>
                <a:off x="10673133" y="4161325"/>
                <a:ext cx="161969" cy="46491"/>
              </a:xfrm>
              <a:custGeom>
                <a:avLst/>
                <a:gdLst/>
                <a:ahLst/>
                <a:cxnLst>
                  <a:cxn ang="0">
                    <a:pos x="123" y="36"/>
                  </a:cxn>
                  <a:cxn ang="0">
                    <a:pos x="114" y="33"/>
                  </a:cxn>
                  <a:cxn ang="0">
                    <a:pos x="114" y="37"/>
                  </a:cxn>
                  <a:cxn ang="0">
                    <a:pos x="67" y="31"/>
                  </a:cxn>
                  <a:cxn ang="0">
                    <a:pos x="56" y="25"/>
                  </a:cxn>
                  <a:cxn ang="0">
                    <a:pos x="32" y="22"/>
                  </a:cxn>
                  <a:cxn ang="0">
                    <a:pos x="14" y="20"/>
                  </a:cxn>
                  <a:cxn ang="0">
                    <a:pos x="0" y="10"/>
                  </a:cxn>
                  <a:cxn ang="0">
                    <a:pos x="11" y="1"/>
                  </a:cxn>
                  <a:cxn ang="0">
                    <a:pos x="14" y="3"/>
                  </a:cxn>
                  <a:cxn ang="0">
                    <a:pos x="22" y="0"/>
                  </a:cxn>
                  <a:cxn ang="0">
                    <a:pos x="55" y="14"/>
                  </a:cxn>
                  <a:cxn ang="0">
                    <a:pos x="68" y="7"/>
                  </a:cxn>
                  <a:cxn ang="0">
                    <a:pos x="88" y="15"/>
                  </a:cxn>
                  <a:cxn ang="0">
                    <a:pos x="101" y="14"/>
                  </a:cxn>
                  <a:cxn ang="0">
                    <a:pos x="105" y="14"/>
                  </a:cxn>
                  <a:cxn ang="0">
                    <a:pos x="89" y="17"/>
                  </a:cxn>
                  <a:cxn ang="0">
                    <a:pos x="107" y="22"/>
                  </a:cxn>
                  <a:cxn ang="0">
                    <a:pos x="111" y="26"/>
                  </a:cxn>
                  <a:cxn ang="0">
                    <a:pos x="121" y="27"/>
                  </a:cxn>
                  <a:cxn ang="0">
                    <a:pos x="128" y="31"/>
                  </a:cxn>
                  <a:cxn ang="0">
                    <a:pos x="123" y="36"/>
                  </a:cxn>
                </a:cxnLst>
                <a:rect l="0" t="0" r="r" b="b"/>
                <a:pathLst>
                  <a:path w="128" h="37">
                    <a:moveTo>
                      <a:pt x="123" y="36"/>
                    </a:moveTo>
                    <a:cubicBezTo>
                      <a:pt x="119" y="36"/>
                      <a:pt x="119" y="33"/>
                      <a:pt x="114" y="33"/>
                    </a:cubicBezTo>
                    <a:cubicBezTo>
                      <a:pt x="113" y="33"/>
                      <a:pt x="114" y="36"/>
                      <a:pt x="114" y="37"/>
                    </a:cubicBezTo>
                    <a:cubicBezTo>
                      <a:pt x="100" y="32"/>
                      <a:pt x="85" y="31"/>
                      <a:pt x="67" y="31"/>
                    </a:cubicBezTo>
                    <a:cubicBezTo>
                      <a:pt x="62" y="31"/>
                      <a:pt x="61" y="25"/>
                      <a:pt x="56" y="25"/>
                    </a:cubicBezTo>
                    <a:cubicBezTo>
                      <a:pt x="48" y="25"/>
                      <a:pt x="41" y="25"/>
                      <a:pt x="32" y="22"/>
                    </a:cubicBezTo>
                    <a:cubicBezTo>
                      <a:pt x="25" y="20"/>
                      <a:pt x="19" y="24"/>
                      <a:pt x="14" y="20"/>
                    </a:cubicBezTo>
                    <a:cubicBezTo>
                      <a:pt x="10" y="15"/>
                      <a:pt x="7" y="10"/>
                      <a:pt x="0" y="10"/>
                    </a:cubicBezTo>
                    <a:cubicBezTo>
                      <a:pt x="0" y="9"/>
                      <a:pt x="8" y="1"/>
                      <a:pt x="11" y="1"/>
                    </a:cubicBezTo>
                    <a:cubicBezTo>
                      <a:pt x="12" y="1"/>
                      <a:pt x="13" y="3"/>
                      <a:pt x="14" y="3"/>
                    </a:cubicBezTo>
                    <a:cubicBezTo>
                      <a:pt x="17" y="3"/>
                      <a:pt x="19" y="0"/>
                      <a:pt x="22" y="0"/>
                    </a:cubicBezTo>
                    <a:cubicBezTo>
                      <a:pt x="35" y="0"/>
                      <a:pt x="41" y="14"/>
                      <a:pt x="55" y="14"/>
                    </a:cubicBezTo>
                    <a:cubicBezTo>
                      <a:pt x="62" y="14"/>
                      <a:pt x="63" y="7"/>
                      <a:pt x="68" y="7"/>
                    </a:cubicBezTo>
                    <a:cubicBezTo>
                      <a:pt x="77" y="7"/>
                      <a:pt x="80" y="15"/>
                      <a:pt x="88" y="15"/>
                    </a:cubicBezTo>
                    <a:cubicBezTo>
                      <a:pt x="101" y="14"/>
                      <a:pt x="101" y="14"/>
                      <a:pt x="101" y="14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4" y="16"/>
                      <a:pt x="89" y="17"/>
                      <a:pt x="89" y="17"/>
                    </a:cubicBezTo>
                    <a:cubicBezTo>
                      <a:pt x="93" y="22"/>
                      <a:pt x="99" y="22"/>
                      <a:pt x="107" y="22"/>
                    </a:cubicBezTo>
                    <a:cubicBezTo>
                      <a:pt x="110" y="22"/>
                      <a:pt x="110" y="26"/>
                      <a:pt x="111" y="26"/>
                    </a:cubicBezTo>
                    <a:cubicBezTo>
                      <a:pt x="114" y="30"/>
                      <a:pt x="117" y="26"/>
                      <a:pt x="121" y="27"/>
                    </a:cubicBezTo>
                    <a:cubicBezTo>
                      <a:pt x="125" y="29"/>
                      <a:pt x="125" y="30"/>
                      <a:pt x="128" y="31"/>
                    </a:cubicBezTo>
                    <a:cubicBezTo>
                      <a:pt x="127" y="33"/>
                      <a:pt x="124" y="36"/>
                      <a:pt x="123" y="3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5" name="i$1îḍé"/>
              <p:cNvSpPr/>
              <p:nvPr/>
            </p:nvSpPr>
            <p:spPr bwMode="auto">
              <a:xfrm>
                <a:off x="10901089" y="4198817"/>
                <a:ext cx="49491" cy="11998"/>
              </a:xfrm>
              <a:custGeom>
                <a:avLst/>
                <a:gdLst/>
                <a:ahLst/>
                <a:cxnLst>
                  <a:cxn ang="0">
                    <a:pos x="26" y="9"/>
                  </a:cxn>
                  <a:cxn ang="0">
                    <a:pos x="10" y="9"/>
                  </a:cxn>
                  <a:cxn ang="0">
                    <a:pos x="0" y="4"/>
                  </a:cxn>
                  <a:cxn ang="0">
                    <a:pos x="8" y="1"/>
                  </a:cxn>
                  <a:cxn ang="0">
                    <a:pos x="26" y="4"/>
                  </a:cxn>
                  <a:cxn ang="0">
                    <a:pos x="39" y="0"/>
                  </a:cxn>
                  <a:cxn ang="0">
                    <a:pos x="26" y="9"/>
                  </a:cxn>
                </a:cxnLst>
                <a:rect l="0" t="0" r="r" b="b"/>
                <a:pathLst>
                  <a:path w="39" h="9">
                    <a:moveTo>
                      <a:pt x="26" y="9"/>
                    </a:moveTo>
                    <a:cubicBezTo>
                      <a:pt x="20" y="9"/>
                      <a:pt x="13" y="9"/>
                      <a:pt x="10" y="9"/>
                    </a:cubicBezTo>
                    <a:cubicBezTo>
                      <a:pt x="7" y="9"/>
                      <a:pt x="0" y="9"/>
                      <a:pt x="0" y="4"/>
                    </a:cubicBezTo>
                    <a:cubicBezTo>
                      <a:pt x="0" y="1"/>
                      <a:pt x="5" y="1"/>
                      <a:pt x="8" y="1"/>
                    </a:cubicBezTo>
                    <a:cubicBezTo>
                      <a:pt x="16" y="1"/>
                      <a:pt x="19" y="4"/>
                      <a:pt x="26" y="4"/>
                    </a:cubicBezTo>
                    <a:cubicBezTo>
                      <a:pt x="32" y="4"/>
                      <a:pt x="35" y="2"/>
                      <a:pt x="39" y="0"/>
                    </a:cubicBezTo>
                    <a:cubicBezTo>
                      <a:pt x="35" y="6"/>
                      <a:pt x="32" y="7"/>
                      <a:pt x="26" y="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6" name="í$ḻîdê"/>
              <p:cNvSpPr/>
              <p:nvPr/>
            </p:nvSpPr>
            <p:spPr bwMode="auto">
              <a:xfrm>
                <a:off x="10853098" y="4201816"/>
                <a:ext cx="34494" cy="11998"/>
              </a:xfrm>
              <a:custGeom>
                <a:avLst/>
                <a:gdLst/>
                <a:ahLst/>
                <a:cxnLst>
                  <a:cxn ang="0">
                    <a:pos x="27" y="6"/>
                  </a:cxn>
                  <a:cxn ang="0">
                    <a:pos x="23" y="6"/>
                  </a:cxn>
                  <a:cxn ang="0">
                    <a:pos x="19" y="5"/>
                  </a:cxn>
                  <a:cxn ang="0">
                    <a:pos x="9" y="9"/>
                  </a:cxn>
                  <a:cxn ang="0">
                    <a:pos x="0" y="6"/>
                  </a:cxn>
                  <a:cxn ang="0">
                    <a:pos x="7" y="1"/>
                  </a:cxn>
                  <a:cxn ang="0">
                    <a:pos x="16" y="3"/>
                  </a:cxn>
                  <a:cxn ang="0">
                    <a:pos x="16" y="0"/>
                  </a:cxn>
                  <a:cxn ang="0">
                    <a:pos x="27" y="0"/>
                  </a:cxn>
                  <a:cxn ang="0">
                    <a:pos x="27" y="6"/>
                  </a:cxn>
                </a:cxnLst>
                <a:rect l="0" t="0" r="r" b="b"/>
                <a:pathLst>
                  <a:path w="27" h="9">
                    <a:moveTo>
                      <a:pt x="27" y="6"/>
                    </a:moveTo>
                    <a:cubicBezTo>
                      <a:pt x="23" y="6"/>
                      <a:pt x="23" y="6"/>
                      <a:pt x="23" y="6"/>
                    </a:cubicBezTo>
                    <a:cubicBezTo>
                      <a:pt x="19" y="5"/>
                      <a:pt x="19" y="5"/>
                      <a:pt x="19" y="5"/>
                    </a:cubicBezTo>
                    <a:cubicBezTo>
                      <a:pt x="15" y="6"/>
                      <a:pt x="13" y="9"/>
                      <a:pt x="9" y="9"/>
                    </a:cubicBezTo>
                    <a:cubicBezTo>
                      <a:pt x="5" y="9"/>
                      <a:pt x="0" y="8"/>
                      <a:pt x="0" y="6"/>
                    </a:cubicBezTo>
                    <a:cubicBezTo>
                      <a:pt x="0" y="1"/>
                      <a:pt x="3" y="1"/>
                      <a:pt x="7" y="1"/>
                    </a:cubicBezTo>
                    <a:cubicBezTo>
                      <a:pt x="11" y="1"/>
                      <a:pt x="13" y="2"/>
                      <a:pt x="16" y="3"/>
                    </a:cubicBezTo>
                    <a:cubicBezTo>
                      <a:pt x="16" y="2"/>
                      <a:pt x="16" y="1"/>
                      <a:pt x="16" y="0"/>
                    </a:cubicBezTo>
                    <a:cubicBezTo>
                      <a:pt x="27" y="0"/>
                      <a:pt x="27" y="0"/>
                      <a:pt x="27" y="0"/>
                    </a:cubicBezTo>
                    <a:cubicBezTo>
                      <a:pt x="27" y="3"/>
                      <a:pt x="26" y="5"/>
                      <a:pt x="27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7" name="ïŝļiḍê"/>
              <p:cNvSpPr/>
              <p:nvPr/>
            </p:nvSpPr>
            <p:spPr bwMode="auto">
              <a:xfrm>
                <a:off x="10889092" y="4215314"/>
                <a:ext cx="25496" cy="17996"/>
              </a:xfrm>
              <a:custGeom>
                <a:avLst/>
                <a:gdLst/>
                <a:ahLst/>
                <a:cxnLst>
                  <a:cxn ang="0">
                    <a:pos x="15" y="14"/>
                  </a:cxn>
                  <a:cxn ang="0">
                    <a:pos x="12" y="9"/>
                  </a:cxn>
                  <a:cxn ang="0">
                    <a:pos x="0" y="4"/>
                  </a:cxn>
                  <a:cxn ang="0">
                    <a:pos x="9" y="1"/>
                  </a:cxn>
                  <a:cxn ang="0">
                    <a:pos x="13" y="1"/>
                  </a:cxn>
                  <a:cxn ang="0">
                    <a:pos x="20" y="11"/>
                  </a:cxn>
                  <a:cxn ang="0">
                    <a:pos x="16" y="14"/>
                  </a:cxn>
                  <a:cxn ang="0">
                    <a:pos x="15" y="14"/>
                  </a:cxn>
                </a:cxnLst>
                <a:rect l="0" t="0" r="r" b="b"/>
                <a:pathLst>
                  <a:path w="20" h="14">
                    <a:moveTo>
                      <a:pt x="15" y="14"/>
                    </a:moveTo>
                    <a:cubicBezTo>
                      <a:pt x="12" y="14"/>
                      <a:pt x="12" y="10"/>
                      <a:pt x="12" y="9"/>
                    </a:cubicBezTo>
                    <a:cubicBezTo>
                      <a:pt x="8" y="9"/>
                      <a:pt x="0" y="8"/>
                      <a:pt x="0" y="4"/>
                    </a:cubicBezTo>
                    <a:cubicBezTo>
                      <a:pt x="0" y="0"/>
                      <a:pt x="6" y="1"/>
                      <a:pt x="9" y="1"/>
                    </a:cubicBezTo>
                    <a:cubicBezTo>
                      <a:pt x="10" y="1"/>
                      <a:pt x="12" y="1"/>
                      <a:pt x="13" y="1"/>
                    </a:cubicBezTo>
                    <a:cubicBezTo>
                      <a:pt x="13" y="7"/>
                      <a:pt x="20" y="6"/>
                      <a:pt x="20" y="11"/>
                    </a:cubicBezTo>
                    <a:cubicBezTo>
                      <a:pt x="20" y="13"/>
                      <a:pt x="18" y="14"/>
                      <a:pt x="16" y="14"/>
                    </a:cubicBezTo>
                    <a:cubicBezTo>
                      <a:pt x="16" y="14"/>
                      <a:pt x="15" y="14"/>
                      <a:pt x="15" y="1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8" name="îśḻíďè"/>
              <p:cNvSpPr/>
              <p:nvPr/>
            </p:nvSpPr>
            <p:spPr bwMode="auto">
              <a:xfrm>
                <a:off x="10841101" y="4200317"/>
                <a:ext cx="10498" cy="104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0"/>
                  </a:cxn>
                  <a:cxn ang="0">
                    <a:pos x="8" y="3"/>
                  </a:cxn>
                  <a:cxn ang="0">
                    <a:pos x="3" y="8"/>
                  </a:cxn>
                  <a:cxn ang="0">
                    <a:pos x="0" y="5"/>
                  </a:cxn>
                  <a:cxn ang="0">
                    <a:pos x="0" y="0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cubicBezTo>
                      <a:pt x="1" y="0"/>
                      <a:pt x="2" y="0"/>
                      <a:pt x="4" y="0"/>
                    </a:cubicBezTo>
                    <a:cubicBezTo>
                      <a:pt x="6" y="0"/>
                      <a:pt x="6" y="2"/>
                      <a:pt x="8" y="3"/>
                    </a:cubicBezTo>
                    <a:cubicBezTo>
                      <a:pt x="7" y="6"/>
                      <a:pt x="5" y="8"/>
                      <a:pt x="3" y="8"/>
                    </a:cubicBezTo>
                    <a:cubicBezTo>
                      <a:pt x="2" y="8"/>
                      <a:pt x="0" y="6"/>
                      <a:pt x="0" y="5"/>
                    </a:cubicBezTo>
                    <a:cubicBezTo>
                      <a:pt x="0" y="3"/>
                      <a:pt x="0" y="2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49" name="i$ļiḍè"/>
              <p:cNvSpPr/>
              <p:nvPr/>
            </p:nvSpPr>
            <p:spPr bwMode="auto">
              <a:xfrm>
                <a:off x="10959578" y="4201816"/>
                <a:ext cx="55490" cy="32994"/>
              </a:xfrm>
              <a:custGeom>
                <a:avLst/>
                <a:gdLst/>
                <a:ahLst/>
                <a:cxnLst>
                  <a:cxn ang="0">
                    <a:pos x="19" y="13"/>
                  </a:cxn>
                  <a:cxn ang="0">
                    <a:pos x="17" y="19"/>
                  </a:cxn>
                  <a:cxn ang="0">
                    <a:pos x="3" y="26"/>
                  </a:cxn>
                  <a:cxn ang="0">
                    <a:pos x="0" y="22"/>
                  </a:cxn>
                  <a:cxn ang="0">
                    <a:pos x="15" y="10"/>
                  </a:cxn>
                  <a:cxn ang="0">
                    <a:pos x="17" y="6"/>
                  </a:cxn>
                  <a:cxn ang="0">
                    <a:pos x="45" y="3"/>
                  </a:cxn>
                  <a:cxn ang="0">
                    <a:pos x="19" y="13"/>
                  </a:cxn>
                </a:cxnLst>
                <a:rect l="0" t="0" r="r" b="b"/>
                <a:pathLst>
                  <a:path w="45" h="26">
                    <a:moveTo>
                      <a:pt x="19" y="13"/>
                    </a:moveTo>
                    <a:cubicBezTo>
                      <a:pt x="16" y="13"/>
                      <a:pt x="19" y="17"/>
                      <a:pt x="17" y="19"/>
                    </a:cubicBezTo>
                    <a:cubicBezTo>
                      <a:pt x="15" y="21"/>
                      <a:pt x="8" y="26"/>
                      <a:pt x="3" y="26"/>
                    </a:cubicBezTo>
                    <a:cubicBezTo>
                      <a:pt x="1" y="26"/>
                      <a:pt x="0" y="24"/>
                      <a:pt x="0" y="22"/>
                    </a:cubicBezTo>
                    <a:cubicBezTo>
                      <a:pt x="0" y="12"/>
                      <a:pt x="8" y="12"/>
                      <a:pt x="15" y="10"/>
                    </a:cubicBezTo>
                    <a:cubicBezTo>
                      <a:pt x="16" y="10"/>
                      <a:pt x="16" y="7"/>
                      <a:pt x="17" y="6"/>
                    </a:cubicBezTo>
                    <a:cubicBezTo>
                      <a:pt x="21" y="2"/>
                      <a:pt x="41" y="0"/>
                      <a:pt x="45" y="3"/>
                    </a:cubicBezTo>
                    <a:cubicBezTo>
                      <a:pt x="40" y="9"/>
                      <a:pt x="26" y="13"/>
                      <a:pt x="19" y="1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0" name="ïṩ1iḍé"/>
              <p:cNvSpPr/>
              <p:nvPr/>
            </p:nvSpPr>
            <p:spPr bwMode="auto">
              <a:xfrm>
                <a:off x="10998570" y="4113334"/>
                <a:ext cx="16497" cy="17996"/>
              </a:xfrm>
              <a:custGeom>
                <a:avLst/>
                <a:gdLst/>
                <a:ahLst/>
                <a:cxnLst>
                  <a:cxn ang="0">
                    <a:pos x="13" y="8"/>
                  </a:cxn>
                  <a:cxn ang="0">
                    <a:pos x="8" y="14"/>
                  </a:cxn>
                  <a:cxn ang="0">
                    <a:pos x="0" y="5"/>
                  </a:cxn>
                  <a:cxn ang="0">
                    <a:pos x="13" y="8"/>
                  </a:cxn>
                </a:cxnLst>
                <a:rect l="0" t="0" r="r" b="b"/>
                <a:pathLst>
                  <a:path w="13" h="14">
                    <a:moveTo>
                      <a:pt x="13" y="8"/>
                    </a:moveTo>
                    <a:cubicBezTo>
                      <a:pt x="13" y="9"/>
                      <a:pt x="10" y="14"/>
                      <a:pt x="8" y="14"/>
                    </a:cubicBezTo>
                    <a:cubicBezTo>
                      <a:pt x="6" y="14"/>
                      <a:pt x="0" y="9"/>
                      <a:pt x="0" y="5"/>
                    </a:cubicBezTo>
                    <a:cubicBezTo>
                      <a:pt x="0" y="0"/>
                      <a:pt x="13" y="4"/>
                      <a:pt x="13" y="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1" name="íṧḷïdè"/>
              <p:cNvSpPr/>
              <p:nvPr/>
            </p:nvSpPr>
            <p:spPr bwMode="auto">
              <a:xfrm>
                <a:off x="11027065" y="4114833"/>
                <a:ext cx="44991" cy="13498"/>
              </a:xfrm>
              <a:custGeom>
                <a:avLst/>
                <a:gdLst/>
                <a:ahLst/>
                <a:cxnLst>
                  <a:cxn ang="0">
                    <a:pos x="31" y="2"/>
                  </a:cxn>
                  <a:cxn ang="0">
                    <a:pos x="36" y="10"/>
                  </a:cxn>
                  <a:cxn ang="0">
                    <a:pos x="34" y="10"/>
                  </a:cxn>
                  <a:cxn ang="0">
                    <a:pos x="18" y="6"/>
                  </a:cxn>
                  <a:cxn ang="0">
                    <a:pos x="8" y="6"/>
                  </a:cxn>
                  <a:cxn ang="0">
                    <a:pos x="0" y="4"/>
                  </a:cxn>
                  <a:cxn ang="0">
                    <a:pos x="3" y="0"/>
                  </a:cxn>
                  <a:cxn ang="0">
                    <a:pos x="23" y="0"/>
                  </a:cxn>
                  <a:cxn ang="0">
                    <a:pos x="30" y="2"/>
                  </a:cxn>
                  <a:cxn ang="0">
                    <a:pos x="31" y="2"/>
                  </a:cxn>
                </a:cxnLst>
                <a:rect l="0" t="0" r="r" b="b"/>
                <a:pathLst>
                  <a:path w="36" h="10">
                    <a:moveTo>
                      <a:pt x="31" y="2"/>
                    </a:moveTo>
                    <a:cubicBezTo>
                      <a:pt x="32" y="5"/>
                      <a:pt x="36" y="6"/>
                      <a:pt x="36" y="10"/>
                    </a:cubicBezTo>
                    <a:cubicBezTo>
                      <a:pt x="36" y="10"/>
                      <a:pt x="35" y="10"/>
                      <a:pt x="34" y="10"/>
                    </a:cubicBezTo>
                    <a:cubicBezTo>
                      <a:pt x="28" y="10"/>
                      <a:pt x="25" y="6"/>
                      <a:pt x="18" y="6"/>
                    </a:cubicBezTo>
                    <a:cubicBezTo>
                      <a:pt x="14" y="6"/>
                      <a:pt x="12" y="6"/>
                      <a:pt x="8" y="6"/>
                    </a:cubicBezTo>
                    <a:cubicBezTo>
                      <a:pt x="6" y="6"/>
                      <a:pt x="0" y="4"/>
                      <a:pt x="0" y="4"/>
                    </a:cubicBezTo>
                    <a:cubicBezTo>
                      <a:pt x="0" y="2"/>
                      <a:pt x="3" y="1"/>
                      <a:pt x="3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4" y="3"/>
                      <a:pt x="27" y="2"/>
                      <a:pt x="30" y="2"/>
                    </a:cubicBezTo>
                    <a:lnTo>
                      <a:pt x="31" y="2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2" name="ïṡḻíde"/>
              <p:cNvSpPr/>
              <p:nvPr/>
            </p:nvSpPr>
            <p:spPr bwMode="auto">
              <a:xfrm>
                <a:off x="11021066" y="4032350"/>
                <a:ext cx="17997" cy="43492"/>
              </a:xfrm>
              <a:custGeom>
                <a:avLst/>
                <a:gdLst/>
                <a:ahLst/>
                <a:cxnLst>
                  <a:cxn ang="0">
                    <a:pos x="4" y="28"/>
                  </a:cxn>
                  <a:cxn ang="0">
                    <a:pos x="4" y="25"/>
                  </a:cxn>
                  <a:cxn ang="0">
                    <a:pos x="14" y="24"/>
                  </a:cxn>
                  <a:cxn ang="0">
                    <a:pos x="11" y="17"/>
                  </a:cxn>
                  <a:cxn ang="0">
                    <a:pos x="15" y="12"/>
                  </a:cxn>
                  <a:cxn ang="0">
                    <a:pos x="4" y="0"/>
                  </a:cxn>
                  <a:cxn ang="0">
                    <a:pos x="0" y="9"/>
                  </a:cxn>
                  <a:cxn ang="0">
                    <a:pos x="3" y="21"/>
                  </a:cxn>
                  <a:cxn ang="0">
                    <a:pos x="3" y="27"/>
                  </a:cxn>
                  <a:cxn ang="0">
                    <a:pos x="9" y="35"/>
                  </a:cxn>
                  <a:cxn ang="0">
                    <a:pos x="4" y="28"/>
                  </a:cxn>
                </a:cxnLst>
                <a:rect l="0" t="0" r="r" b="b"/>
                <a:pathLst>
                  <a:path w="15" h="35">
                    <a:moveTo>
                      <a:pt x="4" y="28"/>
                    </a:moveTo>
                    <a:cubicBezTo>
                      <a:pt x="4" y="25"/>
                      <a:pt x="4" y="25"/>
                      <a:pt x="4" y="25"/>
                    </a:cubicBezTo>
                    <a:cubicBezTo>
                      <a:pt x="8" y="25"/>
                      <a:pt x="12" y="24"/>
                      <a:pt x="14" y="24"/>
                    </a:cubicBezTo>
                    <a:cubicBezTo>
                      <a:pt x="14" y="20"/>
                      <a:pt x="11" y="20"/>
                      <a:pt x="11" y="17"/>
                    </a:cubicBezTo>
                    <a:cubicBezTo>
                      <a:pt x="11" y="15"/>
                      <a:pt x="15" y="14"/>
                      <a:pt x="15" y="12"/>
                    </a:cubicBezTo>
                    <a:cubicBezTo>
                      <a:pt x="8" y="10"/>
                      <a:pt x="4" y="6"/>
                      <a:pt x="4" y="0"/>
                    </a:cubicBezTo>
                    <a:cubicBezTo>
                      <a:pt x="0" y="2"/>
                      <a:pt x="0" y="5"/>
                      <a:pt x="0" y="9"/>
                    </a:cubicBezTo>
                    <a:cubicBezTo>
                      <a:pt x="0" y="15"/>
                      <a:pt x="3" y="16"/>
                      <a:pt x="3" y="21"/>
                    </a:cubicBezTo>
                    <a:cubicBezTo>
                      <a:pt x="3" y="26"/>
                      <a:pt x="3" y="24"/>
                      <a:pt x="3" y="27"/>
                    </a:cubicBezTo>
                    <a:cubicBezTo>
                      <a:pt x="3" y="30"/>
                      <a:pt x="4" y="35"/>
                      <a:pt x="9" y="35"/>
                    </a:cubicBezTo>
                    <a:cubicBezTo>
                      <a:pt x="7" y="32"/>
                      <a:pt x="6" y="31"/>
                      <a:pt x="4" y="2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3" name="îśḷîḋè"/>
              <p:cNvSpPr/>
              <p:nvPr/>
            </p:nvSpPr>
            <p:spPr bwMode="auto">
              <a:xfrm>
                <a:off x="10937082" y="3912373"/>
                <a:ext cx="71986" cy="67487"/>
              </a:xfrm>
              <a:custGeom>
                <a:avLst/>
                <a:gdLst/>
                <a:ahLst/>
                <a:cxnLst>
                  <a:cxn ang="0">
                    <a:pos x="48" y="38"/>
                  </a:cxn>
                  <a:cxn ang="0">
                    <a:pos x="46" y="35"/>
                  </a:cxn>
                  <a:cxn ang="0">
                    <a:pos x="42" y="40"/>
                  </a:cxn>
                  <a:cxn ang="0">
                    <a:pos x="47" y="48"/>
                  </a:cxn>
                  <a:cxn ang="0">
                    <a:pos x="42" y="53"/>
                  </a:cxn>
                  <a:cxn ang="0">
                    <a:pos x="40" y="50"/>
                  </a:cxn>
                  <a:cxn ang="0">
                    <a:pos x="36" y="51"/>
                  </a:cxn>
                  <a:cxn ang="0">
                    <a:pos x="26" y="37"/>
                  </a:cxn>
                  <a:cxn ang="0">
                    <a:pos x="28" y="32"/>
                  </a:cxn>
                  <a:cxn ang="0">
                    <a:pos x="27" y="29"/>
                  </a:cxn>
                  <a:cxn ang="0">
                    <a:pos x="21" y="28"/>
                  </a:cxn>
                  <a:cxn ang="0">
                    <a:pos x="21" y="32"/>
                  </a:cxn>
                  <a:cxn ang="0">
                    <a:pos x="17" y="30"/>
                  </a:cxn>
                  <a:cxn ang="0">
                    <a:pos x="16" y="32"/>
                  </a:cxn>
                  <a:cxn ang="0">
                    <a:pos x="12" y="28"/>
                  </a:cxn>
                  <a:cxn ang="0">
                    <a:pos x="4" y="45"/>
                  </a:cxn>
                  <a:cxn ang="0">
                    <a:pos x="4" y="36"/>
                  </a:cxn>
                  <a:cxn ang="0">
                    <a:pos x="2" y="32"/>
                  </a:cxn>
                  <a:cxn ang="0">
                    <a:pos x="5" y="22"/>
                  </a:cxn>
                  <a:cxn ang="0">
                    <a:pos x="19" y="14"/>
                  </a:cxn>
                  <a:cxn ang="0">
                    <a:pos x="26" y="20"/>
                  </a:cxn>
                  <a:cxn ang="0">
                    <a:pos x="28" y="20"/>
                  </a:cxn>
                  <a:cxn ang="0">
                    <a:pos x="32" y="15"/>
                  </a:cxn>
                  <a:cxn ang="0">
                    <a:pos x="41" y="9"/>
                  </a:cxn>
                  <a:cxn ang="0">
                    <a:pos x="42" y="0"/>
                  </a:cxn>
                  <a:cxn ang="0">
                    <a:pos x="48" y="4"/>
                  </a:cxn>
                  <a:cxn ang="0">
                    <a:pos x="58" y="33"/>
                  </a:cxn>
                  <a:cxn ang="0">
                    <a:pos x="53" y="46"/>
                  </a:cxn>
                  <a:cxn ang="0">
                    <a:pos x="48" y="36"/>
                  </a:cxn>
                  <a:cxn ang="0">
                    <a:pos x="48" y="38"/>
                  </a:cxn>
                </a:cxnLst>
                <a:rect l="0" t="0" r="r" b="b"/>
                <a:pathLst>
                  <a:path w="58" h="53">
                    <a:moveTo>
                      <a:pt x="48" y="38"/>
                    </a:moveTo>
                    <a:cubicBezTo>
                      <a:pt x="48" y="37"/>
                      <a:pt x="47" y="36"/>
                      <a:pt x="46" y="35"/>
                    </a:cubicBezTo>
                    <a:cubicBezTo>
                      <a:pt x="44" y="37"/>
                      <a:pt x="42" y="38"/>
                      <a:pt x="42" y="40"/>
                    </a:cubicBezTo>
                    <a:cubicBezTo>
                      <a:pt x="42" y="43"/>
                      <a:pt x="47" y="44"/>
                      <a:pt x="47" y="48"/>
                    </a:cubicBezTo>
                    <a:cubicBezTo>
                      <a:pt x="47" y="51"/>
                      <a:pt x="45" y="53"/>
                      <a:pt x="42" y="53"/>
                    </a:cubicBezTo>
                    <a:cubicBezTo>
                      <a:pt x="41" y="53"/>
                      <a:pt x="40" y="51"/>
                      <a:pt x="40" y="50"/>
                    </a:cubicBezTo>
                    <a:cubicBezTo>
                      <a:pt x="39" y="51"/>
                      <a:pt x="37" y="51"/>
                      <a:pt x="36" y="51"/>
                    </a:cubicBezTo>
                    <a:cubicBezTo>
                      <a:pt x="31" y="51"/>
                      <a:pt x="26" y="44"/>
                      <a:pt x="26" y="37"/>
                    </a:cubicBezTo>
                    <a:cubicBezTo>
                      <a:pt x="26" y="34"/>
                      <a:pt x="27" y="33"/>
                      <a:pt x="28" y="32"/>
                    </a:cubicBezTo>
                    <a:cubicBezTo>
                      <a:pt x="28" y="31"/>
                      <a:pt x="27" y="30"/>
                      <a:pt x="27" y="29"/>
                    </a:cubicBezTo>
                    <a:cubicBezTo>
                      <a:pt x="21" y="28"/>
                      <a:pt x="21" y="28"/>
                      <a:pt x="21" y="28"/>
                    </a:cubicBezTo>
                    <a:cubicBezTo>
                      <a:pt x="21" y="30"/>
                      <a:pt x="20" y="31"/>
                      <a:pt x="21" y="32"/>
                    </a:cubicBezTo>
                    <a:cubicBezTo>
                      <a:pt x="18" y="32"/>
                      <a:pt x="18" y="31"/>
                      <a:pt x="17" y="30"/>
                    </a:cubicBezTo>
                    <a:cubicBezTo>
                      <a:pt x="17" y="30"/>
                      <a:pt x="16" y="31"/>
                      <a:pt x="16" y="32"/>
                    </a:cubicBezTo>
                    <a:cubicBezTo>
                      <a:pt x="14" y="31"/>
                      <a:pt x="12" y="28"/>
                      <a:pt x="12" y="28"/>
                    </a:cubicBezTo>
                    <a:cubicBezTo>
                      <a:pt x="8" y="32"/>
                      <a:pt x="8" y="45"/>
                      <a:pt x="4" y="45"/>
                    </a:cubicBezTo>
                    <a:cubicBezTo>
                      <a:pt x="0" y="45"/>
                      <a:pt x="4" y="37"/>
                      <a:pt x="4" y="36"/>
                    </a:cubicBezTo>
                    <a:cubicBezTo>
                      <a:pt x="4" y="35"/>
                      <a:pt x="2" y="33"/>
                      <a:pt x="2" y="32"/>
                    </a:cubicBezTo>
                    <a:cubicBezTo>
                      <a:pt x="2" y="28"/>
                      <a:pt x="4" y="26"/>
                      <a:pt x="5" y="22"/>
                    </a:cubicBezTo>
                    <a:cubicBezTo>
                      <a:pt x="13" y="22"/>
                      <a:pt x="11" y="14"/>
                      <a:pt x="19" y="14"/>
                    </a:cubicBezTo>
                    <a:cubicBezTo>
                      <a:pt x="24" y="14"/>
                      <a:pt x="23" y="20"/>
                      <a:pt x="26" y="20"/>
                    </a:cubicBezTo>
                    <a:cubicBezTo>
                      <a:pt x="27" y="20"/>
                      <a:pt x="27" y="20"/>
                      <a:pt x="28" y="20"/>
                    </a:cubicBezTo>
                    <a:cubicBezTo>
                      <a:pt x="28" y="18"/>
                      <a:pt x="30" y="16"/>
                      <a:pt x="32" y="15"/>
                    </a:cubicBezTo>
                    <a:cubicBezTo>
                      <a:pt x="32" y="10"/>
                      <a:pt x="39" y="12"/>
                      <a:pt x="41" y="9"/>
                    </a:cubicBezTo>
                    <a:cubicBezTo>
                      <a:pt x="42" y="7"/>
                      <a:pt x="42" y="1"/>
                      <a:pt x="42" y="0"/>
                    </a:cubicBezTo>
                    <a:cubicBezTo>
                      <a:pt x="45" y="0"/>
                      <a:pt x="47" y="2"/>
                      <a:pt x="48" y="4"/>
                    </a:cubicBezTo>
                    <a:cubicBezTo>
                      <a:pt x="51" y="7"/>
                      <a:pt x="58" y="30"/>
                      <a:pt x="58" y="33"/>
                    </a:cubicBezTo>
                    <a:cubicBezTo>
                      <a:pt x="58" y="37"/>
                      <a:pt x="53" y="39"/>
                      <a:pt x="53" y="46"/>
                    </a:cubicBezTo>
                    <a:cubicBezTo>
                      <a:pt x="51" y="46"/>
                      <a:pt x="48" y="37"/>
                      <a:pt x="48" y="36"/>
                    </a:cubicBezTo>
                    <a:lnTo>
                      <a:pt x="48" y="38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4" name="ïṥľîḑè"/>
              <p:cNvSpPr/>
              <p:nvPr/>
            </p:nvSpPr>
            <p:spPr bwMode="auto">
              <a:xfrm>
                <a:off x="10871095" y="3894377"/>
                <a:ext cx="34494" cy="37493"/>
              </a:xfrm>
              <a:custGeom>
                <a:avLst/>
                <a:gdLst/>
                <a:ahLst/>
                <a:cxnLst>
                  <a:cxn ang="0">
                    <a:pos x="3" y="29"/>
                  </a:cxn>
                  <a:cxn ang="0">
                    <a:pos x="0" y="29"/>
                  </a:cxn>
                  <a:cxn ang="0">
                    <a:pos x="22" y="5"/>
                  </a:cxn>
                  <a:cxn ang="0">
                    <a:pos x="25" y="0"/>
                  </a:cxn>
                  <a:cxn ang="0">
                    <a:pos x="28" y="6"/>
                  </a:cxn>
                  <a:cxn ang="0">
                    <a:pos x="24" y="9"/>
                  </a:cxn>
                  <a:cxn ang="0">
                    <a:pos x="17" y="13"/>
                  </a:cxn>
                  <a:cxn ang="0">
                    <a:pos x="3" y="29"/>
                  </a:cxn>
                </a:cxnLst>
                <a:rect l="0" t="0" r="r" b="b"/>
                <a:pathLst>
                  <a:path w="28" h="29">
                    <a:moveTo>
                      <a:pt x="3" y="29"/>
                    </a:moveTo>
                    <a:cubicBezTo>
                      <a:pt x="0" y="29"/>
                      <a:pt x="0" y="29"/>
                      <a:pt x="0" y="29"/>
                    </a:cubicBezTo>
                    <a:cubicBezTo>
                      <a:pt x="4" y="18"/>
                      <a:pt x="18" y="13"/>
                      <a:pt x="22" y="5"/>
                    </a:cubicBezTo>
                    <a:cubicBezTo>
                      <a:pt x="23" y="3"/>
                      <a:pt x="23" y="1"/>
                      <a:pt x="25" y="0"/>
                    </a:cubicBezTo>
                    <a:cubicBezTo>
                      <a:pt x="24" y="4"/>
                      <a:pt x="26" y="5"/>
                      <a:pt x="28" y="6"/>
                    </a:cubicBezTo>
                    <a:cubicBezTo>
                      <a:pt x="26" y="8"/>
                      <a:pt x="26" y="9"/>
                      <a:pt x="24" y="9"/>
                    </a:cubicBezTo>
                    <a:cubicBezTo>
                      <a:pt x="23" y="12"/>
                      <a:pt x="20" y="13"/>
                      <a:pt x="17" y="13"/>
                    </a:cubicBezTo>
                    <a:cubicBezTo>
                      <a:pt x="15" y="22"/>
                      <a:pt x="8" y="26"/>
                      <a:pt x="3" y="2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5" name="isḷîḑé"/>
              <p:cNvSpPr/>
              <p:nvPr/>
            </p:nvSpPr>
            <p:spPr bwMode="auto">
              <a:xfrm>
                <a:off x="10898090" y="3774400"/>
                <a:ext cx="67488" cy="95981"/>
              </a:xfrm>
              <a:custGeom>
                <a:avLst/>
                <a:gdLst/>
                <a:ahLst/>
                <a:cxnLst>
                  <a:cxn ang="0">
                    <a:pos x="4" y="31"/>
                  </a:cxn>
                  <a:cxn ang="0">
                    <a:pos x="6" y="20"/>
                  </a:cxn>
                  <a:cxn ang="0">
                    <a:pos x="5" y="7"/>
                  </a:cxn>
                  <a:cxn ang="0">
                    <a:pos x="9" y="0"/>
                  </a:cxn>
                  <a:cxn ang="0">
                    <a:pos x="16" y="7"/>
                  </a:cxn>
                  <a:cxn ang="0">
                    <a:pos x="21" y="3"/>
                  </a:cxn>
                  <a:cxn ang="0">
                    <a:pos x="22" y="5"/>
                  </a:cxn>
                  <a:cxn ang="0">
                    <a:pos x="23" y="8"/>
                  </a:cxn>
                  <a:cxn ang="0">
                    <a:pos x="28" y="25"/>
                  </a:cxn>
                  <a:cxn ang="0">
                    <a:pos x="20" y="42"/>
                  </a:cxn>
                  <a:cxn ang="0">
                    <a:pos x="30" y="59"/>
                  </a:cxn>
                  <a:cxn ang="0">
                    <a:pos x="30" y="58"/>
                  </a:cxn>
                  <a:cxn ang="0">
                    <a:pos x="34" y="55"/>
                  </a:cxn>
                  <a:cxn ang="0">
                    <a:pos x="43" y="64"/>
                  </a:cxn>
                  <a:cxn ang="0">
                    <a:pos x="46" y="61"/>
                  </a:cxn>
                  <a:cxn ang="0">
                    <a:pos x="49" y="62"/>
                  </a:cxn>
                  <a:cxn ang="0">
                    <a:pos x="46" y="66"/>
                  </a:cxn>
                  <a:cxn ang="0">
                    <a:pos x="49" y="66"/>
                  </a:cxn>
                  <a:cxn ang="0">
                    <a:pos x="54" y="71"/>
                  </a:cxn>
                  <a:cxn ang="0">
                    <a:pos x="54" y="74"/>
                  </a:cxn>
                  <a:cxn ang="0">
                    <a:pos x="53" y="76"/>
                  </a:cxn>
                  <a:cxn ang="0">
                    <a:pos x="51" y="73"/>
                  </a:cxn>
                  <a:cxn ang="0">
                    <a:pos x="36" y="61"/>
                  </a:cxn>
                  <a:cxn ang="0">
                    <a:pos x="37" y="69"/>
                  </a:cxn>
                  <a:cxn ang="0">
                    <a:pos x="25" y="60"/>
                  </a:cxn>
                  <a:cxn ang="0">
                    <a:pos x="19" y="62"/>
                  </a:cxn>
                  <a:cxn ang="0">
                    <a:pos x="13" y="57"/>
                  </a:cxn>
                  <a:cxn ang="0">
                    <a:pos x="15" y="53"/>
                  </a:cxn>
                  <a:cxn ang="0">
                    <a:pos x="15" y="49"/>
                  </a:cxn>
                  <a:cxn ang="0">
                    <a:pos x="13" y="49"/>
                  </a:cxn>
                  <a:cxn ang="0">
                    <a:pos x="10" y="51"/>
                  </a:cxn>
                  <a:cxn ang="0">
                    <a:pos x="1" y="44"/>
                  </a:cxn>
                  <a:cxn ang="0">
                    <a:pos x="4" y="31"/>
                  </a:cxn>
                </a:cxnLst>
                <a:rect l="0" t="0" r="r" b="b"/>
                <a:pathLst>
                  <a:path w="54" h="76">
                    <a:moveTo>
                      <a:pt x="4" y="31"/>
                    </a:moveTo>
                    <a:cubicBezTo>
                      <a:pt x="6" y="28"/>
                      <a:pt x="6" y="23"/>
                      <a:pt x="6" y="20"/>
                    </a:cubicBezTo>
                    <a:cubicBezTo>
                      <a:pt x="7" y="15"/>
                      <a:pt x="5" y="12"/>
                      <a:pt x="5" y="7"/>
                    </a:cubicBezTo>
                    <a:cubicBezTo>
                      <a:pt x="5" y="3"/>
                      <a:pt x="6" y="0"/>
                      <a:pt x="9" y="0"/>
                    </a:cubicBezTo>
                    <a:cubicBezTo>
                      <a:pt x="13" y="0"/>
                      <a:pt x="12" y="7"/>
                      <a:pt x="16" y="7"/>
                    </a:cubicBezTo>
                    <a:cubicBezTo>
                      <a:pt x="18" y="7"/>
                      <a:pt x="20" y="4"/>
                      <a:pt x="21" y="3"/>
                    </a:cubicBezTo>
                    <a:cubicBezTo>
                      <a:pt x="21" y="3"/>
                      <a:pt x="22" y="4"/>
                      <a:pt x="22" y="5"/>
                    </a:cubicBezTo>
                    <a:cubicBezTo>
                      <a:pt x="22" y="6"/>
                      <a:pt x="23" y="7"/>
                      <a:pt x="23" y="8"/>
                    </a:cubicBezTo>
                    <a:cubicBezTo>
                      <a:pt x="23" y="13"/>
                      <a:pt x="28" y="18"/>
                      <a:pt x="28" y="25"/>
                    </a:cubicBezTo>
                    <a:cubicBezTo>
                      <a:pt x="28" y="33"/>
                      <a:pt x="20" y="34"/>
                      <a:pt x="20" y="42"/>
                    </a:cubicBezTo>
                    <a:cubicBezTo>
                      <a:pt x="20" y="48"/>
                      <a:pt x="26" y="57"/>
                      <a:pt x="30" y="59"/>
                    </a:cubicBezTo>
                    <a:cubicBezTo>
                      <a:pt x="30" y="59"/>
                      <a:pt x="30" y="58"/>
                      <a:pt x="30" y="58"/>
                    </a:cubicBezTo>
                    <a:cubicBezTo>
                      <a:pt x="30" y="56"/>
                      <a:pt x="32" y="54"/>
                      <a:pt x="34" y="55"/>
                    </a:cubicBezTo>
                    <a:cubicBezTo>
                      <a:pt x="39" y="55"/>
                      <a:pt x="40" y="63"/>
                      <a:pt x="43" y="64"/>
                    </a:cubicBezTo>
                    <a:cubicBezTo>
                      <a:pt x="44" y="64"/>
                      <a:pt x="45" y="61"/>
                      <a:pt x="46" y="61"/>
                    </a:cubicBezTo>
                    <a:cubicBezTo>
                      <a:pt x="47" y="61"/>
                      <a:pt x="48" y="62"/>
                      <a:pt x="49" y="62"/>
                    </a:cubicBezTo>
                    <a:cubicBezTo>
                      <a:pt x="48" y="64"/>
                      <a:pt x="46" y="64"/>
                      <a:pt x="46" y="66"/>
                    </a:cubicBezTo>
                    <a:cubicBezTo>
                      <a:pt x="46" y="67"/>
                      <a:pt x="48" y="67"/>
                      <a:pt x="49" y="66"/>
                    </a:cubicBezTo>
                    <a:cubicBezTo>
                      <a:pt x="49" y="69"/>
                      <a:pt x="51" y="71"/>
                      <a:pt x="54" y="71"/>
                    </a:cubicBezTo>
                    <a:cubicBezTo>
                      <a:pt x="54" y="72"/>
                      <a:pt x="54" y="73"/>
                      <a:pt x="54" y="74"/>
                    </a:cubicBezTo>
                    <a:cubicBezTo>
                      <a:pt x="54" y="75"/>
                      <a:pt x="53" y="76"/>
                      <a:pt x="53" y="76"/>
                    </a:cubicBezTo>
                    <a:cubicBezTo>
                      <a:pt x="51" y="76"/>
                      <a:pt x="51" y="74"/>
                      <a:pt x="51" y="73"/>
                    </a:cubicBezTo>
                    <a:cubicBezTo>
                      <a:pt x="48" y="69"/>
                      <a:pt x="39" y="65"/>
                      <a:pt x="36" y="61"/>
                    </a:cubicBezTo>
                    <a:cubicBezTo>
                      <a:pt x="34" y="64"/>
                      <a:pt x="35" y="66"/>
                      <a:pt x="37" y="69"/>
                    </a:cubicBezTo>
                    <a:cubicBezTo>
                      <a:pt x="31" y="69"/>
                      <a:pt x="31" y="60"/>
                      <a:pt x="25" y="60"/>
                    </a:cubicBezTo>
                    <a:cubicBezTo>
                      <a:pt x="23" y="60"/>
                      <a:pt x="21" y="62"/>
                      <a:pt x="19" y="62"/>
                    </a:cubicBezTo>
                    <a:cubicBezTo>
                      <a:pt x="16" y="62"/>
                      <a:pt x="13" y="59"/>
                      <a:pt x="13" y="57"/>
                    </a:cubicBezTo>
                    <a:cubicBezTo>
                      <a:pt x="13" y="55"/>
                      <a:pt x="14" y="53"/>
                      <a:pt x="15" y="53"/>
                    </a:cubicBezTo>
                    <a:cubicBezTo>
                      <a:pt x="15" y="49"/>
                      <a:pt x="15" y="49"/>
                      <a:pt x="15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2" y="50"/>
                      <a:pt x="11" y="51"/>
                      <a:pt x="10" y="51"/>
                    </a:cubicBezTo>
                    <a:cubicBezTo>
                      <a:pt x="8" y="51"/>
                      <a:pt x="1" y="47"/>
                      <a:pt x="1" y="44"/>
                    </a:cubicBezTo>
                    <a:cubicBezTo>
                      <a:pt x="1" y="38"/>
                      <a:pt x="0" y="30"/>
                      <a:pt x="4" y="3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6" name="ïšliďé"/>
              <p:cNvSpPr/>
              <p:nvPr/>
            </p:nvSpPr>
            <p:spPr bwMode="auto">
              <a:xfrm>
                <a:off x="10968576" y="3870381"/>
                <a:ext cx="22496" cy="38992"/>
              </a:xfrm>
              <a:custGeom>
                <a:avLst/>
                <a:gdLst/>
                <a:ahLst/>
                <a:cxnLst>
                  <a:cxn ang="0">
                    <a:pos x="16" y="20"/>
                  </a:cxn>
                  <a:cxn ang="0">
                    <a:pos x="10" y="20"/>
                  </a:cxn>
                  <a:cxn ang="0">
                    <a:pos x="14" y="28"/>
                  </a:cxn>
                  <a:cxn ang="0">
                    <a:pos x="14" y="30"/>
                  </a:cxn>
                  <a:cxn ang="0">
                    <a:pos x="10" y="30"/>
                  </a:cxn>
                  <a:cxn ang="0">
                    <a:pos x="8" y="25"/>
                  </a:cxn>
                  <a:cxn ang="0">
                    <a:pos x="8" y="23"/>
                  </a:cxn>
                  <a:cxn ang="0">
                    <a:pos x="2" y="17"/>
                  </a:cxn>
                  <a:cxn ang="0">
                    <a:pos x="2" y="15"/>
                  </a:cxn>
                  <a:cxn ang="0">
                    <a:pos x="8" y="15"/>
                  </a:cxn>
                  <a:cxn ang="0">
                    <a:pos x="10" y="13"/>
                  </a:cxn>
                  <a:cxn ang="0">
                    <a:pos x="0" y="2"/>
                  </a:cxn>
                  <a:cxn ang="0">
                    <a:pos x="4" y="0"/>
                  </a:cxn>
                  <a:cxn ang="0">
                    <a:pos x="13" y="2"/>
                  </a:cxn>
                  <a:cxn ang="0">
                    <a:pos x="13" y="6"/>
                  </a:cxn>
                  <a:cxn ang="0">
                    <a:pos x="15" y="6"/>
                  </a:cxn>
                  <a:cxn ang="0">
                    <a:pos x="15" y="12"/>
                  </a:cxn>
                  <a:cxn ang="0">
                    <a:pos x="18" y="15"/>
                  </a:cxn>
                  <a:cxn ang="0">
                    <a:pos x="16" y="20"/>
                  </a:cxn>
                </a:cxnLst>
                <a:rect l="0" t="0" r="r" b="b"/>
                <a:pathLst>
                  <a:path w="18" h="30">
                    <a:moveTo>
                      <a:pt x="16" y="20"/>
                    </a:moveTo>
                    <a:cubicBezTo>
                      <a:pt x="10" y="20"/>
                      <a:pt x="10" y="20"/>
                      <a:pt x="10" y="20"/>
                    </a:cubicBezTo>
                    <a:cubicBezTo>
                      <a:pt x="11" y="23"/>
                      <a:pt x="12" y="27"/>
                      <a:pt x="14" y="28"/>
                    </a:cubicBezTo>
                    <a:cubicBezTo>
                      <a:pt x="14" y="30"/>
                      <a:pt x="14" y="30"/>
                      <a:pt x="14" y="30"/>
                    </a:cubicBezTo>
                    <a:cubicBezTo>
                      <a:pt x="13" y="30"/>
                      <a:pt x="11" y="30"/>
                      <a:pt x="10" y="30"/>
                    </a:cubicBezTo>
                    <a:cubicBezTo>
                      <a:pt x="7" y="30"/>
                      <a:pt x="7" y="27"/>
                      <a:pt x="8" y="25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5" y="23"/>
                      <a:pt x="3" y="19"/>
                      <a:pt x="2" y="17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4" y="15"/>
                      <a:pt x="7" y="15"/>
                      <a:pt x="8" y="15"/>
                    </a:cubicBezTo>
                    <a:cubicBezTo>
                      <a:pt x="8" y="15"/>
                      <a:pt x="10" y="14"/>
                      <a:pt x="10" y="13"/>
                    </a:cubicBezTo>
                    <a:cubicBezTo>
                      <a:pt x="10" y="8"/>
                      <a:pt x="1" y="5"/>
                      <a:pt x="0" y="2"/>
                    </a:cubicBezTo>
                    <a:cubicBezTo>
                      <a:pt x="1" y="1"/>
                      <a:pt x="3" y="0"/>
                      <a:pt x="4" y="0"/>
                    </a:cubicBezTo>
                    <a:cubicBezTo>
                      <a:pt x="7" y="0"/>
                      <a:pt x="9" y="2"/>
                      <a:pt x="13" y="2"/>
                    </a:cubicBezTo>
                    <a:cubicBezTo>
                      <a:pt x="13" y="3"/>
                      <a:pt x="13" y="5"/>
                      <a:pt x="13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5" y="8"/>
                      <a:pt x="15" y="12"/>
                      <a:pt x="15" y="12"/>
                    </a:cubicBezTo>
                    <a:cubicBezTo>
                      <a:pt x="15" y="12"/>
                      <a:pt x="18" y="15"/>
                      <a:pt x="18" y="15"/>
                    </a:cubicBezTo>
                    <a:cubicBezTo>
                      <a:pt x="18" y="18"/>
                      <a:pt x="17" y="19"/>
                      <a:pt x="16" y="2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7" name="iṧlíḓé"/>
              <p:cNvSpPr/>
              <p:nvPr/>
            </p:nvSpPr>
            <p:spPr bwMode="auto">
              <a:xfrm>
                <a:off x="10935582" y="3880879"/>
                <a:ext cx="17997" cy="23995"/>
              </a:xfrm>
              <a:custGeom>
                <a:avLst/>
                <a:gdLst/>
                <a:ahLst/>
                <a:cxnLst>
                  <a:cxn ang="0">
                    <a:pos x="3" y="1"/>
                  </a:cxn>
                  <a:cxn ang="0">
                    <a:pos x="14" y="7"/>
                  </a:cxn>
                  <a:cxn ang="0">
                    <a:pos x="1" y="19"/>
                  </a:cxn>
                  <a:cxn ang="0">
                    <a:pos x="0" y="2"/>
                  </a:cxn>
                  <a:cxn ang="0">
                    <a:pos x="2" y="0"/>
                  </a:cxn>
                  <a:cxn ang="0">
                    <a:pos x="5" y="2"/>
                  </a:cxn>
                  <a:cxn ang="0">
                    <a:pos x="3" y="1"/>
                  </a:cxn>
                </a:cxnLst>
                <a:rect l="0" t="0" r="r" b="b"/>
                <a:pathLst>
                  <a:path w="14" h="19">
                    <a:moveTo>
                      <a:pt x="3" y="1"/>
                    </a:moveTo>
                    <a:cubicBezTo>
                      <a:pt x="4" y="3"/>
                      <a:pt x="14" y="4"/>
                      <a:pt x="14" y="7"/>
                    </a:cubicBezTo>
                    <a:cubicBezTo>
                      <a:pt x="14" y="14"/>
                      <a:pt x="5" y="17"/>
                      <a:pt x="1" y="19"/>
                    </a:cubicBezTo>
                    <a:cubicBezTo>
                      <a:pt x="1" y="13"/>
                      <a:pt x="0" y="6"/>
                      <a:pt x="0" y="2"/>
                    </a:cubicBezTo>
                    <a:cubicBezTo>
                      <a:pt x="0" y="1"/>
                      <a:pt x="2" y="0"/>
                      <a:pt x="2" y="0"/>
                    </a:cubicBezTo>
                    <a:cubicBezTo>
                      <a:pt x="3" y="0"/>
                      <a:pt x="4" y="2"/>
                      <a:pt x="5" y="2"/>
                    </a:cubicBezTo>
                    <a:lnTo>
                      <a:pt x="3" y="1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8" name="îŝ1îḍe"/>
              <p:cNvSpPr/>
              <p:nvPr/>
            </p:nvSpPr>
            <p:spPr bwMode="auto">
              <a:xfrm>
                <a:off x="10944580" y="3895876"/>
                <a:ext cx="17997" cy="29994"/>
              </a:xfrm>
              <a:custGeom>
                <a:avLst/>
                <a:gdLst/>
                <a:ahLst/>
                <a:cxnLst>
                  <a:cxn ang="0">
                    <a:pos x="14" y="5"/>
                  </a:cxn>
                  <a:cxn ang="0">
                    <a:pos x="9" y="17"/>
                  </a:cxn>
                  <a:cxn ang="0">
                    <a:pos x="11" y="22"/>
                  </a:cxn>
                  <a:cxn ang="0">
                    <a:pos x="9" y="24"/>
                  </a:cxn>
                  <a:cxn ang="0">
                    <a:pos x="0" y="14"/>
                  </a:cxn>
                  <a:cxn ang="0">
                    <a:pos x="4" y="12"/>
                  </a:cxn>
                  <a:cxn ang="0">
                    <a:pos x="8" y="1"/>
                  </a:cxn>
                  <a:cxn ang="0">
                    <a:pos x="14" y="5"/>
                  </a:cxn>
                </a:cxnLst>
                <a:rect l="0" t="0" r="r" b="b"/>
                <a:pathLst>
                  <a:path w="14" h="24">
                    <a:moveTo>
                      <a:pt x="14" y="5"/>
                    </a:moveTo>
                    <a:cubicBezTo>
                      <a:pt x="14" y="10"/>
                      <a:pt x="10" y="13"/>
                      <a:pt x="9" y="17"/>
                    </a:cubicBezTo>
                    <a:cubicBezTo>
                      <a:pt x="9" y="21"/>
                      <a:pt x="11" y="20"/>
                      <a:pt x="11" y="22"/>
                    </a:cubicBezTo>
                    <a:cubicBezTo>
                      <a:pt x="11" y="23"/>
                      <a:pt x="10" y="24"/>
                      <a:pt x="9" y="24"/>
                    </a:cubicBezTo>
                    <a:cubicBezTo>
                      <a:pt x="7" y="24"/>
                      <a:pt x="0" y="17"/>
                      <a:pt x="0" y="14"/>
                    </a:cubicBezTo>
                    <a:cubicBezTo>
                      <a:pt x="0" y="13"/>
                      <a:pt x="3" y="12"/>
                      <a:pt x="4" y="12"/>
                    </a:cubicBezTo>
                    <a:cubicBezTo>
                      <a:pt x="4" y="11"/>
                      <a:pt x="6" y="1"/>
                      <a:pt x="8" y="1"/>
                    </a:cubicBezTo>
                    <a:cubicBezTo>
                      <a:pt x="12" y="0"/>
                      <a:pt x="14" y="3"/>
                      <a:pt x="14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59" name="îślïdê"/>
              <p:cNvSpPr/>
              <p:nvPr/>
            </p:nvSpPr>
            <p:spPr bwMode="auto">
              <a:xfrm>
                <a:off x="10961078" y="3897376"/>
                <a:ext cx="7499" cy="19497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2" y="15"/>
                  </a:cxn>
                  <a:cxn ang="0">
                    <a:pos x="0" y="15"/>
                  </a:cxn>
                  <a:cxn ang="0">
                    <a:pos x="4" y="0"/>
                  </a:cxn>
                  <a:cxn ang="0">
                    <a:pos x="7" y="0"/>
                  </a:cxn>
                </a:cxnLst>
                <a:rect l="0" t="0" r="r" b="b"/>
                <a:pathLst>
                  <a:path w="7" h="15">
                    <a:moveTo>
                      <a:pt x="7" y="0"/>
                    </a:moveTo>
                    <a:cubicBezTo>
                      <a:pt x="7" y="7"/>
                      <a:pt x="2" y="9"/>
                      <a:pt x="2" y="15"/>
                    </a:cubicBezTo>
                    <a:cubicBezTo>
                      <a:pt x="2" y="15"/>
                      <a:pt x="0" y="15"/>
                      <a:pt x="0" y="15"/>
                    </a:cubicBezTo>
                    <a:cubicBezTo>
                      <a:pt x="1" y="10"/>
                      <a:pt x="4" y="7"/>
                      <a:pt x="4" y="0"/>
                    </a:cubicBezTo>
                    <a:cubicBezTo>
                      <a:pt x="5" y="0"/>
                      <a:pt x="6" y="0"/>
                      <a:pt x="7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0" name="iṣlíḓê"/>
              <p:cNvSpPr/>
              <p:nvPr/>
            </p:nvSpPr>
            <p:spPr bwMode="auto">
              <a:xfrm>
                <a:off x="10965576" y="3909374"/>
                <a:ext cx="10498" cy="10498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" y="8"/>
                  </a:cxn>
                  <a:cxn ang="0">
                    <a:pos x="0" y="6"/>
                  </a:cxn>
                  <a:cxn ang="0">
                    <a:pos x="3" y="0"/>
                  </a:cxn>
                  <a:cxn ang="0">
                    <a:pos x="8" y="0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cubicBezTo>
                      <a:pt x="8" y="4"/>
                      <a:pt x="6" y="8"/>
                      <a:pt x="2" y="8"/>
                    </a:cubicBezTo>
                    <a:cubicBezTo>
                      <a:pt x="1" y="8"/>
                      <a:pt x="0" y="6"/>
                      <a:pt x="0" y="6"/>
                    </a:cubicBezTo>
                    <a:cubicBezTo>
                      <a:pt x="0" y="3"/>
                      <a:pt x="2" y="2"/>
                      <a:pt x="3" y="0"/>
                    </a:cubicBezTo>
                    <a:cubicBezTo>
                      <a:pt x="5" y="1"/>
                      <a:pt x="7" y="1"/>
                      <a:pt x="8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1" name="ï$ḷiḓe"/>
              <p:cNvSpPr/>
              <p:nvPr/>
            </p:nvSpPr>
            <p:spPr bwMode="auto">
              <a:xfrm>
                <a:off x="10953579" y="3870381"/>
                <a:ext cx="11998" cy="16497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0" y="10"/>
                  </a:cxn>
                  <a:cxn ang="0">
                    <a:pos x="6" y="6"/>
                  </a:cxn>
                  <a:cxn ang="0">
                    <a:pos x="0" y="6"/>
                  </a:cxn>
                </a:cxnLst>
                <a:rect l="0" t="0" r="r" b="b"/>
                <a:pathLst>
                  <a:path w="10" h="12">
                    <a:moveTo>
                      <a:pt x="0" y="6"/>
                    </a:moveTo>
                    <a:cubicBezTo>
                      <a:pt x="0" y="3"/>
                      <a:pt x="0" y="2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4"/>
                      <a:pt x="10" y="5"/>
                      <a:pt x="10" y="10"/>
                    </a:cubicBezTo>
                    <a:cubicBezTo>
                      <a:pt x="10" y="12"/>
                      <a:pt x="6" y="8"/>
                      <a:pt x="6" y="6"/>
                    </a:cubicBezTo>
                    <a:cubicBezTo>
                      <a:pt x="4" y="5"/>
                      <a:pt x="2" y="6"/>
                      <a:pt x="0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2" name="ïŝľiḍè"/>
              <p:cNvSpPr/>
              <p:nvPr/>
            </p:nvSpPr>
            <p:spPr bwMode="auto">
              <a:xfrm>
                <a:off x="10911587" y="3855384"/>
                <a:ext cx="17997" cy="19497"/>
              </a:xfrm>
              <a:custGeom>
                <a:avLst/>
                <a:gdLst/>
                <a:ahLst/>
                <a:cxnLst>
                  <a:cxn ang="0">
                    <a:pos x="11" y="15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14" y="7"/>
                  </a:cxn>
                  <a:cxn ang="0">
                    <a:pos x="11" y="15"/>
                  </a:cxn>
                </a:cxnLst>
                <a:rect l="0" t="0" r="r" b="b"/>
                <a:pathLst>
                  <a:path w="15" h="15">
                    <a:moveTo>
                      <a:pt x="11" y="15"/>
                    </a:moveTo>
                    <a:cubicBezTo>
                      <a:pt x="9" y="15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8" y="3"/>
                      <a:pt x="13" y="2"/>
                      <a:pt x="14" y="7"/>
                    </a:cubicBezTo>
                    <a:cubicBezTo>
                      <a:pt x="15" y="10"/>
                      <a:pt x="13" y="15"/>
                      <a:pt x="11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3" name="ïṥḷïdê"/>
              <p:cNvSpPr/>
              <p:nvPr/>
            </p:nvSpPr>
            <p:spPr bwMode="auto">
              <a:xfrm>
                <a:off x="10929583" y="3858384"/>
                <a:ext cx="5999" cy="150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1"/>
                  </a:cxn>
                  <a:cxn ang="0">
                    <a:pos x="0" y="0"/>
                  </a:cxn>
                </a:cxnLst>
                <a:rect l="0" t="0" r="r" b="b"/>
                <a:pathLst>
                  <a:path w="4" h="1">
                    <a:moveTo>
                      <a:pt x="0" y="0"/>
                    </a:moveTo>
                    <a:cubicBezTo>
                      <a:pt x="1" y="1"/>
                      <a:pt x="3" y="1"/>
                      <a:pt x="4" y="1"/>
                    </a:cubicBezTo>
                    <a:cubicBezTo>
                      <a:pt x="3" y="0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4" name="iṩļîďè"/>
              <p:cNvSpPr/>
              <p:nvPr/>
            </p:nvSpPr>
            <p:spPr bwMode="auto">
              <a:xfrm>
                <a:off x="10902588" y="3658922"/>
                <a:ext cx="34494" cy="47991"/>
              </a:xfrm>
              <a:custGeom>
                <a:avLst/>
                <a:gdLst/>
                <a:ahLst/>
                <a:cxnLst>
                  <a:cxn ang="0">
                    <a:pos x="8" y="39"/>
                  </a:cxn>
                  <a:cxn ang="0">
                    <a:pos x="1" y="26"/>
                  </a:cxn>
                  <a:cxn ang="0">
                    <a:pos x="16" y="0"/>
                  </a:cxn>
                  <a:cxn ang="0">
                    <a:pos x="8" y="39"/>
                  </a:cxn>
                </a:cxnLst>
                <a:rect l="0" t="0" r="r" b="b"/>
                <a:pathLst>
                  <a:path w="27" h="39">
                    <a:moveTo>
                      <a:pt x="8" y="39"/>
                    </a:moveTo>
                    <a:cubicBezTo>
                      <a:pt x="0" y="39"/>
                      <a:pt x="1" y="33"/>
                      <a:pt x="1" y="26"/>
                    </a:cubicBezTo>
                    <a:cubicBezTo>
                      <a:pt x="1" y="17"/>
                      <a:pt x="10" y="0"/>
                      <a:pt x="16" y="0"/>
                    </a:cubicBezTo>
                    <a:cubicBezTo>
                      <a:pt x="27" y="0"/>
                      <a:pt x="18" y="39"/>
                      <a:pt x="8" y="3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5" name="íSḷíďe"/>
              <p:cNvSpPr/>
              <p:nvPr/>
            </p:nvSpPr>
            <p:spPr bwMode="auto">
              <a:xfrm>
                <a:off x="10719624" y="3744406"/>
                <a:ext cx="38993" cy="32994"/>
              </a:xfrm>
              <a:custGeom>
                <a:avLst/>
                <a:gdLst/>
                <a:ahLst/>
                <a:cxnLst>
                  <a:cxn ang="0">
                    <a:pos x="2" y="11"/>
                  </a:cxn>
                  <a:cxn ang="0">
                    <a:pos x="26" y="0"/>
                  </a:cxn>
                  <a:cxn ang="0">
                    <a:pos x="31" y="7"/>
                  </a:cxn>
                  <a:cxn ang="0">
                    <a:pos x="11" y="27"/>
                  </a:cxn>
                  <a:cxn ang="0">
                    <a:pos x="2" y="18"/>
                  </a:cxn>
                  <a:cxn ang="0">
                    <a:pos x="2" y="11"/>
                  </a:cxn>
                </a:cxnLst>
                <a:rect l="0" t="0" r="r" b="b"/>
                <a:pathLst>
                  <a:path w="31" h="27">
                    <a:moveTo>
                      <a:pt x="2" y="11"/>
                    </a:moveTo>
                    <a:cubicBezTo>
                      <a:pt x="5" y="11"/>
                      <a:pt x="20" y="0"/>
                      <a:pt x="26" y="0"/>
                    </a:cubicBezTo>
                    <a:cubicBezTo>
                      <a:pt x="28" y="0"/>
                      <a:pt x="31" y="4"/>
                      <a:pt x="31" y="7"/>
                    </a:cubicBezTo>
                    <a:cubicBezTo>
                      <a:pt x="31" y="13"/>
                      <a:pt x="18" y="27"/>
                      <a:pt x="11" y="27"/>
                    </a:cubicBezTo>
                    <a:cubicBezTo>
                      <a:pt x="5" y="27"/>
                      <a:pt x="2" y="24"/>
                      <a:pt x="2" y="18"/>
                    </a:cubicBezTo>
                    <a:cubicBezTo>
                      <a:pt x="2" y="15"/>
                      <a:pt x="0" y="11"/>
                      <a:pt x="2" y="1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6" name="íṧ1íḓé"/>
              <p:cNvSpPr/>
              <p:nvPr/>
            </p:nvSpPr>
            <p:spPr bwMode="auto">
              <a:xfrm>
                <a:off x="10550157" y="3691916"/>
                <a:ext cx="184465" cy="353931"/>
              </a:xfrm>
              <a:custGeom>
                <a:avLst/>
                <a:gdLst/>
                <a:ahLst/>
                <a:cxnLst>
                  <a:cxn ang="0">
                    <a:pos x="12" y="172"/>
                  </a:cxn>
                  <a:cxn ang="0">
                    <a:pos x="21" y="152"/>
                  </a:cxn>
                  <a:cxn ang="0">
                    <a:pos x="25" y="147"/>
                  </a:cxn>
                  <a:cxn ang="0">
                    <a:pos x="15" y="119"/>
                  </a:cxn>
                  <a:cxn ang="0">
                    <a:pos x="8" y="109"/>
                  </a:cxn>
                  <a:cxn ang="0">
                    <a:pos x="8" y="105"/>
                  </a:cxn>
                  <a:cxn ang="0">
                    <a:pos x="8" y="106"/>
                  </a:cxn>
                  <a:cxn ang="0">
                    <a:pos x="12" y="96"/>
                  </a:cxn>
                  <a:cxn ang="0">
                    <a:pos x="9" y="77"/>
                  </a:cxn>
                  <a:cxn ang="0">
                    <a:pos x="0" y="65"/>
                  </a:cxn>
                  <a:cxn ang="0">
                    <a:pos x="8" y="47"/>
                  </a:cxn>
                  <a:cxn ang="0">
                    <a:pos x="19" y="43"/>
                  </a:cxn>
                  <a:cxn ang="0">
                    <a:pos x="45" y="19"/>
                  </a:cxn>
                  <a:cxn ang="0">
                    <a:pos x="47" y="19"/>
                  </a:cxn>
                  <a:cxn ang="0">
                    <a:pos x="50" y="24"/>
                  </a:cxn>
                  <a:cxn ang="0">
                    <a:pos x="52" y="20"/>
                  </a:cxn>
                  <a:cxn ang="0">
                    <a:pos x="52" y="9"/>
                  </a:cxn>
                  <a:cxn ang="0">
                    <a:pos x="64" y="6"/>
                  </a:cxn>
                  <a:cxn ang="0">
                    <a:pos x="78" y="6"/>
                  </a:cxn>
                  <a:cxn ang="0">
                    <a:pos x="96" y="0"/>
                  </a:cxn>
                  <a:cxn ang="0">
                    <a:pos x="115" y="5"/>
                  </a:cxn>
                  <a:cxn ang="0">
                    <a:pos x="130" y="22"/>
                  </a:cxn>
                  <a:cxn ang="0">
                    <a:pos x="100" y="58"/>
                  </a:cxn>
                  <a:cxn ang="0">
                    <a:pos x="104" y="64"/>
                  </a:cxn>
                  <a:cxn ang="0">
                    <a:pos x="129" y="93"/>
                  </a:cxn>
                  <a:cxn ang="0">
                    <a:pos x="147" y="134"/>
                  </a:cxn>
                  <a:cxn ang="0">
                    <a:pos x="142" y="156"/>
                  </a:cxn>
                  <a:cxn ang="0">
                    <a:pos x="115" y="170"/>
                  </a:cxn>
                  <a:cxn ang="0">
                    <a:pos x="105" y="180"/>
                  </a:cxn>
                  <a:cxn ang="0">
                    <a:pos x="104" y="176"/>
                  </a:cxn>
                  <a:cxn ang="0">
                    <a:pos x="104" y="181"/>
                  </a:cxn>
                  <a:cxn ang="0">
                    <a:pos x="93" y="192"/>
                  </a:cxn>
                  <a:cxn ang="0">
                    <a:pos x="90" y="183"/>
                  </a:cxn>
                  <a:cxn ang="0">
                    <a:pos x="91" y="177"/>
                  </a:cxn>
                  <a:cxn ang="0">
                    <a:pos x="88" y="170"/>
                  </a:cxn>
                  <a:cxn ang="0">
                    <a:pos x="73" y="161"/>
                  </a:cxn>
                  <a:cxn ang="0">
                    <a:pos x="63" y="149"/>
                  </a:cxn>
                  <a:cxn ang="0">
                    <a:pos x="43" y="141"/>
                  </a:cxn>
                  <a:cxn ang="0">
                    <a:pos x="41" y="135"/>
                  </a:cxn>
                  <a:cxn ang="0">
                    <a:pos x="30" y="129"/>
                  </a:cxn>
                  <a:cxn ang="0">
                    <a:pos x="27" y="134"/>
                  </a:cxn>
                  <a:cxn ang="0">
                    <a:pos x="29" y="142"/>
                  </a:cxn>
                  <a:cxn ang="0">
                    <a:pos x="16" y="171"/>
                  </a:cxn>
                  <a:cxn ang="0">
                    <a:pos x="31" y="192"/>
                  </a:cxn>
                  <a:cxn ang="0">
                    <a:pos x="30" y="192"/>
                  </a:cxn>
                  <a:cxn ang="0">
                    <a:pos x="35" y="206"/>
                  </a:cxn>
                  <a:cxn ang="0">
                    <a:pos x="73" y="243"/>
                  </a:cxn>
                  <a:cxn ang="0">
                    <a:pos x="71" y="251"/>
                  </a:cxn>
                  <a:cxn ang="0">
                    <a:pos x="80" y="267"/>
                  </a:cxn>
                  <a:cxn ang="0">
                    <a:pos x="84" y="280"/>
                  </a:cxn>
                  <a:cxn ang="0">
                    <a:pos x="78" y="280"/>
                  </a:cxn>
                  <a:cxn ang="0">
                    <a:pos x="75" y="282"/>
                  </a:cxn>
                  <a:cxn ang="0">
                    <a:pos x="68" y="278"/>
                  </a:cxn>
                  <a:cxn ang="0">
                    <a:pos x="37" y="246"/>
                  </a:cxn>
                  <a:cxn ang="0">
                    <a:pos x="27" y="214"/>
                  </a:cxn>
                  <a:cxn ang="0">
                    <a:pos x="14" y="192"/>
                  </a:cxn>
                  <a:cxn ang="0">
                    <a:pos x="8" y="192"/>
                  </a:cxn>
                  <a:cxn ang="0">
                    <a:pos x="8" y="189"/>
                  </a:cxn>
                  <a:cxn ang="0">
                    <a:pos x="10" y="172"/>
                  </a:cxn>
                  <a:cxn ang="0">
                    <a:pos x="11" y="172"/>
                  </a:cxn>
                  <a:cxn ang="0">
                    <a:pos x="12" y="172"/>
                  </a:cxn>
                </a:cxnLst>
                <a:rect l="0" t="0" r="r" b="b"/>
                <a:pathLst>
                  <a:path w="147" h="282">
                    <a:moveTo>
                      <a:pt x="12" y="172"/>
                    </a:moveTo>
                    <a:cubicBezTo>
                      <a:pt x="16" y="165"/>
                      <a:pt x="17" y="160"/>
                      <a:pt x="21" y="152"/>
                    </a:cubicBezTo>
                    <a:cubicBezTo>
                      <a:pt x="22" y="150"/>
                      <a:pt x="25" y="149"/>
                      <a:pt x="25" y="147"/>
                    </a:cubicBezTo>
                    <a:cubicBezTo>
                      <a:pt x="25" y="143"/>
                      <a:pt x="19" y="123"/>
                      <a:pt x="15" y="119"/>
                    </a:cubicBezTo>
                    <a:cubicBezTo>
                      <a:pt x="12" y="116"/>
                      <a:pt x="8" y="114"/>
                      <a:pt x="8" y="109"/>
                    </a:cubicBezTo>
                    <a:cubicBezTo>
                      <a:pt x="8" y="108"/>
                      <a:pt x="8" y="107"/>
                      <a:pt x="8" y="105"/>
                    </a:cubicBezTo>
                    <a:cubicBezTo>
                      <a:pt x="8" y="106"/>
                      <a:pt x="8" y="106"/>
                      <a:pt x="8" y="106"/>
                    </a:cubicBezTo>
                    <a:cubicBezTo>
                      <a:pt x="9" y="105"/>
                      <a:pt x="12" y="100"/>
                      <a:pt x="12" y="96"/>
                    </a:cubicBezTo>
                    <a:cubicBezTo>
                      <a:pt x="12" y="91"/>
                      <a:pt x="12" y="82"/>
                      <a:pt x="9" y="77"/>
                    </a:cubicBezTo>
                    <a:cubicBezTo>
                      <a:pt x="6" y="73"/>
                      <a:pt x="0" y="73"/>
                      <a:pt x="0" y="65"/>
                    </a:cubicBezTo>
                    <a:cubicBezTo>
                      <a:pt x="0" y="57"/>
                      <a:pt x="3" y="51"/>
                      <a:pt x="8" y="47"/>
                    </a:cubicBezTo>
                    <a:cubicBezTo>
                      <a:pt x="10" y="44"/>
                      <a:pt x="15" y="45"/>
                      <a:pt x="19" y="43"/>
                    </a:cubicBezTo>
                    <a:cubicBezTo>
                      <a:pt x="29" y="36"/>
                      <a:pt x="36" y="33"/>
                      <a:pt x="45" y="19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7" y="23"/>
                      <a:pt x="49" y="24"/>
                      <a:pt x="50" y="24"/>
                    </a:cubicBezTo>
                    <a:cubicBezTo>
                      <a:pt x="51" y="24"/>
                      <a:pt x="52" y="22"/>
                      <a:pt x="52" y="20"/>
                    </a:cubicBezTo>
                    <a:cubicBezTo>
                      <a:pt x="52" y="16"/>
                      <a:pt x="52" y="13"/>
                      <a:pt x="52" y="9"/>
                    </a:cubicBezTo>
                    <a:cubicBezTo>
                      <a:pt x="52" y="9"/>
                      <a:pt x="62" y="6"/>
                      <a:pt x="64" y="6"/>
                    </a:cubicBezTo>
                    <a:cubicBezTo>
                      <a:pt x="78" y="6"/>
                      <a:pt x="78" y="6"/>
                      <a:pt x="78" y="6"/>
                    </a:cubicBezTo>
                    <a:cubicBezTo>
                      <a:pt x="84" y="9"/>
                      <a:pt x="89" y="0"/>
                      <a:pt x="96" y="0"/>
                    </a:cubicBezTo>
                    <a:cubicBezTo>
                      <a:pt x="103" y="0"/>
                      <a:pt x="107" y="5"/>
                      <a:pt x="115" y="5"/>
                    </a:cubicBezTo>
                    <a:cubicBezTo>
                      <a:pt x="115" y="16"/>
                      <a:pt x="123" y="20"/>
                      <a:pt x="130" y="22"/>
                    </a:cubicBezTo>
                    <a:cubicBezTo>
                      <a:pt x="121" y="36"/>
                      <a:pt x="100" y="39"/>
                      <a:pt x="100" y="58"/>
                    </a:cubicBezTo>
                    <a:cubicBezTo>
                      <a:pt x="100" y="62"/>
                      <a:pt x="102" y="63"/>
                      <a:pt x="104" y="64"/>
                    </a:cubicBezTo>
                    <a:cubicBezTo>
                      <a:pt x="114" y="74"/>
                      <a:pt x="118" y="86"/>
                      <a:pt x="129" y="93"/>
                    </a:cubicBezTo>
                    <a:cubicBezTo>
                      <a:pt x="140" y="100"/>
                      <a:pt x="147" y="119"/>
                      <a:pt x="147" y="134"/>
                    </a:cubicBezTo>
                    <a:cubicBezTo>
                      <a:pt x="147" y="144"/>
                      <a:pt x="142" y="148"/>
                      <a:pt x="142" y="156"/>
                    </a:cubicBezTo>
                    <a:cubicBezTo>
                      <a:pt x="127" y="160"/>
                      <a:pt x="126" y="164"/>
                      <a:pt x="115" y="170"/>
                    </a:cubicBezTo>
                    <a:cubicBezTo>
                      <a:pt x="109" y="173"/>
                      <a:pt x="110" y="180"/>
                      <a:pt x="105" y="180"/>
                    </a:cubicBezTo>
                    <a:cubicBezTo>
                      <a:pt x="104" y="180"/>
                      <a:pt x="104" y="177"/>
                      <a:pt x="104" y="176"/>
                    </a:cubicBezTo>
                    <a:cubicBezTo>
                      <a:pt x="104" y="179"/>
                      <a:pt x="104" y="180"/>
                      <a:pt x="104" y="181"/>
                    </a:cubicBezTo>
                    <a:cubicBezTo>
                      <a:pt x="104" y="185"/>
                      <a:pt x="95" y="192"/>
                      <a:pt x="93" y="192"/>
                    </a:cubicBezTo>
                    <a:cubicBezTo>
                      <a:pt x="91" y="192"/>
                      <a:pt x="90" y="186"/>
                      <a:pt x="90" y="183"/>
                    </a:cubicBezTo>
                    <a:cubicBezTo>
                      <a:pt x="90" y="179"/>
                      <a:pt x="90" y="178"/>
                      <a:pt x="91" y="177"/>
                    </a:cubicBezTo>
                    <a:cubicBezTo>
                      <a:pt x="90" y="176"/>
                      <a:pt x="89" y="172"/>
                      <a:pt x="88" y="170"/>
                    </a:cubicBezTo>
                    <a:cubicBezTo>
                      <a:pt x="82" y="170"/>
                      <a:pt x="73" y="168"/>
                      <a:pt x="73" y="161"/>
                    </a:cubicBezTo>
                    <a:cubicBezTo>
                      <a:pt x="63" y="161"/>
                      <a:pt x="68" y="155"/>
                      <a:pt x="63" y="149"/>
                    </a:cubicBezTo>
                    <a:cubicBezTo>
                      <a:pt x="56" y="143"/>
                      <a:pt x="50" y="143"/>
                      <a:pt x="43" y="141"/>
                    </a:cubicBezTo>
                    <a:cubicBezTo>
                      <a:pt x="42" y="141"/>
                      <a:pt x="41" y="135"/>
                      <a:pt x="41" y="135"/>
                    </a:cubicBezTo>
                    <a:cubicBezTo>
                      <a:pt x="40" y="130"/>
                      <a:pt x="34" y="129"/>
                      <a:pt x="30" y="129"/>
                    </a:cubicBezTo>
                    <a:cubicBezTo>
                      <a:pt x="26" y="129"/>
                      <a:pt x="27" y="132"/>
                      <a:pt x="27" y="134"/>
                    </a:cubicBezTo>
                    <a:cubicBezTo>
                      <a:pt x="27" y="138"/>
                      <a:pt x="29" y="139"/>
                      <a:pt x="29" y="142"/>
                    </a:cubicBezTo>
                    <a:cubicBezTo>
                      <a:pt x="29" y="156"/>
                      <a:pt x="16" y="159"/>
                      <a:pt x="16" y="171"/>
                    </a:cubicBezTo>
                    <a:cubicBezTo>
                      <a:pt x="16" y="185"/>
                      <a:pt x="31" y="179"/>
                      <a:pt x="31" y="192"/>
                    </a:cubicBezTo>
                    <a:cubicBezTo>
                      <a:pt x="30" y="192"/>
                      <a:pt x="30" y="192"/>
                      <a:pt x="30" y="192"/>
                    </a:cubicBezTo>
                    <a:cubicBezTo>
                      <a:pt x="32" y="195"/>
                      <a:pt x="32" y="203"/>
                      <a:pt x="35" y="206"/>
                    </a:cubicBezTo>
                    <a:cubicBezTo>
                      <a:pt x="47" y="218"/>
                      <a:pt x="73" y="221"/>
                      <a:pt x="73" y="243"/>
                    </a:cubicBezTo>
                    <a:cubicBezTo>
                      <a:pt x="73" y="247"/>
                      <a:pt x="71" y="247"/>
                      <a:pt x="71" y="251"/>
                    </a:cubicBezTo>
                    <a:cubicBezTo>
                      <a:pt x="71" y="259"/>
                      <a:pt x="78" y="262"/>
                      <a:pt x="80" y="267"/>
                    </a:cubicBezTo>
                    <a:cubicBezTo>
                      <a:pt x="82" y="273"/>
                      <a:pt x="82" y="275"/>
                      <a:pt x="84" y="280"/>
                    </a:cubicBezTo>
                    <a:cubicBezTo>
                      <a:pt x="80" y="280"/>
                      <a:pt x="80" y="280"/>
                      <a:pt x="78" y="280"/>
                    </a:cubicBezTo>
                    <a:cubicBezTo>
                      <a:pt x="77" y="280"/>
                      <a:pt x="76" y="282"/>
                      <a:pt x="75" y="282"/>
                    </a:cubicBezTo>
                    <a:cubicBezTo>
                      <a:pt x="71" y="282"/>
                      <a:pt x="70" y="279"/>
                      <a:pt x="68" y="278"/>
                    </a:cubicBezTo>
                    <a:cubicBezTo>
                      <a:pt x="54" y="274"/>
                      <a:pt x="41" y="261"/>
                      <a:pt x="37" y="246"/>
                    </a:cubicBezTo>
                    <a:cubicBezTo>
                      <a:pt x="33" y="233"/>
                      <a:pt x="32" y="224"/>
                      <a:pt x="27" y="214"/>
                    </a:cubicBezTo>
                    <a:cubicBezTo>
                      <a:pt x="24" y="208"/>
                      <a:pt x="21" y="192"/>
                      <a:pt x="14" y="192"/>
                    </a:cubicBezTo>
                    <a:cubicBezTo>
                      <a:pt x="9" y="192"/>
                      <a:pt x="12" y="194"/>
                      <a:pt x="8" y="192"/>
                    </a:cubicBezTo>
                    <a:cubicBezTo>
                      <a:pt x="7" y="192"/>
                      <a:pt x="8" y="190"/>
                      <a:pt x="8" y="189"/>
                    </a:cubicBezTo>
                    <a:cubicBezTo>
                      <a:pt x="8" y="183"/>
                      <a:pt x="9" y="179"/>
                      <a:pt x="10" y="172"/>
                    </a:cubicBezTo>
                    <a:cubicBezTo>
                      <a:pt x="11" y="172"/>
                      <a:pt x="11" y="172"/>
                      <a:pt x="11" y="172"/>
                    </a:cubicBezTo>
                    <a:lnTo>
                      <a:pt x="12" y="172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7" name="ïṩ1ïḓê"/>
              <p:cNvSpPr/>
              <p:nvPr/>
            </p:nvSpPr>
            <p:spPr bwMode="auto">
              <a:xfrm>
                <a:off x="10670134" y="4090838"/>
                <a:ext cx="25496" cy="23995"/>
              </a:xfrm>
              <a:custGeom>
                <a:avLst/>
                <a:gdLst/>
                <a:ahLst/>
                <a:cxnLst>
                  <a:cxn ang="0">
                    <a:pos x="12" y="17"/>
                  </a:cxn>
                  <a:cxn ang="0">
                    <a:pos x="9" y="11"/>
                  </a:cxn>
                  <a:cxn ang="0">
                    <a:pos x="0" y="6"/>
                  </a:cxn>
                  <a:cxn ang="0">
                    <a:pos x="9" y="0"/>
                  </a:cxn>
                  <a:cxn ang="0">
                    <a:pos x="20" y="15"/>
                  </a:cxn>
                  <a:cxn ang="0">
                    <a:pos x="21" y="19"/>
                  </a:cxn>
                  <a:cxn ang="0">
                    <a:pos x="17" y="19"/>
                  </a:cxn>
                  <a:cxn ang="0">
                    <a:pos x="12" y="17"/>
                  </a:cxn>
                </a:cxnLst>
                <a:rect l="0" t="0" r="r" b="b"/>
                <a:pathLst>
                  <a:path w="21" h="19">
                    <a:moveTo>
                      <a:pt x="12" y="17"/>
                    </a:moveTo>
                    <a:cubicBezTo>
                      <a:pt x="11" y="17"/>
                      <a:pt x="9" y="12"/>
                      <a:pt x="9" y="11"/>
                    </a:cubicBezTo>
                    <a:cubicBezTo>
                      <a:pt x="7" y="7"/>
                      <a:pt x="0" y="9"/>
                      <a:pt x="0" y="6"/>
                    </a:cubicBezTo>
                    <a:cubicBezTo>
                      <a:pt x="0" y="3"/>
                      <a:pt x="6" y="0"/>
                      <a:pt x="9" y="0"/>
                    </a:cubicBezTo>
                    <a:cubicBezTo>
                      <a:pt x="11" y="7"/>
                      <a:pt x="14" y="15"/>
                      <a:pt x="20" y="15"/>
                    </a:cubicBezTo>
                    <a:cubicBezTo>
                      <a:pt x="20" y="16"/>
                      <a:pt x="20" y="18"/>
                      <a:pt x="21" y="19"/>
                    </a:cubicBezTo>
                    <a:cubicBezTo>
                      <a:pt x="20" y="19"/>
                      <a:pt x="18" y="19"/>
                      <a:pt x="17" y="19"/>
                    </a:cubicBezTo>
                    <a:cubicBezTo>
                      <a:pt x="15" y="19"/>
                      <a:pt x="14" y="17"/>
                      <a:pt x="12" y="1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8" name="îṩḷïďé"/>
              <p:cNvSpPr/>
              <p:nvPr/>
            </p:nvSpPr>
            <p:spPr bwMode="auto">
              <a:xfrm>
                <a:off x="10709126" y="4108835"/>
                <a:ext cx="10498" cy="10498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5" y="0"/>
                  </a:cxn>
                  <a:cxn ang="0">
                    <a:pos x="9" y="3"/>
                  </a:cxn>
                  <a:cxn ang="0">
                    <a:pos x="4" y="8"/>
                  </a:cxn>
                  <a:cxn ang="0">
                    <a:pos x="1" y="3"/>
                  </a:cxn>
                  <a:cxn ang="0">
                    <a:pos x="1" y="0"/>
                  </a:cxn>
                </a:cxnLst>
                <a:rect l="0" t="0" r="r" b="b"/>
                <a:pathLst>
                  <a:path w="9" h="8">
                    <a:moveTo>
                      <a:pt x="1" y="0"/>
                    </a:moveTo>
                    <a:cubicBezTo>
                      <a:pt x="2" y="0"/>
                      <a:pt x="4" y="0"/>
                      <a:pt x="5" y="0"/>
                    </a:cubicBezTo>
                    <a:cubicBezTo>
                      <a:pt x="6" y="0"/>
                      <a:pt x="8" y="2"/>
                      <a:pt x="9" y="3"/>
                    </a:cubicBezTo>
                    <a:cubicBezTo>
                      <a:pt x="9" y="5"/>
                      <a:pt x="7" y="8"/>
                      <a:pt x="4" y="8"/>
                    </a:cubicBezTo>
                    <a:cubicBezTo>
                      <a:pt x="1" y="8"/>
                      <a:pt x="1" y="5"/>
                      <a:pt x="1" y="3"/>
                    </a:cubicBezTo>
                    <a:cubicBezTo>
                      <a:pt x="1" y="2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69" name="iśļíḋè"/>
              <p:cNvSpPr/>
              <p:nvPr/>
            </p:nvSpPr>
            <p:spPr bwMode="auto">
              <a:xfrm>
                <a:off x="10569652" y="4084839"/>
                <a:ext cx="8998" cy="14997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8" y="12"/>
                  </a:cxn>
                  <a:cxn ang="0">
                    <a:pos x="0" y="2"/>
                  </a:cxn>
                  <a:cxn ang="0">
                    <a:pos x="0" y="0"/>
                  </a:cxn>
                  <a:cxn ang="0">
                    <a:pos x="3" y="0"/>
                  </a:cxn>
                  <a:cxn ang="0">
                    <a:pos x="3" y="2"/>
                  </a:cxn>
                  <a:cxn ang="0">
                    <a:pos x="1" y="0"/>
                  </a:cxn>
                </a:cxnLst>
                <a:rect l="0" t="0" r="r" b="b"/>
                <a:pathLst>
                  <a:path w="8" h="12">
                    <a:moveTo>
                      <a:pt x="1" y="0"/>
                    </a:moveTo>
                    <a:cubicBezTo>
                      <a:pt x="5" y="4"/>
                      <a:pt x="8" y="7"/>
                      <a:pt x="8" y="12"/>
                    </a:cubicBezTo>
                    <a:cubicBezTo>
                      <a:pt x="5" y="12"/>
                      <a:pt x="0" y="5"/>
                      <a:pt x="0" y="2"/>
                    </a:cubicBezTo>
                    <a:cubicBezTo>
                      <a:pt x="0" y="1"/>
                      <a:pt x="0" y="1"/>
                      <a:pt x="0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3" y="1"/>
                      <a:pt x="3" y="2"/>
                      <a:pt x="3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0" name="í$líḓé"/>
              <p:cNvSpPr/>
              <p:nvPr/>
            </p:nvSpPr>
            <p:spPr bwMode="auto">
              <a:xfrm>
                <a:off x="10548657" y="4050346"/>
                <a:ext cx="14997" cy="14997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8" y="11"/>
                  </a:cxn>
                  <a:cxn ang="0">
                    <a:pos x="0" y="1"/>
                  </a:cxn>
                  <a:cxn ang="0">
                    <a:pos x="0" y="1"/>
                  </a:cxn>
                  <a:cxn ang="0">
                    <a:pos x="2" y="0"/>
                  </a:cxn>
                </a:cxnLst>
                <a:rect l="0" t="0" r="r" b="b"/>
                <a:pathLst>
                  <a:path w="12" h="11">
                    <a:moveTo>
                      <a:pt x="2" y="0"/>
                    </a:moveTo>
                    <a:cubicBezTo>
                      <a:pt x="5" y="2"/>
                      <a:pt x="12" y="11"/>
                      <a:pt x="8" y="11"/>
                    </a:cubicBezTo>
                    <a:cubicBezTo>
                      <a:pt x="6" y="11"/>
                      <a:pt x="1" y="4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1" name="íṩḷiḓé"/>
              <p:cNvSpPr/>
              <p:nvPr/>
            </p:nvSpPr>
            <p:spPr bwMode="auto">
              <a:xfrm>
                <a:off x="11054060" y="3510451"/>
                <a:ext cx="38993" cy="46491"/>
              </a:xfrm>
              <a:custGeom>
                <a:avLst/>
                <a:gdLst/>
                <a:ahLst/>
                <a:cxnLst>
                  <a:cxn ang="0">
                    <a:pos x="12" y="22"/>
                  </a:cxn>
                  <a:cxn ang="0">
                    <a:pos x="14" y="16"/>
                  </a:cxn>
                  <a:cxn ang="0">
                    <a:pos x="10" y="10"/>
                  </a:cxn>
                  <a:cxn ang="0">
                    <a:pos x="10" y="14"/>
                  </a:cxn>
                  <a:cxn ang="0">
                    <a:pos x="5" y="16"/>
                  </a:cxn>
                  <a:cxn ang="0">
                    <a:pos x="0" y="11"/>
                  </a:cxn>
                  <a:cxn ang="0">
                    <a:pos x="14" y="0"/>
                  </a:cxn>
                  <a:cxn ang="0">
                    <a:pos x="26" y="3"/>
                  </a:cxn>
                  <a:cxn ang="0">
                    <a:pos x="26" y="8"/>
                  </a:cxn>
                  <a:cxn ang="0">
                    <a:pos x="30" y="11"/>
                  </a:cxn>
                  <a:cxn ang="0">
                    <a:pos x="30" y="16"/>
                  </a:cxn>
                  <a:cxn ang="0">
                    <a:pos x="26" y="16"/>
                  </a:cxn>
                  <a:cxn ang="0">
                    <a:pos x="15" y="37"/>
                  </a:cxn>
                  <a:cxn ang="0">
                    <a:pos x="14" y="33"/>
                  </a:cxn>
                  <a:cxn ang="0">
                    <a:pos x="14" y="36"/>
                  </a:cxn>
                  <a:cxn ang="0">
                    <a:pos x="7" y="29"/>
                  </a:cxn>
                  <a:cxn ang="0">
                    <a:pos x="12" y="22"/>
                  </a:cxn>
                </a:cxnLst>
                <a:rect l="0" t="0" r="r" b="b"/>
                <a:pathLst>
                  <a:path w="30" h="37">
                    <a:moveTo>
                      <a:pt x="12" y="22"/>
                    </a:moveTo>
                    <a:cubicBezTo>
                      <a:pt x="14" y="16"/>
                      <a:pt x="14" y="16"/>
                      <a:pt x="14" y="16"/>
                    </a:cubicBezTo>
                    <a:cubicBezTo>
                      <a:pt x="11" y="15"/>
                      <a:pt x="11" y="12"/>
                      <a:pt x="10" y="10"/>
                    </a:cubicBezTo>
                    <a:cubicBezTo>
                      <a:pt x="10" y="11"/>
                      <a:pt x="9" y="13"/>
                      <a:pt x="10" y="14"/>
                    </a:cubicBezTo>
                    <a:cubicBezTo>
                      <a:pt x="8" y="14"/>
                      <a:pt x="6" y="16"/>
                      <a:pt x="5" y="16"/>
                    </a:cubicBezTo>
                    <a:cubicBezTo>
                      <a:pt x="3" y="16"/>
                      <a:pt x="0" y="13"/>
                      <a:pt x="0" y="11"/>
                    </a:cubicBezTo>
                    <a:cubicBezTo>
                      <a:pt x="0" y="8"/>
                      <a:pt x="13" y="0"/>
                      <a:pt x="14" y="0"/>
                    </a:cubicBezTo>
                    <a:cubicBezTo>
                      <a:pt x="18" y="0"/>
                      <a:pt x="20" y="3"/>
                      <a:pt x="26" y="3"/>
                    </a:cubicBezTo>
                    <a:cubicBezTo>
                      <a:pt x="26" y="5"/>
                      <a:pt x="25" y="8"/>
                      <a:pt x="26" y="8"/>
                    </a:cubicBezTo>
                    <a:cubicBezTo>
                      <a:pt x="30" y="11"/>
                      <a:pt x="30" y="11"/>
                      <a:pt x="30" y="11"/>
                    </a:cubicBezTo>
                    <a:cubicBezTo>
                      <a:pt x="30" y="13"/>
                      <a:pt x="29" y="14"/>
                      <a:pt x="30" y="16"/>
                    </a:cubicBezTo>
                    <a:cubicBezTo>
                      <a:pt x="29" y="16"/>
                      <a:pt x="27" y="16"/>
                      <a:pt x="26" y="16"/>
                    </a:cubicBezTo>
                    <a:cubicBezTo>
                      <a:pt x="25" y="24"/>
                      <a:pt x="21" y="37"/>
                      <a:pt x="15" y="37"/>
                    </a:cubicBezTo>
                    <a:cubicBezTo>
                      <a:pt x="14" y="37"/>
                      <a:pt x="14" y="35"/>
                      <a:pt x="14" y="3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0" y="36"/>
                      <a:pt x="7" y="31"/>
                      <a:pt x="7" y="29"/>
                    </a:cubicBezTo>
                    <a:cubicBezTo>
                      <a:pt x="7" y="28"/>
                      <a:pt x="12" y="22"/>
                      <a:pt x="12" y="2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2" name="íṣḷídé"/>
              <p:cNvSpPr/>
              <p:nvPr/>
            </p:nvSpPr>
            <p:spPr bwMode="auto">
              <a:xfrm>
                <a:off x="11099051" y="3498454"/>
                <a:ext cx="40493" cy="28495"/>
              </a:xfrm>
              <a:custGeom>
                <a:avLst/>
                <a:gdLst/>
                <a:ahLst/>
                <a:cxnLst>
                  <a:cxn ang="0">
                    <a:pos x="23" y="15"/>
                  </a:cxn>
                  <a:cxn ang="0">
                    <a:pos x="17" y="12"/>
                  </a:cxn>
                  <a:cxn ang="0">
                    <a:pos x="6" y="23"/>
                  </a:cxn>
                  <a:cxn ang="0">
                    <a:pos x="3" y="17"/>
                  </a:cxn>
                  <a:cxn ang="0">
                    <a:pos x="0" y="12"/>
                  </a:cxn>
                  <a:cxn ang="0">
                    <a:pos x="8" y="5"/>
                  </a:cxn>
                  <a:cxn ang="0">
                    <a:pos x="23" y="0"/>
                  </a:cxn>
                  <a:cxn ang="0">
                    <a:pos x="23" y="15"/>
                  </a:cxn>
                </a:cxnLst>
                <a:rect l="0" t="0" r="r" b="b"/>
                <a:pathLst>
                  <a:path w="33" h="23">
                    <a:moveTo>
                      <a:pt x="23" y="15"/>
                    </a:moveTo>
                    <a:cubicBezTo>
                      <a:pt x="20" y="15"/>
                      <a:pt x="18" y="13"/>
                      <a:pt x="17" y="12"/>
                    </a:cubicBezTo>
                    <a:cubicBezTo>
                      <a:pt x="13" y="16"/>
                      <a:pt x="12" y="23"/>
                      <a:pt x="6" y="23"/>
                    </a:cubicBezTo>
                    <a:cubicBezTo>
                      <a:pt x="4" y="23"/>
                      <a:pt x="3" y="19"/>
                      <a:pt x="3" y="17"/>
                    </a:cubicBezTo>
                    <a:cubicBezTo>
                      <a:pt x="1" y="15"/>
                      <a:pt x="0" y="14"/>
                      <a:pt x="0" y="12"/>
                    </a:cubicBezTo>
                    <a:cubicBezTo>
                      <a:pt x="0" y="12"/>
                      <a:pt x="8" y="6"/>
                      <a:pt x="8" y="5"/>
                    </a:cubicBezTo>
                    <a:cubicBezTo>
                      <a:pt x="16" y="7"/>
                      <a:pt x="17" y="0"/>
                      <a:pt x="23" y="0"/>
                    </a:cubicBezTo>
                    <a:cubicBezTo>
                      <a:pt x="33" y="0"/>
                      <a:pt x="28" y="15"/>
                      <a:pt x="23" y="1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3" name="ïśḷïḓè"/>
              <p:cNvSpPr/>
              <p:nvPr/>
            </p:nvSpPr>
            <p:spPr bwMode="auto">
              <a:xfrm>
                <a:off x="11076555" y="3370978"/>
                <a:ext cx="175467" cy="145472"/>
              </a:xfrm>
              <a:custGeom>
                <a:avLst/>
                <a:gdLst/>
                <a:ahLst/>
                <a:cxnLst>
                  <a:cxn ang="0">
                    <a:pos x="55" y="110"/>
                  </a:cxn>
                  <a:cxn ang="0">
                    <a:pos x="55" y="107"/>
                  </a:cxn>
                  <a:cxn ang="0">
                    <a:pos x="56" y="99"/>
                  </a:cxn>
                  <a:cxn ang="0">
                    <a:pos x="43" y="95"/>
                  </a:cxn>
                  <a:cxn ang="0">
                    <a:pos x="39" y="99"/>
                  </a:cxn>
                  <a:cxn ang="0">
                    <a:pos x="29" y="100"/>
                  </a:cxn>
                  <a:cxn ang="0">
                    <a:pos x="6" y="106"/>
                  </a:cxn>
                  <a:cxn ang="0">
                    <a:pos x="0" y="104"/>
                  </a:cxn>
                  <a:cxn ang="0">
                    <a:pos x="5" y="101"/>
                  </a:cxn>
                  <a:cxn ang="0">
                    <a:pos x="30" y="84"/>
                  </a:cxn>
                  <a:cxn ang="0">
                    <a:pos x="57" y="84"/>
                  </a:cxn>
                  <a:cxn ang="0">
                    <a:pos x="72" y="70"/>
                  </a:cxn>
                  <a:cxn ang="0">
                    <a:pos x="79" y="59"/>
                  </a:cxn>
                  <a:cxn ang="0">
                    <a:pos x="77" y="64"/>
                  </a:cxn>
                  <a:cxn ang="0">
                    <a:pos x="79" y="66"/>
                  </a:cxn>
                  <a:cxn ang="0">
                    <a:pos x="92" y="60"/>
                  </a:cxn>
                  <a:cxn ang="0">
                    <a:pos x="116" y="25"/>
                  </a:cxn>
                  <a:cxn ang="0">
                    <a:pos x="114" y="19"/>
                  </a:cxn>
                  <a:cxn ang="0">
                    <a:pos x="125" y="3"/>
                  </a:cxn>
                  <a:cxn ang="0">
                    <a:pos x="130" y="4"/>
                  </a:cxn>
                  <a:cxn ang="0">
                    <a:pos x="129" y="4"/>
                  </a:cxn>
                  <a:cxn ang="0">
                    <a:pos x="128" y="0"/>
                  </a:cxn>
                  <a:cxn ang="0">
                    <a:pos x="133" y="2"/>
                  </a:cxn>
                  <a:cxn ang="0">
                    <a:pos x="134" y="11"/>
                  </a:cxn>
                  <a:cxn ang="0">
                    <a:pos x="140" y="26"/>
                  </a:cxn>
                  <a:cxn ang="0">
                    <a:pos x="134" y="40"/>
                  </a:cxn>
                  <a:cxn ang="0">
                    <a:pos x="134" y="43"/>
                  </a:cxn>
                  <a:cxn ang="0">
                    <a:pos x="130" y="44"/>
                  </a:cxn>
                  <a:cxn ang="0">
                    <a:pos x="127" y="63"/>
                  </a:cxn>
                  <a:cxn ang="0">
                    <a:pos x="122" y="76"/>
                  </a:cxn>
                  <a:cxn ang="0">
                    <a:pos x="125" y="84"/>
                  </a:cxn>
                  <a:cxn ang="0">
                    <a:pos x="114" y="93"/>
                  </a:cxn>
                  <a:cxn ang="0">
                    <a:pos x="114" y="86"/>
                  </a:cxn>
                  <a:cxn ang="0">
                    <a:pos x="102" y="96"/>
                  </a:cxn>
                  <a:cxn ang="0">
                    <a:pos x="100" y="94"/>
                  </a:cxn>
                  <a:cxn ang="0">
                    <a:pos x="96" y="94"/>
                  </a:cxn>
                  <a:cxn ang="0">
                    <a:pos x="87" y="100"/>
                  </a:cxn>
                  <a:cxn ang="0">
                    <a:pos x="74" y="92"/>
                  </a:cxn>
                  <a:cxn ang="0">
                    <a:pos x="72" y="96"/>
                  </a:cxn>
                  <a:cxn ang="0">
                    <a:pos x="76" y="103"/>
                  </a:cxn>
                  <a:cxn ang="0">
                    <a:pos x="72" y="103"/>
                  </a:cxn>
                  <a:cxn ang="0">
                    <a:pos x="61" y="115"/>
                  </a:cxn>
                  <a:cxn ang="0">
                    <a:pos x="55" y="110"/>
                  </a:cxn>
                </a:cxnLst>
                <a:rect l="0" t="0" r="r" b="b"/>
                <a:pathLst>
                  <a:path w="140" h="115">
                    <a:moveTo>
                      <a:pt x="55" y="110"/>
                    </a:moveTo>
                    <a:cubicBezTo>
                      <a:pt x="53" y="110"/>
                      <a:pt x="55" y="108"/>
                      <a:pt x="55" y="107"/>
                    </a:cubicBezTo>
                    <a:cubicBezTo>
                      <a:pt x="55" y="104"/>
                      <a:pt x="56" y="101"/>
                      <a:pt x="56" y="99"/>
                    </a:cubicBezTo>
                    <a:cubicBezTo>
                      <a:pt x="51" y="98"/>
                      <a:pt x="48" y="95"/>
                      <a:pt x="43" y="95"/>
                    </a:cubicBezTo>
                    <a:cubicBezTo>
                      <a:pt x="40" y="95"/>
                      <a:pt x="40" y="98"/>
                      <a:pt x="39" y="99"/>
                    </a:cubicBezTo>
                    <a:cubicBezTo>
                      <a:pt x="35" y="100"/>
                      <a:pt x="32" y="98"/>
                      <a:pt x="29" y="100"/>
                    </a:cubicBezTo>
                    <a:cubicBezTo>
                      <a:pt x="23" y="103"/>
                      <a:pt x="15" y="106"/>
                      <a:pt x="6" y="106"/>
                    </a:cubicBezTo>
                    <a:cubicBezTo>
                      <a:pt x="3" y="106"/>
                      <a:pt x="0" y="106"/>
                      <a:pt x="0" y="104"/>
                    </a:cubicBezTo>
                    <a:cubicBezTo>
                      <a:pt x="0" y="103"/>
                      <a:pt x="4" y="102"/>
                      <a:pt x="5" y="101"/>
                    </a:cubicBezTo>
                    <a:cubicBezTo>
                      <a:pt x="15" y="95"/>
                      <a:pt x="19" y="84"/>
                      <a:pt x="30" y="84"/>
                    </a:cubicBezTo>
                    <a:cubicBezTo>
                      <a:pt x="43" y="84"/>
                      <a:pt x="47" y="84"/>
                      <a:pt x="57" y="84"/>
                    </a:cubicBezTo>
                    <a:cubicBezTo>
                      <a:pt x="65" y="84"/>
                      <a:pt x="68" y="70"/>
                      <a:pt x="72" y="70"/>
                    </a:cubicBezTo>
                    <a:cubicBezTo>
                      <a:pt x="72" y="70"/>
                      <a:pt x="78" y="60"/>
                      <a:pt x="79" y="59"/>
                    </a:cubicBezTo>
                    <a:cubicBezTo>
                      <a:pt x="78" y="61"/>
                      <a:pt x="77" y="62"/>
                      <a:pt x="77" y="64"/>
                    </a:cubicBezTo>
                    <a:cubicBezTo>
                      <a:pt x="77" y="65"/>
                      <a:pt x="78" y="66"/>
                      <a:pt x="79" y="66"/>
                    </a:cubicBezTo>
                    <a:cubicBezTo>
                      <a:pt x="86" y="66"/>
                      <a:pt x="87" y="62"/>
                      <a:pt x="92" y="60"/>
                    </a:cubicBezTo>
                    <a:cubicBezTo>
                      <a:pt x="101" y="57"/>
                      <a:pt x="116" y="39"/>
                      <a:pt x="116" y="25"/>
                    </a:cubicBezTo>
                    <a:cubicBezTo>
                      <a:pt x="116" y="22"/>
                      <a:pt x="114" y="22"/>
                      <a:pt x="114" y="19"/>
                    </a:cubicBezTo>
                    <a:cubicBezTo>
                      <a:pt x="114" y="14"/>
                      <a:pt x="119" y="3"/>
                      <a:pt x="125" y="3"/>
                    </a:cubicBezTo>
                    <a:cubicBezTo>
                      <a:pt x="125" y="3"/>
                      <a:pt x="125" y="9"/>
                      <a:pt x="130" y="4"/>
                    </a:cubicBezTo>
                    <a:cubicBezTo>
                      <a:pt x="130" y="4"/>
                      <a:pt x="129" y="4"/>
                      <a:pt x="129" y="4"/>
                    </a:cubicBezTo>
                    <a:cubicBezTo>
                      <a:pt x="128" y="4"/>
                      <a:pt x="127" y="0"/>
                      <a:pt x="128" y="0"/>
                    </a:cubicBezTo>
                    <a:cubicBezTo>
                      <a:pt x="131" y="0"/>
                      <a:pt x="133" y="1"/>
                      <a:pt x="133" y="2"/>
                    </a:cubicBezTo>
                    <a:cubicBezTo>
                      <a:pt x="135" y="5"/>
                      <a:pt x="134" y="8"/>
                      <a:pt x="134" y="11"/>
                    </a:cubicBezTo>
                    <a:cubicBezTo>
                      <a:pt x="134" y="17"/>
                      <a:pt x="140" y="20"/>
                      <a:pt x="140" y="26"/>
                    </a:cubicBezTo>
                    <a:cubicBezTo>
                      <a:pt x="140" y="33"/>
                      <a:pt x="134" y="34"/>
                      <a:pt x="134" y="40"/>
                    </a:cubicBezTo>
                    <a:cubicBezTo>
                      <a:pt x="134" y="41"/>
                      <a:pt x="134" y="42"/>
                      <a:pt x="134" y="43"/>
                    </a:cubicBezTo>
                    <a:cubicBezTo>
                      <a:pt x="133" y="44"/>
                      <a:pt x="132" y="43"/>
                      <a:pt x="130" y="44"/>
                    </a:cubicBezTo>
                    <a:cubicBezTo>
                      <a:pt x="126" y="45"/>
                      <a:pt x="127" y="59"/>
                      <a:pt x="127" y="63"/>
                    </a:cubicBezTo>
                    <a:cubicBezTo>
                      <a:pt x="127" y="67"/>
                      <a:pt x="122" y="70"/>
                      <a:pt x="122" y="76"/>
                    </a:cubicBezTo>
                    <a:cubicBezTo>
                      <a:pt x="122" y="80"/>
                      <a:pt x="124" y="81"/>
                      <a:pt x="125" y="84"/>
                    </a:cubicBezTo>
                    <a:cubicBezTo>
                      <a:pt x="119" y="87"/>
                      <a:pt x="119" y="91"/>
                      <a:pt x="114" y="93"/>
                    </a:cubicBezTo>
                    <a:cubicBezTo>
                      <a:pt x="112" y="89"/>
                      <a:pt x="114" y="89"/>
                      <a:pt x="114" y="86"/>
                    </a:cubicBezTo>
                    <a:cubicBezTo>
                      <a:pt x="108" y="90"/>
                      <a:pt x="104" y="90"/>
                      <a:pt x="102" y="96"/>
                    </a:cubicBezTo>
                    <a:cubicBezTo>
                      <a:pt x="102" y="96"/>
                      <a:pt x="100" y="95"/>
                      <a:pt x="100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3" y="97"/>
                      <a:pt x="91" y="100"/>
                      <a:pt x="87" y="100"/>
                    </a:cubicBezTo>
                    <a:cubicBezTo>
                      <a:pt x="78" y="100"/>
                      <a:pt x="78" y="92"/>
                      <a:pt x="74" y="92"/>
                    </a:cubicBezTo>
                    <a:cubicBezTo>
                      <a:pt x="73" y="92"/>
                      <a:pt x="72" y="94"/>
                      <a:pt x="72" y="96"/>
                    </a:cubicBezTo>
                    <a:cubicBezTo>
                      <a:pt x="72" y="97"/>
                      <a:pt x="76" y="103"/>
                      <a:pt x="76" y="103"/>
                    </a:cubicBezTo>
                    <a:cubicBezTo>
                      <a:pt x="75" y="103"/>
                      <a:pt x="73" y="103"/>
                      <a:pt x="72" y="103"/>
                    </a:cubicBezTo>
                    <a:cubicBezTo>
                      <a:pt x="68" y="103"/>
                      <a:pt x="63" y="110"/>
                      <a:pt x="61" y="115"/>
                    </a:cubicBezTo>
                    <a:cubicBezTo>
                      <a:pt x="57" y="114"/>
                      <a:pt x="58" y="110"/>
                      <a:pt x="55" y="1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4" name="îṣliḋé"/>
              <p:cNvSpPr/>
              <p:nvPr/>
            </p:nvSpPr>
            <p:spPr bwMode="auto">
              <a:xfrm>
                <a:off x="11217528" y="3292993"/>
                <a:ext cx="91483" cy="76486"/>
              </a:xfrm>
              <a:custGeom>
                <a:avLst/>
                <a:gdLst/>
                <a:ahLst/>
                <a:cxnLst>
                  <a:cxn ang="0">
                    <a:pos x="11" y="33"/>
                  </a:cxn>
                  <a:cxn ang="0">
                    <a:pos x="15" y="33"/>
                  </a:cxn>
                  <a:cxn ang="0">
                    <a:pos x="26" y="10"/>
                  </a:cxn>
                  <a:cxn ang="0">
                    <a:pos x="23" y="6"/>
                  </a:cxn>
                  <a:cxn ang="0">
                    <a:pos x="26" y="0"/>
                  </a:cxn>
                  <a:cxn ang="0">
                    <a:pos x="60" y="22"/>
                  </a:cxn>
                  <a:cxn ang="0">
                    <a:pos x="70" y="21"/>
                  </a:cxn>
                  <a:cxn ang="0">
                    <a:pos x="67" y="26"/>
                  </a:cxn>
                  <a:cxn ang="0">
                    <a:pos x="72" y="32"/>
                  </a:cxn>
                  <a:cxn ang="0">
                    <a:pos x="59" y="36"/>
                  </a:cxn>
                  <a:cxn ang="0">
                    <a:pos x="43" y="51"/>
                  </a:cxn>
                  <a:cxn ang="0">
                    <a:pos x="24" y="41"/>
                  </a:cxn>
                  <a:cxn ang="0">
                    <a:pos x="21" y="45"/>
                  </a:cxn>
                  <a:cxn ang="0">
                    <a:pos x="8" y="48"/>
                  </a:cxn>
                  <a:cxn ang="0">
                    <a:pos x="16" y="54"/>
                  </a:cxn>
                  <a:cxn ang="0">
                    <a:pos x="5" y="61"/>
                  </a:cxn>
                  <a:cxn ang="0">
                    <a:pos x="3" y="61"/>
                  </a:cxn>
                  <a:cxn ang="0">
                    <a:pos x="3" y="51"/>
                  </a:cxn>
                  <a:cxn ang="0">
                    <a:pos x="0" y="46"/>
                  </a:cxn>
                  <a:cxn ang="0">
                    <a:pos x="8" y="35"/>
                  </a:cxn>
                  <a:cxn ang="0">
                    <a:pos x="8" y="32"/>
                  </a:cxn>
                  <a:cxn ang="0">
                    <a:pos x="12" y="34"/>
                  </a:cxn>
                  <a:cxn ang="0">
                    <a:pos x="11" y="33"/>
                  </a:cxn>
                </a:cxnLst>
                <a:rect l="0" t="0" r="r" b="b"/>
                <a:pathLst>
                  <a:path w="72" h="61">
                    <a:moveTo>
                      <a:pt x="11" y="33"/>
                    </a:moveTo>
                    <a:cubicBezTo>
                      <a:pt x="12" y="33"/>
                      <a:pt x="14" y="33"/>
                      <a:pt x="15" y="33"/>
                    </a:cubicBezTo>
                    <a:cubicBezTo>
                      <a:pt x="23" y="33"/>
                      <a:pt x="26" y="16"/>
                      <a:pt x="26" y="10"/>
                    </a:cubicBezTo>
                    <a:cubicBezTo>
                      <a:pt x="26" y="8"/>
                      <a:pt x="23" y="7"/>
                      <a:pt x="23" y="6"/>
                    </a:cubicBezTo>
                    <a:cubicBezTo>
                      <a:pt x="23" y="2"/>
                      <a:pt x="25" y="1"/>
                      <a:pt x="26" y="0"/>
                    </a:cubicBezTo>
                    <a:cubicBezTo>
                      <a:pt x="38" y="8"/>
                      <a:pt x="43" y="22"/>
                      <a:pt x="60" y="22"/>
                    </a:cubicBezTo>
                    <a:cubicBezTo>
                      <a:pt x="64" y="22"/>
                      <a:pt x="67" y="19"/>
                      <a:pt x="70" y="21"/>
                    </a:cubicBezTo>
                    <a:cubicBezTo>
                      <a:pt x="69" y="23"/>
                      <a:pt x="67" y="24"/>
                      <a:pt x="67" y="26"/>
                    </a:cubicBezTo>
                    <a:cubicBezTo>
                      <a:pt x="67" y="29"/>
                      <a:pt x="71" y="32"/>
                      <a:pt x="72" y="32"/>
                    </a:cubicBezTo>
                    <a:cubicBezTo>
                      <a:pt x="68" y="35"/>
                      <a:pt x="65" y="36"/>
                      <a:pt x="59" y="36"/>
                    </a:cubicBezTo>
                    <a:cubicBezTo>
                      <a:pt x="49" y="36"/>
                      <a:pt x="46" y="46"/>
                      <a:pt x="43" y="51"/>
                    </a:cubicBezTo>
                    <a:cubicBezTo>
                      <a:pt x="36" y="47"/>
                      <a:pt x="31" y="46"/>
                      <a:pt x="24" y="41"/>
                    </a:cubicBezTo>
                    <a:cubicBezTo>
                      <a:pt x="23" y="42"/>
                      <a:pt x="21" y="43"/>
                      <a:pt x="21" y="45"/>
                    </a:cubicBezTo>
                    <a:cubicBezTo>
                      <a:pt x="15" y="45"/>
                      <a:pt x="8" y="40"/>
                      <a:pt x="8" y="48"/>
                    </a:cubicBezTo>
                    <a:cubicBezTo>
                      <a:pt x="8" y="52"/>
                      <a:pt x="14" y="52"/>
                      <a:pt x="16" y="54"/>
                    </a:cubicBezTo>
                    <a:cubicBezTo>
                      <a:pt x="12" y="59"/>
                      <a:pt x="9" y="57"/>
                      <a:pt x="5" y="61"/>
                    </a:cubicBezTo>
                    <a:cubicBezTo>
                      <a:pt x="3" y="61"/>
                      <a:pt x="3" y="61"/>
                      <a:pt x="3" y="61"/>
                    </a:cubicBezTo>
                    <a:cubicBezTo>
                      <a:pt x="3" y="58"/>
                      <a:pt x="3" y="51"/>
                      <a:pt x="3" y="51"/>
                    </a:cubicBezTo>
                    <a:cubicBezTo>
                      <a:pt x="3" y="49"/>
                      <a:pt x="0" y="48"/>
                      <a:pt x="0" y="46"/>
                    </a:cubicBezTo>
                    <a:cubicBezTo>
                      <a:pt x="0" y="41"/>
                      <a:pt x="8" y="38"/>
                      <a:pt x="8" y="35"/>
                    </a:cubicBezTo>
                    <a:cubicBezTo>
                      <a:pt x="8" y="32"/>
                      <a:pt x="8" y="32"/>
                      <a:pt x="8" y="32"/>
                    </a:cubicBezTo>
                    <a:cubicBezTo>
                      <a:pt x="9" y="32"/>
                      <a:pt x="10" y="33"/>
                      <a:pt x="12" y="34"/>
                    </a:cubicBezTo>
                    <a:lnTo>
                      <a:pt x="11" y="3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5" name="îSļïdè"/>
              <p:cNvSpPr/>
              <p:nvPr/>
            </p:nvSpPr>
            <p:spPr bwMode="auto">
              <a:xfrm>
                <a:off x="11307511" y="3310990"/>
                <a:ext cx="14997" cy="13498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12" y="2"/>
                  </a:cxn>
                  <a:cxn ang="0">
                    <a:pos x="1" y="11"/>
                  </a:cxn>
                  <a:cxn ang="0">
                    <a:pos x="1" y="7"/>
                  </a:cxn>
                  <a:cxn ang="0">
                    <a:pos x="11" y="0"/>
                  </a:cxn>
                  <a:cxn ang="0">
                    <a:pos x="10" y="0"/>
                  </a:cxn>
                </a:cxnLst>
                <a:rect l="0" t="0" r="r" b="b"/>
                <a:pathLst>
                  <a:path w="12" h="11">
                    <a:moveTo>
                      <a:pt x="10" y="0"/>
                    </a:moveTo>
                    <a:cubicBezTo>
                      <a:pt x="12" y="2"/>
                      <a:pt x="12" y="2"/>
                      <a:pt x="12" y="2"/>
                    </a:cubicBezTo>
                    <a:cubicBezTo>
                      <a:pt x="10" y="4"/>
                      <a:pt x="5" y="11"/>
                      <a:pt x="1" y="11"/>
                    </a:cubicBezTo>
                    <a:cubicBezTo>
                      <a:pt x="0" y="11"/>
                      <a:pt x="0" y="8"/>
                      <a:pt x="1" y="7"/>
                    </a:cubicBezTo>
                    <a:cubicBezTo>
                      <a:pt x="3" y="4"/>
                      <a:pt x="8" y="0"/>
                      <a:pt x="11" y="0"/>
                    </a:cubicBezTo>
                    <a:lnTo>
                      <a:pt x="1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6" name="íṩḷíḍè"/>
              <p:cNvSpPr/>
              <p:nvPr/>
            </p:nvSpPr>
            <p:spPr bwMode="auto">
              <a:xfrm>
                <a:off x="11337505" y="3291494"/>
                <a:ext cx="20996" cy="14997"/>
              </a:xfrm>
              <a:custGeom>
                <a:avLst/>
                <a:gdLst/>
                <a:ahLst/>
                <a:cxnLst>
                  <a:cxn ang="0">
                    <a:pos x="17" y="3"/>
                  </a:cxn>
                  <a:cxn ang="0">
                    <a:pos x="1" y="12"/>
                  </a:cxn>
                  <a:cxn ang="0">
                    <a:pos x="1" y="10"/>
                  </a:cxn>
                  <a:cxn ang="0">
                    <a:pos x="10" y="0"/>
                  </a:cxn>
                  <a:cxn ang="0">
                    <a:pos x="17" y="0"/>
                  </a:cxn>
                  <a:cxn ang="0">
                    <a:pos x="17" y="3"/>
                  </a:cxn>
                </a:cxnLst>
                <a:rect l="0" t="0" r="r" b="b"/>
                <a:pathLst>
                  <a:path w="17" h="12">
                    <a:moveTo>
                      <a:pt x="17" y="3"/>
                    </a:moveTo>
                    <a:cubicBezTo>
                      <a:pt x="7" y="3"/>
                      <a:pt x="7" y="12"/>
                      <a:pt x="1" y="12"/>
                    </a:cubicBezTo>
                    <a:cubicBezTo>
                      <a:pt x="0" y="12"/>
                      <a:pt x="1" y="10"/>
                      <a:pt x="1" y="10"/>
                    </a:cubicBezTo>
                    <a:cubicBezTo>
                      <a:pt x="1" y="10"/>
                      <a:pt x="5" y="0"/>
                      <a:pt x="10" y="0"/>
                    </a:cubicBezTo>
                    <a:cubicBezTo>
                      <a:pt x="13" y="0"/>
                      <a:pt x="15" y="0"/>
                      <a:pt x="17" y="0"/>
                    </a:cubicBezTo>
                    <a:lnTo>
                      <a:pt x="17" y="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7" name="ïṥḷiḍe"/>
              <p:cNvSpPr/>
              <p:nvPr/>
            </p:nvSpPr>
            <p:spPr bwMode="auto">
              <a:xfrm>
                <a:off x="11374998" y="3274997"/>
                <a:ext cx="11998" cy="10498"/>
              </a:xfrm>
              <a:custGeom>
                <a:avLst/>
                <a:gdLst/>
                <a:ahLst/>
                <a:cxnLst>
                  <a:cxn ang="0">
                    <a:pos x="1" y="6"/>
                  </a:cxn>
                  <a:cxn ang="0">
                    <a:pos x="2" y="3"/>
                  </a:cxn>
                  <a:cxn ang="0">
                    <a:pos x="9" y="0"/>
                  </a:cxn>
                  <a:cxn ang="0">
                    <a:pos x="1" y="9"/>
                  </a:cxn>
                  <a:cxn ang="0">
                    <a:pos x="1" y="6"/>
                  </a:cxn>
                </a:cxnLst>
                <a:rect l="0" t="0" r="r" b="b"/>
                <a:pathLst>
                  <a:path w="9" h="9">
                    <a:moveTo>
                      <a:pt x="1" y="6"/>
                    </a:moveTo>
                    <a:cubicBezTo>
                      <a:pt x="3" y="6"/>
                      <a:pt x="1" y="4"/>
                      <a:pt x="2" y="3"/>
                    </a:cubicBezTo>
                    <a:cubicBezTo>
                      <a:pt x="3" y="0"/>
                      <a:pt x="8" y="0"/>
                      <a:pt x="9" y="0"/>
                    </a:cubicBezTo>
                    <a:cubicBezTo>
                      <a:pt x="8" y="3"/>
                      <a:pt x="5" y="9"/>
                      <a:pt x="1" y="9"/>
                    </a:cubicBezTo>
                    <a:cubicBezTo>
                      <a:pt x="0" y="9"/>
                      <a:pt x="0" y="6"/>
                      <a:pt x="1" y="6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8" name="îšlïḑê"/>
              <p:cNvSpPr/>
              <p:nvPr/>
            </p:nvSpPr>
            <p:spPr bwMode="auto">
              <a:xfrm>
                <a:off x="11247522" y="3105530"/>
                <a:ext cx="44991" cy="173966"/>
              </a:xfrm>
              <a:custGeom>
                <a:avLst/>
                <a:gdLst/>
                <a:ahLst/>
                <a:cxnLst>
                  <a:cxn ang="0">
                    <a:pos x="26" y="84"/>
                  </a:cxn>
                  <a:cxn ang="0">
                    <a:pos x="13" y="109"/>
                  </a:cxn>
                  <a:cxn ang="0">
                    <a:pos x="26" y="132"/>
                  </a:cxn>
                  <a:cxn ang="0">
                    <a:pos x="25" y="132"/>
                  </a:cxn>
                  <a:cxn ang="0">
                    <a:pos x="20" y="128"/>
                  </a:cxn>
                  <a:cxn ang="0">
                    <a:pos x="16" y="128"/>
                  </a:cxn>
                  <a:cxn ang="0">
                    <a:pos x="5" y="138"/>
                  </a:cxn>
                  <a:cxn ang="0">
                    <a:pos x="5" y="125"/>
                  </a:cxn>
                  <a:cxn ang="0">
                    <a:pos x="7" y="105"/>
                  </a:cxn>
                  <a:cxn ang="0">
                    <a:pos x="4" y="93"/>
                  </a:cxn>
                  <a:cxn ang="0">
                    <a:pos x="7" y="79"/>
                  </a:cxn>
                  <a:cxn ang="0">
                    <a:pos x="7" y="53"/>
                  </a:cxn>
                  <a:cxn ang="0">
                    <a:pos x="0" y="37"/>
                  </a:cxn>
                  <a:cxn ang="0">
                    <a:pos x="9" y="15"/>
                  </a:cxn>
                  <a:cxn ang="0">
                    <a:pos x="11" y="9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9" y="20"/>
                  </a:cxn>
                  <a:cxn ang="0">
                    <a:pos x="21" y="37"/>
                  </a:cxn>
                  <a:cxn ang="0">
                    <a:pos x="21" y="47"/>
                  </a:cxn>
                  <a:cxn ang="0">
                    <a:pos x="24" y="59"/>
                  </a:cxn>
                  <a:cxn ang="0">
                    <a:pos x="36" y="90"/>
                  </a:cxn>
                  <a:cxn ang="0">
                    <a:pos x="26" y="84"/>
                  </a:cxn>
                </a:cxnLst>
                <a:rect l="0" t="0" r="r" b="b"/>
                <a:pathLst>
                  <a:path w="36" h="138">
                    <a:moveTo>
                      <a:pt x="26" y="84"/>
                    </a:moveTo>
                    <a:cubicBezTo>
                      <a:pt x="15" y="84"/>
                      <a:pt x="13" y="98"/>
                      <a:pt x="13" y="109"/>
                    </a:cubicBezTo>
                    <a:cubicBezTo>
                      <a:pt x="13" y="120"/>
                      <a:pt x="22" y="124"/>
                      <a:pt x="26" y="132"/>
                    </a:cubicBezTo>
                    <a:cubicBezTo>
                      <a:pt x="26" y="132"/>
                      <a:pt x="25" y="132"/>
                      <a:pt x="25" y="132"/>
                    </a:cubicBezTo>
                    <a:cubicBezTo>
                      <a:pt x="23" y="133"/>
                      <a:pt x="21" y="130"/>
                      <a:pt x="20" y="128"/>
                    </a:cubicBezTo>
                    <a:cubicBezTo>
                      <a:pt x="19" y="128"/>
                      <a:pt x="17" y="128"/>
                      <a:pt x="16" y="128"/>
                    </a:cubicBezTo>
                    <a:cubicBezTo>
                      <a:pt x="11" y="128"/>
                      <a:pt x="11" y="138"/>
                      <a:pt x="5" y="138"/>
                    </a:cubicBezTo>
                    <a:cubicBezTo>
                      <a:pt x="4" y="138"/>
                      <a:pt x="5" y="127"/>
                      <a:pt x="5" y="125"/>
                    </a:cubicBezTo>
                    <a:cubicBezTo>
                      <a:pt x="5" y="117"/>
                      <a:pt x="7" y="112"/>
                      <a:pt x="7" y="105"/>
                    </a:cubicBezTo>
                    <a:cubicBezTo>
                      <a:pt x="7" y="99"/>
                      <a:pt x="4" y="98"/>
                      <a:pt x="4" y="93"/>
                    </a:cubicBezTo>
                    <a:cubicBezTo>
                      <a:pt x="4" y="86"/>
                      <a:pt x="7" y="84"/>
                      <a:pt x="7" y="79"/>
                    </a:cubicBezTo>
                    <a:cubicBezTo>
                      <a:pt x="7" y="68"/>
                      <a:pt x="7" y="64"/>
                      <a:pt x="7" y="53"/>
                    </a:cubicBezTo>
                    <a:cubicBezTo>
                      <a:pt x="7" y="46"/>
                      <a:pt x="0" y="44"/>
                      <a:pt x="0" y="37"/>
                    </a:cubicBezTo>
                    <a:cubicBezTo>
                      <a:pt x="0" y="28"/>
                      <a:pt x="3" y="16"/>
                      <a:pt x="9" y="15"/>
                    </a:cubicBezTo>
                    <a:cubicBezTo>
                      <a:pt x="9" y="12"/>
                      <a:pt x="11" y="11"/>
                      <a:pt x="11" y="9"/>
                    </a:cubicBezTo>
                    <a:cubicBezTo>
                      <a:pt x="11" y="4"/>
                      <a:pt x="11" y="3"/>
                      <a:pt x="11" y="0"/>
                    </a:cubicBezTo>
                    <a:cubicBezTo>
                      <a:pt x="12" y="0"/>
                      <a:pt x="13" y="0"/>
                      <a:pt x="14" y="0"/>
                    </a:cubicBezTo>
                    <a:cubicBezTo>
                      <a:pt x="14" y="8"/>
                      <a:pt x="18" y="14"/>
                      <a:pt x="19" y="20"/>
                    </a:cubicBezTo>
                    <a:cubicBezTo>
                      <a:pt x="21" y="26"/>
                      <a:pt x="18" y="30"/>
                      <a:pt x="21" y="37"/>
                    </a:cubicBezTo>
                    <a:cubicBezTo>
                      <a:pt x="21" y="47"/>
                      <a:pt x="21" y="47"/>
                      <a:pt x="21" y="47"/>
                    </a:cubicBezTo>
                    <a:cubicBezTo>
                      <a:pt x="20" y="52"/>
                      <a:pt x="23" y="57"/>
                      <a:pt x="24" y="59"/>
                    </a:cubicBezTo>
                    <a:cubicBezTo>
                      <a:pt x="27" y="70"/>
                      <a:pt x="33" y="79"/>
                      <a:pt x="36" y="90"/>
                    </a:cubicBezTo>
                    <a:cubicBezTo>
                      <a:pt x="34" y="86"/>
                      <a:pt x="30" y="84"/>
                      <a:pt x="26" y="8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79" name="îṩľïḓe"/>
              <p:cNvSpPr/>
              <p:nvPr/>
            </p:nvSpPr>
            <p:spPr bwMode="auto">
              <a:xfrm>
                <a:off x="9819797" y="2504147"/>
                <a:ext cx="275947" cy="202461"/>
              </a:xfrm>
              <a:custGeom>
                <a:avLst/>
                <a:gdLst/>
                <a:ahLst/>
                <a:cxnLst>
                  <a:cxn ang="0">
                    <a:pos x="76" y="161"/>
                  </a:cxn>
                  <a:cxn ang="0">
                    <a:pos x="50" y="131"/>
                  </a:cxn>
                  <a:cxn ang="0">
                    <a:pos x="103" y="67"/>
                  </a:cxn>
                  <a:cxn ang="0">
                    <a:pos x="125" y="55"/>
                  </a:cxn>
                  <a:cxn ang="0">
                    <a:pos x="134" y="45"/>
                  </a:cxn>
                  <a:cxn ang="0">
                    <a:pos x="175" y="34"/>
                  </a:cxn>
                  <a:cxn ang="0">
                    <a:pos x="220" y="11"/>
                  </a:cxn>
                  <a:cxn ang="0">
                    <a:pos x="203" y="0"/>
                  </a:cxn>
                  <a:cxn ang="0">
                    <a:pos x="136" y="25"/>
                  </a:cxn>
                  <a:cxn ang="0">
                    <a:pos x="123" y="19"/>
                  </a:cxn>
                  <a:cxn ang="0">
                    <a:pos x="109" y="25"/>
                  </a:cxn>
                  <a:cxn ang="0">
                    <a:pos x="69" y="46"/>
                  </a:cxn>
                  <a:cxn ang="0">
                    <a:pos x="52" y="49"/>
                  </a:cxn>
                  <a:cxn ang="0">
                    <a:pos x="47" y="53"/>
                  </a:cxn>
                  <a:cxn ang="0">
                    <a:pos x="50" y="61"/>
                  </a:cxn>
                  <a:cxn ang="0">
                    <a:pos x="27" y="88"/>
                  </a:cxn>
                  <a:cxn ang="0">
                    <a:pos x="34" y="98"/>
                  </a:cxn>
                  <a:cxn ang="0">
                    <a:pos x="13" y="110"/>
                  </a:cxn>
                  <a:cxn ang="0">
                    <a:pos x="13" y="117"/>
                  </a:cxn>
                  <a:cxn ang="0">
                    <a:pos x="0" y="134"/>
                  </a:cxn>
                  <a:cxn ang="0">
                    <a:pos x="8" y="143"/>
                  </a:cxn>
                  <a:cxn ang="0">
                    <a:pos x="21" y="143"/>
                  </a:cxn>
                  <a:cxn ang="0">
                    <a:pos x="27" y="158"/>
                  </a:cxn>
                  <a:cxn ang="0">
                    <a:pos x="39" y="158"/>
                  </a:cxn>
                  <a:cxn ang="0">
                    <a:pos x="42" y="161"/>
                  </a:cxn>
                  <a:cxn ang="0">
                    <a:pos x="76" y="161"/>
                  </a:cxn>
                  <a:cxn ang="0">
                    <a:pos x="72" y="156"/>
                  </a:cxn>
                  <a:cxn ang="0">
                    <a:pos x="76" y="161"/>
                  </a:cxn>
                </a:cxnLst>
                <a:rect l="0" t="0" r="r" b="b"/>
                <a:pathLst>
                  <a:path w="220" h="161">
                    <a:moveTo>
                      <a:pt x="76" y="161"/>
                    </a:moveTo>
                    <a:cubicBezTo>
                      <a:pt x="66" y="151"/>
                      <a:pt x="50" y="147"/>
                      <a:pt x="50" y="131"/>
                    </a:cubicBezTo>
                    <a:cubicBezTo>
                      <a:pt x="50" y="102"/>
                      <a:pt x="81" y="73"/>
                      <a:pt x="103" y="67"/>
                    </a:cubicBezTo>
                    <a:cubicBezTo>
                      <a:pt x="111" y="64"/>
                      <a:pt x="113" y="55"/>
                      <a:pt x="125" y="55"/>
                    </a:cubicBezTo>
                    <a:cubicBezTo>
                      <a:pt x="130" y="55"/>
                      <a:pt x="132" y="46"/>
                      <a:pt x="134" y="45"/>
                    </a:cubicBezTo>
                    <a:cubicBezTo>
                      <a:pt x="149" y="38"/>
                      <a:pt x="160" y="41"/>
                      <a:pt x="175" y="34"/>
                    </a:cubicBezTo>
                    <a:cubicBezTo>
                      <a:pt x="186" y="28"/>
                      <a:pt x="220" y="26"/>
                      <a:pt x="220" y="11"/>
                    </a:cubicBezTo>
                    <a:cubicBezTo>
                      <a:pt x="220" y="6"/>
                      <a:pt x="208" y="0"/>
                      <a:pt x="203" y="0"/>
                    </a:cubicBezTo>
                    <a:cubicBezTo>
                      <a:pt x="181" y="0"/>
                      <a:pt x="160" y="25"/>
                      <a:pt x="136" y="25"/>
                    </a:cubicBezTo>
                    <a:cubicBezTo>
                      <a:pt x="131" y="25"/>
                      <a:pt x="128" y="19"/>
                      <a:pt x="123" y="19"/>
                    </a:cubicBezTo>
                    <a:cubicBezTo>
                      <a:pt x="115" y="19"/>
                      <a:pt x="115" y="25"/>
                      <a:pt x="109" y="25"/>
                    </a:cubicBezTo>
                    <a:cubicBezTo>
                      <a:pt x="93" y="25"/>
                      <a:pt x="80" y="46"/>
                      <a:pt x="69" y="46"/>
                    </a:cubicBezTo>
                    <a:cubicBezTo>
                      <a:pt x="63" y="46"/>
                      <a:pt x="58" y="49"/>
                      <a:pt x="52" y="49"/>
                    </a:cubicBezTo>
                    <a:cubicBezTo>
                      <a:pt x="49" y="49"/>
                      <a:pt x="47" y="52"/>
                      <a:pt x="47" y="53"/>
                    </a:cubicBezTo>
                    <a:cubicBezTo>
                      <a:pt x="47" y="56"/>
                      <a:pt x="50" y="58"/>
                      <a:pt x="50" y="61"/>
                    </a:cubicBezTo>
                    <a:cubicBezTo>
                      <a:pt x="50" y="74"/>
                      <a:pt x="27" y="80"/>
                      <a:pt x="27" y="88"/>
                    </a:cubicBezTo>
                    <a:cubicBezTo>
                      <a:pt x="27" y="91"/>
                      <a:pt x="34" y="92"/>
                      <a:pt x="34" y="98"/>
                    </a:cubicBezTo>
                    <a:cubicBezTo>
                      <a:pt x="27" y="99"/>
                      <a:pt x="13" y="102"/>
                      <a:pt x="13" y="110"/>
                    </a:cubicBezTo>
                    <a:cubicBezTo>
                      <a:pt x="13" y="115"/>
                      <a:pt x="13" y="117"/>
                      <a:pt x="13" y="117"/>
                    </a:cubicBezTo>
                    <a:cubicBezTo>
                      <a:pt x="13" y="124"/>
                      <a:pt x="0" y="124"/>
                      <a:pt x="0" y="134"/>
                    </a:cubicBezTo>
                    <a:cubicBezTo>
                      <a:pt x="0" y="139"/>
                      <a:pt x="8" y="143"/>
                      <a:pt x="8" y="143"/>
                    </a:cubicBezTo>
                    <a:cubicBezTo>
                      <a:pt x="8" y="143"/>
                      <a:pt x="20" y="143"/>
                      <a:pt x="21" y="143"/>
                    </a:cubicBezTo>
                    <a:cubicBezTo>
                      <a:pt x="28" y="145"/>
                      <a:pt x="24" y="152"/>
                      <a:pt x="27" y="158"/>
                    </a:cubicBezTo>
                    <a:cubicBezTo>
                      <a:pt x="28" y="161"/>
                      <a:pt x="35" y="158"/>
                      <a:pt x="39" y="158"/>
                    </a:cubicBezTo>
                    <a:cubicBezTo>
                      <a:pt x="40" y="158"/>
                      <a:pt x="41" y="161"/>
                      <a:pt x="42" y="161"/>
                    </a:cubicBezTo>
                    <a:cubicBezTo>
                      <a:pt x="76" y="161"/>
                      <a:pt x="76" y="161"/>
                      <a:pt x="76" y="161"/>
                    </a:cubicBezTo>
                    <a:cubicBezTo>
                      <a:pt x="75" y="159"/>
                      <a:pt x="73" y="157"/>
                      <a:pt x="72" y="156"/>
                    </a:cubicBezTo>
                    <a:lnTo>
                      <a:pt x="76" y="161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0" name="î$líḑé"/>
              <p:cNvSpPr/>
              <p:nvPr/>
            </p:nvSpPr>
            <p:spPr bwMode="auto">
              <a:xfrm>
                <a:off x="9320393" y="2483151"/>
                <a:ext cx="2690483" cy="1000306"/>
              </a:xfrm>
              <a:custGeom>
                <a:avLst/>
                <a:gdLst/>
                <a:ahLst/>
                <a:cxnLst>
                  <a:cxn ang="0">
                    <a:pos x="1515" y="585"/>
                  </a:cxn>
                  <a:cxn ang="0">
                    <a:pos x="1460" y="485"/>
                  </a:cxn>
                  <a:cxn ang="0">
                    <a:pos x="1665" y="408"/>
                  </a:cxn>
                  <a:cxn ang="0">
                    <a:pos x="1804" y="346"/>
                  </a:cxn>
                  <a:cxn ang="0">
                    <a:pos x="1709" y="465"/>
                  </a:cxn>
                  <a:cxn ang="0">
                    <a:pos x="1793" y="452"/>
                  </a:cxn>
                  <a:cxn ang="0">
                    <a:pos x="1989" y="313"/>
                  </a:cxn>
                  <a:cxn ang="0">
                    <a:pos x="2112" y="287"/>
                  </a:cxn>
                  <a:cxn ang="0">
                    <a:pos x="1892" y="194"/>
                  </a:cxn>
                  <a:cxn ang="0">
                    <a:pos x="1660" y="159"/>
                  </a:cxn>
                  <a:cxn ang="0">
                    <a:pos x="1435" y="157"/>
                  </a:cxn>
                  <a:cxn ang="0">
                    <a:pos x="1314" y="97"/>
                  </a:cxn>
                  <a:cxn ang="0">
                    <a:pos x="1102" y="104"/>
                  </a:cxn>
                  <a:cxn ang="0">
                    <a:pos x="1016" y="27"/>
                  </a:cxn>
                  <a:cxn ang="0">
                    <a:pos x="758" y="117"/>
                  </a:cxn>
                  <a:cxn ang="0">
                    <a:pos x="668" y="148"/>
                  </a:cxn>
                  <a:cxn ang="0">
                    <a:pos x="644" y="121"/>
                  </a:cxn>
                  <a:cxn ang="0">
                    <a:pos x="511" y="207"/>
                  </a:cxn>
                  <a:cxn ang="0">
                    <a:pos x="322" y="247"/>
                  </a:cxn>
                  <a:cxn ang="0">
                    <a:pos x="214" y="296"/>
                  </a:cxn>
                  <a:cxn ang="0">
                    <a:pos x="229" y="227"/>
                  </a:cxn>
                  <a:cxn ang="0">
                    <a:pos x="127" y="236"/>
                  </a:cxn>
                  <a:cxn ang="0">
                    <a:pos x="136" y="312"/>
                  </a:cxn>
                  <a:cxn ang="0">
                    <a:pos x="117" y="395"/>
                  </a:cxn>
                  <a:cxn ang="0">
                    <a:pos x="50" y="446"/>
                  </a:cxn>
                  <a:cxn ang="0">
                    <a:pos x="16" y="495"/>
                  </a:cxn>
                  <a:cxn ang="0">
                    <a:pos x="54" y="558"/>
                  </a:cxn>
                  <a:cxn ang="0">
                    <a:pos x="88" y="597"/>
                  </a:cxn>
                  <a:cxn ang="0">
                    <a:pos x="112" y="644"/>
                  </a:cxn>
                  <a:cxn ang="0">
                    <a:pos x="208" y="647"/>
                  </a:cxn>
                  <a:cxn ang="0">
                    <a:pos x="225" y="626"/>
                  </a:cxn>
                  <a:cxn ang="0">
                    <a:pos x="284" y="701"/>
                  </a:cxn>
                  <a:cxn ang="0">
                    <a:pos x="350" y="732"/>
                  </a:cxn>
                  <a:cxn ang="0">
                    <a:pos x="366" y="742"/>
                  </a:cxn>
                  <a:cxn ang="0">
                    <a:pos x="349" y="634"/>
                  </a:cxn>
                  <a:cxn ang="0">
                    <a:pos x="412" y="645"/>
                  </a:cxn>
                  <a:cxn ang="0">
                    <a:pos x="427" y="700"/>
                  </a:cxn>
                  <a:cxn ang="0">
                    <a:pos x="428" y="746"/>
                  </a:cxn>
                  <a:cxn ang="0">
                    <a:pos x="447" y="755"/>
                  </a:cxn>
                  <a:cxn ang="0">
                    <a:pos x="522" y="777"/>
                  </a:cxn>
                  <a:cxn ang="0">
                    <a:pos x="559" y="781"/>
                  </a:cxn>
                  <a:cxn ang="0">
                    <a:pos x="608" y="770"/>
                  </a:cxn>
                  <a:cxn ang="0">
                    <a:pos x="654" y="772"/>
                  </a:cxn>
                  <a:cxn ang="0">
                    <a:pos x="677" y="748"/>
                  </a:cxn>
                  <a:cxn ang="0">
                    <a:pos x="829" y="593"/>
                  </a:cxn>
                  <a:cxn ang="0">
                    <a:pos x="994" y="534"/>
                  </a:cxn>
                  <a:cxn ang="0">
                    <a:pos x="1224" y="569"/>
                  </a:cxn>
                  <a:cxn ang="0">
                    <a:pos x="1411" y="607"/>
                  </a:cxn>
                  <a:cxn ang="0">
                    <a:pos x="1400" y="655"/>
                  </a:cxn>
                </a:cxnLst>
                <a:rect l="0" t="0" r="r" b="b"/>
                <a:pathLst>
                  <a:path w="2139" h="795">
                    <a:moveTo>
                      <a:pt x="1398" y="684"/>
                    </a:moveTo>
                    <a:cubicBezTo>
                      <a:pt x="1398" y="684"/>
                      <a:pt x="1415" y="688"/>
                      <a:pt x="1429" y="688"/>
                    </a:cubicBezTo>
                    <a:cubicBezTo>
                      <a:pt x="1454" y="688"/>
                      <a:pt x="1478" y="635"/>
                      <a:pt x="1495" y="618"/>
                    </a:cubicBezTo>
                    <a:cubicBezTo>
                      <a:pt x="1502" y="610"/>
                      <a:pt x="1512" y="596"/>
                      <a:pt x="1515" y="585"/>
                    </a:cubicBezTo>
                    <a:cubicBezTo>
                      <a:pt x="1518" y="572"/>
                      <a:pt x="1513" y="564"/>
                      <a:pt x="1520" y="551"/>
                    </a:cubicBezTo>
                    <a:cubicBezTo>
                      <a:pt x="1522" y="547"/>
                      <a:pt x="1527" y="537"/>
                      <a:pt x="1527" y="527"/>
                    </a:cubicBezTo>
                    <a:cubicBezTo>
                      <a:pt x="1527" y="515"/>
                      <a:pt x="1508" y="492"/>
                      <a:pt x="1499" y="499"/>
                    </a:cubicBezTo>
                    <a:cubicBezTo>
                      <a:pt x="1473" y="518"/>
                      <a:pt x="1460" y="488"/>
                      <a:pt x="1460" y="485"/>
                    </a:cubicBezTo>
                    <a:cubicBezTo>
                      <a:pt x="1460" y="473"/>
                      <a:pt x="1483" y="459"/>
                      <a:pt x="1493" y="450"/>
                    </a:cubicBezTo>
                    <a:cubicBezTo>
                      <a:pt x="1506" y="436"/>
                      <a:pt x="1524" y="413"/>
                      <a:pt x="1543" y="408"/>
                    </a:cubicBezTo>
                    <a:cubicBezTo>
                      <a:pt x="1560" y="404"/>
                      <a:pt x="1613" y="399"/>
                      <a:pt x="1627" y="399"/>
                    </a:cubicBezTo>
                    <a:cubicBezTo>
                      <a:pt x="1645" y="399"/>
                      <a:pt x="1654" y="408"/>
                      <a:pt x="1665" y="408"/>
                    </a:cubicBezTo>
                    <a:cubicBezTo>
                      <a:pt x="1671" y="408"/>
                      <a:pt x="1675" y="408"/>
                      <a:pt x="1689" y="408"/>
                    </a:cubicBezTo>
                    <a:cubicBezTo>
                      <a:pt x="1696" y="379"/>
                      <a:pt x="1709" y="362"/>
                      <a:pt x="1740" y="362"/>
                    </a:cubicBezTo>
                    <a:cubicBezTo>
                      <a:pt x="1748" y="362"/>
                      <a:pt x="1751" y="360"/>
                      <a:pt x="1766" y="362"/>
                    </a:cubicBezTo>
                    <a:cubicBezTo>
                      <a:pt x="1759" y="368"/>
                      <a:pt x="1756" y="406"/>
                      <a:pt x="1804" y="346"/>
                    </a:cubicBezTo>
                    <a:cubicBezTo>
                      <a:pt x="1809" y="346"/>
                      <a:pt x="1832" y="355"/>
                      <a:pt x="1797" y="377"/>
                    </a:cubicBezTo>
                    <a:cubicBezTo>
                      <a:pt x="1785" y="385"/>
                      <a:pt x="1774" y="381"/>
                      <a:pt x="1766" y="393"/>
                    </a:cubicBezTo>
                    <a:cubicBezTo>
                      <a:pt x="1757" y="406"/>
                      <a:pt x="1749" y="423"/>
                      <a:pt x="1735" y="430"/>
                    </a:cubicBezTo>
                    <a:cubicBezTo>
                      <a:pt x="1724" y="436"/>
                      <a:pt x="1709" y="447"/>
                      <a:pt x="1709" y="465"/>
                    </a:cubicBezTo>
                    <a:cubicBezTo>
                      <a:pt x="1709" y="482"/>
                      <a:pt x="1714" y="535"/>
                      <a:pt x="1726" y="545"/>
                    </a:cubicBezTo>
                    <a:cubicBezTo>
                      <a:pt x="1735" y="532"/>
                      <a:pt x="1741" y="507"/>
                      <a:pt x="1760" y="503"/>
                    </a:cubicBezTo>
                    <a:cubicBezTo>
                      <a:pt x="1757" y="491"/>
                      <a:pt x="1777" y="488"/>
                      <a:pt x="1777" y="479"/>
                    </a:cubicBezTo>
                    <a:cubicBezTo>
                      <a:pt x="1777" y="464"/>
                      <a:pt x="1793" y="460"/>
                      <a:pt x="1793" y="452"/>
                    </a:cubicBezTo>
                    <a:cubicBezTo>
                      <a:pt x="1793" y="447"/>
                      <a:pt x="1788" y="442"/>
                      <a:pt x="1793" y="432"/>
                    </a:cubicBezTo>
                    <a:cubicBezTo>
                      <a:pt x="1828" y="356"/>
                      <a:pt x="1861" y="397"/>
                      <a:pt x="1874" y="397"/>
                    </a:cubicBezTo>
                    <a:cubicBezTo>
                      <a:pt x="1914" y="397"/>
                      <a:pt x="1941" y="347"/>
                      <a:pt x="1976" y="346"/>
                    </a:cubicBezTo>
                    <a:cubicBezTo>
                      <a:pt x="2041" y="345"/>
                      <a:pt x="1989" y="320"/>
                      <a:pt x="1989" y="313"/>
                    </a:cubicBezTo>
                    <a:cubicBezTo>
                      <a:pt x="1989" y="294"/>
                      <a:pt x="2015" y="297"/>
                      <a:pt x="2020" y="287"/>
                    </a:cubicBezTo>
                    <a:cubicBezTo>
                      <a:pt x="2022" y="282"/>
                      <a:pt x="2018" y="271"/>
                      <a:pt x="2026" y="271"/>
                    </a:cubicBezTo>
                    <a:cubicBezTo>
                      <a:pt x="2054" y="271"/>
                      <a:pt x="2077" y="309"/>
                      <a:pt x="2097" y="309"/>
                    </a:cubicBezTo>
                    <a:cubicBezTo>
                      <a:pt x="2106" y="309"/>
                      <a:pt x="2108" y="293"/>
                      <a:pt x="2112" y="287"/>
                    </a:cubicBezTo>
                    <a:cubicBezTo>
                      <a:pt x="2120" y="278"/>
                      <a:pt x="2127" y="279"/>
                      <a:pt x="2139" y="275"/>
                    </a:cubicBezTo>
                    <a:cubicBezTo>
                      <a:pt x="2123" y="254"/>
                      <a:pt x="2071" y="242"/>
                      <a:pt x="2046" y="227"/>
                    </a:cubicBezTo>
                    <a:cubicBezTo>
                      <a:pt x="2011" y="207"/>
                      <a:pt x="1965" y="185"/>
                      <a:pt x="1914" y="185"/>
                    </a:cubicBezTo>
                    <a:cubicBezTo>
                      <a:pt x="1900" y="185"/>
                      <a:pt x="1890" y="188"/>
                      <a:pt x="1892" y="194"/>
                    </a:cubicBezTo>
                    <a:cubicBezTo>
                      <a:pt x="1906" y="237"/>
                      <a:pt x="1872" y="194"/>
                      <a:pt x="1863" y="194"/>
                    </a:cubicBezTo>
                    <a:cubicBezTo>
                      <a:pt x="1762" y="192"/>
                      <a:pt x="1762" y="192"/>
                      <a:pt x="1762" y="192"/>
                    </a:cubicBezTo>
                    <a:cubicBezTo>
                      <a:pt x="1756" y="169"/>
                      <a:pt x="1741" y="161"/>
                      <a:pt x="1711" y="161"/>
                    </a:cubicBezTo>
                    <a:cubicBezTo>
                      <a:pt x="1695" y="161"/>
                      <a:pt x="1670" y="167"/>
                      <a:pt x="1660" y="159"/>
                    </a:cubicBezTo>
                    <a:cubicBezTo>
                      <a:pt x="1652" y="151"/>
                      <a:pt x="1651" y="141"/>
                      <a:pt x="1638" y="137"/>
                    </a:cubicBezTo>
                    <a:cubicBezTo>
                      <a:pt x="1611" y="128"/>
                      <a:pt x="1582" y="121"/>
                      <a:pt x="1548" y="121"/>
                    </a:cubicBezTo>
                    <a:cubicBezTo>
                      <a:pt x="1513" y="121"/>
                      <a:pt x="1509" y="140"/>
                      <a:pt x="1506" y="157"/>
                    </a:cubicBezTo>
                    <a:cubicBezTo>
                      <a:pt x="1473" y="157"/>
                      <a:pt x="1457" y="157"/>
                      <a:pt x="1435" y="157"/>
                    </a:cubicBezTo>
                    <a:cubicBezTo>
                      <a:pt x="1423" y="157"/>
                      <a:pt x="1421" y="147"/>
                      <a:pt x="1407" y="146"/>
                    </a:cubicBezTo>
                    <a:cubicBezTo>
                      <a:pt x="1405" y="152"/>
                      <a:pt x="1403" y="166"/>
                      <a:pt x="1396" y="166"/>
                    </a:cubicBezTo>
                    <a:cubicBezTo>
                      <a:pt x="1377" y="166"/>
                      <a:pt x="1369" y="143"/>
                      <a:pt x="1369" y="130"/>
                    </a:cubicBezTo>
                    <a:cubicBezTo>
                      <a:pt x="1369" y="127"/>
                      <a:pt x="1405" y="105"/>
                      <a:pt x="1314" y="97"/>
                    </a:cubicBezTo>
                    <a:cubicBezTo>
                      <a:pt x="1303" y="96"/>
                      <a:pt x="1296" y="101"/>
                      <a:pt x="1296" y="115"/>
                    </a:cubicBezTo>
                    <a:cubicBezTo>
                      <a:pt x="1248" y="115"/>
                      <a:pt x="1248" y="115"/>
                      <a:pt x="1248" y="115"/>
                    </a:cubicBezTo>
                    <a:cubicBezTo>
                      <a:pt x="1233" y="111"/>
                      <a:pt x="1157" y="102"/>
                      <a:pt x="1147" y="86"/>
                    </a:cubicBezTo>
                    <a:cubicBezTo>
                      <a:pt x="1089" y="133"/>
                      <a:pt x="1102" y="104"/>
                      <a:pt x="1102" y="104"/>
                    </a:cubicBezTo>
                    <a:cubicBezTo>
                      <a:pt x="1116" y="87"/>
                      <a:pt x="1249" y="51"/>
                      <a:pt x="1140" y="24"/>
                    </a:cubicBezTo>
                    <a:cubicBezTo>
                      <a:pt x="1094" y="24"/>
                      <a:pt x="1094" y="24"/>
                      <a:pt x="1094" y="24"/>
                    </a:cubicBezTo>
                    <a:cubicBezTo>
                      <a:pt x="1089" y="12"/>
                      <a:pt x="1079" y="0"/>
                      <a:pt x="1060" y="0"/>
                    </a:cubicBezTo>
                    <a:cubicBezTo>
                      <a:pt x="1038" y="0"/>
                      <a:pt x="1028" y="17"/>
                      <a:pt x="1016" y="27"/>
                    </a:cubicBezTo>
                    <a:cubicBezTo>
                      <a:pt x="1008" y="33"/>
                      <a:pt x="951" y="56"/>
                      <a:pt x="956" y="35"/>
                    </a:cubicBezTo>
                    <a:cubicBezTo>
                      <a:pt x="941" y="40"/>
                      <a:pt x="879" y="44"/>
                      <a:pt x="847" y="73"/>
                    </a:cubicBezTo>
                    <a:cubicBezTo>
                      <a:pt x="840" y="79"/>
                      <a:pt x="838" y="97"/>
                      <a:pt x="828" y="97"/>
                    </a:cubicBezTo>
                    <a:cubicBezTo>
                      <a:pt x="813" y="97"/>
                      <a:pt x="758" y="92"/>
                      <a:pt x="758" y="117"/>
                    </a:cubicBezTo>
                    <a:cubicBezTo>
                      <a:pt x="758" y="122"/>
                      <a:pt x="763" y="128"/>
                      <a:pt x="765" y="135"/>
                    </a:cubicBezTo>
                    <a:cubicBezTo>
                      <a:pt x="755" y="141"/>
                      <a:pt x="752" y="135"/>
                      <a:pt x="721" y="135"/>
                    </a:cubicBezTo>
                    <a:cubicBezTo>
                      <a:pt x="695" y="170"/>
                      <a:pt x="697" y="129"/>
                      <a:pt x="691" y="121"/>
                    </a:cubicBezTo>
                    <a:cubicBezTo>
                      <a:pt x="689" y="136"/>
                      <a:pt x="679" y="142"/>
                      <a:pt x="668" y="148"/>
                    </a:cubicBezTo>
                    <a:cubicBezTo>
                      <a:pt x="671" y="160"/>
                      <a:pt x="690" y="173"/>
                      <a:pt x="677" y="188"/>
                    </a:cubicBezTo>
                    <a:cubicBezTo>
                      <a:pt x="667" y="198"/>
                      <a:pt x="695" y="230"/>
                      <a:pt x="680" y="230"/>
                    </a:cubicBezTo>
                    <a:cubicBezTo>
                      <a:pt x="662" y="230"/>
                      <a:pt x="657" y="164"/>
                      <a:pt x="657" y="150"/>
                    </a:cubicBezTo>
                    <a:cubicBezTo>
                      <a:pt x="657" y="135"/>
                      <a:pt x="681" y="129"/>
                      <a:pt x="644" y="121"/>
                    </a:cubicBezTo>
                    <a:cubicBezTo>
                      <a:pt x="625" y="118"/>
                      <a:pt x="589" y="149"/>
                      <a:pt x="589" y="166"/>
                    </a:cubicBezTo>
                    <a:cubicBezTo>
                      <a:pt x="589" y="186"/>
                      <a:pt x="598" y="199"/>
                      <a:pt x="608" y="210"/>
                    </a:cubicBezTo>
                    <a:cubicBezTo>
                      <a:pt x="633" y="248"/>
                      <a:pt x="574" y="205"/>
                      <a:pt x="552" y="200"/>
                    </a:cubicBezTo>
                    <a:cubicBezTo>
                      <a:pt x="492" y="184"/>
                      <a:pt x="512" y="204"/>
                      <a:pt x="511" y="207"/>
                    </a:cubicBezTo>
                    <a:cubicBezTo>
                      <a:pt x="509" y="241"/>
                      <a:pt x="495" y="214"/>
                      <a:pt x="487" y="214"/>
                    </a:cubicBezTo>
                    <a:cubicBezTo>
                      <a:pt x="473" y="214"/>
                      <a:pt x="445" y="233"/>
                      <a:pt x="425" y="223"/>
                    </a:cubicBezTo>
                    <a:cubicBezTo>
                      <a:pt x="415" y="197"/>
                      <a:pt x="349" y="256"/>
                      <a:pt x="333" y="256"/>
                    </a:cubicBezTo>
                    <a:cubicBezTo>
                      <a:pt x="327" y="256"/>
                      <a:pt x="320" y="252"/>
                      <a:pt x="322" y="247"/>
                    </a:cubicBezTo>
                    <a:cubicBezTo>
                      <a:pt x="329" y="229"/>
                      <a:pt x="319" y="191"/>
                      <a:pt x="300" y="249"/>
                    </a:cubicBezTo>
                    <a:cubicBezTo>
                      <a:pt x="298" y="253"/>
                      <a:pt x="306" y="255"/>
                      <a:pt x="306" y="263"/>
                    </a:cubicBezTo>
                    <a:cubicBezTo>
                      <a:pt x="306" y="278"/>
                      <a:pt x="283" y="267"/>
                      <a:pt x="271" y="271"/>
                    </a:cubicBezTo>
                    <a:cubicBezTo>
                      <a:pt x="259" y="275"/>
                      <a:pt x="265" y="318"/>
                      <a:pt x="214" y="296"/>
                    </a:cubicBezTo>
                    <a:cubicBezTo>
                      <a:pt x="214" y="313"/>
                      <a:pt x="214" y="313"/>
                      <a:pt x="214" y="313"/>
                    </a:cubicBezTo>
                    <a:cubicBezTo>
                      <a:pt x="189" y="311"/>
                      <a:pt x="192" y="284"/>
                      <a:pt x="183" y="271"/>
                    </a:cubicBezTo>
                    <a:cubicBezTo>
                      <a:pt x="202" y="271"/>
                      <a:pt x="212" y="271"/>
                      <a:pt x="230" y="276"/>
                    </a:cubicBezTo>
                    <a:cubicBezTo>
                      <a:pt x="255" y="282"/>
                      <a:pt x="304" y="251"/>
                      <a:pt x="229" y="227"/>
                    </a:cubicBezTo>
                    <a:cubicBezTo>
                      <a:pt x="208" y="220"/>
                      <a:pt x="160" y="196"/>
                      <a:pt x="145" y="196"/>
                    </a:cubicBezTo>
                    <a:cubicBezTo>
                      <a:pt x="144" y="196"/>
                      <a:pt x="144" y="195"/>
                      <a:pt x="133" y="196"/>
                    </a:cubicBezTo>
                    <a:cubicBezTo>
                      <a:pt x="127" y="200"/>
                      <a:pt x="111" y="208"/>
                      <a:pt x="111" y="219"/>
                    </a:cubicBezTo>
                    <a:cubicBezTo>
                      <a:pt x="111" y="227"/>
                      <a:pt x="127" y="226"/>
                      <a:pt x="127" y="236"/>
                    </a:cubicBezTo>
                    <a:cubicBezTo>
                      <a:pt x="127" y="244"/>
                      <a:pt x="119" y="247"/>
                      <a:pt x="119" y="255"/>
                    </a:cubicBezTo>
                    <a:cubicBezTo>
                      <a:pt x="119" y="263"/>
                      <a:pt x="128" y="268"/>
                      <a:pt x="128" y="277"/>
                    </a:cubicBezTo>
                    <a:cubicBezTo>
                      <a:pt x="128" y="282"/>
                      <a:pt x="123" y="285"/>
                      <a:pt x="123" y="290"/>
                    </a:cubicBezTo>
                    <a:cubicBezTo>
                      <a:pt x="123" y="300"/>
                      <a:pt x="136" y="302"/>
                      <a:pt x="136" y="312"/>
                    </a:cubicBezTo>
                    <a:cubicBezTo>
                      <a:pt x="136" y="315"/>
                      <a:pt x="132" y="317"/>
                      <a:pt x="131" y="318"/>
                    </a:cubicBezTo>
                    <a:cubicBezTo>
                      <a:pt x="135" y="325"/>
                      <a:pt x="145" y="327"/>
                      <a:pt x="145" y="336"/>
                    </a:cubicBezTo>
                    <a:cubicBezTo>
                      <a:pt x="145" y="351"/>
                      <a:pt x="115" y="367"/>
                      <a:pt x="106" y="379"/>
                    </a:cubicBezTo>
                    <a:cubicBezTo>
                      <a:pt x="109" y="384"/>
                      <a:pt x="114" y="387"/>
                      <a:pt x="117" y="395"/>
                    </a:cubicBezTo>
                    <a:cubicBezTo>
                      <a:pt x="111" y="398"/>
                      <a:pt x="98" y="405"/>
                      <a:pt x="92" y="405"/>
                    </a:cubicBezTo>
                    <a:cubicBezTo>
                      <a:pt x="85" y="405"/>
                      <a:pt x="80" y="402"/>
                      <a:pt x="70" y="402"/>
                    </a:cubicBezTo>
                    <a:cubicBezTo>
                      <a:pt x="61" y="402"/>
                      <a:pt x="38" y="410"/>
                      <a:pt x="45" y="417"/>
                    </a:cubicBezTo>
                    <a:cubicBezTo>
                      <a:pt x="67" y="438"/>
                      <a:pt x="56" y="446"/>
                      <a:pt x="50" y="446"/>
                    </a:cubicBezTo>
                    <a:cubicBezTo>
                      <a:pt x="42" y="446"/>
                      <a:pt x="40" y="435"/>
                      <a:pt x="33" y="435"/>
                    </a:cubicBezTo>
                    <a:cubicBezTo>
                      <a:pt x="25" y="435"/>
                      <a:pt x="15" y="455"/>
                      <a:pt x="15" y="465"/>
                    </a:cubicBezTo>
                    <a:cubicBezTo>
                      <a:pt x="15" y="483"/>
                      <a:pt x="1" y="480"/>
                      <a:pt x="0" y="496"/>
                    </a:cubicBezTo>
                    <a:cubicBezTo>
                      <a:pt x="6" y="495"/>
                      <a:pt x="11" y="495"/>
                      <a:pt x="16" y="495"/>
                    </a:cubicBezTo>
                    <a:cubicBezTo>
                      <a:pt x="24" y="495"/>
                      <a:pt x="30" y="494"/>
                      <a:pt x="39" y="494"/>
                    </a:cubicBezTo>
                    <a:cubicBezTo>
                      <a:pt x="48" y="494"/>
                      <a:pt x="52" y="510"/>
                      <a:pt x="52" y="520"/>
                    </a:cubicBezTo>
                    <a:cubicBezTo>
                      <a:pt x="52" y="526"/>
                      <a:pt x="46" y="529"/>
                      <a:pt x="46" y="535"/>
                    </a:cubicBezTo>
                    <a:cubicBezTo>
                      <a:pt x="46" y="544"/>
                      <a:pt x="54" y="550"/>
                      <a:pt x="54" y="558"/>
                    </a:cubicBezTo>
                    <a:cubicBezTo>
                      <a:pt x="54" y="563"/>
                      <a:pt x="46" y="565"/>
                      <a:pt x="44" y="568"/>
                    </a:cubicBezTo>
                    <a:cubicBezTo>
                      <a:pt x="39" y="576"/>
                      <a:pt x="37" y="583"/>
                      <a:pt x="37" y="593"/>
                    </a:cubicBezTo>
                    <a:cubicBezTo>
                      <a:pt x="37" y="606"/>
                      <a:pt x="46" y="603"/>
                      <a:pt x="56" y="603"/>
                    </a:cubicBezTo>
                    <a:cubicBezTo>
                      <a:pt x="70" y="603"/>
                      <a:pt x="77" y="597"/>
                      <a:pt x="88" y="597"/>
                    </a:cubicBezTo>
                    <a:cubicBezTo>
                      <a:pt x="99" y="597"/>
                      <a:pt x="97" y="620"/>
                      <a:pt x="108" y="620"/>
                    </a:cubicBezTo>
                    <a:cubicBezTo>
                      <a:pt x="108" y="638"/>
                      <a:pt x="108" y="638"/>
                      <a:pt x="108" y="638"/>
                    </a:cubicBezTo>
                    <a:cubicBezTo>
                      <a:pt x="108" y="640"/>
                      <a:pt x="109" y="641"/>
                      <a:pt x="110" y="641"/>
                    </a:cubicBezTo>
                    <a:cubicBezTo>
                      <a:pt x="112" y="644"/>
                      <a:pt x="112" y="644"/>
                      <a:pt x="112" y="644"/>
                    </a:cubicBezTo>
                    <a:cubicBezTo>
                      <a:pt x="114" y="644"/>
                      <a:pt x="120" y="642"/>
                      <a:pt x="123" y="641"/>
                    </a:cubicBezTo>
                    <a:cubicBezTo>
                      <a:pt x="132" y="639"/>
                      <a:pt x="133" y="627"/>
                      <a:pt x="143" y="627"/>
                    </a:cubicBezTo>
                    <a:cubicBezTo>
                      <a:pt x="151" y="627"/>
                      <a:pt x="171" y="660"/>
                      <a:pt x="177" y="660"/>
                    </a:cubicBezTo>
                    <a:cubicBezTo>
                      <a:pt x="184" y="660"/>
                      <a:pt x="205" y="651"/>
                      <a:pt x="208" y="647"/>
                    </a:cubicBezTo>
                    <a:cubicBezTo>
                      <a:pt x="207" y="647"/>
                      <a:pt x="196" y="645"/>
                      <a:pt x="196" y="645"/>
                    </a:cubicBezTo>
                    <a:cubicBezTo>
                      <a:pt x="194" y="645"/>
                      <a:pt x="189" y="644"/>
                      <a:pt x="189" y="638"/>
                    </a:cubicBezTo>
                    <a:cubicBezTo>
                      <a:pt x="189" y="635"/>
                      <a:pt x="221" y="623"/>
                      <a:pt x="233" y="619"/>
                    </a:cubicBezTo>
                    <a:cubicBezTo>
                      <a:pt x="233" y="619"/>
                      <a:pt x="227" y="625"/>
                      <a:pt x="225" y="626"/>
                    </a:cubicBezTo>
                    <a:cubicBezTo>
                      <a:pt x="226" y="629"/>
                      <a:pt x="237" y="641"/>
                      <a:pt x="211" y="647"/>
                    </a:cubicBezTo>
                    <a:cubicBezTo>
                      <a:pt x="223" y="673"/>
                      <a:pt x="273" y="669"/>
                      <a:pt x="273" y="704"/>
                    </a:cubicBezTo>
                    <a:cubicBezTo>
                      <a:pt x="275" y="703"/>
                      <a:pt x="275" y="703"/>
                      <a:pt x="275" y="703"/>
                    </a:cubicBezTo>
                    <a:cubicBezTo>
                      <a:pt x="278" y="702"/>
                      <a:pt x="280" y="701"/>
                      <a:pt x="284" y="701"/>
                    </a:cubicBezTo>
                    <a:cubicBezTo>
                      <a:pt x="298" y="701"/>
                      <a:pt x="297" y="710"/>
                      <a:pt x="302" y="719"/>
                    </a:cubicBezTo>
                    <a:cubicBezTo>
                      <a:pt x="303" y="721"/>
                      <a:pt x="312" y="726"/>
                      <a:pt x="312" y="726"/>
                    </a:cubicBezTo>
                    <a:cubicBezTo>
                      <a:pt x="320" y="729"/>
                      <a:pt x="322" y="742"/>
                      <a:pt x="335" y="742"/>
                    </a:cubicBezTo>
                    <a:cubicBezTo>
                      <a:pt x="344" y="742"/>
                      <a:pt x="344" y="734"/>
                      <a:pt x="350" y="732"/>
                    </a:cubicBezTo>
                    <a:cubicBezTo>
                      <a:pt x="354" y="731"/>
                      <a:pt x="353" y="731"/>
                      <a:pt x="357" y="731"/>
                    </a:cubicBezTo>
                    <a:cubicBezTo>
                      <a:pt x="358" y="733"/>
                      <a:pt x="358" y="737"/>
                      <a:pt x="360" y="739"/>
                    </a:cubicBezTo>
                    <a:cubicBezTo>
                      <a:pt x="359" y="739"/>
                      <a:pt x="360" y="740"/>
                      <a:pt x="360" y="741"/>
                    </a:cubicBezTo>
                    <a:cubicBezTo>
                      <a:pt x="366" y="742"/>
                      <a:pt x="366" y="742"/>
                      <a:pt x="366" y="742"/>
                    </a:cubicBezTo>
                    <a:cubicBezTo>
                      <a:pt x="371" y="735"/>
                      <a:pt x="371" y="724"/>
                      <a:pt x="378" y="721"/>
                    </a:cubicBezTo>
                    <a:cubicBezTo>
                      <a:pt x="366" y="714"/>
                      <a:pt x="348" y="688"/>
                      <a:pt x="348" y="673"/>
                    </a:cubicBezTo>
                    <a:cubicBezTo>
                      <a:pt x="348" y="668"/>
                      <a:pt x="338" y="662"/>
                      <a:pt x="338" y="655"/>
                    </a:cubicBezTo>
                    <a:cubicBezTo>
                      <a:pt x="338" y="653"/>
                      <a:pt x="347" y="637"/>
                      <a:pt x="349" y="634"/>
                    </a:cubicBezTo>
                    <a:cubicBezTo>
                      <a:pt x="351" y="635"/>
                      <a:pt x="365" y="628"/>
                      <a:pt x="366" y="627"/>
                    </a:cubicBezTo>
                    <a:cubicBezTo>
                      <a:pt x="377" y="623"/>
                      <a:pt x="384" y="620"/>
                      <a:pt x="399" y="620"/>
                    </a:cubicBezTo>
                    <a:cubicBezTo>
                      <a:pt x="423" y="620"/>
                      <a:pt x="427" y="631"/>
                      <a:pt x="436" y="645"/>
                    </a:cubicBezTo>
                    <a:cubicBezTo>
                      <a:pt x="429" y="650"/>
                      <a:pt x="420" y="645"/>
                      <a:pt x="412" y="645"/>
                    </a:cubicBezTo>
                    <a:cubicBezTo>
                      <a:pt x="400" y="645"/>
                      <a:pt x="383" y="656"/>
                      <a:pt x="381" y="656"/>
                    </a:cubicBezTo>
                    <a:cubicBezTo>
                      <a:pt x="382" y="665"/>
                      <a:pt x="389" y="664"/>
                      <a:pt x="391" y="669"/>
                    </a:cubicBezTo>
                    <a:cubicBezTo>
                      <a:pt x="400" y="684"/>
                      <a:pt x="412" y="690"/>
                      <a:pt x="412" y="707"/>
                    </a:cubicBezTo>
                    <a:cubicBezTo>
                      <a:pt x="415" y="705"/>
                      <a:pt x="424" y="701"/>
                      <a:pt x="427" y="700"/>
                    </a:cubicBezTo>
                    <a:cubicBezTo>
                      <a:pt x="427" y="707"/>
                      <a:pt x="434" y="710"/>
                      <a:pt x="434" y="717"/>
                    </a:cubicBezTo>
                    <a:cubicBezTo>
                      <a:pt x="421" y="717"/>
                      <a:pt x="421" y="717"/>
                      <a:pt x="421" y="717"/>
                    </a:cubicBezTo>
                    <a:cubicBezTo>
                      <a:pt x="417" y="717"/>
                      <a:pt x="413" y="721"/>
                      <a:pt x="412" y="728"/>
                    </a:cubicBezTo>
                    <a:cubicBezTo>
                      <a:pt x="421" y="729"/>
                      <a:pt x="428" y="738"/>
                      <a:pt x="428" y="746"/>
                    </a:cubicBezTo>
                    <a:cubicBezTo>
                      <a:pt x="428" y="751"/>
                      <a:pt x="424" y="753"/>
                      <a:pt x="424" y="757"/>
                    </a:cubicBezTo>
                    <a:cubicBezTo>
                      <a:pt x="424" y="761"/>
                      <a:pt x="428" y="765"/>
                      <a:pt x="429" y="766"/>
                    </a:cubicBezTo>
                    <a:cubicBezTo>
                      <a:pt x="429" y="762"/>
                      <a:pt x="434" y="762"/>
                      <a:pt x="438" y="761"/>
                    </a:cubicBezTo>
                    <a:cubicBezTo>
                      <a:pt x="443" y="759"/>
                      <a:pt x="442" y="757"/>
                      <a:pt x="447" y="755"/>
                    </a:cubicBezTo>
                    <a:cubicBezTo>
                      <a:pt x="455" y="752"/>
                      <a:pt x="460" y="754"/>
                      <a:pt x="466" y="749"/>
                    </a:cubicBezTo>
                    <a:cubicBezTo>
                      <a:pt x="476" y="755"/>
                      <a:pt x="482" y="755"/>
                      <a:pt x="491" y="758"/>
                    </a:cubicBezTo>
                    <a:cubicBezTo>
                      <a:pt x="502" y="762"/>
                      <a:pt x="505" y="772"/>
                      <a:pt x="518" y="772"/>
                    </a:cubicBezTo>
                    <a:cubicBezTo>
                      <a:pt x="518" y="774"/>
                      <a:pt x="521" y="775"/>
                      <a:pt x="522" y="777"/>
                    </a:cubicBezTo>
                    <a:cubicBezTo>
                      <a:pt x="523" y="781"/>
                      <a:pt x="522" y="787"/>
                      <a:pt x="524" y="793"/>
                    </a:cubicBezTo>
                    <a:cubicBezTo>
                      <a:pt x="529" y="787"/>
                      <a:pt x="533" y="795"/>
                      <a:pt x="537" y="795"/>
                    </a:cubicBezTo>
                    <a:cubicBezTo>
                      <a:pt x="542" y="795"/>
                      <a:pt x="544" y="791"/>
                      <a:pt x="547" y="788"/>
                    </a:cubicBezTo>
                    <a:cubicBezTo>
                      <a:pt x="551" y="784"/>
                      <a:pt x="556" y="784"/>
                      <a:pt x="559" y="781"/>
                    </a:cubicBezTo>
                    <a:cubicBezTo>
                      <a:pt x="567" y="773"/>
                      <a:pt x="568" y="762"/>
                      <a:pt x="579" y="762"/>
                    </a:cubicBezTo>
                    <a:cubicBezTo>
                      <a:pt x="583" y="762"/>
                      <a:pt x="582" y="764"/>
                      <a:pt x="586" y="764"/>
                    </a:cubicBezTo>
                    <a:cubicBezTo>
                      <a:pt x="587" y="769"/>
                      <a:pt x="597" y="765"/>
                      <a:pt x="600" y="765"/>
                    </a:cubicBezTo>
                    <a:cubicBezTo>
                      <a:pt x="604" y="765"/>
                      <a:pt x="605" y="770"/>
                      <a:pt x="608" y="770"/>
                    </a:cubicBezTo>
                    <a:cubicBezTo>
                      <a:pt x="617" y="770"/>
                      <a:pt x="624" y="765"/>
                      <a:pt x="627" y="759"/>
                    </a:cubicBezTo>
                    <a:cubicBezTo>
                      <a:pt x="628" y="760"/>
                      <a:pt x="629" y="759"/>
                      <a:pt x="630" y="759"/>
                    </a:cubicBezTo>
                    <a:cubicBezTo>
                      <a:pt x="634" y="759"/>
                      <a:pt x="636" y="749"/>
                      <a:pt x="645" y="749"/>
                    </a:cubicBezTo>
                    <a:cubicBezTo>
                      <a:pt x="654" y="749"/>
                      <a:pt x="644" y="772"/>
                      <a:pt x="654" y="772"/>
                    </a:cubicBezTo>
                    <a:cubicBezTo>
                      <a:pt x="664" y="772"/>
                      <a:pt x="668" y="764"/>
                      <a:pt x="677" y="764"/>
                    </a:cubicBezTo>
                    <a:cubicBezTo>
                      <a:pt x="682" y="764"/>
                      <a:pt x="686" y="764"/>
                      <a:pt x="692" y="765"/>
                    </a:cubicBezTo>
                    <a:cubicBezTo>
                      <a:pt x="692" y="763"/>
                      <a:pt x="692" y="763"/>
                      <a:pt x="692" y="763"/>
                    </a:cubicBezTo>
                    <a:cubicBezTo>
                      <a:pt x="690" y="753"/>
                      <a:pt x="688" y="750"/>
                      <a:pt x="677" y="748"/>
                    </a:cubicBezTo>
                    <a:cubicBezTo>
                      <a:pt x="678" y="739"/>
                      <a:pt x="687" y="719"/>
                      <a:pt x="694" y="719"/>
                    </a:cubicBezTo>
                    <a:cubicBezTo>
                      <a:pt x="735" y="719"/>
                      <a:pt x="763" y="698"/>
                      <a:pt x="763" y="649"/>
                    </a:cubicBezTo>
                    <a:cubicBezTo>
                      <a:pt x="785" y="645"/>
                      <a:pt x="787" y="618"/>
                      <a:pt x="800" y="620"/>
                    </a:cubicBezTo>
                    <a:cubicBezTo>
                      <a:pt x="836" y="624"/>
                      <a:pt x="822" y="600"/>
                      <a:pt x="829" y="593"/>
                    </a:cubicBezTo>
                    <a:cubicBezTo>
                      <a:pt x="847" y="578"/>
                      <a:pt x="873" y="578"/>
                      <a:pt x="895" y="565"/>
                    </a:cubicBezTo>
                    <a:cubicBezTo>
                      <a:pt x="898" y="563"/>
                      <a:pt x="906" y="554"/>
                      <a:pt x="913" y="554"/>
                    </a:cubicBezTo>
                    <a:cubicBezTo>
                      <a:pt x="924" y="554"/>
                      <a:pt x="943" y="567"/>
                      <a:pt x="961" y="567"/>
                    </a:cubicBezTo>
                    <a:cubicBezTo>
                      <a:pt x="986" y="567"/>
                      <a:pt x="981" y="534"/>
                      <a:pt x="994" y="534"/>
                    </a:cubicBezTo>
                    <a:cubicBezTo>
                      <a:pt x="1002" y="534"/>
                      <a:pt x="1029" y="538"/>
                      <a:pt x="1032" y="545"/>
                    </a:cubicBezTo>
                    <a:cubicBezTo>
                      <a:pt x="1042" y="573"/>
                      <a:pt x="1060" y="558"/>
                      <a:pt x="1072" y="558"/>
                    </a:cubicBezTo>
                    <a:cubicBezTo>
                      <a:pt x="1099" y="558"/>
                      <a:pt x="1107" y="580"/>
                      <a:pt x="1135" y="580"/>
                    </a:cubicBezTo>
                    <a:cubicBezTo>
                      <a:pt x="1160" y="580"/>
                      <a:pt x="1192" y="557"/>
                      <a:pt x="1224" y="569"/>
                    </a:cubicBezTo>
                    <a:cubicBezTo>
                      <a:pt x="1266" y="586"/>
                      <a:pt x="1245" y="512"/>
                      <a:pt x="1301" y="512"/>
                    </a:cubicBezTo>
                    <a:cubicBezTo>
                      <a:pt x="1340" y="512"/>
                      <a:pt x="1339" y="543"/>
                      <a:pt x="1354" y="567"/>
                    </a:cubicBezTo>
                    <a:cubicBezTo>
                      <a:pt x="1360" y="576"/>
                      <a:pt x="1379" y="577"/>
                      <a:pt x="1387" y="585"/>
                    </a:cubicBezTo>
                    <a:cubicBezTo>
                      <a:pt x="1393" y="590"/>
                      <a:pt x="1398" y="607"/>
                      <a:pt x="1411" y="607"/>
                    </a:cubicBezTo>
                    <a:cubicBezTo>
                      <a:pt x="1426" y="607"/>
                      <a:pt x="1428" y="593"/>
                      <a:pt x="1446" y="593"/>
                    </a:cubicBezTo>
                    <a:cubicBezTo>
                      <a:pt x="1446" y="604"/>
                      <a:pt x="1446" y="604"/>
                      <a:pt x="1446" y="604"/>
                    </a:cubicBezTo>
                    <a:cubicBezTo>
                      <a:pt x="1437" y="614"/>
                      <a:pt x="1433" y="638"/>
                      <a:pt x="1422" y="644"/>
                    </a:cubicBezTo>
                    <a:cubicBezTo>
                      <a:pt x="1412" y="650"/>
                      <a:pt x="1394" y="651"/>
                      <a:pt x="1400" y="655"/>
                    </a:cubicBezTo>
                    <a:cubicBezTo>
                      <a:pt x="1415" y="665"/>
                      <a:pt x="1398" y="684"/>
                      <a:pt x="1398" y="68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1" name="iṥļídé"/>
              <p:cNvSpPr/>
              <p:nvPr/>
            </p:nvSpPr>
            <p:spPr bwMode="auto">
              <a:xfrm>
                <a:off x="10172229" y="3128025"/>
                <a:ext cx="967315" cy="610382"/>
              </a:xfrm>
              <a:custGeom>
                <a:avLst/>
                <a:gdLst/>
                <a:ahLst/>
                <a:cxnLst>
                  <a:cxn ang="0">
                    <a:pos x="585" y="307"/>
                  </a:cxn>
                  <a:cxn ang="0">
                    <a:pos x="573" y="287"/>
                  </a:cxn>
                  <a:cxn ang="0">
                    <a:pos x="614" y="256"/>
                  </a:cxn>
                  <a:cxn ang="0">
                    <a:pos x="588" y="246"/>
                  </a:cxn>
                  <a:cxn ang="0">
                    <a:pos x="570" y="255"/>
                  </a:cxn>
                  <a:cxn ang="0">
                    <a:pos x="552" y="236"/>
                  </a:cxn>
                  <a:cxn ang="0">
                    <a:pos x="590" y="209"/>
                  </a:cxn>
                  <a:cxn ang="0">
                    <a:pos x="606" y="212"/>
                  </a:cxn>
                  <a:cxn ang="0">
                    <a:pos x="634" y="216"/>
                  </a:cxn>
                  <a:cxn ang="0">
                    <a:pos x="648" y="231"/>
                  </a:cxn>
                  <a:cxn ang="0">
                    <a:pos x="648" y="248"/>
                  </a:cxn>
                  <a:cxn ang="0">
                    <a:pos x="666" y="254"/>
                  </a:cxn>
                  <a:cxn ang="0">
                    <a:pos x="659" y="264"/>
                  </a:cxn>
                  <a:cxn ang="0">
                    <a:pos x="665" y="275"/>
                  </a:cxn>
                  <a:cxn ang="0">
                    <a:pos x="664" y="290"/>
                  </a:cxn>
                  <a:cxn ang="0">
                    <a:pos x="668" y="295"/>
                  </a:cxn>
                  <a:cxn ang="0">
                    <a:pos x="690" y="286"/>
                  </a:cxn>
                  <a:cxn ang="0">
                    <a:pos x="683" y="232"/>
                  </a:cxn>
                  <a:cxn ang="0">
                    <a:pos x="688" y="210"/>
                  </a:cxn>
                  <a:cxn ang="0">
                    <a:pos x="721" y="172"/>
                  </a:cxn>
                  <a:cxn ang="0">
                    <a:pos x="745" y="132"/>
                  </a:cxn>
                  <a:cxn ang="0">
                    <a:pos x="769" y="81"/>
                  </a:cxn>
                  <a:cxn ang="0">
                    <a:pos x="710" y="73"/>
                  </a:cxn>
                  <a:cxn ang="0">
                    <a:pos x="624" y="0"/>
                  </a:cxn>
                  <a:cxn ang="0">
                    <a:pos x="458" y="68"/>
                  </a:cxn>
                  <a:cxn ang="0">
                    <a:pos x="355" y="33"/>
                  </a:cxn>
                  <a:cxn ang="0">
                    <a:pos x="284" y="55"/>
                  </a:cxn>
                  <a:cxn ang="0">
                    <a:pos x="218" y="53"/>
                  </a:cxn>
                  <a:cxn ang="0">
                    <a:pos x="123" y="108"/>
                  </a:cxn>
                  <a:cxn ang="0">
                    <a:pos x="17" y="207"/>
                  </a:cxn>
                  <a:cxn ang="0">
                    <a:pos x="15" y="251"/>
                  </a:cxn>
                  <a:cxn ang="0">
                    <a:pos x="25" y="261"/>
                  </a:cxn>
                  <a:cxn ang="0">
                    <a:pos x="50" y="280"/>
                  </a:cxn>
                  <a:cxn ang="0">
                    <a:pos x="83" y="284"/>
                  </a:cxn>
                  <a:cxn ang="0">
                    <a:pos x="73" y="317"/>
                  </a:cxn>
                  <a:cxn ang="0">
                    <a:pos x="63" y="326"/>
                  </a:cxn>
                  <a:cxn ang="0">
                    <a:pos x="73" y="343"/>
                  </a:cxn>
                  <a:cxn ang="0">
                    <a:pos x="110" y="357"/>
                  </a:cxn>
                  <a:cxn ang="0">
                    <a:pos x="132" y="373"/>
                  </a:cxn>
                  <a:cxn ang="0">
                    <a:pos x="160" y="384"/>
                  </a:cxn>
                  <a:cxn ang="0">
                    <a:pos x="186" y="382"/>
                  </a:cxn>
                  <a:cxn ang="0">
                    <a:pos x="210" y="381"/>
                  </a:cxn>
                  <a:cxn ang="0">
                    <a:pos x="255" y="372"/>
                  </a:cxn>
                  <a:cxn ang="0">
                    <a:pos x="275" y="366"/>
                  </a:cxn>
                  <a:cxn ang="0">
                    <a:pos x="282" y="362"/>
                  </a:cxn>
                  <a:cxn ang="0">
                    <a:pos x="316" y="400"/>
                  </a:cxn>
                  <a:cxn ang="0">
                    <a:pos x="306" y="439"/>
                  </a:cxn>
                  <a:cxn ang="0">
                    <a:pos x="324" y="450"/>
                  </a:cxn>
                  <a:cxn ang="0">
                    <a:pos x="346" y="467"/>
                  </a:cxn>
                  <a:cxn ang="0">
                    <a:pos x="351" y="472"/>
                  </a:cxn>
                  <a:cxn ang="0">
                    <a:pos x="353" y="457"/>
                  </a:cxn>
                  <a:cxn ang="0">
                    <a:pos x="379" y="454"/>
                  </a:cxn>
                  <a:cxn ang="0">
                    <a:pos x="416" y="453"/>
                  </a:cxn>
                  <a:cxn ang="0">
                    <a:pos x="431" y="470"/>
                  </a:cxn>
                  <a:cxn ang="0">
                    <a:pos x="454" y="486"/>
                  </a:cxn>
                  <a:cxn ang="0">
                    <a:pos x="476" y="470"/>
                  </a:cxn>
                  <a:cxn ang="0">
                    <a:pos x="503" y="455"/>
                  </a:cxn>
                  <a:cxn ang="0">
                    <a:pos x="552" y="439"/>
                  </a:cxn>
                  <a:cxn ang="0">
                    <a:pos x="576" y="406"/>
                  </a:cxn>
                  <a:cxn ang="0">
                    <a:pos x="604" y="355"/>
                  </a:cxn>
                  <a:cxn ang="0">
                    <a:pos x="586" y="307"/>
                  </a:cxn>
                </a:cxnLst>
                <a:rect l="0" t="0" r="r" b="b"/>
                <a:pathLst>
                  <a:path w="769" h="486">
                    <a:moveTo>
                      <a:pt x="586" y="307"/>
                    </a:moveTo>
                    <a:cubicBezTo>
                      <a:pt x="585" y="307"/>
                      <a:pt x="585" y="307"/>
                      <a:pt x="585" y="307"/>
                    </a:cubicBezTo>
                    <a:cubicBezTo>
                      <a:pt x="585" y="307"/>
                      <a:pt x="585" y="300"/>
                      <a:pt x="585" y="298"/>
                    </a:cubicBezTo>
                    <a:cubicBezTo>
                      <a:pt x="582" y="298"/>
                      <a:pt x="573" y="294"/>
                      <a:pt x="573" y="287"/>
                    </a:cubicBezTo>
                    <a:cubicBezTo>
                      <a:pt x="573" y="282"/>
                      <a:pt x="581" y="282"/>
                      <a:pt x="582" y="276"/>
                    </a:cubicBezTo>
                    <a:cubicBezTo>
                      <a:pt x="586" y="264"/>
                      <a:pt x="605" y="264"/>
                      <a:pt x="614" y="256"/>
                    </a:cubicBezTo>
                    <a:cubicBezTo>
                      <a:pt x="611" y="251"/>
                      <a:pt x="604" y="256"/>
                      <a:pt x="598" y="252"/>
                    </a:cubicBezTo>
                    <a:cubicBezTo>
                      <a:pt x="595" y="250"/>
                      <a:pt x="593" y="246"/>
                      <a:pt x="588" y="246"/>
                    </a:cubicBezTo>
                    <a:cubicBezTo>
                      <a:pt x="585" y="246"/>
                      <a:pt x="585" y="256"/>
                      <a:pt x="582" y="256"/>
                    </a:cubicBezTo>
                    <a:cubicBezTo>
                      <a:pt x="578" y="256"/>
                      <a:pt x="574" y="257"/>
                      <a:pt x="570" y="255"/>
                    </a:cubicBezTo>
                    <a:cubicBezTo>
                      <a:pt x="565" y="252"/>
                      <a:pt x="567" y="247"/>
                      <a:pt x="562" y="243"/>
                    </a:cubicBezTo>
                    <a:cubicBezTo>
                      <a:pt x="560" y="242"/>
                      <a:pt x="552" y="240"/>
                      <a:pt x="552" y="236"/>
                    </a:cubicBezTo>
                    <a:cubicBezTo>
                      <a:pt x="552" y="227"/>
                      <a:pt x="565" y="230"/>
                      <a:pt x="571" y="225"/>
                    </a:cubicBezTo>
                    <a:cubicBezTo>
                      <a:pt x="577" y="221"/>
                      <a:pt x="587" y="215"/>
                      <a:pt x="590" y="209"/>
                    </a:cubicBezTo>
                    <a:cubicBezTo>
                      <a:pt x="591" y="208"/>
                      <a:pt x="593" y="203"/>
                      <a:pt x="597" y="203"/>
                    </a:cubicBezTo>
                    <a:cubicBezTo>
                      <a:pt x="601" y="203"/>
                      <a:pt x="606" y="209"/>
                      <a:pt x="606" y="212"/>
                    </a:cubicBezTo>
                    <a:cubicBezTo>
                      <a:pt x="606" y="219"/>
                      <a:pt x="597" y="222"/>
                      <a:pt x="597" y="230"/>
                    </a:cubicBezTo>
                    <a:cubicBezTo>
                      <a:pt x="610" y="230"/>
                      <a:pt x="620" y="216"/>
                      <a:pt x="634" y="216"/>
                    </a:cubicBezTo>
                    <a:cubicBezTo>
                      <a:pt x="639" y="216"/>
                      <a:pt x="641" y="221"/>
                      <a:pt x="648" y="221"/>
                    </a:cubicBezTo>
                    <a:cubicBezTo>
                      <a:pt x="646" y="226"/>
                      <a:pt x="648" y="226"/>
                      <a:pt x="648" y="231"/>
                    </a:cubicBezTo>
                    <a:cubicBezTo>
                      <a:pt x="648" y="235"/>
                      <a:pt x="643" y="235"/>
                      <a:pt x="643" y="240"/>
                    </a:cubicBezTo>
                    <a:cubicBezTo>
                      <a:pt x="643" y="242"/>
                      <a:pt x="645" y="248"/>
                      <a:pt x="648" y="248"/>
                    </a:cubicBezTo>
                    <a:cubicBezTo>
                      <a:pt x="649" y="248"/>
                      <a:pt x="651" y="245"/>
                      <a:pt x="654" y="245"/>
                    </a:cubicBezTo>
                    <a:cubicBezTo>
                      <a:pt x="659" y="245"/>
                      <a:pt x="666" y="249"/>
                      <a:pt x="666" y="254"/>
                    </a:cubicBezTo>
                    <a:cubicBezTo>
                      <a:pt x="666" y="257"/>
                      <a:pt x="662" y="260"/>
                      <a:pt x="659" y="260"/>
                    </a:cubicBezTo>
                    <a:cubicBezTo>
                      <a:pt x="659" y="264"/>
                      <a:pt x="659" y="264"/>
                      <a:pt x="659" y="264"/>
                    </a:cubicBezTo>
                    <a:cubicBezTo>
                      <a:pt x="660" y="265"/>
                      <a:pt x="660" y="267"/>
                      <a:pt x="663" y="268"/>
                    </a:cubicBezTo>
                    <a:cubicBezTo>
                      <a:pt x="663" y="270"/>
                      <a:pt x="665" y="272"/>
                      <a:pt x="665" y="275"/>
                    </a:cubicBezTo>
                    <a:cubicBezTo>
                      <a:pt x="665" y="276"/>
                      <a:pt x="661" y="282"/>
                      <a:pt x="661" y="285"/>
                    </a:cubicBezTo>
                    <a:cubicBezTo>
                      <a:pt x="661" y="287"/>
                      <a:pt x="661" y="289"/>
                      <a:pt x="664" y="290"/>
                    </a:cubicBezTo>
                    <a:cubicBezTo>
                      <a:pt x="663" y="292"/>
                      <a:pt x="661" y="293"/>
                      <a:pt x="661" y="295"/>
                    </a:cubicBezTo>
                    <a:cubicBezTo>
                      <a:pt x="668" y="295"/>
                      <a:pt x="668" y="295"/>
                      <a:pt x="668" y="295"/>
                    </a:cubicBezTo>
                    <a:cubicBezTo>
                      <a:pt x="670" y="293"/>
                      <a:pt x="671" y="293"/>
                      <a:pt x="676" y="291"/>
                    </a:cubicBezTo>
                    <a:cubicBezTo>
                      <a:pt x="676" y="287"/>
                      <a:pt x="687" y="287"/>
                      <a:pt x="690" y="286"/>
                    </a:cubicBezTo>
                    <a:cubicBezTo>
                      <a:pt x="696" y="284"/>
                      <a:pt x="699" y="279"/>
                      <a:pt x="699" y="269"/>
                    </a:cubicBezTo>
                    <a:cubicBezTo>
                      <a:pt x="699" y="252"/>
                      <a:pt x="692" y="242"/>
                      <a:pt x="683" y="232"/>
                    </a:cubicBezTo>
                    <a:cubicBezTo>
                      <a:pt x="679" y="228"/>
                      <a:pt x="674" y="224"/>
                      <a:pt x="675" y="217"/>
                    </a:cubicBezTo>
                    <a:cubicBezTo>
                      <a:pt x="680" y="217"/>
                      <a:pt x="685" y="214"/>
                      <a:pt x="688" y="210"/>
                    </a:cubicBezTo>
                    <a:cubicBezTo>
                      <a:pt x="691" y="207"/>
                      <a:pt x="699" y="203"/>
                      <a:pt x="701" y="199"/>
                    </a:cubicBezTo>
                    <a:cubicBezTo>
                      <a:pt x="707" y="187"/>
                      <a:pt x="710" y="180"/>
                      <a:pt x="721" y="172"/>
                    </a:cubicBezTo>
                    <a:cubicBezTo>
                      <a:pt x="721" y="172"/>
                      <a:pt x="738" y="153"/>
                      <a:pt x="723" y="143"/>
                    </a:cubicBezTo>
                    <a:cubicBezTo>
                      <a:pt x="717" y="139"/>
                      <a:pt x="735" y="138"/>
                      <a:pt x="745" y="132"/>
                    </a:cubicBezTo>
                    <a:cubicBezTo>
                      <a:pt x="756" y="126"/>
                      <a:pt x="760" y="102"/>
                      <a:pt x="769" y="92"/>
                    </a:cubicBezTo>
                    <a:cubicBezTo>
                      <a:pt x="769" y="81"/>
                      <a:pt x="769" y="81"/>
                      <a:pt x="769" y="81"/>
                    </a:cubicBezTo>
                    <a:cubicBezTo>
                      <a:pt x="751" y="81"/>
                      <a:pt x="749" y="95"/>
                      <a:pt x="734" y="95"/>
                    </a:cubicBezTo>
                    <a:cubicBezTo>
                      <a:pt x="721" y="95"/>
                      <a:pt x="716" y="78"/>
                      <a:pt x="710" y="73"/>
                    </a:cubicBezTo>
                    <a:cubicBezTo>
                      <a:pt x="702" y="65"/>
                      <a:pt x="683" y="64"/>
                      <a:pt x="677" y="55"/>
                    </a:cubicBezTo>
                    <a:cubicBezTo>
                      <a:pt x="662" y="31"/>
                      <a:pt x="663" y="0"/>
                      <a:pt x="624" y="0"/>
                    </a:cubicBezTo>
                    <a:cubicBezTo>
                      <a:pt x="568" y="0"/>
                      <a:pt x="589" y="74"/>
                      <a:pt x="547" y="57"/>
                    </a:cubicBezTo>
                    <a:cubicBezTo>
                      <a:pt x="515" y="45"/>
                      <a:pt x="483" y="68"/>
                      <a:pt x="458" y="68"/>
                    </a:cubicBezTo>
                    <a:cubicBezTo>
                      <a:pt x="430" y="68"/>
                      <a:pt x="422" y="46"/>
                      <a:pt x="395" y="46"/>
                    </a:cubicBezTo>
                    <a:cubicBezTo>
                      <a:pt x="383" y="46"/>
                      <a:pt x="365" y="61"/>
                      <a:pt x="355" y="33"/>
                    </a:cubicBezTo>
                    <a:cubicBezTo>
                      <a:pt x="352" y="26"/>
                      <a:pt x="325" y="22"/>
                      <a:pt x="317" y="22"/>
                    </a:cubicBezTo>
                    <a:cubicBezTo>
                      <a:pt x="304" y="22"/>
                      <a:pt x="309" y="55"/>
                      <a:pt x="284" y="55"/>
                    </a:cubicBezTo>
                    <a:cubicBezTo>
                      <a:pt x="266" y="55"/>
                      <a:pt x="247" y="42"/>
                      <a:pt x="236" y="42"/>
                    </a:cubicBezTo>
                    <a:cubicBezTo>
                      <a:pt x="229" y="42"/>
                      <a:pt x="221" y="51"/>
                      <a:pt x="218" y="53"/>
                    </a:cubicBezTo>
                    <a:cubicBezTo>
                      <a:pt x="196" y="66"/>
                      <a:pt x="170" y="66"/>
                      <a:pt x="152" y="81"/>
                    </a:cubicBezTo>
                    <a:cubicBezTo>
                      <a:pt x="145" y="88"/>
                      <a:pt x="159" y="112"/>
                      <a:pt x="123" y="108"/>
                    </a:cubicBezTo>
                    <a:cubicBezTo>
                      <a:pt x="110" y="106"/>
                      <a:pt x="108" y="133"/>
                      <a:pt x="86" y="137"/>
                    </a:cubicBezTo>
                    <a:cubicBezTo>
                      <a:pt x="86" y="186"/>
                      <a:pt x="58" y="207"/>
                      <a:pt x="17" y="207"/>
                    </a:cubicBezTo>
                    <a:cubicBezTo>
                      <a:pt x="10" y="207"/>
                      <a:pt x="1" y="227"/>
                      <a:pt x="0" y="236"/>
                    </a:cubicBezTo>
                    <a:cubicBezTo>
                      <a:pt x="11" y="238"/>
                      <a:pt x="13" y="241"/>
                      <a:pt x="15" y="251"/>
                    </a:cubicBezTo>
                    <a:cubicBezTo>
                      <a:pt x="15" y="253"/>
                      <a:pt x="15" y="253"/>
                      <a:pt x="15" y="253"/>
                    </a:cubicBezTo>
                    <a:cubicBezTo>
                      <a:pt x="15" y="261"/>
                      <a:pt x="19" y="259"/>
                      <a:pt x="25" y="261"/>
                    </a:cubicBezTo>
                    <a:cubicBezTo>
                      <a:pt x="30" y="262"/>
                      <a:pt x="28" y="268"/>
                      <a:pt x="31" y="271"/>
                    </a:cubicBezTo>
                    <a:cubicBezTo>
                      <a:pt x="37" y="277"/>
                      <a:pt x="42" y="277"/>
                      <a:pt x="50" y="280"/>
                    </a:cubicBezTo>
                    <a:cubicBezTo>
                      <a:pt x="58" y="279"/>
                      <a:pt x="61" y="272"/>
                      <a:pt x="69" y="272"/>
                    </a:cubicBezTo>
                    <a:cubicBezTo>
                      <a:pt x="73" y="272"/>
                      <a:pt x="83" y="280"/>
                      <a:pt x="83" y="284"/>
                    </a:cubicBezTo>
                    <a:cubicBezTo>
                      <a:pt x="83" y="296"/>
                      <a:pt x="66" y="294"/>
                      <a:pt x="66" y="306"/>
                    </a:cubicBezTo>
                    <a:cubicBezTo>
                      <a:pt x="66" y="311"/>
                      <a:pt x="73" y="312"/>
                      <a:pt x="73" y="317"/>
                    </a:cubicBezTo>
                    <a:cubicBezTo>
                      <a:pt x="73" y="323"/>
                      <a:pt x="68" y="322"/>
                      <a:pt x="63" y="322"/>
                    </a:cubicBezTo>
                    <a:cubicBezTo>
                      <a:pt x="63" y="326"/>
                      <a:pt x="63" y="326"/>
                      <a:pt x="63" y="326"/>
                    </a:cubicBezTo>
                    <a:cubicBezTo>
                      <a:pt x="64" y="331"/>
                      <a:pt x="64" y="335"/>
                      <a:pt x="65" y="340"/>
                    </a:cubicBezTo>
                    <a:cubicBezTo>
                      <a:pt x="66" y="343"/>
                      <a:pt x="71" y="342"/>
                      <a:pt x="73" y="343"/>
                    </a:cubicBezTo>
                    <a:cubicBezTo>
                      <a:pt x="80" y="345"/>
                      <a:pt x="83" y="351"/>
                      <a:pt x="91" y="353"/>
                    </a:cubicBezTo>
                    <a:cubicBezTo>
                      <a:pt x="100" y="355"/>
                      <a:pt x="105" y="352"/>
                      <a:pt x="110" y="357"/>
                    </a:cubicBezTo>
                    <a:cubicBezTo>
                      <a:pt x="116" y="363"/>
                      <a:pt x="120" y="361"/>
                      <a:pt x="127" y="364"/>
                    </a:cubicBezTo>
                    <a:cubicBezTo>
                      <a:pt x="130" y="366"/>
                      <a:pt x="130" y="369"/>
                      <a:pt x="132" y="373"/>
                    </a:cubicBezTo>
                    <a:cubicBezTo>
                      <a:pt x="133" y="376"/>
                      <a:pt x="137" y="372"/>
                      <a:pt x="139" y="373"/>
                    </a:cubicBezTo>
                    <a:cubicBezTo>
                      <a:pt x="146" y="378"/>
                      <a:pt x="150" y="384"/>
                      <a:pt x="160" y="384"/>
                    </a:cubicBezTo>
                    <a:cubicBezTo>
                      <a:pt x="166" y="384"/>
                      <a:pt x="172" y="384"/>
                      <a:pt x="178" y="384"/>
                    </a:cubicBezTo>
                    <a:cubicBezTo>
                      <a:pt x="182" y="384"/>
                      <a:pt x="184" y="382"/>
                      <a:pt x="186" y="382"/>
                    </a:cubicBezTo>
                    <a:cubicBezTo>
                      <a:pt x="189" y="382"/>
                      <a:pt x="190" y="389"/>
                      <a:pt x="191" y="392"/>
                    </a:cubicBezTo>
                    <a:cubicBezTo>
                      <a:pt x="197" y="389"/>
                      <a:pt x="199" y="381"/>
                      <a:pt x="210" y="381"/>
                    </a:cubicBezTo>
                    <a:cubicBezTo>
                      <a:pt x="219" y="381"/>
                      <a:pt x="224" y="386"/>
                      <a:pt x="231" y="386"/>
                    </a:cubicBezTo>
                    <a:cubicBezTo>
                      <a:pt x="238" y="386"/>
                      <a:pt x="252" y="374"/>
                      <a:pt x="255" y="372"/>
                    </a:cubicBezTo>
                    <a:cubicBezTo>
                      <a:pt x="258" y="370"/>
                      <a:pt x="259" y="369"/>
                      <a:pt x="260" y="367"/>
                    </a:cubicBezTo>
                    <a:cubicBezTo>
                      <a:pt x="264" y="363"/>
                      <a:pt x="270" y="368"/>
                      <a:pt x="275" y="366"/>
                    </a:cubicBezTo>
                    <a:cubicBezTo>
                      <a:pt x="279" y="362"/>
                      <a:pt x="279" y="362"/>
                      <a:pt x="279" y="362"/>
                    </a:cubicBezTo>
                    <a:cubicBezTo>
                      <a:pt x="282" y="362"/>
                      <a:pt x="282" y="362"/>
                      <a:pt x="282" y="362"/>
                    </a:cubicBezTo>
                    <a:cubicBezTo>
                      <a:pt x="285" y="377"/>
                      <a:pt x="294" y="376"/>
                      <a:pt x="305" y="381"/>
                    </a:cubicBezTo>
                    <a:cubicBezTo>
                      <a:pt x="309" y="388"/>
                      <a:pt x="316" y="391"/>
                      <a:pt x="316" y="400"/>
                    </a:cubicBezTo>
                    <a:cubicBezTo>
                      <a:pt x="316" y="417"/>
                      <a:pt x="304" y="418"/>
                      <a:pt x="304" y="434"/>
                    </a:cubicBezTo>
                    <a:cubicBezTo>
                      <a:pt x="304" y="436"/>
                      <a:pt x="305" y="439"/>
                      <a:pt x="306" y="439"/>
                    </a:cubicBezTo>
                    <a:cubicBezTo>
                      <a:pt x="309" y="439"/>
                      <a:pt x="312" y="436"/>
                      <a:pt x="315" y="436"/>
                    </a:cubicBezTo>
                    <a:cubicBezTo>
                      <a:pt x="319" y="436"/>
                      <a:pt x="320" y="449"/>
                      <a:pt x="324" y="450"/>
                    </a:cubicBezTo>
                    <a:cubicBezTo>
                      <a:pt x="324" y="459"/>
                      <a:pt x="330" y="468"/>
                      <a:pt x="338" y="468"/>
                    </a:cubicBezTo>
                    <a:cubicBezTo>
                      <a:pt x="342" y="468"/>
                      <a:pt x="343" y="467"/>
                      <a:pt x="346" y="467"/>
                    </a:cubicBezTo>
                    <a:cubicBezTo>
                      <a:pt x="348" y="467"/>
                      <a:pt x="348" y="467"/>
                      <a:pt x="348" y="467"/>
                    </a:cubicBezTo>
                    <a:cubicBezTo>
                      <a:pt x="348" y="471"/>
                      <a:pt x="350" y="472"/>
                      <a:pt x="351" y="472"/>
                    </a:cubicBezTo>
                    <a:cubicBezTo>
                      <a:pt x="352" y="472"/>
                      <a:pt x="353" y="470"/>
                      <a:pt x="353" y="468"/>
                    </a:cubicBezTo>
                    <a:cubicBezTo>
                      <a:pt x="353" y="464"/>
                      <a:pt x="353" y="461"/>
                      <a:pt x="353" y="457"/>
                    </a:cubicBezTo>
                    <a:cubicBezTo>
                      <a:pt x="353" y="457"/>
                      <a:pt x="363" y="454"/>
                      <a:pt x="365" y="454"/>
                    </a:cubicBezTo>
                    <a:cubicBezTo>
                      <a:pt x="379" y="454"/>
                      <a:pt x="379" y="454"/>
                      <a:pt x="379" y="454"/>
                    </a:cubicBezTo>
                    <a:cubicBezTo>
                      <a:pt x="385" y="457"/>
                      <a:pt x="390" y="448"/>
                      <a:pt x="397" y="448"/>
                    </a:cubicBezTo>
                    <a:cubicBezTo>
                      <a:pt x="404" y="448"/>
                      <a:pt x="408" y="453"/>
                      <a:pt x="416" y="453"/>
                    </a:cubicBezTo>
                    <a:cubicBezTo>
                      <a:pt x="416" y="464"/>
                      <a:pt x="424" y="468"/>
                      <a:pt x="431" y="470"/>
                    </a:cubicBezTo>
                    <a:cubicBezTo>
                      <a:pt x="431" y="470"/>
                      <a:pt x="431" y="470"/>
                      <a:pt x="431" y="470"/>
                    </a:cubicBezTo>
                    <a:cubicBezTo>
                      <a:pt x="439" y="474"/>
                      <a:pt x="444" y="471"/>
                      <a:pt x="452" y="475"/>
                    </a:cubicBezTo>
                    <a:cubicBezTo>
                      <a:pt x="452" y="477"/>
                      <a:pt x="451" y="486"/>
                      <a:pt x="454" y="486"/>
                    </a:cubicBezTo>
                    <a:cubicBezTo>
                      <a:pt x="459" y="486"/>
                      <a:pt x="457" y="480"/>
                      <a:pt x="460" y="477"/>
                    </a:cubicBezTo>
                    <a:cubicBezTo>
                      <a:pt x="463" y="474"/>
                      <a:pt x="472" y="472"/>
                      <a:pt x="476" y="470"/>
                    </a:cubicBezTo>
                    <a:cubicBezTo>
                      <a:pt x="484" y="466"/>
                      <a:pt x="492" y="468"/>
                      <a:pt x="498" y="463"/>
                    </a:cubicBezTo>
                    <a:cubicBezTo>
                      <a:pt x="498" y="463"/>
                      <a:pt x="502" y="455"/>
                      <a:pt x="503" y="455"/>
                    </a:cubicBezTo>
                    <a:cubicBezTo>
                      <a:pt x="507" y="455"/>
                      <a:pt x="510" y="458"/>
                      <a:pt x="514" y="458"/>
                    </a:cubicBezTo>
                    <a:cubicBezTo>
                      <a:pt x="534" y="458"/>
                      <a:pt x="539" y="446"/>
                      <a:pt x="552" y="439"/>
                    </a:cubicBezTo>
                    <a:cubicBezTo>
                      <a:pt x="555" y="437"/>
                      <a:pt x="557" y="435"/>
                      <a:pt x="558" y="431"/>
                    </a:cubicBezTo>
                    <a:cubicBezTo>
                      <a:pt x="569" y="431"/>
                      <a:pt x="572" y="414"/>
                      <a:pt x="576" y="406"/>
                    </a:cubicBezTo>
                    <a:cubicBezTo>
                      <a:pt x="578" y="401"/>
                      <a:pt x="590" y="383"/>
                      <a:pt x="597" y="382"/>
                    </a:cubicBezTo>
                    <a:cubicBezTo>
                      <a:pt x="597" y="372"/>
                      <a:pt x="604" y="368"/>
                      <a:pt x="604" y="355"/>
                    </a:cubicBezTo>
                    <a:cubicBezTo>
                      <a:pt x="604" y="336"/>
                      <a:pt x="599" y="329"/>
                      <a:pt x="591" y="317"/>
                    </a:cubicBezTo>
                    <a:cubicBezTo>
                      <a:pt x="590" y="315"/>
                      <a:pt x="590" y="309"/>
                      <a:pt x="586" y="30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2" name="ïṡḷíďè"/>
              <p:cNvSpPr/>
              <p:nvPr/>
            </p:nvSpPr>
            <p:spPr bwMode="auto">
              <a:xfrm>
                <a:off x="11829410" y="2670615"/>
                <a:ext cx="55490" cy="23995"/>
              </a:xfrm>
              <a:custGeom>
                <a:avLst/>
                <a:gdLst/>
                <a:ahLst/>
                <a:cxnLst>
                  <a:cxn ang="0">
                    <a:pos x="4" y="19"/>
                  </a:cxn>
                  <a:cxn ang="0">
                    <a:pos x="0" y="14"/>
                  </a:cxn>
                  <a:cxn ang="0">
                    <a:pos x="20" y="0"/>
                  </a:cxn>
                  <a:cxn ang="0">
                    <a:pos x="44" y="11"/>
                  </a:cxn>
                  <a:cxn ang="0">
                    <a:pos x="4" y="19"/>
                  </a:cxn>
                </a:cxnLst>
                <a:rect l="0" t="0" r="r" b="b"/>
                <a:pathLst>
                  <a:path w="44" h="19">
                    <a:moveTo>
                      <a:pt x="4" y="19"/>
                    </a:moveTo>
                    <a:cubicBezTo>
                      <a:pt x="1" y="19"/>
                      <a:pt x="0" y="17"/>
                      <a:pt x="0" y="14"/>
                    </a:cubicBezTo>
                    <a:cubicBezTo>
                      <a:pt x="0" y="8"/>
                      <a:pt x="13" y="0"/>
                      <a:pt x="20" y="0"/>
                    </a:cubicBezTo>
                    <a:cubicBezTo>
                      <a:pt x="27" y="0"/>
                      <a:pt x="44" y="4"/>
                      <a:pt x="44" y="11"/>
                    </a:cubicBezTo>
                    <a:cubicBezTo>
                      <a:pt x="44" y="17"/>
                      <a:pt x="9" y="19"/>
                      <a:pt x="4" y="19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3" name="îṥlïḑè"/>
              <p:cNvSpPr/>
              <p:nvPr/>
            </p:nvSpPr>
            <p:spPr bwMode="auto">
              <a:xfrm>
                <a:off x="11661443" y="2715606"/>
                <a:ext cx="22496" cy="13498"/>
              </a:xfrm>
              <a:custGeom>
                <a:avLst/>
                <a:gdLst/>
                <a:ahLst/>
                <a:cxnLst>
                  <a:cxn ang="0">
                    <a:pos x="13" y="10"/>
                  </a:cxn>
                  <a:cxn ang="0">
                    <a:pos x="18" y="6"/>
                  </a:cxn>
                  <a:cxn ang="0">
                    <a:pos x="15" y="0"/>
                  </a:cxn>
                  <a:cxn ang="0">
                    <a:pos x="0" y="0"/>
                  </a:cxn>
                  <a:cxn ang="0">
                    <a:pos x="13" y="10"/>
                  </a:cxn>
                </a:cxnLst>
                <a:rect l="0" t="0" r="r" b="b"/>
                <a:pathLst>
                  <a:path w="18" h="10">
                    <a:moveTo>
                      <a:pt x="13" y="10"/>
                    </a:moveTo>
                    <a:cubicBezTo>
                      <a:pt x="15" y="10"/>
                      <a:pt x="18" y="8"/>
                      <a:pt x="18" y="6"/>
                    </a:cubicBezTo>
                    <a:cubicBezTo>
                      <a:pt x="18" y="3"/>
                      <a:pt x="15" y="2"/>
                      <a:pt x="15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" y="6"/>
                      <a:pt x="7" y="10"/>
                      <a:pt x="13" y="1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4" name="íṧľîḋé"/>
              <p:cNvSpPr/>
              <p:nvPr/>
            </p:nvSpPr>
            <p:spPr bwMode="auto">
              <a:xfrm>
                <a:off x="11145542" y="2540140"/>
                <a:ext cx="10498" cy="11998"/>
              </a:xfrm>
              <a:custGeom>
                <a:avLst/>
                <a:gdLst/>
                <a:ahLst/>
                <a:cxnLst>
                  <a:cxn ang="0">
                    <a:pos x="8" y="5"/>
                  </a:cxn>
                  <a:cxn ang="0">
                    <a:pos x="3" y="0"/>
                  </a:cxn>
                  <a:cxn ang="0">
                    <a:pos x="0" y="7"/>
                  </a:cxn>
                  <a:cxn ang="0">
                    <a:pos x="3" y="10"/>
                  </a:cxn>
                  <a:cxn ang="0">
                    <a:pos x="8" y="4"/>
                  </a:cxn>
                  <a:cxn ang="0">
                    <a:pos x="6" y="4"/>
                  </a:cxn>
                  <a:cxn ang="0">
                    <a:pos x="8" y="5"/>
                  </a:cxn>
                </a:cxnLst>
                <a:rect l="0" t="0" r="r" b="b"/>
                <a:pathLst>
                  <a:path w="8" h="10">
                    <a:moveTo>
                      <a:pt x="8" y="5"/>
                    </a:moveTo>
                    <a:cubicBezTo>
                      <a:pt x="3" y="0"/>
                      <a:pt x="3" y="0"/>
                      <a:pt x="3" y="0"/>
                    </a:cubicBezTo>
                    <a:cubicBezTo>
                      <a:pt x="2" y="2"/>
                      <a:pt x="0" y="4"/>
                      <a:pt x="0" y="7"/>
                    </a:cubicBezTo>
                    <a:cubicBezTo>
                      <a:pt x="0" y="9"/>
                      <a:pt x="1" y="10"/>
                      <a:pt x="3" y="10"/>
                    </a:cubicBezTo>
                    <a:cubicBezTo>
                      <a:pt x="7" y="10"/>
                      <a:pt x="7" y="6"/>
                      <a:pt x="8" y="4"/>
                    </a:cubicBezTo>
                    <a:cubicBezTo>
                      <a:pt x="6" y="4"/>
                      <a:pt x="6" y="4"/>
                      <a:pt x="6" y="4"/>
                    </a:cubicBezTo>
                    <a:lnTo>
                      <a:pt x="8" y="5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5" name="iṩḷïďè"/>
              <p:cNvSpPr/>
              <p:nvPr/>
            </p:nvSpPr>
            <p:spPr bwMode="auto">
              <a:xfrm>
                <a:off x="10772114" y="2580632"/>
                <a:ext cx="25496" cy="14997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0" y="12"/>
                  </a:cxn>
                  <a:cxn ang="0">
                    <a:pos x="0" y="7"/>
                  </a:cxn>
                  <a:cxn ang="0">
                    <a:pos x="10" y="0"/>
                  </a:cxn>
                  <a:cxn ang="0">
                    <a:pos x="20" y="7"/>
                  </a:cxn>
                  <a:cxn ang="0">
                    <a:pos x="17" y="12"/>
                  </a:cxn>
                  <a:cxn ang="0">
                    <a:pos x="20" y="9"/>
                  </a:cxn>
                </a:cxnLst>
                <a:rect l="0" t="0" r="r" b="b"/>
                <a:pathLst>
                  <a:path w="20" h="12">
                    <a:moveTo>
                      <a:pt x="20" y="9"/>
                    </a:moveTo>
                    <a:cubicBezTo>
                      <a:pt x="17" y="11"/>
                      <a:pt x="14" y="12"/>
                      <a:pt x="10" y="12"/>
                    </a:cubicBezTo>
                    <a:cubicBezTo>
                      <a:pt x="5" y="12"/>
                      <a:pt x="0" y="11"/>
                      <a:pt x="0" y="7"/>
                    </a:cubicBezTo>
                    <a:cubicBezTo>
                      <a:pt x="0" y="3"/>
                      <a:pt x="6" y="0"/>
                      <a:pt x="10" y="0"/>
                    </a:cubicBezTo>
                    <a:cubicBezTo>
                      <a:pt x="16" y="0"/>
                      <a:pt x="20" y="2"/>
                      <a:pt x="20" y="7"/>
                    </a:cubicBezTo>
                    <a:cubicBezTo>
                      <a:pt x="20" y="10"/>
                      <a:pt x="18" y="11"/>
                      <a:pt x="17" y="12"/>
                    </a:cubicBezTo>
                    <a:lnTo>
                      <a:pt x="20" y="9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6" name="iŝḻiďê"/>
              <p:cNvSpPr/>
              <p:nvPr/>
            </p:nvSpPr>
            <p:spPr bwMode="auto">
              <a:xfrm>
                <a:off x="10577152" y="2418664"/>
                <a:ext cx="94482" cy="53989"/>
              </a:xfrm>
              <a:custGeom>
                <a:avLst/>
                <a:gdLst/>
                <a:ahLst/>
                <a:cxnLst>
                  <a:cxn ang="0">
                    <a:pos x="6" y="43"/>
                  </a:cxn>
                  <a:cxn ang="0">
                    <a:pos x="0" y="37"/>
                  </a:cxn>
                  <a:cxn ang="0">
                    <a:pos x="8" y="27"/>
                  </a:cxn>
                  <a:cxn ang="0">
                    <a:pos x="39" y="0"/>
                  </a:cxn>
                  <a:cxn ang="0">
                    <a:pos x="45" y="0"/>
                  </a:cxn>
                  <a:cxn ang="0">
                    <a:pos x="44" y="10"/>
                  </a:cxn>
                  <a:cxn ang="0">
                    <a:pos x="52" y="6"/>
                  </a:cxn>
                  <a:cxn ang="0">
                    <a:pos x="76" y="23"/>
                  </a:cxn>
                  <a:cxn ang="0">
                    <a:pos x="45" y="34"/>
                  </a:cxn>
                  <a:cxn ang="0">
                    <a:pos x="30" y="37"/>
                  </a:cxn>
                  <a:cxn ang="0">
                    <a:pos x="6" y="43"/>
                  </a:cxn>
                </a:cxnLst>
                <a:rect l="0" t="0" r="r" b="b"/>
                <a:pathLst>
                  <a:path w="76" h="43">
                    <a:moveTo>
                      <a:pt x="6" y="43"/>
                    </a:moveTo>
                    <a:cubicBezTo>
                      <a:pt x="1" y="43"/>
                      <a:pt x="0" y="41"/>
                      <a:pt x="0" y="37"/>
                    </a:cubicBezTo>
                    <a:cubicBezTo>
                      <a:pt x="0" y="30"/>
                      <a:pt x="5" y="30"/>
                      <a:pt x="8" y="27"/>
                    </a:cubicBezTo>
                    <a:cubicBezTo>
                      <a:pt x="18" y="17"/>
                      <a:pt x="22" y="0"/>
                      <a:pt x="39" y="0"/>
                    </a:cubicBezTo>
                    <a:cubicBezTo>
                      <a:pt x="43" y="0"/>
                      <a:pt x="43" y="0"/>
                      <a:pt x="45" y="0"/>
                    </a:cubicBezTo>
                    <a:cubicBezTo>
                      <a:pt x="45" y="7"/>
                      <a:pt x="47" y="7"/>
                      <a:pt x="44" y="10"/>
                    </a:cubicBezTo>
                    <a:cubicBezTo>
                      <a:pt x="47" y="9"/>
                      <a:pt x="49" y="6"/>
                      <a:pt x="52" y="6"/>
                    </a:cubicBezTo>
                    <a:cubicBezTo>
                      <a:pt x="58" y="6"/>
                      <a:pt x="76" y="17"/>
                      <a:pt x="76" y="23"/>
                    </a:cubicBezTo>
                    <a:cubicBezTo>
                      <a:pt x="76" y="34"/>
                      <a:pt x="53" y="36"/>
                      <a:pt x="45" y="34"/>
                    </a:cubicBezTo>
                    <a:cubicBezTo>
                      <a:pt x="43" y="34"/>
                      <a:pt x="30" y="37"/>
                      <a:pt x="30" y="37"/>
                    </a:cubicBezTo>
                    <a:lnTo>
                      <a:pt x="6" y="4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7" name="îṡḻîde"/>
              <p:cNvSpPr/>
              <p:nvPr/>
            </p:nvSpPr>
            <p:spPr bwMode="auto">
              <a:xfrm>
                <a:off x="10442177" y="2393168"/>
                <a:ext cx="37493" cy="19497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0" y="7"/>
                  </a:cxn>
                  <a:cxn ang="0">
                    <a:pos x="9" y="16"/>
                  </a:cxn>
                  <a:cxn ang="0">
                    <a:pos x="0" y="5"/>
                  </a:cxn>
                  <a:cxn ang="0">
                    <a:pos x="12" y="0"/>
                  </a:cxn>
                </a:cxnLst>
                <a:rect l="0" t="0" r="r" b="b"/>
                <a:pathLst>
                  <a:path w="30" h="16">
                    <a:moveTo>
                      <a:pt x="12" y="0"/>
                    </a:moveTo>
                    <a:cubicBezTo>
                      <a:pt x="14" y="0"/>
                      <a:pt x="26" y="6"/>
                      <a:pt x="30" y="7"/>
                    </a:cubicBezTo>
                    <a:cubicBezTo>
                      <a:pt x="29" y="15"/>
                      <a:pt x="14" y="16"/>
                      <a:pt x="9" y="16"/>
                    </a:cubicBezTo>
                    <a:cubicBezTo>
                      <a:pt x="6" y="16"/>
                      <a:pt x="0" y="9"/>
                      <a:pt x="0" y="5"/>
                    </a:cubicBezTo>
                    <a:cubicBezTo>
                      <a:pt x="0" y="0"/>
                      <a:pt x="9" y="0"/>
                      <a:pt x="12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8" name="isľide"/>
              <p:cNvSpPr/>
              <p:nvPr/>
            </p:nvSpPr>
            <p:spPr bwMode="auto">
              <a:xfrm>
                <a:off x="10454175" y="2351176"/>
                <a:ext cx="131975" cy="92982"/>
              </a:xfrm>
              <a:custGeom>
                <a:avLst/>
                <a:gdLst/>
                <a:ahLst/>
                <a:cxnLst>
                  <a:cxn ang="0">
                    <a:pos x="99" y="68"/>
                  </a:cxn>
                  <a:cxn ang="0">
                    <a:pos x="90" y="74"/>
                  </a:cxn>
                  <a:cxn ang="0">
                    <a:pos x="41" y="66"/>
                  </a:cxn>
                  <a:cxn ang="0">
                    <a:pos x="17" y="50"/>
                  </a:cxn>
                  <a:cxn ang="0">
                    <a:pos x="50" y="36"/>
                  </a:cxn>
                  <a:cxn ang="0">
                    <a:pos x="32" y="36"/>
                  </a:cxn>
                  <a:cxn ang="0">
                    <a:pos x="0" y="26"/>
                  </a:cxn>
                  <a:cxn ang="0">
                    <a:pos x="46" y="0"/>
                  </a:cxn>
                  <a:cxn ang="0">
                    <a:pos x="72" y="17"/>
                  </a:cxn>
                  <a:cxn ang="0">
                    <a:pos x="67" y="18"/>
                  </a:cxn>
                  <a:cxn ang="0">
                    <a:pos x="67" y="27"/>
                  </a:cxn>
                  <a:cxn ang="0">
                    <a:pos x="59" y="35"/>
                  </a:cxn>
                  <a:cxn ang="0">
                    <a:pos x="68" y="35"/>
                  </a:cxn>
                  <a:cxn ang="0">
                    <a:pos x="81" y="39"/>
                  </a:cxn>
                  <a:cxn ang="0">
                    <a:pos x="90" y="39"/>
                  </a:cxn>
                  <a:cxn ang="0">
                    <a:pos x="105" y="48"/>
                  </a:cxn>
                  <a:cxn ang="0">
                    <a:pos x="101" y="57"/>
                  </a:cxn>
                  <a:cxn ang="0">
                    <a:pos x="92" y="62"/>
                  </a:cxn>
                  <a:cxn ang="0">
                    <a:pos x="99" y="68"/>
                  </a:cxn>
                </a:cxnLst>
                <a:rect l="0" t="0" r="r" b="b"/>
                <a:pathLst>
                  <a:path w="105" h="74">
                    <a:moveTo>
                      <a:pt x="99" y="68"/>
                    </a:moveTo>
                    <a:cubicBezTo>
                      <a:pt x="99" y="72"/>
                      <a:pt x="94" y="74"/>
                      <a:pt x="90" y="74"/>
                    </a:cubicBezTo>
                    <a:cubicBezTo>
                      <a:pt x="71" y="74"/>
                      <a:pt x="57" y="66"/>
                      <a:pt x="41" y="66"/>
                    </a:cubicBezTo>
                    <a:cubicBezTo>
                      <a:pt x="35" y="66"/>
                      <a:pt x="24" y="54"/>
                      <a:pt x="17" y="50"/>
                    </a:cubicBezTo>
                    <a:cubicBezTo>
                      <a:pt x="32" y="46"/>
                      <a:pt x="36" y="41"/>
                      <a:pt x="50" y="36"/>
                    </a:cubicBezTo>
                    <a:cubicBezTo>
                      <a:pt x="46" y="36"/>
                      <a:pt x="35" y="36"/>
                      <a:pt x="32" y="36"/>
                    </a:cubicBezTo>
                    <a:cubicBezTo>
                      <a:pt x="20" y="36"/>
                      <a:pt x="11" y="32"/>
                      <a:pt x="0" y="26"/>
                    </a:cubicBezTo>
                    <a:cubicBezTo>
                      <a:pt x="18" y="21"/>
                      <a:pt x="25" y="0"/>
                      <a:pt x="46" y="0"/>
                    </a:cubicBezTo>
                    <a:cubicBezTo>
                      <a:pt x="58" y="0"/>
                      <a:pt x="65" y="12"/>
                      <a:pt x="72" y="17"/>
                    </a:cubicBezTo>
                    <a:cubicBezTo>
                      <a:pt x="68" y="19"/>
                      <a:pt x="69" y="18"/>
                      <a:pt x="67" y="18"/>
                    </a:cubicBezTo>
                    <a:cubicBezTo>
                      <a:pt x="68" y="23"/>
                      <a:pt x="67" y="24"/>
                      <a:pt x="67" y="27"/>
                    </a:cubicBezTo>
                    <a:cubicBezTo>
                      <a:pt x="67" y="29"/>
                      <a:pt x="62" y="33"/>
                      <a:pt x="59" y="35"/>
                    </a:cubicBezTo>
                    <a:cubicBezTo>
                      <a:pt x="63" y="33"/>
                      <a:pt x="65" y="35"/>
                      <a:pt x="68" y="35"/>
                    </a:cubicBezTo>
                    <a:cubicBezTo>
                      <a:pt x="73" y="35"/>
                      <a:pt x="76" y="39"/>
                      <a:pt x="81" y="39"/>
                    </a:cubicBezTo>
                    <a:cubicBezTo>
                      <a:pt x="84" y="39"/>
                      <a:pt x="87" y="39"/>
                      <a:pt x="90" y="39"/>
                    </a:cubicBezTo>
                    <a:cubicBezTo>
                      <a:pt x="99" y="39"/>
                      <a:pt x="99" y="42"/>
                      <a:pt x="105" y="48"/>
                    </a:cubicBezTo>
                    <a:cubicBezTo>
                      <a:pt x="100" y="51"/>
                      <a:pt x="101" y="52"/>
                      <a:pt x="101" y="57"/>
                    </a:cubicBezTo>
                    <a:cubicBezTo>
                      <a:pt x="101" y="61"/>
                      <a:pt x="95" y="62"/>
                      <a:pt x="92" y="62"/>
                    </a:cubicBezTo>
                    <a:cubicBezTo>
                      <a:pt x="95" y="63"/>
                      <a:pt x="99" y="65"/>
                      <a:pt x="99" y="68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89" name="ïṥḷïďé"/>
              <p:cNvSpPr/>
              <p:nvPr/>
            </p:nvSpPr>
            <p:spPr bwMode="auto">
              <a:xfrm>
                <a:off x="10511164" y="2498148"/>
                <a:ext cx="16497" cy="11998"/>
              </a:xfrm>
              <a:custGeom>
                <a:avLst/>
                <a:gdLst/>
                <a:ahLst/>
                <a:cxnLst>
                  <a:cxn ang="0">
                    <a:pos x="0" y="5"/>
                  </a:cxn>
                  <a:cxn ang="0">
                    <a:pos x="7" y="0"/>
                  </a:cxn>
                  <a:cxn ang="0">
                    <a:pos x="13" y="0"/>
                  </a:cxn>
                  <a:cxn ang="0">
                    <a:pos x="5" y="9"/>
                  </a:cxn>
                  <a:cxn ang="0">
                    <a:pos x="0" y="5"/>
                  </a:cxn>
                </a:cxnLst>
                <a:rect l="0" t="0" r="r" b="b"/>
                <a:pathLst>
                  <a:path w="13" h="9">
                    <a:moveTo>
                      <a:pt x="0" y="5"/>
                    </a:moveTo>
                    <a:cubicBezTo>
                      <a:pt x="3" y="3"/>
                      <a:pt x="5" y="1"/>
                      <a:pt x="7" y="0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2" y="6"/>
                      <a:pt x="10" y="9"/>
                      <a:pt x="5" y="9"/>
                    </a:cubicBezTo>
                    <a:cubicBezTo>
                      <a:pt x="2" y="9"/>
                      <a:pt x="1" y="7"/>
                      <a:pt x="0" y="5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0" name="íṣlïḋé"/>
              <p:cNvSpPr/>
              <p:nvPr/>
            </p:nvSpPr>
            <p:spPr bwMode="auto">
              <a:xfrm>
                <a:off x="10428680" y="2354176"/>
                <a:ext cx="22496" cy="7499"/>
              </a:xfrm>
              <a:custGeom>
                <a:avLst/>
                <a:gdLst/>
                <a:ahLst/>
                <a:cxnLst>
                  <a:cxn ang="0">
                    <a:pos x="18" y="4"/>
                  </a:cxn>
                  <a:cxn ang="0">
                    <a:pos x="0" y="0"/>
                  </a:cxn>
                  <a:cxn ang="0">
                    <a:pos x="16" y="0"/>
                  </a:cxn>
                  <a:cxn ang="0">
                    <a:pos x="18" y="4"/>
                  </a:cxn>
                </a:cxnLst>
                <a:rect l="0" t="0" r="r" b="b"/>
                <a:pathLst>
                  <a:path w="18" h="6">
                    <a:moveTo>
                      <a:pt x="18" y="4"/>
                    </a:moveTo>
                    <a:cubicBezTo>
                      <a:pt x="11" y="5"/>
                      <a:pt x="3" y="6"/>
                      <a:pt x="0" y="0"/>
                    </a:cubicBezTo>
                    <a:cubicBezTo>
                      <a:pt x="16" y="0"/>
                      <a:pt x="16" y="0"/>
                      <a:pt x="16" y="0"/>
                    </a:cubicBezTo>
                    <a:lnTo>
                      <a:pt x="18" y="4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1" name="ïsļíḍè"/>
              <p:cNvSpPr/>
              <p:nvPr/>
            </p:nvSpPr>
            <p:spPr bwMode="auto">
              <a:xfrm>
                <a:off x="10689629" y="2460656"/>
                <a:ext cx="19497" cy="8998"/>
              </a:xfrm>
              <a:custGeom>
                <a:avLst/>
                <a:gdLst/>
                <a:ahLst/>
                <a:cxnLst>
                  <a:cxn ang="0">
                    <a:pos x="15" y="1"/>
                  </a:cxn>
                  <a:cxn ang="0">
                    <a:pos x="9" y="7"/>
                  </a:cxn>
                  <a:cxn ang="0">
                    <a:pos x="0" y="2"/>
                  </a:cxn>
                  <a:cxn ang="0">
                    <a:pos x="15" y="1"/>
                  </a:cxn>
                </a:cxnLst>
                <a:rect l="0" t="0" r="r" b="b"/>
                <a:pathLst>
                  <a:path w="15" h="7">
                    <a:moveTo>
                      <a:pt x="15" y="1"/>
                    </a:moveTo>
                    <a:cubicBezTo>
                      <a:pt x="14" y="4"/>
                      <a:pt x="12" y="7"/>
                      <a:pt x="9" y="7"/>
                    </a:cubicBezTo>
                    <a:cubicBezTo>
                      <a:pt x="4" y="7"/>
                      <a:pt x="1" y="4"/>
                      <a:pt x="0" y="2"/>
                    </a:cubicBezTo>
                    <a:cubicBezTo>
                      <a:pt x="9" y="0"/>
                      <a:pt x="11" y="2"/>
                      <a:pt x="15" y="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2" name="íṣļiḍe"/>
              <p:cNvSpPr/>
              <p:nvPr/>
            </p:nvSpPr>
            <p:spPr bwMode="auto">
              <a:xfrm>
                <a:off x="9704319" y="2367674"/>
                <a:ext cx="110979" cy="34494"/>
              </a:xfrm>
              <a:custGeom>
                <a:avLst/>
                <a:gdLst/>
                <a:ahLst/>
                <a:cxnLst>
                  <a:cxn ang="0">
                    <a:pos x="76" y="14"/>
                  </a:cxn>
                  <a:cxn ang="0">
                    <a:pos x="58" y="17"/>
                  </a:cxn>
                  <a:cxn ang="0">
                    <a:pos x="49" y="27"/>
                  </a:cxn>
                  <a:cxn ang="0">
                    <a:pos x="44" y="23"/>
                  </a:cxn>
                  <a:cxn ang="0">
                    <a:pos x="44" y="23"/>
                  </a:cxn>
                  <a:cxn ang="0">
                    <a:pos x="32" y="17"/>
                  </a:cxn>
                  <a:cxn ang="0">
                    <a:pos x="41" y="14"/>
                  </a:cxn>
                  <a:cxn ang="0">
                    <a:pos x="33" y="13"/>
                  </a:cxn>
                  <a:cxn ang="0">
                    <a:pos x="40" y="9"/>
                  </a:cxn>
                  <a:cxn ang="0">
                    <a:pos x="30" y="5"/>
                  </a:cxn>
                  <a:cxn ang="0">
                    <a:pos x="10" y="11"/>
                  </a:cxn>
                  <a:cxn ang="0">
                    <a:pos x="0" y="9"/>
                  </a:cxn>
                  <a:cxn ang="0">
                    <a:pos x="34" y="0"/>
                  </a:cxn>
                  <a:cxn ang="0">
                    <a:pos x="60" y="6"/>
                  </a:cxn>
                  <a:cxn ang="0">
                    <a:pos x="76" y="0"/>
                  </a:cxn>
                  <a:cxn ang="0">
                    <a:pos x="89" y="5"/>
                  </a:cxn>
                  <a:cxn ang="0">
                    <a:pos x="78" y="13"/>
                  </a:cxn>
                  <a:cxn ang="0">
                    <a:pos x="73" y="13"/>
                  </a:cxn>
                  <a:cxn ang="0">
                    <a:pos x="73" y="17"/>
                  </a:cxn>
                  <a:cxn ang="0">
                    <a:pos x="76" y="14"/>
                  </a:cxn>
                </a:cxnLst>
                <a:rect l="0" t="0" r="r" b="b"/>
                <a:pathLst>
                  <a:path w="89" h="27">
                    <a:moveTo>
                      <a:pt x="76" y="14"/>
                    </a:moveTo>
                    <a:cubicBezTo>
                      <a:pt x="69" y="19"/>
                      <a:pt x="65" y="13"/>
                      <a:pt x="58" y="17"/>
                    </a:cubicBezTo>
                    <a:cubicBezTo>
                      <a:pt x="54" y="19"/>
                      <a:pt x="53" y="27"/>
                      <a:pt x="49" y="27"/>
                    </a:cubicBezTo>
                    <a:cubicBezTo>
                      <a:pt x="47" y="26"/>
                      <a:pt x="45" y="24"/>
                      <a:pt x="44" y="23"/>
                    </a:cubicBezTo>
                    <a:cubicBezTo>
                      <a:pt x="44" y="23"/>
                      <a:pt x="44" y="23"/>
                      <a:pt x="44" y="23"/>
                    </a:cubicBezTo>
                    <a:cubicBezTo>
                      <a:pt x="38" y="23"/>
                      <a:pt x="33" y="21"/>
                      <a:pt x="32" y="17"/>
                    </a:cubicBezTo>
                    <a:cubicBezTo>
                      <a:pt x="36" y="15"/>
                      <a:pt x="38" y="15"/>
                      <a:pt x="41" y="14"/>
                    </a:cubicBezTo>
                    <a:cubicBezTo>
                      <a:pt x="37" y="14"/>
                      <a:pt x="35" y="13"/>
                      <a:pt x="33" y="13"/>
                    </a:cubicBezTo>
                    <a:cubicBezTo>
                      <a:pt x="36" y="11"/>
                      <a:pt x="38" y="11"/>
                      <a:pt x="40" y="9"/>
                    </a:cubicBezTo>
                    <a:cubicBezTo>
                      <a:pt x="36" y="8"/>
                      <a:pt x="34" y="5"/>
                      <a:pt x="30" y="5"/>
                    </a:cubicBezTo>
                    <a:cubicBezTo>
                      <a:pt x="25" y="5"/>
                      <a:pt x="17" y="11"/>
                      <a:pt x="10" y="11"/>
                    </a:cubicBezTo>
                    <a:cubicBezTo>
                      <a:pt x="7" y="11"/>
                      <a:pt x="4" y="9"/>
                      <a:pt x="0" y="9"/>
                    </a:cubicBezTo>
                    <a:cubicBezTo>
                      <a:pt x="4" y="2"/>
                      <a:pt x="25" y="0"/>
                      <a:pt x="34" y="0"/>
                    </a:cubicBezTo>
                    <a:cubicBezTo>
                      <a:pt x="45" y="0"/>
                      <a:pt x="52" y="6"/>
                      <a:pt x="60" y="6"/>
                    </a:cubicBezTo>
                    <a:cubicBezTo>
                      <a:pt x="67" y="6"/>
                      <a:pt x="70" y="0"/>
                      <a:pt x="76" y="0"/>
                    </a:cubicBezTo>
                    <a:cubicBezTo>
                      <a:pt x="82" y="0"/>
                      <a:pt x="87" y="4"/>
                      <a:pt x="89" y="5"/>
                    </a:cubicBezTo>
                    <a:cubicBezTo>
                      <a:pt x="89" y="13"/>
                      <a:pt x="83" y="9"/>
                      <a:pt x="78" y="13"/>
                    </a:cubicBezTo>
                    <a:cubicBezTo>
                      <a:pt x="76" y="13"/>
                      <a:pt x="75" y="13"/>
                      <a:pt x="73" y="13"/>
                    </a:cubicBezTo>
                    <a:cubicBezTo>
                      <a:pt x="73" y="17"/>
                      <a:pt x="73" y="17"/>
                      <a:pt x="73" y="17"/>
                    </a:cubicBezTo>
                    <a:lnTo>
                      <a:pt x="76" y="14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3" name="íṣḷiḋe"/>
              <p:cNvSpPr/>
              <p:nvPr/>
            </p:nvSpPr>
            <p:spPr bwMode="auto">
              <a:xfrm>
                <a:off x="9995263" y="2346678"/>
                <a:ext cx="38993" cy="25496"/>
              </a:xfrm>
              <a:custGeom>
                <a:avLst/>
                <a:gdLst/>
                <a:ahLst/>
                <a:cxnLst>
                  <a:cxn ang="0">
                    <a:pos x="7" y="20"/>
                  </a:cxn>
                  <a:cxn ang="0">
                    <a:pos x="0" y="13"/>
                  </a:cxn>
                  <a:cxn ang="0">
                    <a:pos x="25" y="0"/>
                  </a:cxn>
                  <a:cxn ang="0">
                    <a:pos x="31" y="14"/>
                  </a:cxn>
                  <a:cxn ang="0">
                    <a:pos x="7" y="20"/>
                  </a:cxn>
                </a:cxnLst>
                <a:rect l="0" t="0" r="r" b="b"/>
                <a:pathLst>
                  <a:path w="31" h="20">
                    <a:moveTo>
                      <a:pt x="7" y="20"/>
                    </a:moveTo>
                    <a:cubicBezTo>
                      <a:pt x="2" y="20"/>
                      <a:pt x="0" y="17"/>
                      <a:pt x="0" y="13"/>
                    </a:cubicBezTo>
                    <a:cubicBezTo>
                      <a:pt x="0" y="7"/>
                      <a:pt x="18" y="0"/>
                      <a:pt x="25" y="0"/>
                    </a:cubicBezTo>
                    <a:cubicBezTo>
                      <a:pt x="31" y="14"/>
                      <a:pt x="31" y="14"/>
                      <a:pt x="31" y="14"/>
                    </a:cubicBezTo>
                    <a:cubicBezTo>
                      <a:pt x="28" y="16"/>
                      <a:pt x="11" y="20"/>
                      <a:pt x="7" y="2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4" name="işľîďè"/>
              <p:cNvSpPr/>
              <p:nvPr/>
            </p:nvSpPr>
            <p:spPr bwMode="auto">
              <a:xfrm>
                <a:off x="9944273" y="2363174"/>
                <a:ext cx="41992" cy="23995"/>
              </a:xfrm>
              <a:custGeom>
                <a:avLst/>
                <a:gdLst/>
                <a:ahLst/>
                <a:cxnLst>
                  <a:cxn ang="0">
                    <a:pos x="33" y="4"/>
                  </a:cxn>
                  <a:cxn ang="0">
                    <a:pos x="33" y="10"/>
                  </a:cxn>
                  <a:cxn ang="0">
                    <a:pos x="22" y="12"/>
                  </a:cxn>
                  <a:cxn ang="0">
                    <a:pos x="24" y="18"/>
                  </a:cxn>
                  <a:cxn ang="0">
                    <a:pos x="0" y="18"/>
                  </a:cxn>
                  <a:cxn ang="0">
                    <a:pos x="9" y="6"/>
                  </a:cxn>
                  <a:cxn ang="0">
                    <a:pos x="9" y="0"/>
                  </a:cxn>
                  <a:cxn ang="0">
                    <a:pos x="23" y="0"/>
                  </a:cxn>
                  <a:cxn ang="0">
                    <a:pos x="19" y="4"/>
                  </a:cxn>
                  <a:cxn ang="0">
                    <a:pos x="33" y="4"/>
                  </a:cxn>
                </a:cxnLst>
                <a:rect l="0" t="0" r="r" b="b"/>
                <a:pathLst>
                  <a:path w="33" h="20">
                    <a:moveTo>
                      <a:pt x="33" y="4"/>
                    </a:moveTo>
                    <a:cubicBezTo>
                      <a:pt x="33" y="8"/>
                      <a:pt x="33" y="8"/>
                      <a:pt x="33" y="10"/>
                    </a:cubicBezTo>
                    <a:cubicBezTo>
                      <a:pt x="30" y="14"/>
                      <a:pt x="26" y="12"/>
                      <a:pt x="22" y="12"/>
                    </a:cubicBezTo>
                    <a:cubicBezTo>
                      <a:pt x="24" y="18"/>
                      <a:pt x="24" y="18"/>
                      <a:pt x="24" y="18"/>
                    </a:cubicBezTo>
                    <a:cubicBezTo>
                      <a:pt x="22" y="19"/>
                      <a:pt x="0" y="20"/>
                      <a:pt x="0" y="18"/>
                    </a:cubicBezTo>
                    <a:cubicBezTo>
                      <a:pt x="0" y="11"/>
                      <a:pt x="3" y="8"/>
                      <a:pt x="9" y="6"/>
                    </a:cubicBezTo>
                    <a:cubicBezTo>
                      <a:pt x="8" y="2"/>
                      <a:pt x="9" y="1"/>
                      <a:pt x="9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22" y="2"/>
                      <a:pt x="20" y="4"/>
                      <a:pt x="19" y="4"/>
                    </a:cubicBezTo>
                    <a:cubicBezTo>
                      <a:pt x="22" y="4"/>
                      <a:pt x="29" y="4"/>
                      <a:pt x="33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5" name="îsḷíḓè"/>
              <p:cNvSpPr/>
              <p:nvPr/>
            </p:nvSpPr>
            <p:spPr bwMode="auto">
              <a:xfrm>
                <a:off x="9888783" y="2384170"/>
                <a:ext cx="41992" cy="14997"/>
              </a:xfrm>
              <a:custGeom>
                <a:avLst/>
                <a:gdLst/>
                <a:ahLst/>
                <a:cxnLst>
                  <a:cxn ang="0">
                    <a:pos x="20" y="12"/>
                  </a:cxn>
                  <a:cxn ang="0">
                    <a:pos x="11" y="7"/>
                  </a:cxn>
                  <a:cxn ang="0">
                    <a:pos x="4" y="12"/>
                  </a:cxn>
                  <a:cxn ang="0">
                    <a:pos x="0" y="9"/>
                  </a:cxn>
                  <a:cxn ang="0">
                    <a:pos x="22" y="0"/>
                  </a:cxn>
                  <a:cxn ang="0">
                    <a:pos x="34" y="5"/>
                  </a:cxn>
                  <a:cxn ang="0">
                    <a:pos x="20" y="12"/>
                  </a:cxn>
                </a:cxnLst>
                <a:rect l="0" t="0" r="r" b="b"/>
                <a:pathLst>
                  <a:path w="34" h="12">
                    <a:moveTo>
                      <a:pt x="20" y="12"/>
                    </a:moveTo>
                    <a:cubicBezTo>
                      <a:pt x="17" y="12"/>
                      <a:pt x="14" y="7"/>
                      <a:pt x="11" y="7"/>
                    </a:cubicBezTo>
                    <a:cubicBezTo>
                      <a:pt x="10" y="12"/>
                      <a:pt x="8" y="12"/>
                      <a:pt x="4" y="12"/>
                    </a:cubicBezTo>
                    <a:cubicBezTo>
                      <a:pt x="2" y="12"/>
                      <a:pt x="0" y="10"/>
                      <a:pt x="0" y="9"/>
                    </a:cubicBezTo>
                    <a:cubicBezTo>
                      <a:pt x="0" y="2"/>
                      <a:pt x="17" y="0"/>
                      <a:pt x="22" y="0"/>
                    </a:cubicBezTo>
                    <a:cubicBezTo>
                      <a:pt x="28" y="0"/>
                      <a:pt x="32" y="2"/>
                      <a:pt x="34" y="5"/>
                    </a:cubicBezTo>
                    <a:cubicBezTo>
                      <a:pt x="25" y="5"/>
                      <a:pt x="26" y="12"/>
                      <a:pt x="20" y="12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6" name="îṣ1íďê"/>
              <p:cNvSpPr/>
              <p:nvPr/>
            </p:nvSpPr>
            <p:spPr bwMode="auto">
              <a:xfrm>
                <a:off x="9863289" y="2333180"/>
                <a:ext cx="67488" cy="46491"/>
              </a:xfrm>
              <a:custGeom>
                <a:avLst/>
                <a:gdLst/>
                <a:ahLst/>
                <a:cxnLst>
                  <a:cxn ang="0">
                    <a:pos x="40" y="31"/>
                  </a:cxn>
                  <a:cxn ang="0">
                    <a:pos x="22" y="36"/>
                  </a:cxn>
                  <a:cxn ang="0">
                    <a:pos x="0" y="28"/>
                  </a:cxn>
                  <a:cxn ang="0">
                    <a:pos x="6" y="23"/>
                  </a:cxn>
                  <a:cxn ang="0">
                    <a:pos x="24" y="23"/>
                  </a:cxn>
                  <a:cxn ang="0">
                    <a:pos x="17" y="22"/>
                  </a:cxn>
                  <a:cxn ang="0">
                    <a:pos x="17" y="16"/>
                  </a:cxn>
                  <a:cxn ang="0">
                    <a:pos x="43" y="8"/>
                  </a:cxn>
                  <a:cxn ang="0">
                    <a:pos x="51" y="0"/>
                  </a:cxn>
                  <a:cxn ang="0">
                    <a:pos x="52" y="5"/>
                  </a:cxn>
                  <a:cxn ang="0">
                    <a:pos x="48" y="11"/>
                  </a:cxn>
                  <a:cxn ang="0">
                    <a:pos x="28" y="23"/>
                  </a:cxn>
                  <a:cxn ang="0">
                    <a:pos x="53" y="29"/>
                  </a:cxn>
                  <a:cxn ang="0">
                    <a:pos x="40" y="31"/>
                  </a:cxn>
                </a:cxnLst>
                <a:rect l="0" t="0" r="r" b="b"/>
                <a:pathLst>
                  <a:path w="53" h="36">
                    <a:moveTo>
                      <a:pt x="40" y="31"/>
                    </a:moveTo>
                    <a:cubicBezTo>
                      <a:pt x="34" y="31"/>
                      <a:pt x="27" y="36"/>
                      <a:pt x="22" y="36"/>
                    </a:cubicBezTo>
                    <a:cubicBezTo>
                      <a:pt x="19" y="36"/>
                      <a:pt x="1" y="28"/>
                      <a:pt x="0" y="28"/>
                    </a:cubicBezTo>
                    <a:cubicBezTo>
                      <a:pt x="3" y="26"/>
                      <a:pt x="4" y="25"/>
                      <a:pt x="6" y="23"/>
                    </a:cubicBezTo>
                    <a:cubicBezTo>
                      <a:pt x="24" y="23"/>
                      <a:pt x="24" y="23"/>
                      <a:pt x="24" y="23"/>
                    </a:cubicBezTo>
                    <a:cubicBezTo>
                      <a:pt x="19" y="21"/>
                      <a:pt x="21" y="20"/>
                      <a:pt x="17" y="22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30" y="16"/>
                      <a:pt x="30" y="8"/>
                      <a:pt x="43" y="8"/>
                    </a:cubicBezTo>
                    <a:cubicBezTo>
                      <a:pt x="44" y="4"/>
                      <a:pt x="47" y="0"/>
                      <a:pt x="51" y="0"/>
                    </a:cubicBezTo>
                    <a:cubicBezTo>
                      <a:pt x="52" y="0"/>
                      <a:pt x="52" y="4"/>
                      <a:pt x="52" y="5"/>
                    </a:cubicBezTo>
                    <a:cubicBezTo>
                      <a:pt x="50" y="7"/>
                      <a:pt x="48" y="9"/>
                      <a:pt x="48" y="11"/>
                    </a:cubicBezTo>
                    <a:cubicBezTo>
                      <a:pt x="41" y="16"/>
                      <a:pt x="32" y="18"/>
                      <a:pt x="28" y="23"/>
                    </a:cubicBezTo>
                    <a:cubicBezTo>
                      <a:pt x="40" y="24"/>
                      <a:pt x="43" y="25"/>
                      <a:pt x="53" y="29"/>
                    </a:cubicBezTo>
                    <a:cubicBezTo>
                      <a:pt x="49" y="32"/>
                      <a:pt x="45" y="31"/>
                      <a:pt x="40" y="31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7" name="îṧḷiḓè"/>
              <p:cNvSpPr/>
              <p:nvPr/>
            </p:nvSpPr>
            <p:spPr bwMode="auto">
              <a:xfrm>
                <a:off x="11174037" y="2528142"/>
                <a:ext cx="121477" cy="46491"/>
              </a:xfrm>
              <a:custGeom>
                <a:avLst/>
                <a:gdLst/>
                <a:ahLst/>
                <a:cxnLst>
                  <a:cxn ang="0">
                    <a:pos x="77" y="29"/>
                  </a:cxn>
                  <a:cxn ang="0">
                    <a:pos x="66" y="34"/>
                  </a:cxn>
                  <a:cxn ang="0">
                    <a:pos x="58" y="29"/>
                  </a:cxn>
                  <a:cxn ang="0">
                    <a:pos x="50" y="32"/>
                  </a:cxn>
                  <a:cxn ang="0">
                    <a:pos x="40" y="36"/>
                  </a:cxn>
                  <a:cxn ang="0">
                    <a:pos x="32" y="31"/>
                  </a:cxn>
                  <a:cxn ang="0">
                    <a:pos x="22" y="38"/>
                  </a:cxn>
                  <a:cxn ang="0">
                    <a:pos x="0" y="18"/>
                  </a:cxn>
                  <a:cxn ang="0">
                    <a:pos x="20" y="0"/>
                  </a:cxn>
                  <a:cxn ang="0">
                    <a:pos x="47" y="15"/>
                  </a:cxn>
                  <a:cxn ang="0">
                    <a:pos x="54" y="3"/>
                  </a:cxn>
                  <a:cxn ang="0">
                    <a:pos x="97" y="15"/>
                  </a:cxn>
                  <a:cxn ang="0">
                    <a:pos x="89" y="29"/>
                  </a:cxn>
                  <a:cxn ang="0">
                    <a:pos x="77" y="29"/>
                  </a:cxn>
                </a:cxnLst>
                <a:rect l="0" t="0" r="r" b="b"/>
                <a:pathLst>
                  <a:path w="97" h="38">
                    <a:moveTo>
                      <a:pt x="77" y="29"/>
                    </a:moveTo>
                    <a:cubicBezTo>
                      <a:pt x="74" y="29"/>
                      <a:pt x="72" y="34"/>
                      <a:pt x="66" y="34"/>
                    </a:cubicBezTo>
                    <a:cubicBezTo>
                      <a:pt x="63" y="34"/>
                      <a:pt x="62" y="29"/>
                      <a:pt x="58" y="29"/>
                    </a:cubicBezTo>
                    <a:cubicBezTo>
                      <a:pt x="55" y="29"/>
                      <a:pt x="53" y="32"/>
                      <a:pt x="50" y="32"/>
                    </a:cubicBezTo>
                    <a:cubicBezTo>
                      <a:pt x="47" y="32"/>
                      <a:pt x="44" y="36"/>
                      <a:pt x="40" y="36"/>
                    </a:cubicBezTo>
                    <a:cubicBezTo>
                      <a:pt x="36" y="36"/>
                      <a:pt x="34" y="34"/>
                      <a:pt x="32" y="31"/>
                    </a:cubicBezTo>
                    <a:cubicBezTo>
                      <a:pt x="29" y="34"/>
                      <a:pt x="27" y="38"/>
                      <a:pt x="22" y="38"/>
                    </a:cubicBezTo>
                    <a:cubicBezTo>
                      <a:pt x="11" y="38"/>
                      <a:pt x="0" y="29"/>
                      <a:pt x="0" y="18"/>
                    </a:cubicBezTo>
                    <a:cubicBezTo>
                      <a:pt x="0" y="8"/>
                      <a:pt x="11" y="0"/>
                      <a:pt x="20" y="0"/>
                    </a:cubicBezTo>
                    <a:cubicBezTo>
                      <a:pt x="34" y="0"/>
                      <a:pt x="35" y="15"/>
                      <a:pt x="47" y="15"/>
                    </a:cubicBezTo>
                    <a:cubicBezTo>
                      <a:pt x="47" y="8"/>
                      <a:pt x="49" y="3"/>
                      <a:pt x="54" y="3"/>
                    </a:cubicBezTo>
                    <a:cubicBezTo>
                      <a:pt x="62" y="3"/>
                      <a:pt x="88" y="12"/>
                      <a:pt x="97" y="15"/>
                    </a:cubicBezTo>
                    <a:cubicBezTo>
                      <a:pt x="95" y="21"/>
                      <a:pt x="89" y="26"/>
                      <a:pt x="89" y="29"/>
                    </a:cubicBezTo>
                    <a:lnTo>
                      <a:pt x="77" y="29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8" name="îṣlîḍè"/>
              <p:cNvSpPr/>
              <p:nvPr/>
            </p:nvSpPr>
            <p:spPr bwMode="auto">
              <a:xfrm>
                <a:off x="9519854" y="3480457"/>
                <a:ext cx="32994" cy="16497"/>
              </a:xfrm>
              <a:custGeom>
                <a:avLst/>
                <a:gdLst/>
                <a:ahLst/>
                <a:cxnLst>
                  <a:cxn ang="0">
                    <a:pos x="5" y="13"/>
                  </a:cxn>
                  <a:cxn ang="0">
                    <a:pos x="2" y="11"/>
                  </a:cxn>
                  <a:cxn ang="0">
                    <a:pos x="0" y="9"/>
                  </a:cxn>
                  <a:cxn ang="0">
                    <a:pos x="26" y="0"/>
                  </a:cxn>
                  <a:cxn ang="0">
                    <a:pos x="20" y="4"/>
                  </a:cxn>
                  <a:cxn ang="0">
                    <a:pos x="19" y="8"/>
                  </a:cxn>
                  <a:cxn ang="0">
                    <a:pos x="5" y="13"/>
                  </a:cxn>
                </a:cxnLst>
                <a:rect l="0" t="0" r="r" b="b"/>
                <a:pathLst>
                  <a:path w="26" h="13">
                    <a:moveTo>
                      <a:pt x="5" y="13"/>
                    </a:moveTo>
                    <a:cubicBezTo>
                      <a:pt x="4" y="13"/>
                      <a:pt x="2" y="12"/>
                      <a:pt x="2" y="11"/>
                    </a:cubicBezTo>
                    <a:cubicBezTo>
                      <a:pt x="1" y="11"/>
                      <a:pt x="0" y="9"/>
                      <a:pt x="0" y="9"/>
                    </a:cubicBezTo>
                    <a:cubicBezTo>
                      <a:pt x="7" y="6"/>
                      <a:pt x="18" y="1"/>
                      <a:pt x="26" y="0"/>
                    </a:cubicBezTo>
                    <a:cubicBezTo>
                      <a:pt x="25" y="4"/>
                      <a:pt x="22" y="2"/>
                      <a:pt x="20" y="4"/>
                    </a:cubicBezTo>
                    <a:cubicBezTo>
                      <a:pt x="18" y="4"/>
                      <a:pt x="19" y="7"/>
                      <a:pt x="19" y="8"/>
                    </a:cubicBezTo>
                    <a:cubicBezTo>
                      <a:pt x="18" y="11"/>
                      <a:pt x="9" y="13"/>
                      <a:pt x="5" y="1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199" name="ïSliďè"/>
              <p:cNvSpPr/>
              <p:nvPr/>
            </p:nvSpPr>
            <p:spPr bwMode="auto">
              <a:xfrm>
                <a:off x="9764308" y="2735102"/>
                <a:ext cx="32994" cy="23995"/>
              </a:xfrm>
              <a:custGeom>
                <a:avLst/>
                <a:gdLst/>
                <a:ahLst/>
                <a:cxnLst>
                  <a:cxn ang="0">
                    <a:pos x="5" y="4"/>
                  </a:cxn>
                  <a:cxn ang="0">
                    <a:pos x="11" y="0"/>
                  </a:cxn>
                  <a:cxn ang="0">
                    <a:pos x="26" y="6"/>
                  </a:cxn>
                  <a:cxn ang="0">
                    <a:pos x="26" y="12"/>
                  </a:cxn>
                  <a:cxn ang="0">
                    <a:pos x="8" y="19"/>
                  </a:cxn>
                  <a:cxn ang="0">
                    <a:pos x="0" y="14"/>
                  </a:cxn>
                  <a:cxn ang="0">
                    <a:pos x="5" y="4"/>
                  </a:cxn>
                </a:cxnLst>
                <a:rect l="0" t="0" r="r" b="b"/>
                <a:pathLst>
                  <a:path w="26" h="19">
                    <a:moveTo>
                      <a:pt x="5" y="4"/>
                    </a:moveTo>
                    <a:cubicBezTo>
                      <a:pt x="8" y="4"/>
                      <a:pt x="8" y="0"/>
                      <a:pt x="11" y="0"/>
                    </a:cubicBezTo>
                    <a:cubicBezTo>
                      <a:pt x="17" y="0"/>
                      <a:pt x="20" y="5"/>
                      <a:pt x="26" y="6"/>
                    </a:cubicBezTo>
                    <a:cubicBezTo>
                      <a:pt x="26" y="12"/>
                      <a:pt x="26" y="12"/>
                      <a:pt x="26" y="12"/>
                    </a:cubicBezTo>
                    <a:cubicBezTo>
                      <a:pt x="20" y="15"/>
                      <a:pt x="15" y="19"/>
                      <a:pt x="8" y="19"/>
                    </a:cubicBezTo>
                    <a:cubicBezTo>
                      <a:pt x="2" y="19"/>
                      <a:pt x="0" y="19"/>
                      <a:pt x="0" y="14"/>
                    </a:cubicBezTo>
                    <a:cubicBezTo>
                      <a:pt x="0" y="12"/>
                      <a:pt x="4" y="4"/>
                      <a:pt x="5" y="4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00" name="i$1iďè"/>
              <p:cNvSpPr/>
              <p:nvPr/>
            </p:nvSpPr>
            <p:spPr bwMode="auto">
              <a:xfrm>
                <a:off x="9930775" y="2706608"/>
                <a:ext cx="25496" cy="23995"/>
              </a:xfrm>
              <a:custGeom>
                <a:avLst/>
                <a:gdLst/>
                <a:ahLst/>
                <a:cxnLst>
                  <a:cxn ang="0">
                    <a:pos x="21" y="17"/>
                  </a:cxn>
                  <a:cxn ang="0">
                    <a:pos x="15" y="19"/>
                  </a:cxn>
                  <a:cxn ang="0">
                    <a:pos x="0" y="8"/>
                  </a:cxn>
                  <a:cxn ang="0">
                    <a:pos x="21" y="17"/>
                  </a:cxn>
                </a:cxnLst>
                <a:rect l="0" t="0" r="r" b="b"/>
                <a:pathLst>
                  <a:path w="21" h="20">
                    <a:moveTo>
                      <a:pt x="21" y="17"/>
                    </a:moveTo>
                    <a:cubicBezTo>
                      <a:pt x="21" y="20"/>
                      <a:pt x="15" y="19"/>
                      <a:pt x="15" y="19"/>
                    </a:cubicBezTo>
                    <a:cubicBezTo>
                      <a:pt x="10" y="19"/>
                      <a:pt x="0" y="14"/>
                      <a:pt x="0" y="8"/>
                    </a:cubicBezTo>
                    <a:cubicBezTo>
                      <a:pt x="0" y="0"/>
                      <a:pt x="21" y="8"/>
                      <a:pt x="21" y="1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01" name="îSḷíḑé"/>
              <p:cNvSpPr/>
              <p:nvPr/>
            </p:nvSpPr>
            <p:spPr bwMode="auto">
              <a:xfrm>
                <a:off x="10110741" y="2616625"/>
                <a:ext cx="23995" cy="16497"/>
              </a:xfrm>
              <a:custGeom>
                <a:avLst/>
                <a:gdLst/>
                <a:ahLst/>
                <a:cxnLst>
                  <a:cxn ang="0">
                    <a:pos x="2" y="13"/>
                  </a:cxn>
                  <a:cxn ang="0">
                    <a:pos x="19" y="8"/>
                  </a:cxn>
                  <a:cxn ang="0">
                    <a:pos x="8" y="0"/>
                  </a:cxn>
                  <a:cxn ang="0">
                    <a:pos x="2" y="9"/>
                  </a:cxn>
                  <a:cxn ang="0">
                    <a:pos x="2" y="13"/>
                  </a:cxn>
                </a:cxnLst>
                <a:rect l="0" t="0" r="r" b="b"/>
                <a:pathLst>
                  <a:path w="19" h="13">
                    <a:moveTo>
                      <a:pt x="2" y="13"/>
                    </a:moveTo>
                    <a:cubicBezTo>
                      <a:pt x="7" y="13"/>
                      <a:pt x="17" y="10"/>
                      <a:pt x="19" y="8"/>
                    </a:cubicBezTo>
                    <a:cubicBezTo>
                      <a:pt x="15" y="5"/>
                      <a:pt x="13" y="0"/>
                      <a:pt x="8" y="0"/>
                    </a:cubicBezTo>
                    <a:cubicBezTo>
                      <a:pt x="4" y="0"/>
                      <a:pt x="2" y="5"/>
                      <a:pt x="2" y="9"/>
                    </a:cubicBezTo>
                    <a:cubicBezTo>
                      <a:pt x="2" y="10"/>
                      <a:pt x="0" y="13"/>
                      <a:pt x="2" y="13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02" name="i$ḷïḑé"/>
              <p:cNvSpPr/>
              <p:nvPr/>
            </p:nvSpPr>
            <p:spPr bwMode="auto">
              <a:xfrm>
                <a:off x="11223527" y="2600128"/>
                <a:ext cx="50990" cy="20996"/>
              </a:xfrm>
              <a:custGeom>
                <a:avLst/>
                <a:gdLst/>
                <a:ahLst/>
                <a:cxnLst>
                  <a:cxn ang="0">
                    <a:pos x="0" y="13"/>
                  </a:cxn>
                  <a:cxn ang="0">
                    <a:pos x="21" y="0"/>
                  </a:cxn>
                  <a:cxn ang="0">
                    <a:pos x="41" y="17"/>
                  </a:cxn>
                  <a:cxn ang="0">
                    <a:pos x="28" y="17"/>
                  </a:cxn>
                  <a:cxn ang="0">
                    <a:pos x="2" y="11"/>
                  </a:cxn>
                  <a:cxn ang="0">
                    <a:pos x="0" y="13"/>
                  </a:cxn>
                </a:cxnLst>
                <a:rect l="0" t="0" r="r" b="b"/>
                <a:pathLst>
                  <a:path w="41" h="17">
                    <a:moveTo>
                      <a:pt x="0" y="13"/>
                    </a:moveTo>
                    <a:cubicBezTo>
                      <a:pt x="5" y="6"/>
                      <a:pt x="11" y="0"/>
                      <a:pt x="21" y="0"/>
                    </a:cubicBezTo>
                    <a:cubicBezTo>
                      <a:pt x="32" y="0"/>
                      <a:pt x="41" y="7"/>
                      <a:pt x="41" y="17"/>
                    </a:cubicBezTo>
                    <a:cubicBezTo>
                      <a:pt x="28" y="17"/>
                      <a:pt x="28" y="17"/>
                      <a:pt x="28" y="17"/>
                    </a:cubicBezTo>
                    <a:cubicBezTo>
                      <a:pt x="20" y="13"/>
                      <a:pt x="10" y="14"/>
                      <a:pt x="2" y="11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03" name="íšlïďè"/>
              <p:cNvSpPr/>
              <p:nvPr/>
            </p:nvSpPr>
            <p:spPr bwMode="auto">
              <a:xfrm>
                <a:off x="11322508" y="2549138"/>
                <a:ext cx="70487" cy="2549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52" y="9"/>
                  </a:cxn>
                  <a:cxn ang="0">
                    <a:pos x="56" y="13"/>
                  </a:cxn>
                  <a:cxn ang="0">
                    <a:pos x="37" y="20"/>
                  </a:cxn>
                  <a:cxn ang="0">
                    <a:pos x="4" y="3"/>
                  </a:cxn>
                  <a:cxn ang="0">
                    <a:pos x="0" y="0"/>
                  </a:cxn>
                </a:cxnLst>
                <a:rect l="0" t="0" r="r" b="b"/>
                <a:pathLst>
                  <a:path w="56" h="20">
                    <a:moveTo>
                      <a:pt x="0" y="0"/>
                    </a:moveTo>
                    <a:cubicBezTo>
                      <a:pt x="4" y="3"/>
                      <a:pt x="50" y="9"/>
                      <a:pt x="52" y="9"/>
                    </a:cubicBezTo>
                    <a:cubicBezTo>
                      <a:pt x="55" y="9"/>
                      <a:pt x="56" y="11"/>
                      <a:pt x="56" y="13"/>
                    </a:cubicBezTo>
                    <a:cubicBezTo>
                      <a:pt x="56" y="18"/>
                      <a:pt x="44" y="20"/>
                      <a:pt x="37" y="20"/>
                    </a:cubicBezTo>
                    <a:cubicBezTo>
                      <a:pt x="25" y="20"/>
                      <a:pt x="4" y="14"/>
                      <a:pt x="4" y="3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04" name="iSļíḍé"/>
              <p:cNvSpPr/>
              <p:nvPr/>
            </p:nvSpPr>
            <p:spPr bwMode="auto">
              <a:xfrm>
                <a:off x="11222028" y="2583632"/>
                <a:ext cx="14997" cy="16497"/>
              </a:xfrm>
              <a:custGeom>
                <a:avLst/>
                <a:gdLst/>
                <a:ahLst/>
                <a:cxnLst>
                  <a:cxn ang="0">
                    <a:pos x="12" y="7"/>
                  </a:cxn>
                  <a:cxn ang="0">
                    <a:pos x="5" y="13"/>
                  </a:cxn>
                  <a:cxn ang="0">
                    <a:pos x="0" y="7"/>
                  </a:cxn>
                  <a:cxn ang="0">
                    <a:pos x="12" y="7"/>
                  </a:cxn>
                </a:cxnLst>
                <a:rect l="0" t="0" r="r" b="b"/>
                <a:pathLst>
                  <a:path w="12" h="13">
                    <a:moveTo>
                      <a:pt x="12" y="7"/>
                    </a:moveTo>
                    <a:cubicBezTo>
                      <a:pt x="12" y="11"/>
                      <a:pt x="8" y="13"/>
                      <a:pt x="5" y="13"/>
                    </a:cubicBezTo>
                    <a:cubicBezTo>
                      <a:pt x="0" y="13"/>
                      <a:pt x="0" y="11"/>
                      <a:pt x="0" y="7"/>
                    </a:cubicBezTo>
                    <a:cubicBezTo>
                      <a:pt x="0" y="0"/>
                      <a:pt x="12" y="1"/>
                      <a:pt x="12" y="7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  <a:alpha val="57000"/>
                </a:schemeClr>
              </a:solidFill>
              <a:ln w="9525">
                <a:noFill/>
                <a:round/>
              </a:ln>
            </p:spPr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</a:p>
            </p:txBody>
          </p:sp>
          <p:sp>
            <p:nvSpPr>
              <p:cNvPr id="205" name="ïṥḷîḋé"/>
              <p:cNvSpPr/>
              <p:nvPr/>
            </p:nvSpPr>
            <p:spPr>
              <a:xfrm>
                <a:off x="8253241" y="2688735"/>
                <a:ext cx="1880016" cy="1880016"/>
              </a:xfrm>
              <a:prstGeom prst="ellipse">
                <a:avLst/>
              </a:prstGeom>
              <a:noFill/>
              <a:ln w="571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1440" tIns="45720" rIns="91440" bIns="45720" anchor="ctr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</a:p>
            </p:txBody>
          </p:sp>
        </p:grpSp>
        <p:grpSp>
          <p:nvGrpSpPr>
            <p:cNvPr id="15" name="ïšļîde"/>
            <p:cNvGrpSpPr/>
            <p:nvPr/>
          </p:nvGrpSpPr>
          <p:grpSpPr>
            <a:xfrm>
              <a:off x="1198779" y="1989001"/>
              <a:ext cx="4606121" cy="3283601"/>
              <a:chOff x="6894852" y="1989001"/>
              <a:chExt cx="4606121" cy="3283601"/>
            </a:xfrm>
          </p:grpSpPr>
          <p:grpSp>
            <p:nvGrpSpPr>
              <p:cNvPr id="16" name="íśḻïďé"/>
              <p:cNvGrpSpPr/>
              <p:nvPr/>
            </p:nvGrpSpPr>
            <p:grpSpPr>
              <a:xfrm>
                <a:off x="8932059" y="2423679"/>
                <a:ext cx="522378" cy="522378"/>
                <a:chOff x="8932059" y="2423679"/>
                <a:chExt cx="522378" cy="522378"/>
              </a:xfrm>
            </p:grpSpPr>
            <p:sp>
              <p:nvSpPr>
                <p:cNvPr id="38" name="ïṩḻíḓé"/>
                <p:cNvSpPr/>
                <p:nvPr/>
              </p:nvSpPr>
              <p:spPr>
                <a:xfrm>
                  <a:off x="8932059" y="2423679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39" name="î$1íḍè" title="TkUtuz1X1efuaGY"/>
                <p:cNvSpPr/>
                <p:nvPr/>
              </p:nvSpPr>
              <p:spPr bwMode="auto">
                <a:xfrm>
                  <a:off x="9057225" y="2538579"/>
                  <a:ext cx="272046" cy="292579"/>
                </a:xfrm>
                <a:custGeom>
                  <a:avLst/>
                  <a:gdLst>
                    <a:gd name="connsiteX0" fmla="*/ 321179 w 564656"/>
                    <a:gd name="connsiteY0" fmla="*/ 256496 h 607273"/>
                    <a:gd name="connsiteX1" fmla="*/ 361871 w 564656"/>
                    <a:gd name="connsiteY1" fmla="*/ 266542 h 607273"/>
                    <a:gd name="connsiteX2" fmla="*/ 363621 w 564656"/>
                    <a:gd name="connsiteY2" fmla="*/ 269381 h 607273"/>
                    <a:gd name="connsiteX3" fmla="*/ 363074 w 564656"/>
                    <a:gd name="connsiteY3" fmla="*/ 272111 h 607273"/>
                    <a:gd name="connsiteX4" fmla="*/ 359793 w 564656"/>
                    <a:gd name="connsiteY4" fmla="*/ 274295 h 607273"/>
                    <a:gd name="connsiteX5" fmla="*/ 359355 w 564656"/>
                    <a:gd name="connsiteY5" fmla="*/ 274295 h 607273"/>
                    <a:gd name="connsiteX6" fmla="*/ 358480 w 564656"/>
                    <a:gd name="connsiteY6" fmla="*/ 431648 h 607273"/>
                    <a:gd name="connsiteX7" fmla="*/ 354980 w 564656"/>
                    <a:gd name="connsiteY7" fmla="*/ 444206 h 607273"/>
                    <a:gd name="connsiteX8" fmla="*/ 354542 w 564656"/>
                    <a:gd name="connsiteY8" fmla="*/ 444097 h 607273"/>
                    <a:gd name="connsiteX9" fmla="*/ 306958 w 564656"/>
                    <a:gd name="connsiteY9" fmla="*/ 446936 h 607273"/>
                    <a:gd name="connsiteX10" fmla="*/ 306302 w 564656"/>
                    <a:gd name="connsiteY10" fmla="*/ 446608 h 607273"/>
                    <a:gd name="connsiteX11" fmla="*/ 308818 w 564656"/>
                    <a:gd name="connsiteY11" fmla="*/ 519224 h 607273"/>
                    <a:gd name="connsiteX12" fmla="*/ 302692 w 564656"/>
                    <a:gd name="connsiteY12" fmla="*/ 525667 h 607273"/>
                    <a:gd name="connsiteX13" fmla="*/ 296238 w 564656"/>
                    <a:gd name="connsiteY13" fmla="*/ 531673 h 607273"/>
                    <a:gd name="connsiteX14" fmla="*/ 2206 w 564656"/>
                    <a:gd name="connsiteY14" fmla="*/ 497712 h 607273"/>
                    <a:gd name="connsiteX15" fmla="*/ 1987 w 564656"/>
                    <a:gd name="connsiteY15" fmla="*/ 489741 h 607273"/>
                    <a:gd name="connsiteX16" fmla="*/ 34585 w 564656"/>
                    <a:gd name="connsiteY16" fmla="*/ 326710 h 607273"/>
                    <a:gd name="connsiteX17" fmla="*/ 142112 w 564656"/>
                    <a:gd name="connsiteY17" fmla="*/ 260755 h 607273"/>
                    <a:gd name="connsiteX18" fmla="*/ 150316 w 564656"/>
                    <a:gd name="connsiteY18" fmla="*/ 263048 h 607273"/>
                    <a:gd name="connsiteX19" fmla="*/ 207197 w 564656"/>
                    <a:gd name="connsiteY19" fmla="*/ 359360 h 607273"/>
                    <a:gd name="connsiteX20" fmla="*/ 210698 w 564656"/>
                    <a:gd name="connsiteY20" fmla="*/ 344837 h 607273"/>
                    <a:gd name="connsiteX21" fmla="*/ 217917 w 564656"/>
                    <a:gd name="connsiteY21" fmla="*/ 315790 h 607273"/>
                    <a:gd name="connsiteX22" fmla="*/ 209276 w 564656"/>
                    <a:gd name="connsiteY22" fmla="*/ 305635 h 607273"/>
                    <a:gd name="connsiteX23" fmla="*/ 202384 w 564656"/>
                    <a:gd name="connsiteY23" fmla="*/ 293842 h 607273"/>
                    <a:gd name="connsiteX24" fmla="*/ 205010 w 564656"/>
                    <a:gd name="connsiteY24" fmla="*/ 283905 h 607273"/>
                    <a:gd name="connsiteX25" fmla="*/ 228309 w 564656"/>
                    <a:gd name="connsiteY25" fmla="*/ 283359 h 607273"/>
                    <a:gd name="connsiteX26" fmla="*/ 252812 w 564656"/>
                    <a:gd name="connsiteY26" fmla="*/ 281284 h 607273"/>
                    <a:gd name="connsiteX27" fmla="*/ 256203 w 564656"/>
                    <a:gd name="connsiteY27" fmla="*/ 287290 h 607273"/>
                    <a:gd name="connsiteX28" fmla="*/ 256640 w 564656"/>
                    <a:gd name="connsiteY28" fmla="*/ 290566 h 607273"/>
                    <a:gd name="connsiteX29" fmla="*/ 250624 w 564656"/>
                    <a:gd name="connsiteY29" fmla="*/ 308037 h 607273"/>
                    <a:gd name="connsiteX30" fmla="*/ 244170 w 564656"/>
                    <a:gd name="connsiteY30" fmla="*/ 320704 h 607273"/>
                    <a:gd name="connsiteX31" fmla="*/ 249530 w 564656"/>
                    <a:gd name="connsiteY31" fmla="*/ 346911 h 607273"/>
                    <a:gd name="connsiteX32" fmla="*/ 252265 w 564656"/>
                    <a:gd name="connsiteY32" fmla="*/ 358377 h 607273"/>
                    <a:gd name="connsiteX33" fmla="*/ 312866 w 564656"/>
                    <a:gd name="connsiteY33" fmla="*/ 258899 h 607273"/>
                    <a:gd name="connsiteX34" fmla="*/ 318882 w 564656"/>
                    <a:gd name="connsiteY34" fmla="*/ 257042 h 607273"/>
                    <a:gd name="connsiteX35" fmla="*/ 321179 w 564656"/>
                    <a:gd name="connsiteY35" fmla="*/ 256496 h 607273"/>
                    <a:gd name="connsiteX36" fmla="*/ 424854 w 564656"/>
                    <a:gd name="connsiteY36" fmla="*/ 248274 h 607273"/>
                    <a:gd name="connsiteX37" fmla="*/ 464444 w 564656"/>
                    <a:gd name="connsiteY37" fmla="*/ 250240 h 607273"/>
                    <a:gd name="connsiteX38" fmla="*/ 466194 w 564656"/>
                    <a:gd name="connsiteY38" fmla="*/ 251332 h 607273"/>
                    <a:gd name="connsiteX39" fmla="*/ 470569 w 564656"/>
                    <a:gd name="connsiteY39" fmla="*/ 254609 h 607273"/>
                    <a:gd name="connsiteX40" fmla="*/ 471662 w 564656"/>
                    <a:gd name="connsiteY40" fmla="*/ 276016 h 607273"/>
                    <a:gd name="connsiteX41" fmla="*/ 536516 w 564656"/>
                    <a:gd name="connsiteY41" fmla="*/ 294364 h 607273"/>
                    <a:gd name="connsiteX42" fmla="*/ 556093 w 564656"/>
                    <a:gd name="connsiteY42" fmla="*/ 361096 h 607273"/>
                    <a:gd name="connsiteX43" fmla="*/ 553249 w 564656"/>
                    <a:gd name="connsiteY43" fmla="*/ 363935 h 607273"/>
                    <a:gd name="connsiteX44" fmla="*/ 550078 w 564656"/>
                    <a:gd name="connsiteY44" fmla="*/ 367212 h 607273"/>
                    <a:gd name="connsiteX45" fmla="*/ 505128 w 564656"/>
                    <a:gd name="connsiteY45" fmla="*/ 367103 h 607273"/>
                    <a:gd name="connsiteX46" fmla="*/ 465975 w 564656"/>
                    <a:gd name="connsiteY46" fmla="*/ 361314 h 607273"/>
                    <a:gd name="connsiteX47" fmla="*/ 464444 w 564656"/>
                    <a:gd name="connsiteY47" fmla="*/ 358038 h 607273"/>
                    <a:gd name="connsiteX48" fmla="*/ 459632 w 564656"/>
                    <a:gd name="connsiteY48" fmla="*/ 355307 h 607273"/>
                    <a:gd name="connsiteX49" fmla="*/ 459632 w 564656"/>
                    <a:gd name="connsiteY49" fmla="*/ 338925 h 607273"/>
                    <a:gd name="connsiteX50" fmla="*/ 447055 w 564656"/>
                    <a:gd name="connsiteY50" fmla="*/ 324289 h 607273"/>
                    <a:gd name="connsiteX51" fmla="*/ 426275 w 564656"/>
                    <a:gd name="connsiteY51" fmla="*/ 333573 h 607273"/>
                    <a:gd name="connsiteX52" fmla="*/ 426932 w 564656"/>
                    <a:gd name="connsiteY52" fmla="*/ 335102 h 607273"/>
                    <a:gd name="connsiteX53" fmla="*/ 531485 w 564656"/>
                    <a:gd name="connsiteY53" fmla="*/ 420400 h 607273"/>
                    <a:gd name="connsiteX54" fmla="*/ 564514 w 564656"/>
                    <a:gd name="connsiteY54" fmla="*/ 479814 h 607273"/>
                    <a:gd name="connsiteX55" fmla="*/ 472209 w 564656"/>
                    <a:gd name="connsiteY55" fmla="*/ 573960 h 607273"/>
                    <a:gd name="connsiteX56" fmla="*/ 472537 w 564656"/>
                    <a:gd name="connsiteY56" fmla="*/ 600718 h 607273"/>
                    <a:gd name="connsiteX57" fmla="*/ 466085 w 564656"/>
                    <a:gd name="connsiteY57" fmla="*/ 607271 h 607273"/>
                    <a:gd name="connsiteX58" fmla="*/ 434587 w 564656"/>
                    <a:gd name="connsiteY58" fmla="*/ 605523 h 607273"/>
                    <a:gd name="connsiteX59" fmla="*/ 420260 w 564656"/>
                    <a:gd name="connsiteY59" fmla="*/ 601045 h 607273"/>
                    <a:gd name="connsiteX60" fmla="*/ 417964 w 564656"/>
                    <a:gd name="connsiteY60" fmla="*/ 598206 h 607273"/>
                    <a:gd name="connsiteX61" fmla="*/ 416214 w 564656"/>
                    <a:gd name="connsiteY61" fmla="*/ 571884 h 607273"/>
                    <a:gd name="connsiteX62" fmla="*/ 325002 w 564656"/>
                    <a:gd name="connsiteY62" fmla="*/ 465507 h 607273"/>
                    <a:gd name="connsiteX63" fmla="*/ 329486 w 564656"/>
                    <a:gd name="connsiteY63" fmla="*/ 460374 h 607273"/>
                    <a:gd name="connsiteX64" fmla="*/ 410417 w 564656"/>
                    <a:gd name="connsiteY64" fmla="*/ 459391 h 607273"/>
                    <a:gd name="connsiteX65" fmla="*/ 416432 w 564656"/>
                    <a:gd name="connsiteY65" fmla="*/ 463214 h 607273"/>
                    <a:gd name="connsiteX66" fmla="*/ 419495 w 564656"/>
                    <a:gd name="connsiteY66" fmla="*/ 467255 h 607273"/>
                    <a:gd name="connsiteX67" fmla="*/ 444868 w 564656"/>
                    <a:gd name="connsiteY67" fmla="*/ 520116 h 607273"/>
                    <a:gd name="connsiteX68" fmla="*/ 454929 w 564656"/>
                    <a:gd name="connsiteY68" fmla="*/ 471623 h 607273"/>
                    <a:gd name="connsiteX69" fmla="*/ 373123 w 564656"/>
                    <a:gd name="connsiteY69" fmla="*/ 417779 h 607273"/>
                    <a:gd name="connsiteX70" fmla="*/ 326971 w 564656"/>
                    <a:gd name="connsiteY70" fmla="*/ 366556 h 607273"/>
                    <a:gd name="connsiteX71" fmla="*/ 415667 w 564656"/>
                    <a:gd name="connsiteY71" fmla="*/ 277326 h 607273"/>
                    <a:gd name="connsiteX72" fmla="*/ 417198 w 564656"/>
                    <a:gd name="connsiteY72" fmla="*/ 254172 h 607273"/>
                    <a:gd name="connsiteX73" fmla="*/ 422119 w 564656"/>
                    <a:gd name="connsiteY73" fmla="*/ 249476 h 607273"/>
                    <a:gd name="connsiteX74" fmla="*/ 424854 w 564656"/>
                    <a:gd name="connsiteY74" fmla="*/ 248274 h 607273"/>
                    <a:gd name="connsiteX75" fmla="*/ 215096 w 564656"/>
                    <a:gd name="connsiteY75" fmla="*/ 1184 h 607273"/>
                    <a:gd name="connsiteX76" fmla="*/ 313856 w 564656"/>
                    <a:gd name="connsiteY76" fmla="*/ 177884 h 607273"/>
                    <a:gd name="connsiteX77" fmla="*/ 218486 w 564656"/>
                    <a:gd name="connsiteY77" fmla="*/ 264268 h 607273"/>
                    <a:gd name="connsiteX78" fmla="*/ 141053 w 564656"/>
                    <a:gd name="connsiteY78" fmla="*/ 135292 h 607273"/>
                    <a:gd name="connsiteX79" fmla="*/ 215096 w 564656"/>
                    <a:gd name="connsiteY79" fmla="*/ 1184 h 607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564656" h="607273">
                      <a:moveTo>
                        <a:pt x="321179" y="256496"/>
                      </a:moveTo>
                      <a:cubicBezTo>
                        <a:pt x="334305" y="258680"/>
                        <a:pt x="350167" y="259772"/>
                        <a:pt x="361871" y="266542"/>
                      </a:cubicBezTo>
                      <a:cubicBezTo>
                        <a:pt x="363074" y="267198"/>
                        <a:pt x="363512" y="268289"/>
                        <a:pt x="363621" y="269381"/>
                      </a:cubicBezTo>
                      <a:cubicBezTo>
                        <a:pt x="364168" y="270364"/>
                        <a:pt x="363949" y="271347"/>
                        <a:pt x="363074" y="272111"/>
                      </a:cubicBezTo>
                      <a:cubicBezTo>
                        <a:pt x="362309" y="273203"/>
                        <a:pt x="361324" y="274186"/>
                        <a:pt x="359793" y="274295"/>
                      </a:cubicBezTo>
                      <a:cubicBezTo>
                        <a:pt x="359574" y="274295"/>
                        <a:pt x="359464" y="274295"/>
                        <a:pt x="359355" y="274295"/>
                      </a:cubicBezTo>
                      <a:cubicBezTo>
                        <a:pt x="300176" y="303123"/>
                        <a:pt x="286722" y="410136"/>
                        <a:pt x="358480" y="431648"/>
                      </a:cubicBezTo>
                      <a:cubicBezTo>
                        <a:pt x="366465" y="434160"/>
                        <a:pt x="363184" y="446390"/>
                        <a:pt x="354980" y="444206"/>
                      </a:cubicBezTo>
                      <a:cubicBezTo>
                        <a:pt x="354870" y="444206"/>
                        <a:pt x="354761" y="444097"/>
                        <a:pt x="354542" y="444097"/>
                      </a:cubicBezTo>
                      <a:cubicBezTo>
                        <a:pt x="339884" y="450976"/>
                        <a:pt x="322492" y="451413"/>
                        <a:pt x="306958" y="446936"/>
                      </a:cubicBezTo>
                      <a:cubicBezTo>
                        <a:pt x="306630" y="446827"/>
                        <a:pt x="306521" y="446717"/>
                        <a:pt x="306302" y="446608"/>
                      </a:cubicBezTo>
                      <a:cubicBezTo>
                        <a:pt x="305427" y="450103"/>
                        <a:pt x="308709" y="513109"/>
                        <a:pt x="308818" y="519224"/>
                      </a:cubicBezTo>
                      <a:cubicBezTo>
                        <a:pt x="308928" y="523483"/>
                        <a:pt x="305864" y="525667"/>
                        <a:pt x="302692" y="525667"/>
                      </a:cubicBezTo>
                      <a:cubicBezTo>
                        <a:pt x="302364" y="528834"/>
                        <a:pt x="300286" y="531673"/>
                        <a:pt x="296238" y="531673"/>
                      </a:cubicBezTo>
                      <a:cubicBezTo>
                        <a:pt x="201728" y="530472"/>
                        <a:pt x="88294" y="544012"/>
                        <a:pt x="2206" y="497712"/>
                      </a:cubicBezTo>
                      <a:cubicBezTo>
                        <a:pt x="-1075" y="495965"/>
                        <a:pt x="-310" y="491707"/>
                        <a:pt x="1987" y="489741"/>
                      </a:cubicBezTo>
                      <a:cubicBezTo>
                        <a:pt x="-2169" y="433832"/>
                        <a:pt x="2972" y="374757"/>
                        <a:pt x="34585" y="326710"/>
                      </a:cubicBezTo>
                      <a:cubicBezTo>
                        <a:pt x="57228" y="292531"/>
                        <a:pt x="98576" y="257042"/>
                        <a:pt x="142112" y="260755"/>
                      </a:cubicBezTo>
                      <a:cubicBezTo>
                        <a:pt x="144847" y="259554"/>
                        <a:pt x="148238" y="259881"/>
                        <a:pt x="150316" y="263048"/>
                      </a:cubicBezTo>
                      <a:cubicBezTo>
                        <a:pt x="170553" y="294278"/>
                        <a:pt x="189695" y="326492"/>
                        <a:pt x="207197" y="359360"/>
                      </a:cubicBezTo>
                      <a:cubicBezTo>
                        <a:pt x="208291" y="354446"/>
                        <a:pt x="209713" y="349641"/>
                        <a:pt x="210698" y="344837"/>
                      </a:cubicBezTo>
                      <a:cubicBezTo>
                        <a:pt x="212885" y="335118"/>
                        <a:pt x="214964" y="325290"/>
                        <a:pt x="217917" y="315790"/>
                      </a:cubicBezTo>
                      <a:cubicBezTo>
                        <a:pt x="214854" y="312623"/>
                        <a:pt x="212010" y="309129"/>
                        <a:pt x="209276" y="305635"/>
                      </a:cubicBezTo>
                      <a:cubicBezTo>
                        <a:pt x="206760" y="302141"/>
                        <a:pt x="203150" y="298209"/>
                        <a:pt x="202384" y="293842"/>
                      </a:cubicBezTo>
                      <a:cubicBezTo>
                        <a:pt x="199540" y="290456"/>
                        <a:pt x="199540" y="284887"/>
                        <a:pt x="205010" y="283905"/>
                      </a:cubicBezTo>
                      <a:cubicBezTo>
                        <a:pt x="212557" y="282594"/>
                        <a:pt x="220652" y="283905"/>
                        <a:pt x="228309" y="283359"/>
                      </a:cubicBezTo>
                      <a:cubicBezTo>
                        <a:pt x="236622" y="282813"/>
                        <a:pt x="244608" y="279864"/>
                        <a:pt x="252812" y="281284"/>
                      </a:cubicBezTo>
                      <a:cubicBezTo>
                        <a:pt x="256093" y="281830"/>
                        <a:pt x="256750" y="284669"/>
                        <a:pt x="256203" y="287290"/>
                      </a:cubicBezTo>
                      <a:cubicBezTo>
                        <a:pt x="256640" y="288273"/>
                        <a:pt x="256859" y="289474"/>
                        <a:pt x="256640" y="290566"/>
                      </a:cubicBezTo>
                      <a:cubicBezTo>
                        <a:pt x="255218" y="296572"/>
                        <a:pt x="252702" y="302250"/>
                        <a:pt x="250624" y="308037"/>
                      </a:cubicBezTo>
                      <a:cubicBezTo>
                        <a:pt x="248874" y="313169"/>
                        <a:pt x="247999" y="317210"/>
                        <a:pt x="244170" y="320704"/>
                      </a:cubicBezTo>
                      <a:cubicBezTo>
                        <a:pt x="245920" y="329440"/>
                        <a:pt x="247671" y="338176"/>
                        <a:pt x="249530" y="346911"/>
                      </a:cubicBezTo>
                      <a:cubicBezTo>
                        <a:pt x="250405" y="350733"/>
                        <a:pt x="251390" y="354555"/>
                        <a:pt x="252265" y="358377"/>
                      </a:cubicBezTo>
                      <a:cubicBezTo>
                        <a:pt x="269110" y="324089"/>
                        <a:pt x="290331" y="288709"/>
                        <a:pt x="312866" y="258899"/>
                      </a:cubicBezTo>
                      <a:cubicBezTo>
                        <a:pt x="314506" y="256715"/>
                        <a:pt x="316804" y="256496"/>
                        <a:pt x="318882" y="257042"/>
                      </a:cubicBezTo>
                      <a:cubicBezTo>
                        <a:pt x="319538" y="256715"/>
                        <a:pt x="320195" y="256387"/>
                        <a:pt x="321179" y="256496"/>
                      </a:cubicBezTo>
                      <a:close/>
                      <a:moveTo>
                        <a:pt x="424854" y="248274"/>
                      </a:moveTo>
                      <a:cubicBezTo>
                        <a:pt x="437868" y="247073"/>
                        <a:pt x="451539" y="248165"/>
                        <a:pt x="464444" y="250240"/>
                      </a:cubicBezTo>
                      <a:cubicBezTo>
                        <a:pt x="465319" y="250350"/>
                        <a:pt x="465647" y="251005"/>
                        <a:pt x="466194" y="251332"/>
                      </a:cubicBezTo>
                      <a:cubicBezTo>
                        <a:pt x="468272" y="251223"/>
                        <a:pt x="470240" y="252097"/>
                        <a:pt x="470569" y="254609"/>
                      </a:cubicBezTo>
                      <a:cubicBezTo>
                        <a:pt x="471553" y="261708"/>
                        <a:pt x="472647" y="269026"/>
                        <a:pt x="471662" y="276016"/>
                      </a:cubicBezTo>
                      <a:cubicBezTo>
                        <a:pt x="495613" y="273613"/>
                        <a:pt x="519127" y="275142"/>
                        <a:pt x="536516" y="294364"/>
                      </a:cubicBezTo>
                      <a:cubicBezTo>
                        <a:pt x="551609" y="311183"/>
                        <a:pt x="561670" y="338597"/>
                        <a:pt x="556093" y="361096"/>
                      </a:cubicBezTo>
                      <a:cubicBezTo>
                        <a:pt x="555765" y="362625"/>
                        <a:pt x="554562" y="363389"/>
                        <a:pt x="553249" y="363935"/>
                      </a:cubicBezTo>
                      <a:cubicBezTo>
                        <a:pt x="552812" y="365355"/>
                        <a:pt x="551937" y="366775"/>
                        <a:pt x="550078" y="367212"/>
                      </a:cubicBezTo>
                      <a:cubicBezTo>
                        <a:pt x="535641" y="370597"/>
                        <a:pt x="519783" y="367867"/>
                        <a:pt x="505128" y="367103"/>
                      </a:cubicBezTo>
                      <a:cubicBezTo>
                        <a:pt x="492114" y="366447"/>
                        <a:pt x="477459" y="368085"/>
                        <a:pt x="465975" y="361314"/>
                      </a:cubicBezTo>
                      <a:cubicBezTo>
                        <a:pt x="464882" y="360659"/>
                        <a:pt x="464444" y="359348"/>
                        <a:pt x="464444" y="358038"/>
                      </a:cubicBezTo>
                      <a:cubicBezTo>
                        <a:pt x="462366" y="358256"/>
                        <a:pt x="460398" y="357491"/>
                        <a:pt x="459632" y="355307"/>
                      </a:cubicBezTo>
                      <a:cubicBezTo>
                        <a:pt x="457882" y="349846"/>
                        <a:pt x="460726" y="344604"/>
                        <a:pt x="459632" y="338925"/>
                      </a:cubicBezTo>
                      <a:cubicBezTo>
                        <a:pt x="458429" y="331935"/>
                        <a:pt x="453945" y="326255"/>
                        <a:pt x="447055" y="324289"/>
                      </a:cubicBezTo>
                      <a:cubicBezTo>
                        <a:pt x="437978" y="321668"/>
                        <a:pt x="429884" y="326474"/>
                        <a:pt x="426275" y="333573"/>
                      </a:cubicBezTo>
                      <a:cubicBezTo>
                        <a:pt x="426494" y="334119"/>
                        <a:pt x="426932" y="334447"/>
                        <a:pt x="426932" y="335102"/>
                      </a:cubicBezTo>
                      <a:cubicBezTo>
                        <a:pt x="429119" y="376386"/>
                        <a:pt x="504472" y="397793"/>
                        <a:pt x="531485" y="420400"/>
                      </a:cubicBezTo>
                      <a:cubicBezTo>
                        <a:pt x="550296" y="436018"/>
                        <a:pt x="563202" y="454695"/>
                        <a:pt x="564514" y="479814"/>
                      </a:cubicBezTo>
                      <a:cubicBezTo>
                        <a:pt x="567576" y="533877"/>
                        <a:pt x="520658" y="567953"/>
                        <a:pt x="472209" y="573960"/>
                      </a:cubicBezTo>
                      <a:cubicBezTo>
                        <a:pt x="472756" y="582915"/>
                        <a:pt x="472537" y="591871"/>
                        <a:pt x="472537" y="600718"/>
                      </a:cubicBezTo>
                      <a:cubicBezTo>
                        <a:pt x="472647" y="604213"/>
                        <a:pt x="469584" y="607380"/>
                        <a:pt x="466085" y="607271"/>
                      </a:cubicBezTo>
                      <a:cubicBezTo>
                        <a:pt x="455585" y="606943"/>
                        <a:pt x="445086" y="606615"/>
                        <a:pt x="434587" y="605523"/>
                      </a:cubicBezTo>
                      <a:cubicBezTo>
                        <a:pt x="429775" y="605086"/>
                        <a:pt x="423322" y="605196"/>
                        <a:pt x="420260" y="601045"/>
                      </a:cubicBezTo>
                      <a:cubicBezTo>
                        <a:pt x="419276" y="600390"/>
                        <a:pt x="418401" y="599516"/>
                        <a:pt x="417964" y="598206"/>
                      </a:cubicBezTo>
                      <a:cubicBezTo>
                        <a:pt x="414901" y="590124"/>
                        <a:pt x="415011" y="580731"/>
                        <a:pt x="416214" y="571884"/>
                      </a:cubicBezTo>
                      <a:cubicBezTo>
                        <a:pt x="363827" y="572758"/>
                        <a:pt x="307613" y="520662"/>
                        <a:pt x="325002" y="465507"/>
                      </a:cubicBezTo>
                      <a:cubicBezTo>
                        <a:pt x="325002" y="462886"/>
                        <a:pt x="326534" y="460265"/>
                        <a:pt x="329486" y="460374"/>
                      </a:cubicBezTo>
                      <a:cubicBezTo>
                        <a:pt x="356719" y="461903"/>
                        <a:pt x="383404" y="462121"/>
                        <a:pt x="410417" y="459391"/>
                      </a:cubicBezTo>
                      <a:cubicBezTo>
                        <a:pt x="413808" y="459063"/>
                        <a:pt x="415776" y="460811"/>
                        <a:pt x="416432" y="463214"/>
                      </a:cubicBezTo>
                      <a:cubicBezTo>
                        <a:pt x="418182" y="463869"/>
                        <a:pt x="419604" y="465179"/>
                        <a:pt x="419495" y="467255"/>
                      </a:cubicBezTo>
                      <a:cubicBezTo>
                        <a:pt x="419276" y="483637"/>
                        <a:pt x="418401" y="522628"/>
                        <a:pt x="444868" y="520116"/>
                      </a:cubicBezTo>
                      <a:cubicBezTo>
                        <a:pt x="467288" y="518040"/>
                        <a:pt x="459851" y="487569"/>
                        <a:pt x="454929" y="471623"/>
                      </a:cubicBezTo>
                      <a:cubicBezTo>
                        <a:pt x="431087" y="446503"/>
                        <a:pt x="403199" y="435691"/>
                        <a:pt x="373123" y="417779"/>
                      </a:cubicBezTo>
                      <a:cubicBezTo>
                        <a:pt x="353110" y="405765"/>
                        <a:pt x="333533" y="389929"/>
                        <a:pt x="326971" y="366556"/>
                      </a:cubicBezTo>
                      <a:cubicBezTo>
                        <a:pt x="311441" y="310637"/>
                        <a:pt x="368093" y="278091"/>
                        <a:pt x="415667" y="277326"/>
                      </a:cubicBezTo>
                      <a:cubicBezTo>
                        <a:pt x="413917" y="269899"/>
                        <a:pt x="415448" y="261162"/>
                        <a:pt x="417198" y="254172"/>
                      </a:cubicBezTo>
                      <a:cubicBezTo>
                        <a:pt x="417964" y="251223"/>
                        <a:pt x="419932" y="249803"/>
                        <a:pt x="422119" y="249476"/>
                      </a:cubicBezTo>
                      <a:cubicBezTo>
                        <a:pt x="422885" y="248930"/>
                        <a:pt x="423760" y="248274"/>
                        <a:pt x="424854" y="248274"/>
                      </a:cubicBezTo>
                      <a:close/>
                      <a:moveTo>
                        <a:pt x="215096" y="1184"/>
                      </a:moveTo>
                      <a:cubicBezTo>
                        <a:pt x="316918" y="-12467"/>
                        <a:pt x="342401" y="94667"/>
                        <a:pt x="313856" y="177884"/>
                      </a:cubicBezTo>
                      <a:cubicBezTo>
                        <a:pt x="300841" y="226918"/>
                        <a:pt x="266171" y="276499"/>
                        <a:pt x="218486" y="264268"/>
                      </a:cubicBezTo>
                      <a:cubicBezTo>
                        <a:pt x="165770" y="256623"/>
                        <a:pt x="146521" y="182907"/>
                        <a:pt x="141053" y="135292"/>
                      </a:cubicBezTo>
                      <a:cubicBezTo>
                        <a:pt x="134163" y="75118"/>
                        <a:pt x="144553" y="10576"/>
                        <a:pt x="215096" y="11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17" name="íS1ïḑé"/>
              <p:cNvGrpSpPr/>
              <p:nvPr/>
            </p:nvGrpSpPr>
            <p:grpSpPr>
              <a:xfrm>
                <a:off x="8115351" y="2857547"/>
                <a:ext cx="522378" cy="522378"/>
                <a:chOff x="8115351" y="2857547"/>
                <a:chExt cx="522378" cy="522378"/>
              </a:xfrm>
            </p:grpSpPr>
            <p:sp>
              <p:nvSpPr>
                <p:cNvPr id="36" name="îSļîḓê"/>
                <p:cNvSpPr/>
                <p:nvPr/>
              </p:nvSpPr>
              <p:spPr>
                <a:xfrm>
                  <a:off x="8115351" y="2857547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37" name="islïdê" title="cS8kUkPvg3niHMZ"/>
                <p:cNvSpPr/>
                <p:nvPr/>
              </p:nvSpPr>
              <p:spPr bwMode="auto">
                <a:xfrm>
                  <a:off x="8240518" y="2972448"/>
                  <a:ext cx="272046" cy="292579"/>
                </a:xfrm>
                <a:custGeom>
                  <a:avLst/>
                  <a:gdLst>
                    <a:gd name="connsiteX0" fmla="*/ 321179 w 564656"/>
                    <a:gd name="connsiteY0" fmla="*/ 256496 h 607273"/>
                    <a:gd name="connsiteX1" fmla="*/ 361871 w 564656"/>
                    <a:gd name="connsiteY1" fmla="*/ 266542 h 607273"/>
                    <a:gd name="connsiteX2" fmla="*/ 363621 w 564656"/>
                    <a:gd name="connsiteY2" fmla="*/ 269381 h 607273"/>
                    <a:gd name="connsiteX3" fmla="*/ 363074 w 564656"/>
                    <a:gd name="connsiteY3" fmla="*/ 272111 h 607273"/>
                    <a:gd name="connsiteX4" fmla="*/ 359793 w 564656"/>
                    <a:gd name="connsiteY4" fmla="*/ 274295 h 607273"/>
                    <a:gd name="connsiteX5" fmla="*/ 359355 w 564656"/>
                    <a:gd name="connsiteY5" fmla="*/ 274295 h 607273"/>
                    <a:gd name="connsiteX6" fmla="*/ 358480 w 564656"/>
                    <a:gd name="connsiteY6" fmla="*/ 431648 h 607273"/>
                    <a:gd name="connsiteX7" fmla="*/ 354980 w 564656"/>
                    <a:gd name="connsiteY7" fmla="*/ 444206 h 607273"/>
                    <a:gd name="connsiteX8" fmla="*/ 354542 w 564656"/>
                    <a:gd name="connsiteY8" fmla="*/ 444097 h 607273"/>
                    <a:gd name="connsiteX9" fmla="*/ 306958 w 564656"/>
                    <a:gd name="connsiteY9" fmla="*/ 446936 h 607273"/>
                    <a:gd name="connsiteX10" fmla="*/ 306302 w 564656"/>
                    <a:gd name="connsiteY10" fmla="*/ 446608 h 607273"/>
                    <a:gd name="connsiteX11" fmla="*/ 308818 w 564656"/>
                    <a:gd name="connsiteY11" fmla="*/ 519224 h 607273"/>
                    <a:gd name="connsiteX12" fmla="*/ 302692 w 564656"/>
                    <a:gd name="connsiteY12" fmla="*/ 525667 h 607273"/>
                    <a:gd name="connsiteX13" fmla="*/ 296238 w 564656"/>
                    <a:gd name="connsiteY13" fmla="*/ 531673 h 607273"/>
                    <a:gd name="connsiteX14" fmla="*/ 2206 w 564656"/>
                    <a:gd name="connsiteY14" fmla="*/ 497712 h 607273"/>
                    <a:gd name="connsiteX15" fmla="*/ 1987 w 564656"/>
                    <a:gd name="connsiteY15" fmla="*/ 489741 h 607273"/>
                    <a:gd name="connsiteX16" fmla="*/ 34585 w 564656"/>
                    <a:gd name="connsiteY16" fmla="*/ 326710 h 607273"/>
                    <a:gd name="connsiteX17" fmla="*/ 142112 w 564656"/>
                    <a:gd name="connsiteY17" fmla="*/ 260755 h 607273"/>
                    <a:gd name="connsiteX18" fmla="*/ 150316 w 564656"/>
                    <a:gd name="connsiteY18" fmla="*/ 263048 h 607273"/>
                    <a:gd name="connsiteX19" fmla="*/ 207197 w 564656"/>
                    <a:gd name="connsiteY19" fmla="*/ 359360 h 607273"/>
                    <a:gd name="connsiteX20" fmla="*/ 210698 w 564656"/>
                    <a:gd name="connsiteY20" fmla="*/ 344837 h 607273"/>
                    <a:gd name="connsiteX21" fmla="*/ 217917 w 564656"/>
                    <a:gd name="connsiteY21" fmla="*/ 315790 h 607273"/>
                    <a:gd name="connsiteX22" fmla="*/ 209276 w 564656"/>
                    <a:gd name="connsiteY22" fmla="*/ 305635 h 607273"/>
                    <a:gd name="connsiteX23" fmla="*/ 202384 w 564656"/>
                    <a:gd name="connsiteY23" fmla="*/ 293842 h 607273"/>
                    <a:gd name="connsiteX24" fmla="*/ 205010 w 564656"/>
                    <a:gd name="connsiteY24" fmla="*/ 283905 h 607273"/>
                    <a:gd name="connsiteX25" fmla="*/ 228309 w 564656"/>
                    <a:gd name="connsiteY25" fmla="*/ 283359 h 607273"/>
                    <a:gd name="connsiteX26" fmla="*/ 252812 w 564656"/>
                    <a:gd name="connsiteY26" fmla="*/ 281284 h 607273"/>
                    <a:gd name="connsiteX27" fmla="*/ 256203 w 564656"/>
                    <a:gd name="connsiteY27" fmla="*/ 287290 h 607273"/>
                    <a:gd name="connsiteX28" fmla="*/ 256640 w 564656"/>
                    <a:gd name="connsiteY28" fmla="*/ 290566 h 607273"/>
                    <a:gd name="connsiteX29" fmla="*/ 250624 w 564656"/>
                    <a:gd name="connsiteY29" fmla="*/ 308037 h 607273"/>
                    <a:gd name="connsiteX30" fmla="*/ 244170 w 564656"/>
                    <a:gd name="connsiteY30" fmla="*/ 320704 h 607273"/>
                    <a:gd name="connsiteX31" fmla="*/ 249530 w 564656"/>
                    <a:gd name="connsiteY31" fmla="*/ 346911 h 607273"/>
                    <a:gd name="connsiteX32" fmla="*/ 252265 w 564656"/>
                    <a:gd name="connsiteY32" fmla="*/ 358377 h 607273"/>
                    <a:gd name="connsiteX33" fmla="*/ 312866 w 564656"/>
                    <a:gd name="connsiteY33" fmla="*/ 258899 h 607273"/>
                    <a:gd name="connsiteX34" fmla="*/ 318882 w 564656"/>
                    <a:gd name="connsiteY34" fmla="*/ 257042 h 607273"/>
                    <a:gd name="connsiteX35" fmla="*/ 321179 w 564656"/>
                    <a:gd name="connsiteY35" fmla="*/ 256496 h 607273"/>
                    <a:gd name="connsiteX36" fmla="*/ 424854 w 564656"/>
                    <a:gd name="connsiteY36" fmla="*/ 248274 h 607273"/>
                    <a:gd name="connsiteX37" fmla="*/ 464444 w 564656"/>
                    <a:gd name="connsiteY37" fmla="*/ 250240 h 607273"/>
                    <a:gd name="connsiteX38" fmla="*/ 466194 w 564656"/>
                    <a:gd name="connsiteY38" fmla="*/ 251332 h 607273"/>
                    <a:gd name="connsiteX39" fmla="*/ 470569 w 564656"/>
                    <a:gd name="connsiteY39" fmla="*/ 254609 h 607273"/>
                    <a:gd name="connsiteX40" fmla="*/ 471662 w 564656"/>
                    <a:gd name="connsiteY40" fmla="*/ 276016 h 607273"/>
                    <a:gd name="connsiteX41" fmla="*/ 536516 w 564656"/>
                    <a:gd name="connsiteY41" fmla="*/ 294364 h 607273"/>
                    <a:gd name="connsiteX42" fmla="*/ 556093 w 564656"/>
                    <a:gd name="connsiteY42" fmla="*/ 361096 h 607273"/>
                    <a:gd name="connsiteX43" fmla="*/ 553249 w 564656"/>
                    <a:gd name="connsiteY43" fmla="*/ 363935 h 607273"/>
                    <a:gd name="connsiteX44" fmla="*/ 550078 w 564656"/>
                    <a:gd name="connsiteY44" fmla="*/ 367212 h 607273"/>
                    <a:gd name="connsiteX45" fmla="*/ 505128 w 564656"/>
                    <a:gd name="connsiteY45" fmla="*/ 367103 h 607273"/>
                    <a:gd name="connsiteX46" fmla="*/ 465975 w 564656"/>
                    <a:gd name="connsiteY46" fmla="*/ 361314 h 607273"/>
                    <a:gd name="connsiteX47" fmla="*/ 464444 w 564656"/>
                    <a:gd name="connsiteY47" fmla="*/ 358038 h 607273"/>
                    <a:gd name="connsiteX48" fmla="*/ 459632 w 564656"/>
                    <a:gd name="connsiteY48" fmla="*/ 355307 h 607273"/>
                    <a:gd name="connsiteX49" fmla="*/ 459632 w 564656"/>
                    <a:gd name="connsiteY49" fmla="*/ 338925 h 607273"/>
                    <a:gd name="connsiteX50" fmla="*/ 447055 w 564656"/>
                    <a:gd name="connsiteY50" fmla="*/ 324289 h 607273"/>
                    <a:gd name="connsiteX51" fmla="*/ 426275 w 564656"/>
                    <a:gd name="connsiteY51" fmla="*/ 333573 h 607273"/>
                    <a:gd name="connsiteX52" fmla="*/ 426932 w 564656"/>
                    <a:gd name="connsiteY52" fmla="*/ 335102 h 607273"/>
                    <a:gd name="connsiteX53" fmla="*/ 531485 w 564656"/>
                    <a:gd name="connsiteY53" fmla="*/ 420400 h 607273"/>
                    <a:gd name="connsiteX54" fmla="*/ 564514 w 564656"/>
                    <a:gd name="connsiteY54" fmla="*/ 479814 h 607273"/>
                    <a:gd name="connsiteX55" fmla="*/ 472209 w 564656"/>
                    <a:gd name="connsiteY55" fmla="*/ 573960 h 607273"/>
                    <a:gd name="connsiteX56" fmla="*/ 472537 w 564656"/>
                    <a:gd name="connsiteY56" fmla="*/ 600718 h 607273"/>
                    <a:gd name="connsiteX57" fmla="*/ 466085 w 564656"/>
                    <a:gd name="connsiteY57" fmla="*/ 607271 h 607273"/>
                    <a:gd name="connsiteX58" fmla="*/ 434587 w 564656"/>
                    <a:gd name="connsiteY58" fmla="*/ 605523 h 607273"/>
                    <a:gd name="connsiteX59" fmla="*/ 420260 w 564656"/>
                    <a:gd name="connsiteY59" fmla="*/ 601045 h 607273"/>
                    <a:gd name="connsiteX60" fmla="*/ 417964 w 564656"/>
                    <a:gd name="connsiteY60" fmla="*/ 598206 h 607273"/>
                    <a:gd name="connsiteX61" fmla="*/ 416214 w 564656"/>
                    <a:gd name="connsiteY61" fmla="*/ 571884 h 607273"/>
                    <a:gd name="connsiteX62" fmla="*/ 325002 w 564656"/>
                    <a:gd name="connsiteY62" fmla="*/ 465507 h 607273"/>
                    <a:gd name="connsiteX63" fmla="*/ 329486 w 564656"/>
                    <a:gd name="connsiteY63" fmla="*/ 460374 h 607273"/>
                    <a:gd name="connsiteX64" fmla="*/ 410417 w 564656"/>
                    <a:gd name="connsiteY64" fmla="*/ 459391 h 607273"/>
                    <a:gd name="connsiteX65" fmla="*/ 416432 w 564656"/>
                    <a:gd name="connsiteY65" fmla="*/ 463214 h 607273"/>
                    <a:gd name="connsiteX66" fmla="*/ 419495 w 564656"/>
                    <a:gd name="connsiteY66" fmla="*/ 467255 h 607273"/>
                    <a:gd name="connsiteX67" fmla="*/ 444868 w 564656"/>
                    <a:gd name="connsiteY67" fmla="*/ 520116 h 607273"/>
                    <a:gd name="connsiteX68" fmla="*/ 454929 w 564656"/>
                    <a:gd name="connsiteY68" fmla="*/ 471623 h 607273"/>
                    <a:gd name="connsiteX69" fmla="*/ 373123 w 564656"/>
                    <a:gd name="connsiteY69" fmla="*/ 417779 h 607273"/>
                    <a:gd name="connsiteX70" fmla="*/ 326971 w 564656"/>
                    <a:gd name="connsiteY70" fmla="*/ 366556 h 607273"/>
                    <a:gd name="connsiteX71" fmla="*/ 415667 w 564656"/>
                    <a:gd name="connsiteY71" fmla="*/ 277326 h 607273"/>
                    <a:gd name="connsiteX72" fmla="*/ 417198 w 564656"/>
                    <a:gd name="connsiteY72" fmla="*/ 254172 h 607273"/>
                    <a:gd name="connsiteX73" fmla="*/ 422119 w 564656"/>
                    <a:gd name="connsiteY73" fmla="*/ 249476 h 607273"/>
                    <a:gd name="connsiteX74" fmla="*/ 424854 w 564656"/>
                    <a:gd name="connsiteY74" fmla="*/ 248274 h 607273"/>
                    <a:gd name="connsiteX75" fmla="*/ 215096 w 564656"/>
                    <a:gd name="connsiteY75" fmla="*/ 1184 h 607273"/>
                    <a:gd name="connsiteX76" fmla="*/ 313856 w 564656"/>
                    <a:gd name="connsiteY76" fmla="*/ 177884 h 607273"/>
                    <a:gd name="connsiteX77" fmla="*/ 218486 w 564656"/>
                    <a:gd name="connsiteY77" fmla="*/ 264268 h 607273"/>
                    <a:gd name="connsiteX78" fmla="*/ 141053 w 564656"/>
                    <a:gd name="connsiteY78" fmla="*/ 135292 h 607273"/>
                    <a:gd name="connsiteX79" fmla="*/ 215096 w 564656"/>
                    <a:gd name="connsiteY79" fmla="*/ 1184 h 607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564656" h="607273">
                      <a:moveTo>
                        <a:pt x="321179" y="256496"/>
                      </a:moveTo>
                      <a:cubicBezTo>
                        <a:pt x="334305" y="258680"/>
                        <a:pt x="350167" y="259772"/>
                        <a:pt x="361871" y="266542"/>
                      </a:cubicBezTo>
                      <a:cubicBezTo>
                        <a:pt x="363074" y="267198"/>
                        <a:pt x="363512" y="268289"/>
                        <a:pt x="363621" y="269381"/>
                      </a:cubicBezTo>
                      <a:cubicBezTo>
                        <a:pt x="364168" y="270364"/>
                        <a:pt x="363949" y="271347"/>
                        <a:pt x="363074" y="272111"/>
                      </a:cubicBezTo>
                      <a:cubicBezTo>
                        <a:pt x="362309" y="273203"/>
                        <a:pt x="361324" y="274186"/>
                        <a:pt x="359793" y="274295"/>
                      </a:cubicBezTo>
                      <a:cubicBezTo>
                        <a:pt x="359574" y="274295"/>
                        <a:pt x="359464" y="274295"/>
                        <a:pt x="359355" y="274295"/>
                      </a:cubicBezTo>
                      <a:cubicBezTo>
                        <a:pt x="300176" y="303123"/>
                        <a:pt x="286722" y="410136"/>
                        <a:pt x="358480" y="431648"/>
                      </a:cubicBezTo>
                      <a:cubicBezTo>
                        <a:pt x="366465" y="434160"/>
                        <a:pt x="363184" y="446390"/>
                        <a:pt x="354980" y="444206"/>
                      </a:cubicBezTo>
                      <a:cubicBezTo>
                        <a:pt x="354870" y="444206"/>
                        <a:pt x="354761" y="444097"/>
                        <a:pt x="354542" y="444097"/>
                      </a:cubicBezTo>
                      <a:cubicBezTo>
                        <a:pt x="339884" y="450976"/>
                        <a:pt x="322492" y="451413"/>
                        <a:pt x="306958" y="446936"/>
                      </a:cubicBezTo>
                      <a:cubicBezTo>
                        <a:pt x="306630" y="446827"/>
                        <a:pt x="306521" y="446717"/>
                        <a:pt x="306302" y="446608"/>
                      </a:cubicBezTo>
                      <a:cubicBezTo>
                        <a:pt x="305427" y="450103"/>
                        <a:pt x="308709" y="513109"/>
                        <a:pt x="308818" y="519224"/>
                      </a:cubicBezTo>
                      <a:cubicBezTo>
                        <a:pt x="308928" y="523483"/>
                        <a:pt x="305864" y="525667"/>
                        <a:pt x="302692" y="525667"/>
                      </a:cubicBezTo>
                      <a:cubicBezTo>
                        <a:pt x="302364" y="528834"/>
                        <a:pt x="300286" y="531673"/>
                        <a:pt x="296238" y="531673"/>
                      </a:cubicBezTo>
                      <a:cubicBezTo>
                        <a:pt x="201728" y="530472"/>
                        <a:pt x="88294" y="544012"/>
                        <a:pt x="2206" y="497712"/>
                      </a:cubicBezTo>
                      <a:cubicBezTo>
                        <a:pt x="-1075" y="495965"/>
                        <a:pt x="-310" y="491707"/>
                        <a:pt x="1987" y="489741"/>
                      </a:cubicBezTo>
                      <a:cubicBezTo>
                        <a:pt x="-2169" y="433832"/>
                        <a:pt x="2972" y="374757"/>
                        <a:pt x="34585" y="326710"/>
                      </a:cubicBezTo>
                      <a:cubicBezTo>
                        <a:pt x="57228" y="292531"/>
                        <a:pt x="98576" y="257042"/>
                        <a:pt x="142112" y="260755"/>
                      </a:cubicBezTo>
                      <a:cubicBezTo>
                        <a:pt x="144847" y="259554"/>
                        <a:pt x="148238" y="259881"/>
                        <a:pt x="150316" y="263048"/>
                      </a:cubicBezTo>
                      <a:cubicBezTo>
                        <a:pt x="170553" y="294278"/>
                        <a:pt x="189695" y="326492"/>
                        <a:pt x="207197" y="359360"/>
                      </a:cubicBezTo>
                      <a:cubicBezTo>
                        <a:pt x="208291" y="354446"/>
                        <a:pt x="209713" y="349641"/>
                        <a:pt x="210698" y="344837"/>
                      </a:cubicBezTo>
                      <a:cubicBezTo>
                        <a:pt x="212885" y="335118"/>
                        <a:pt x="214964" y="325290"/>
                        <a:pt x="217917" y="315790"/>
                      </a:cubicBezTo>
                      <a:cubicBezTo>
                        <a:pt x="214854" y="312623"/>
                        <a:pt x="212010" y="309129"/>
                        <a:pt x="209276" y="305635"/>
                      </a:cubicBezTo>
                      <a:cubicBezTo>
                        <a:pt x="206760" y="302141"/>
                        <a:pt x="203150" y="298209"/>
                        <a:pt x="202384" y="293842"/>
                      </a:cubicBezTo>
                      <a:cubicBezTo>
                        <a:pt x="199540" y="290456"/>
                        <a:pt x="199540" y="284887"/>
                        <a:pt x="205010" y="283905"/>
                      </a:cubicBezTo>
                      <a:cubicBezTo>
                        <a:pt x="212557" y="282594"/>
                        <a:pt x="220652" y="283905"/>
                        <a:pt x="228309" y="283359"/>
                      </a:cubicBezTo>
                      <a:cubicBezTo>
                        <a:pt x="236622" y="282813"/>
                        <a:pt x="244608" y="279864"/>
                        <a:pt x="252812" y="281284"/>
                      </a:cubicBezTo>
                      <a:cubicBezTo>
                        <a:pt x="256093" y="281830"/>
                        <a:pt x="256750" y="284669"/>
                        <a:pt x="256203" y="287290"/>
                      </a:cubicBezTo>
                      <a:cubicBezTo>
                        <a:pt x="256640" y="288273"/>
                        <a:pt x="256859" y="289474"/>
                        <a:pt x="256640" y="290566"/>
                      </a:cubicBezTo>
                      <a:cubicBezTo>
                        <a:pt x="255218" y="296572"/>
                        <a:pt x="252702" y="302250"/>
                        <a:pt x="250624" y="308037"/>
                      </a:cubicBezTo>
                      <a:cubicBezTo>
                        <a:pt x="248874" y="313169"/>
                        <a:pt x="247999" y="317210"/>
                        <a:pt x="244170" y="320704"/>
                      </a:cubicBezTo>
                      <a:cubicBezTo>
                        <a:pt x="245920" y="329440"/>
                        <a:pt x="247671" y="338176"/>
                        <a:pt x="249530" y="346911"/>
                      </a:cubicBezTo>
                      <a:cubicBezTo>
                        <a:pt x="250405" y="350733"/>
                        <a:pt x="251390" y="354555"/>
                        <a:pt x="252265" y="358377"/>
                      </a:cubicBezTo>
                      <a:cubicBezTo>
                        <a:pt x="269110" y="324089"/>
                        <a:pt x="290331" y="288709"/>
                        <a:pt x="312866" y="258899"/>
                      </a:cubicBezTo>
                      <a:cubicBezTo>
                        <a:pt x="314506" y="256715"/>
                        <a:pt x="316804" y="256496"/>
                        <a:pt x="318882" y="257042"/>
                      </a:cubicBezTo>
                      <a:cubicBezTo>
                        <a:pt x="319538" y="256715"/>
                        <a:pt x="320195" y="256387"/>
                        <a:pt x="321179" y="256496"/>
                      </a:cubicBezTo>
                      <a:close/>
                      <a:moveTo>
                        <a:pt x="424854" y="248274"/>
                      </a:moveTo>
                      <a:cubicBezTo>
                        <a:pt x="437868" y="247073"/>
                        <a:pt x="451539" y="248165"/>
                        <a:pt x="464444" y="250240"/>
                      </a:cubicBezTo>
                      <a:cubicBezTo>
                        <a:pt x="465319" y="250350"/>
                        <a:pt x="465647" y="251005"/>
                        <a:pt x="466194" y="251332"/>
                      </a:cubicBezTo>
                      <a:cubicBezTo>
                        <a:pt x="468272" y="251223"/>
                        <a:pt x="470240" y="252097"/>
                        <a:pt x="470569" y="254609"/>
                      </a:cubicBezTo>
                      <a:cubicBezTo>
                        <a:pt x="471553" y="261708"/>
                        <a:pt x="472647" y="269026"/>
                        <a:pt x="471662" y="276016"/>
                      </a:cubicBezTo>
                      <a:cubicBezTo>
                        <a:pt x="495613" y="273613"/>
                        <a:pt x="519127" y="275142"/>
                        <a:pt x="536516" y="294364"/>
                      </a:cubicBezTo>
                      <a:cubicBezTo>
                        <a:pt x="551609" y="311183"/>
                        <a:pt x="561670" y="338597"/>
                        <a:pt x="556093" y="361096"/>
                      </a:cubicBezTo>
                      <a:cubicBezTo>
                        <a:pt x="555765" y="362625"/>
                        <a:pt x="554562" y="363389"/>
                        <a:pt x="553249" y="363935"/>
                      </a:cubicBezTo>
                      <a:cubicBezTo>
                        <a:pt x="552812" y="365355"/>
                        <a:pt x="551937" y="366775"/>
                        <a:pt x="550078" y="367212"/>
                      </a:cubicBezTo>
                      <a:cubicBezTo>
                        <a:pt x="535641" y="370597"/>
                        <a:pt x="519783" y="367867"/>
                        <a:pt x="505128" y="367103"/>
                      </a:cubicBezTo>
                      <a:cubicBezTo>
                        <a:pt x="492114" y="366447"/>
                        <a:pt x="477459" y="368085"/>
                        <a:pt x="465975" y="361314"/>
                      </a:cubicBezTo>
                      <a:cubicBezTo>
                        <a:pt x="464882" y="360659"/>
                        <a:pt x="464444" y="359348"/>
                        <a:pt x="464444" y="358038"/>
                      </a:cubicBezTo>
                      <a:cubicBezTo>
                        <a:pt x="462366" y="358256"/>
                        <a:pt x="460398" y="357491"/>
                        <a:pt x="459632" y="355307"/>
                      </a:cubicBezTo>
                      <a:cubicBezTo>
                        <a:pt x="457882" y="349846"/>
                        <a:pt x="460726" y="344604"/>
                        <a:pt x="459632" y="338925"/>
                      </a:cubicBezTo>
                      <a:cubicBezTo>
                        <a:pt x="458429" y="331935"/>
                        <a:pt x="453945" y="326255"/>
                        <a:pt x="447055" y="324289"/>
                      </a:cubicBezTo>
                      <a:cubicBezTo>
                        <a:pt x="437978" y="321668"/>
                        <a:pt x="429884" y="326474"/>
                        <a:pt x="426275" y="333573"/>
                      </a:cubicBezTo>
                      <a:cubicBezTo>
                        <a:pt x="426494" y="334119"/>
                        <a:pt x="426932" y="334447"/>
                        <a:pt x="426932" y="335102"/>
                      </a:cubicBezTo>
                      <a:cubicBezTo>
                        <a:pt x="429119" y="376386"/>
                        <a:pt x="504472" y="397793"/>
                        <a:pt x="531485" y="420400"/>
                      </a:cubicBezTo>
                      <a:cubicBezTo>
                        <a:pt x="550296" y="436018"/>
                        <a:pt x="563202" y="454695"/>
                        <a:pt x="564514" y="479814"/>
                      </a:cubicBezTo>
                      <a:cubicBezTo>
                        <a:pt x="567576" y="533877"/>
                        <a:pt x="520658" y="567953"/>
                        <a:pt x="472209" y="573960"/>
                      </a:cubicBezTo>
                      <a:cubicBezTo>
                        <a:pt x="472756" y="582915"/>
                        <a:pt x="472537" y="591871"/>
                        <a:pt x="472537" y="600718"/>
                      </a:cubicBezTo>
                      <a:cubicBezTo>
                        <a:pt x="472647" y="604213"/>
                        <a:pt x="469584" y="607380"/>
                        <a:pt x="466085" y="607271"/>
                      </a:cubicBezTo>
                      <a:cubicBezTo>
                        <a:pt x="455585" y="606943"/>
                        <a:pt x="445086" y="606615"/>
                        <a:pt x="434587" y="605523"/>
                      </a:cubicBezTo>
                      <a:cubicBezTo>
                        <a:pt x="429775" y="605086"/>
                        <a:pt x="423322" y="605196"/>
                        <a:pt x="420260" y="601045"/>
                      </a:cubicBezTo>
                      <a:cubicBezTo>
                        <a:pt x="419276" y="600390"/>
                        <a:pt x="418401" y="599516"/>
                        <a:pt x="417964" y="598206"/>
                      </a:cubicBezTo>
                      <a:cubicBezTo>
                        <a:pt x="414901" y="590124"/>
                        <a:pt x="415011" y="580731"/>
                        <a:pt x="416214" y="571884"/>
                      </a:cubicBezTo>
                      <a:cubicBezTo>
                        <a:pt x="363827" y="572758"/>
                        <a:pt x="307613" y="520662"/>
                        <a:pt x="325002" y="465507"/>
                      </a:cubicBezTo>
                      <a:cubicBezTo>
                        <a:pt x="325002" y="462886"/>
                        <a:pt x="326534" y="460265"/>
                        <a:pt x="329486" y="460374"/>
                      </a:cubicBezTo>
                      <a:cubicBezTo>
                        <a:pt x="356719" y="461903"/>
                        <a:pt x="383404" y="462121"/>
                        <a:pt x="410417" y="459391"/>
                      </a:cubicBezTo>
                      <a:cubicBezTo>
                        <a:pt x="413808" y="459063"/>
                        <a:pt x="415776" y="460811"/>
                        <a:pt x="416432" y="463214"/>
                      </a:cubicBezTo>
                      <a:cubicBezTo>
                        <a:pt x="418182" y="463869"/>
                        <a:pt x="419604" y="465179"/>
                        <a:pt x="419495" y="467255"/>
                      </a:cubicBezTo>
                      <a:cubicBezTo>
                        <a:pt x="419276" y="483637"/>
                        <a:pt x="418401" y="522628"/>
                        <a:pt x="444868" y="520116"/>
                      </a:cubicBezTo>
                      <a:cubicBezTo>
                        <a:pt x="467288" y="518040"/>
                        <a:pt x="459851" y="487569"/>
                        <a:pt x="454929" y="471623"/>
                      </a:cubicBezTo>
                      <a:cubicBezTo>
                        <a:pt x="431087" y="446503"/>
                        <a:pt x="403199" y="435691"/>
                        <a:pt x="373123" y="417779"/>
                      </a:cubicBezTo>
                      <a:cubicBezTo>
                        <a:pt x="353110" y="405765"/>
                        <a:pt x="333533" y="389929"/>
                        <a:pt x="326971" y="366556"/>
                      </a:cubicBezTo>
                      <a:cubicBezTo>
                        <a:pt x="311441" y="310637"/>
                        <a:pt x="368093" y="278091"/>
                        <a:pt x="415667" y="277326"/>
                      </a:cubicBezTo>
                      <a:cubicBezTo>
                        <a:pt x="413917" y="269899"/>
                        <a:pt x="415448" y="261162"/>
                        <a:pt x="417198" y="254172"/>
                      </a:cubicBezTo>
                      <a:cubicBezTo>
                        <a:pt x="417964" y="251223"/>
                        <a:pt x="419932" y="249803"/>
                        <a:pt x="422119" y="249476"/>
                      </a:cubicBezTo>
                      <a:cubicBezTo>
                        <a:pt x="422885" y="248930"/>
                        <a:pt x="423760" y="248274"/>
                        <a:pt x="424854" y="248274"/>
                      </a:cubicBezTo>
                      <a:close/>
                      <a:moveTo>
                        <a:pt x="215096" y="1184"/>
                      </a:moveTo>
                      <a:cubicBezTo>
                        <a:pt x="316918" y="-12467"/>
                        <a:pt x="342401" y="94667"/>
                        <a:pt x="313856" y="177884"/>
                      </a:cubicBezTo>
                      <a:cubicBezTo>
                        <a:pt x="300841" y="226918"/>
                        <a:pt x="266171" y="276499"/>
                        <a:pt x="218486" y="264268"/>
                      </a:cubicBezTo>
                      <a:cubicBezTo>
                        <a:pt x="165770" y="256623"/>
                        <a:pt x="146521" y="182907"/>
                        <a:pt x="141053" y="135292"/>
                      </a:cubicBezTo>
                      <a:cubicBezTo>
                        <a:pt x="134163" y="75118"/>
                        <a:pt x="144553" y="10576"/>
                        <a:pt x="215096" y="11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18" name="iṣlíḓe"/>
              <p:cNvGrpSpPr/>
              <p:nvPr/>
            </p:nvGrpSpPr>
            <p:grpSpPr>
              <a:xfrm>
                <a:off x="8086624" y="3877561"/>
                <a:ext cx="522378" cy="522378"/>
                <a:chOff x="8086624" y="3877561"/>
                <a:chExt cx="522378" cy="522378"/>
              </a:xfrm>
            </p:grpSpPr>
            <p:sp>
              <p:nvSpPr>
                <p:cNvPr id="34" name="î$ļiḍê"/>
                <p:cNvSpPr/>
                <p:nvPr/>
              </p:nvSpPr>
              <p:spPr>
                <a:xfrm>
                  <a:off x="8086624" y="3877561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35" name="ïṡḻide" title="zOA7sK1q3YTAEIk"/>
                <p:cNvSpPr/>
                <p:nvPr/>
              </p:nvSpPr>
              <p:spPr bwMode="auto">
                <a:xfrm>
                  <a:off x="8211790" y="3992460"/>
                  <a:ext cx="272046" cy="292579"/>
                </a:xfrm>
                <a:custGeom>
                  <a:avLst/>
                  <a:gdLst>
                    <a:gd name="connsiteX0" fmla="*/ 321179 w 564656"/>
                    <a:gd name="connsiteY0" fmla="*/ 256496 h 607273"/>
                    <a:gd name="connsiteX1" fmla="*/ 361871 w 564656"/>
                    <a:gd name="connsiteY1" fmla="*/ 266542 h 607273"/>
                    <a:gd name="connsiteX2" fmla="*/ 363621 w 564656"/>
                    <a:gd name="connsiteY2" fmla="*/ 269381 h 607273"/>
                    <a:gd name="connsiteX3" fmla="*/ 363074 w 564656"/>
                    <a:gd name="connsiteY3" fmla="*/ 272111 h 607273"/>
                    <a:gd name="connsiteX4" fmla="*/ 359793 w 564656"/>
                    <a:gd name="connsiteY4" fmla="*/ 274295 h 607273"/>
                    <a:gd name="connsiteX5" fmla="*/ 359355 w 564656"/>
                    <a:gd name="connsiteY5" fmla="*/ 274295 h 607273"/>
                    <a:gd name="connsiteX6" fmla="*/ 358480 w 564656"/>
                    <a:gd name="connsiteY6" fmla="*/ 431648 h 607273"/>
                    <a:gd name="connsiteX7" fmla="*/ 354980 w 564656"/>
                    <a:gd name="connsiteY7" fmla="*/ 444206 h 607273"/>
                    <a:gd name="connsiteX8" fmla="*/ 354542 w 564656"/>
                    <a:gd name="connsiteY8" fmla="*/ 444097 h 607273"/>
                    <a:gd name="connsiteX9" fmla="*/ 306958 w 564656"/>
                    <a:gd name="connsiteY9" fmla="*/ 446936 h 607273"/>
                    <a:gd name="connsiteX10" fmla="*/ 306302 w 564656"/>
                    <a:gd name="connsiteY10" fmla="*/ 446608 h 607273"/>
                    <a:gd name="connsiteX11" fmla="*/ 308818 w 564656"/>
                    <a:gd name="connsiteY11" fmla="*/ 519224 h 607273"/>
                    <a:gd name="connsiteX12" fmla="*/ 302692 w 564656"/>
                    <a:gd name="connsiteY12" fmla="*/ 525667 h 607273"/>
                    <a:gd name="connsiteX13" fmla="*/ 296238 w 564656"/>
                    <a:gd name="connsiteY13" fmla="*/ 531673 h 607273"/>
                    <a:gd name="connsiteX14" fmla="*/ 2206 w 564656"/>
                    <a:gd name="connsiteY14" fmla="*/ 497712 h 607273"/>
                    <a:gd name="connsiteX15" fmla="*/ 1987 w 564656"/>
                    <a:gd name="connsiteY15" fmla="*/ 489741 h 607273"/>
                    <a:gd name="connsiteX16" fmla="*/ 34585 w 564656"/>
                    <a:gd name="connsiteY16" fmla="*/ 326710 h 607273"/>
                    <a:gd name="connsiteX17" fmla="*/ 142112 w 564656"/>
                    <a:gd name="connsiteY17" fmla="*/ 260755 h 607273"/>
                    <a:gd name="connsiteX18" fmla="*/ 150316 w 564656"/>
                    <a:gd name="connsiteY18" fmla="*/ 263048 h 607273"/>
                    <a:gd name="connsiteX19" fmla="*/ 207197 w 564656"/>
                    <a:gd name="connsiteY19" fmla="*/ 359360 h 607273"/>
                    <a:gd name="connsiteX20" fmla="*/ 210698 w 564656"/>
                    <a:gd name="connsiteY20" fmla="*/ 344837 h 607273"/>
                    <a:gd name="connsiteX21" fmla="*/ 217917 w 564656"/>
                    <a:gd name="connsiteY21" fmla="*/ 315790 h 607273"/>
                    <a:gd name="connsiteX22" fmla="*/ 209276 w 564656"/>
                    <a:gd name="connsiteY22" fmla="*/ 305635 h 607273"/>
                    <a:gd name="connsiteX23" fmla="*/ 202384 w 564656"/>
                    <a:gd name="connsiteY23" fmla="*/ 293842 h 607273"/>
                    <a:gd name="connsiteX24" fmla="*/ 205010 w 564656"/>
                    <a:gd name="connsiteY24" fmla="*/ 283905 h 607273"/>
                    <a:gd name="connsiteX25" fmla="*/ 228309 w 564656"/>
                    <a:gd name="connsiteY25" fmla="*/ 283359 h 607273"/>
                    <a:gd name="connsiteX26" fmla="*/ 252812 w 564656"/>
                    <a:gd name="connsiteY26" fmla="*/ 281284 h 607273"/>
                    <a:gd name="connsiteX27" fmla="*/ 256203 w 564656"/>
                    <a:gd name="connsiteY27" fmla="*/ 287290 h 607273"/>
                    <a:gd name="connsiteX28" fmla="*/ 256640 w 564656"/>
                    <a:gd name="connsiteY28" fmla="*/ 290566 h 607273"/>
                    <a:gd name="connsiteX29" fmla="*/ 250624 w 564656"/>
                    <a:gd name="connsiteY29" fmla="*/ 308037 h 607273"/>
                    <a:gd name="connsiteX30" fmla="*/ 244170 w 564656"/>
                    <a:gd name="connsiteY30" fmla="*/ 320704 h 607273"/>
                    <a:gd name="connsiteX31" fmla="*/ 249530 w 564656"/>
                    <a:gd name="connsiteY31" fmla="*/ 346911 h 607273"/>
                    <a:gd name="connsiteX32" fmla="*/ 252265 w 564656"/>
                    <a:gd name="connsiteY32" fmla="*/ 358377 h 607273"/>
                    <a:gd name="connsiteX33" fmla="*/ 312866 w 564656"/>
                    <a:gd name="connsiteY33" fmla="*/ 258899 h 607273"/>
                    <a:gd name="connsiteX34" fmla="*/ 318882 w 564656"/>
                    <a:gd name="connsiteY34" fmla="*/ 257042 h 607273"/>
                    <a:gd name="connsiteX35" fmla="*/ 321179 w 564656"/>
                    <a:gd name="connsiteY35" fmla="*/ 256496 h 607273"/>
                    <a:gd name="connsiteX36" fmla="*/ 424854 w 564656"/>
                    <a:gd name="connsiteY36" fmla="*/ 248274 h 607273"/>
                    <a:gd name="connsiteX37" fmla="*/ 464444 w 564656"/>
                    <a:gd name="connsiteY37" fmla="*/ 250240 h 607273"/>
                    <a:gd name="connsiteX38" fmla="*/ 466194 w 564656"/>
                    <a:gd name="connsiteY38" fmla="*/ 251332 h 607273"/>
                    <a:gd name="connsiteX39" fmla="*/ 470569 w 564656"/>
                    <a:gd name="connsiteY39" fmla="*/ 254609 h 607273"/>
                    <a:gd name="connsiteX40" fmla="*/ 471662 w 564656"/>
                    <a:gd name="connsiteY40" fmla="*/ 276016 h 607273"/>
                    <a:gd name="connsiteX41" fmla="*/ 536516 w 564656"/>
                    <a:gd name="connsiteY41" fmla="*/ 294364 h 607273"/>
                    <a:gd name="connsiteX42" fmla="*/ 556093 w 564656"/>
                    <a:gd name="connsiteY42" fmla="*/ 361096 h 607273"/>
                    <a:gd name="connsiteX43" fmla="*/ 553249 w 564656"/>
                    <a:gd name="connsiteY43" fmla="*/ 363935 h 607273"/>
                    <a:gd name="connsiteX44" fmla="*/ 550078 w 564656"/>
                    <a:gd name="connsiteY44" fmla="*/ 367212 h 607273"/>
                    <a:gd name="connsiteX45" fmla="*/ 505128 w 564656"/>
                    <a:gd name="connsiteY45" fmla="*/ 367103 h 607273"/>
                    <a:gd name="connsiteX46" fmla="*/ 465975 w 564656"/>
                    <a:gd name="connsiteY46" fmla="*/ 361314 h 607273"/>
                    <a:gd name="connsiteX47" fmla="*/ 464444 w 564656"/>
                    <a:gd name="connsiteY47" fmla="*/ 358038 h 607273"/>
                    <a:gd name="connsiteX48" fmla="*/ 459632 w 564656"/>
                    <a:gd name="connsiteY48" fmla="*/ 355307 h 607273"/>
                    <a:gd name="connsiteX49" fmla="*/ 459632 w 564656"/>
                    <a:gd name="connsiteY49" fmla="*/ 338925 h 607273"/>
                    <a:gd name="connsiteX50" fmla="*/ 447055 w 564656"/>
                    <a:gd name="connsiteY50" fmla="*/ 324289 h 607273"/>
                    <a:gd name="connsiteX51" fmla="*/ 426275 w 564656"/>
                    <a:gd name="connsiteY51" fmla="*/ 333573 h 607273"/>
                    <a:gd name="connsiteX52" fmla="*/ 426932 w 564656"/>
                    <a:gd name="connsiteY52" fmla="*/ 335102 h 607273"/>
                    <a:gd name="connsiteX53" fmla="*/ 531485 w 564656"/>
                    <a:gd name="connsiteY53" fmla="*/ 420400 h 607273"/>
                    <a:gd name="connsiteX54" fmla="*/ 564514 w 564656"/>
                    <a:gd name="connsiteY54" fmla="*/ 479814 h 607273"/>
                    <a:gd name="connsiteX55" fmla="*/ 472209 w 564656"/>
                    <a:gd name="connsiteY55" fmla="*/ 573960 h 607273"/>
                    <a:gd name="connsiteX56" fmla="*/ 472537 w 564656"/>
                    <a:gd name="connsiteY56" fmla="*/ 600718 h 607273"/>
                    <a:gd name="connsiteX57" fmla="*/ 466085 w 564656"/>
                    <a:gd name="connsiteY57" fmla="*/ 607271 h 607273"/>
                    <a:gd name="connsiteX58" fmla="*/ 434587 w 564656"/>
                    <a:gd name="connsiteY58" fmla="*/ 605523 h 607273"/>
                    <a:gd name="connsiteX59" fmla="*/ 420260 w 564656"/>
                    <a:gd name="connsiteY59" fmla="*/ 601045 h 607273"/>
                    <a:gd name="connsiteX60" fmla="*/ 417964 w 564656"/>
                    <a:gd name="connsiteY60" fmla="*/ 598206 h 607273"/>
                    <a:gd name="connsiteX61" fmla="*/ 416214 w 564656"/>
                    <a:gd name="connsiteY61" fmla="*/ 571884 h 607273"/>
                    <a:gd name="connsiteX62" fmla="*/ 325002 w 564656"/>
                    <a:gd name="connsiteY62" fmla="*/ 465507 h 607273"/>
                    <a:gd name="connsiteX63" fmla="*/ 329486 w 564656"/>
                    <a:gd name="connsiteY63" fmla="*/ 460374 h 607273"/>
                    <a:gd name="connsiteX64" fmla="*/ 410417 w 564656"/>
                    <a:gd name="connsiteY64" fmla="*/ 459391 h 607273"/>
                    <a:gd name="connsiteX65" fmla="*/ 416432 w 564656"/>
                    <a:gd name="connsiteY65" fmla="*/ 463214 h 607273"/>
                    <a:gd name="connsiteX66" fmla="*/ 419495 w 564656"/>
                    <a:gd name="connsiteY66" fmla="*/ 467255 h 607273"/>
                    <a:gd name="connsiteX67" fmla="*/ 444868 w 564656"/>
                    <a:gd name="connsiteY67" fmla="*/ 520116 h 607273"/>
                    <a:gd name="connsiteX68" fmla="*/ 454929 w 564656"/>
                    <a:gd name="connsiteY68" fmla="*/ 471623 h 607273"/>
                    <a:gd name="connsiteX69" fmla="*/ 373123 w 564656"/>
                    <a:gd name="connsiteY69" fmla="*/ 417779 h 607273"/>
                    <a:gd name="connsiteX70" fmla="*/ 326971 w 564656"/>
                    <a:gd name="connsiteY70" fmla="*/ 366556 h 607273"/>
                    <a:gd name="connsiteX71" fmla="*/ 415667 w 564656"/>
                    <a:gd name="connsiteY71" fmla="*/ 277326 h 607273"/>
                    <a:gd name="connsiteX72" fmla="*/ 417198 w 564656"/>
                    <a:gd name="connsiteY72" fmla="*/ 254172 h 607273"/>
                    <a:gd name="connsiteX73" fmla="*/ 422119 w 564656"/>
                    <a:gd name="connsiteY73" fmla="*/ 249476 h 607273"/>
                    <a:gd name="connsiteX74" fmla="*/ 424854 w 564656"/>
                    <a:gd name="connsiteY74" fmla="*/ 248274 h 607273"/>
                    <a:gd name="connsiteX75" fmla="*/ 215096 w 564656"/>
                    <a:gd name="connsiteY75" fmla="*/ 1184 h 607273"/>
                    <a:gd name="connsiteX76" fmla="*/ 313856 w 564656"/>
                    <a:gd name="connsiteY76" fmla="*/ 177884 h 607273"/>
                    <a:gd name="connsiteX77" fmla="*/ 218486 w 564656"/>
                    <a:gd name="connsiteY77" fmla="*/ 264268 h 607273"/>
                    <a:gd name="connsiteX78" fmla="*/ 141053 w 564656"/>
                    <a:gd name="connsiteY78" fmla="*/ 135292 h 607273"/>
                    <a:gd name="connsiteX79" fmla="*/ 215096 w 564656"/>
                    <a:gd name="connsiteY79" fmla="*/ 1184 h 607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564656" h="607273">
                      <a:moveTo>
                        <a:pt x="321179" y="256496"/>
                      </a:moveTo>
                      <a:cubicBezTo>
                        <a:pt x="334305" y="258680"/>
                        <a:pt x="350167" y="259772"/>
                        <a:pt x="361871" y="266542"/>
                      </a:cubicBezTo>
                      <a:cubicBezTo>
                        <a:pt x="363074" y="267198"/>
                        <a:pt x="363512" y="268289"/>
                        <a:pt x="363621" y="269381"/>
                      </a:cubicBezTo>
                      <a:cubicBezTo>
                        <a:pt x="364168" y="270364"/>
                        <a:pt x="363949" y="271347"/>
                        <a:pt x="363074" y="272111"/>
                      </a:cubicBezTo>
                      <a:cubicBezTo>
                        <a:pt x="362309" y="273203"/>
                        <a:pt x="361324" y="274186"/>
                        <a:pt x="359793" y="274295"/>
                      </a:cubicBezTo>
                      <a:cubicBezTo>
                        <a:pt x="359574" y="274295"/>
                        <a:pt x="359464" y="274295"/>
                        <a:pt x="359355" y="274295"/>
                      </a:cubicBezTo>
                      <a:cubicBezTo>
                        <a:pt x="300176" y="303123"/>
                        <a:pt x="286722" y="410136"/>
                        <a:pt x="358480" y="431648"/>
                      </a:cubicBezTo>
                      <a:cubicBezTo>
                        <a:pt x="366465" y="434160"/>
                        <a:pt x="363184" y="446390"/>
                        <a:pt x="354980" y="444206"/>
                      </a:cubicBezTo>
                      <a:cubicBezTo>
                        <a:pt x="354870" y="444206"/>
                        <a:pt x="354761" y="444097"/>
                        <a:pt x="354542" y="444097"/>
                      </a:cubicBezTo>
                      <a:cubicBezTo>
                        <a:pt x="339884" y="450976"/>
                        <a:pt x="322492" y="451413"/>
                        <a:pt x="306958" y="446936"/>
                      </a:cubicBezTo>
                      <a:cubicBezTo>
                        <a:pt x="306630" y="446827"/>
                        <a:pt x="306521" y="446717"/>
                        <a:pt x="306302" y="446608"/>
                      </a:cubicBezTo>
                      <a:cubicBezTo>
                        <a:pt x="305427" y="450103"/>
                        <a:pt x="308709" y="513109"/>
                        <a:pt x="308818" y="519224"/>
                      </a:cubicBezTo>
                      <a:cubicBezTo>
                        <a:pt x="308928" y="523483"/>
                        <a:pt x="305864" y="525667"/>
                        <a:pt x="302692" y="525667"/>
                      </a:cubicBezTo>
                      <a:cubicBezTo>
                        <a:pt x="302364" y="528834"/>
                        <a:pt x="300286" y="531673"/>
                        <a:pt x="296238" y="531673"/>
                      </a:cubicBezTo>
                      <a:cubicBezTo>
                        <a:pt x="201728" y="530472"/>
                        <a:pt x="88294" y="544012"/>
                        <a:pt x="2206" y="497712"/>
                      </a:cubicBezTo>
                      <a:cubicBezTo>
                        <a:pt x="-1075" y="495965"/>
                        <a:pt x="-310" y="491707"/>
                        <a:pt x="1987" y="489741"/>
                      </a:cubicBezTo>
                      <a:cubicBezTo>
                        <a:pt x="-2169" y="433832"/>
                        <a:pt x="2972" y="374757"/>
                        <a:pt x="34585" y="326710"/>
                      </a:cubicBezTo>
                      <a:cubicBezTo>
                        <a:pt x="57228" y="292531"/>
                        <a:pt x="98576" y="257042"/>
                        <a:pt x="142112" y="260755"/>
                      </a:cubicBezTo>
                      <a:cubicBezTo>
                        <a:pt x="144847" y="259554"/>
                        <a:pt x="148238" y="259881"/>
                        <a:pt x="150316" y="263048"/>
                      </a:cubicBezTo>
                      <a:cubicBezTo>
                        <a:pt x="170553" y="294278"/>
                        <a:pt x="189695" y="326492"/>
                        <a:pt x="207197" y="359360"/>
                      </a:cubicBezTo>
                      <a:cubicBezTo>
                        <a:pt x="208291" y="354446"/>
                        <a:pt x="209713" y="349641"/>
                        <a:pt x="210698" y="344837"/>
                      </a:cubicBezTo>
                      <a:cubicBezTo>
                        <a:pt x="212885" y="335118"/>
                        <a:pt x="214964" y="325290"/>
                        <a:pt x="217917" y="315790"/>
                      </a:cubicBezTo>
                      <a:cubicBezTo>
                        <a:pt x="214854" y="312623"/>
                        <a:pt x="212010" y="309129"/>
                        <a:pt x="209276" y="305635"/>
                      </a:cubicBezTo>
                      <a:cubicBezTo>
                        <a:pt x="206760" y="302141"/>
                        <a:pt x="203150" y="298209"/>
                        <a:pt x="202384" y="293842"/>
                      </a:cubicBezTo>
                      <a:cubicBezTo>
                        <a:pt x="199540" y="290456"/>
                        <a:pt x="199540" y="284887"/>
                        <a:pt x="205010" y="283905"/>
                      </a:cubicBezTo>
                      <a:cubicBezTo>
                        <a:pt x="212557" y="282594"/>
                        <a:pt x="220652" y="283905"/>
                        <a:pt x="228309" y="283359"/>
                      </a:cubicBezTo>
                      <a:cubicBezTo>
                        <a:pt x="236622" y="282813"/>
                        <a:pt x="244608" y="279864"/>
                        <a:pt x="252812" y="281284"/>
                      </a:cubicBezTo>
                      <a:cubicBezTo>
                        <a:pt x="256093" y="281830"/>
                        <a:pt x="256750" y="284669"/>
                        <a:pt x="256203" y="287290"/>
                      </a:cubicBezTo>
                      <a:cubicBezTo>
                        <a:pt x="256640" y="288273"/>
                        <a:pt x="256859" y="289474"/>
                        <a:pt x="256640" y="290566"/>
                      </a:cubicBezTo>
                      <a:cubicBezTo>
                        <a:pt x="255218" y="296572"/>
                        <a:pt x="252702" y="302250"/>
                        <a:pt x="250624" y="308037"/>
                      </a:cubicBezTo>
                      <a:cubicBezTo>
                        <a:pt x="248874" y="313169"/>
                        <a:pt x="247999" y="317210"/>
                        <a:pt x="244170" y="320704"/>
                      </a:cubicBezTo>
                      <a:cubicBezTo>
                        <a:pt x="245920" y="329440"/>
                        <a:pt x="247671" y="338176"/>
                        <a:pt x="249530" y="346911"/>
                      </a:cubicBezTo>
                      <a:cubicBezTo>
                        <a:pt x="250405" y="350733"/>
                        <a:pt x="251390" y="354555"/>
                        <a:pt x="252265" y="358377"/>
                      </a:cubicBezTo>
                      <a:cubicBezTo>
                        <a:pt x="269110" y="324089"/>
                        <a:pt x="290331" y="288709"/>
                        <a:pt x="312866" y="258899"/>
                      </a:cubicBezTo>
                      <a:cubicBezTo>
                        <a:pt x="314506" y="256715"/>
                        <a:pt x="316804" y="256496"/>
                        <a:pt x="318882" y="257042"/>
                      </a:cubicBezTo>
                      <a:cubicBezTo>
                        <a:pt x="319538" y="256715"/>
                        <a:pt x="320195" y="256387"/>
                        <a:pt x="321179" y="256496"/>
                      </a:cubicBezTo>
                      <a:close/>
                      <a:moveTo>
                        <a:pt x="424854" y="248274"/>
                      </a:moveTo>
                      <a:cubicBezTo>
                        <a:pt x="437868" y="247073"/>
                        <a:pt x="451539" y="248165"/>
                        <a:pt x="464444" y="250240"/>
                      </a:cubicBezTo>
                      <a:cubicBezTo>
                        <a:pt x="465319" y="250350"/>
                        <a:pt x="465647" y="251005"/>
                        <a:pt x="466194" y="251332"/>
                      </a:cubicBezTo>
                      <a:cubicBezTo>
                        <a:pt x="468272" y="251223"/>
                        <a:pt x="470240" y="252097"/>
                        <a:pt x="470569" y="254609"/>
                      </a:cubicBezTo>
                      <a:cubicBezTo>
                        <a:pt x="471553" y="261708"/>
                        <a:pt x="472647" y="269026"/>
                        <a:pt x="471662" y="276016"/>
                      </a:cubicBezTo>
                      <a:cubicBezTo>
                        <a:pt x="495613" y="273613"/>
                        <a:pt x="519127" y="275142"/>
                        <a:pt x="536516" y="294364"/>
                      </a:cubicBezTo>
                      <a:cubicBezTo>
                        <a:pt x="551609" y="311183"/>
                        <a:pt x="561670" y="338597"/>
                        <a:pt x="556093" y="361096"/>
                      </a:cubicBezTo>
                      <a:cubicBezTo>
                        <a:pt x="555765" y="362625"/>
                        <a:pt x="554562" y="363389"/>
                        <a:pt x="553249" y="363935"/>
                      </a:cubicBezTo>
                      <a:cubicBezTo>
                        <a:pt x="552812" y="365355"/>
                        <a:pt x="551937" y="366775"/>
                        <a:pt x="550078" y="367212"/>
                      </a:cubicBezTo>
                      <a:cubicBezTo>
                        <a:pt x="535641" y="370597"/>
                        <a:pt x="519783" y="367867"/>
                        <a:pt x="505128" y="367103"/>
                      </a:cubicBezTo>
                      <a:cubicBezTo>
                        <a:pt x="492114" y="366447"/>
                        <a:pt x="477459" y="368085"/>
                        <a:pt x="465975" y="361314"/>
                      </a:cubicBezTo>
                      <a:cubicBezTo>
                        <a:pt x="464882" y="360659"/>
                        <a:pt x="464444" y="359348"/>
                        <a:pt x="464444" y="358038"/>
                      </a:cubicBezTo>
                      <a:cubicBezTo>
                        <a:pt x="462366" y="358256"/>
                        <a:pt x="460398" y="357491"/>
                        <a:pt x="459632" y="355307"/>
                      </a:cubicBezTo>
                      <a:cubicBezTo>
                        <a:pt x="457882" y="349846"/>
                        <a:pt x="460726" y="344604"/>
                        <a:pt x="459632" y="338925"/>
                      </a:cubicBezTo>
                      <a:cubicBezTo>
                        <a:pt x="458429" y="331935"/>
                        <a:pt x="453945" y="326255"/>
                        <a:pt x="447055" y="324289"/>
                      </a:cubicBezTo>
                      <a:cubicBezTo>
                        <a:pt x="437978" y="321668"/>
                        <a:pt x="429884" y="326474"/>
                        <a:pt x="426275" y="333573"/>
                      </a:cubicBezTo>
                      <a:cubicBezTo>
                        <a:pt x="426494" y="334119"/>
                        <a:pt x="426932" y="334447"/>
                        <a:pt x="426932" y="335102"/>
                      </a:cubicBezTo>
                      <a:cubicBezTo>
                        <a:pt x="429119" y="376386"/>
                        <a:pt x="504472" y="397793"/>
                        <a:pt x="531485" y="420400"/>
                      </a:cubicBezTo>
                      <a:cubicBezTo>
                        <a:pt x="550296" y="436018"/>
                        <a:pt x="563202" y="454695"/>
                        <a:pt x="564514" y="479814"/>
                      </a:cubicBezTo>
                      <a:cubicBezTo>
                        <a:pt x="567576" y="533877"/>
                        <a:pt x="520658" y="567953"/>
                        <a:pt x="472209" y="573960"/>
                      </a:cubicBezTo>
                      <a:cubicBezTo>
                        <a:pt x="472756" y="582915"/>
                        <a:pt x="472537" y="591871"/>
                        <a:pt x="472537" y="600718"/>
                      </a:cubicBezTo>
                      <a:cubicBezTo>
                        <a:pt x="472647" y="604213"/>
                        <a:pt x="469584" y="607380"/>
                        <a:pt x="466085" y="607271"/>
                      </a:cubicBezTo>
                      <a:cubicBezTo>
                        <a:pt x="455585" y="606943"/>
                        <a:pt x="445086" y="606615"/>
                        <a:pt x="434587" y="605523"/>
                      </a:cubicBezTo>
                      <a:cubicBezTo>
                        <a:pt x="429775" y="605086"/>
                        <a:pt x="423322" y="605196"/>
                        <a:pt x="420260" y="601045"/>
                      </a:cubicBezTo>
                      <a:cubicBezTo>
                        <a:pt x="419276" y="600390"/>
                        <a:pt x="418401" y="599516"/>
                        <a:pt x="417964" y="598206"/>
                      </a:cubicBezTo>
                      <a:cubicBezTo>
                        <a:pt x="414901" y="590124"/>
                        <a:pt x="415011" y="580731"/>
                        <a:pt x="416214" y="571884"/>
                      </a:cubicBezTo>
                      <a:cubicBezTo>
                        <a:pt x="363827" y="572758"/>
                        <a:pt x="307613" y="520662"/>
                        <a:pt x="325002" y="465507"/>
                      </a:cubicBezTo>
                      <a:cubicBezTo>
                        <a:pt x="325002" y="462886"/>
                        <a:pt x="326534" y="460265"/>
                        <a:pt x="329486" y="460374"/>
                      </a:cubicBezTo>
                      <a:cubicBezTo>
                        <a:pt x="356719" y="461903"/>
                        <a:pt x="383404" y="462121"/>
                        <a:pt x="410417" y="459391"/>
                      </a:cubicBezTo>
                      <a:cubicBezTo>
                        <a:pt x="413808" y="459063"/>
                        <a:pt x="415776" y="460811"/>
                        <a:pt x="416432" y="463214"/>
                      </a:cubicBezTo>
                      <a:cubicBezTo>
                        <a:pt x="418182" y="463869"/>
                        <a:pt x="419604" y="465179"/>
                        <a:pt x="419495" y="467255"/>
                      </a:cubicBezTo>
                      <a:cubicBezTo>
                        <a:pt x="419276" y="483637"/>
                        <a:pt x="418401" y="522628"/>
                        <a:pt x="444868" y="520116"/>
                      </a:cubicBezTo>
                      <a:cubicBezTo>
                        <a:pt x="467288" y="518040"/>
                        <a:pt x="459851" y="487569"/>
                        <a:pt x="454929" y="471623"/>
                      </a:cubicBezTo>
                      <a:cubicBezTo>
                        <a:pt x="431087" y="446503"/>
                        <a:pt x="403199" y="435691"/>
                        <a:pt x="373123" y="417779"/>
                      </a:cubicBezTo>
                      <a:cubicBezTo>
                        <a:pt x="353110" y="405765"/>
                        <a:pt x="333533" y="389929"/>
                        <a:pt x="326971" y="366556"/>
                      </a:cubicBezTo>
                      <a:cubicBezTo>
                        <a:pt x="311441" y="310637"/>
                        <a:pt x="368093" y="278091"/>
                        <a:pt x="415667" y="277326"/>
                      </a:cubicBezTo>
                      <a:cubicBezTo>
                        <a:pt x="413917" y="269899"/>
                        <a:pt x="415448" y="261162"/>
                        <a:pt x="417198" y="254172"/>
                      </a:cubicBezTo>
                      <a:cubicBezTo>
                        <a:pt x="417964" y="251223"/>
                        <a:pt x="419932" y="249803"/>
                        <a:pt x="422119" y="249476"/>
                      </a:cubicBezTo>
                      <a:cubicBezTo>
                        <a:pt x="422885" y="248930"/>
                        <a:pt x="423760" y="248274"/>
                        <a:pt x="424854" y="248274"/>
                      </a:cubicBezTo>
                      <a:close/>
                      <a:moveTo>
                        <a:pt x="215096" y="1184"/>
                      </a:moveTo>
                      <a:cubicBezTo>
                        <a:pt x="316918" y="-12467"/>
                        <a:pt x="342401" y="94667"/>
                        <a:pt x="313856" y="177884"/>
                      </a:cubicBezTo>
                      <a:cubicBezTo>
                        <a:pt x="300841" y="226918"/>
                        <a:pt x="266171" y="276499"/>
                        <a:pt x="218486" y="264268"/>
                      </a:cubicBezTo>
                      <a:cubicBezTo>
                        <a:pt x="165770" y="256623"/>
                        <a:pt x="146521" y="182907"/>
                        <a:pt x="141053" y="135292"/>
                      </a:cubicBezTo>
                      <a:cubicBezTo>
                        <a:pt x="134163" y="75118"/>
                        <a:pt x="144553" y="10576"/>
                        <a:pt x="215096" y="11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19" name="îSlîḍé"/>
              <p:cNvSpPr txBox="1"/>
              <p:nvPr/>
            </p:nvSpPr>
            <p:spPr>
              <a:xfrm>
                <a:off x="8617217" y="4885680"/>
                <a:ext cx="1130424" cy="38692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/>
                  <a:t>Text</a:t>
                </a:r>
                <a:endParaRPr lang="zh-CN" altLang="en-US" sz="1400" b="1" dirty="0"/>
              </a:p>
            </p:txBody>
          </p:sp>
          <p:sp>
            <p:nvSpPr>
              <p:cNvPr id="20" name="iŝļíḓè"/>
              <p:cNvSpPr txBox="1"/>
              <p:nvPr/>
            </p:nvSpPr>
            <p:spPr>
              <a:xfrm>
                <a:off x="8617217" y="1989001"/>
                <a:ext cx="1130424" cy="38692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/>
                  <a:t>Text</a:t>
                </a:r>
                <a:endParaRPr lang="zh-CN" altLang="en-US" sz="1400" b="1" dirty="0"/>
              </a:p>
            </p:txBody>
          </p:sp>
          <p:sp>
            <p:nvSpPr>
              <p:cNvPr id="21" name="i$ḻïḓe"/>
              <p:cNvSpPr txBox="1"/>
              <p:nvPr/>
            </p:nvSpPr>
            <p:spPr>
              <a:xfrm>
                <a:off x="10370549" y="2893316"/>
                <a:ext cx="1130424" cy="38692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400" b="1" dirty="0"/>
                  <a:t>Text</a:t>
                </a:r>
                <a:endParaRPr lang="zh-CN" altLang="en-US" sz="1400" b="1" dirty="0"/>
              </a:p>
            </p:txBody>
          </p:sp>
          <p:sp>
            <p:nvSpPr>
              <p:cNvPr id="22" name="íşľiḓè"/>
              <p:cNvSpPr txBox="1"/>
              <p:nvPr/>
            </p:nvSpPr>
            <p:spPr>
              <a:xfrm>
                <a:off x="10370549" y="3949854"/>
                <a:ext cx="1130424" cy="38692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r>
                  <a:rPr lang="en-US" altLang="zh-CN" sz="1400" b="1" dirty="0"/>
                  <a:t>Text</a:t>
                </a:r>
                <a:endParaRPr lang="zh-CN" altLang="en-US" sz="1400" b="1" dirty="0"/>
              </a:p>
            </p:txBody>
          </p:sp>
          <p:sp>
            <p:nvSpPr>
              <p:cNvPr id="23" name="iṥḻiḍe"/>
              <p:cNvSpPr txBox="1"/>
              <p:nvPr/>
            </p:nvSpPr>
            <p:spPr>
              <a:xfrm>
                <a:off x="6894852" y="2893316"/>
                <a:ext cx="1130424" cy="38692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/>
                <a:r>
                  <a:rPr lang="en-US" altLang="zh-CN" sz="1400" b="1" dirty="0"/>
                  <a:t>Text</a:t>
                </a:r>
                <a:endParaRPr lang="zh-CN" altLang="en-US" sz="1400" b="1" dirty="0"/>
              </a:p>
            </p:txBody>
          </p:sp>
          <p:grpSp>
            <p:nvGrpSpPr>
              <p:cNvPr id="24" name="išlîḓé"/>
              <p:cNvGrpSpPr/>
              <p:nvPr/>
            </p:nvGrpSpPr>
            <p:grpSpPr>
              <a:xfrm>
                <a:off x="9777694" y="2857547"/>
                <a:ext cx="522378" cy="522378"/>
                <a:chOff x="9777694" y="2857547"/>
                <a:chExt cx="522378" cy="522378"/>
              </a:xfrm>
            </p:grpSpPr>
            <p:sp>
              <p:nvSpPr>
                <p:cNvPr id="32" name="íṥḻídé"/>
                <p:cNvSpPr/>
                <p:nvPr/>
              </p:nvSpPr>
              <p:spPr>
                <a:xfrm>
                  <a:off x="9777694" y="2857547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dirty="0"/>
                </a:p>
              </p:txBody>
            </p:sp>
            <p:sp>
              <p:nvSpPr>
                <p:cNvPr id="33" name="ïṥḷîḑè" title="KX5mFN1GYRkYNZj"/>
                <p:cNvSpPr/>
                <p:nvPr/>
              </p:nvSpPr>
              <p:spPr bwMode="auto">
                <a:xfrm>
                  <a:off x="9904474" y="2972448"/>
                  <a:ext cx="272046" cy="292579"/>
                </a:xfrm>
                <a:custGeom>
                  <a:avLst/>
                  <a:gdLst>
                    <a:gd name="connsiteX0" fmla="*/ 321179 w 564656"/>
                    <a:gd name="connsiteY0" fmla="*/ 256496 h 607273"/>
                    <a:gd name="connsiteX1" fmla="*/ 361871 w 564656"/>
                    <a:gd name="connsiteY1" fmla="*/ 266542 h 607273"/>
                    <a:gd name="connsiteX2" fmla="*/ 363621 w 564656"/>
                    <a:gd name="connsiteY2" fmla="*/ 269381 h 607273"/>
                    <a:gd name="connsiteX3" fmla="*/ 363074 w 564656"/>
                    <a:gd name="connsiteY3" fmla="*/ 272111 h 607273"/>
                    <a:gd name="connsiteX4" fmla="*/ 359793 w 564656"/>
                    <a:gd name="connsiteY4" fmla="*/ 274295 h 607273"/>
                    <a:gd name="connsiteX5" fmla="*/ 359355 w 564656"/>
                    <a:gd name="connsiteY5" fmla="*/ 274295 h 607273"/>
                    <a:gd name="connsiteX6" fmla="*/ 358480 w 564656"/>
                    <a:gd name="connsiteY6" fmla="*/ 431648 h 607273"/>
                    <a:gd name="connsiteX7" fmla="*/ 354980 w 564656"/>
                    <a:gd name="connsiteY7" fmla="*/ 444206 h 607273"/>
                    <a:gd name="connsiteX8" fmla="*/ 354542 w 564656"/>
                    <a:gd name="connsiteY8" fmla="*/ 444097 h 607273"/>
                    <a:gd name="connsiteX9" fmla="*/ 306958 w 564656"/>
                    <a:gd name="connsiteY9" fmla="*/ 446936 h 607273"/>
                    <a:gd name="connsiteX10" fmla="*/ 306302 w 564656"/>
                    <a:gd name="connsiteY10" fmla="*/ 446608 h 607273"/>
                    <a:gd name="connsiteX11" fmla="*/ 308818 w 564656"/>
                    <a:gd name="connsiteY11" fmla="*/ 519224 h 607273"/>
                    <a:gd name="connsiteX12" fmla="*/ 302692 w 564656"/>
                    <a:gd name="connsiteY12" fmla="*/ 525667 h 607273"/>
                    <a:gd name="connsiteX13" fmla="*/ 296238 w 564656"/>
                    <a:gd name="connsiteY13" fmla="*/ 531673 h 607273"/>
                    <a:gd name="connsiteX14" fmla="*/ 2206 w 564656"/>
                    <a:gd name="connsiteY14" fmla="*/ 497712 h 607273"/>
                    <a:gd name="connsiteX15" fmla="*/ 1987 w 564656"/>
                    <a:gd name="connsiteY15" fmla="*/ 489741 h 607273"/>
                    <a:gd name="connsiteX16" fmla="*/ 34585 w 564656"/>
                    <a:gd name="connsiteY16" fmla="*/ 326710 h 607273"/>
                    <a:gd name="connsiteX17" fmla="*/ 142112 w 564656"/>
                    <a:gd name="connsiteY17" fmla="*/ 260755 h 607273"/>
                    <a:gd name="connsiteX18" fmla="*/ 150316 w 564656"/>
                    <a:gd name="connsiteY18" fmla="*/ 263048 h 607273"/>
                    <a:gd name="connsiteX19" fmla="*/ 207197 w 564656"/>
                    <a:gd name="connsiteY19" fmla="*/ 359360 h 607273"/>
                    <a:gd name="connsiteX20" fmla="*/ 210698 w 564656"/>
                    <a:gd name="connsiteY20" fmla="*/ 344837 h 607273"/>
                    <a:gd name="connsiteX21" fmla="*/ 217917 w 564656"/>
                    <a:gd name="connsiteY21" fmla="*/ 315790 h 607273"/>
                    <a:gd name="connsiteX22" fmla="*/ 209276 w 564656"/>
                    <a:gd name="connsiteY22" fmla="*/ 305635 h 607273"/>
                    <a:gd name="connsiteX23" fmla="*/ 202384 w 564656"/>
                    <a:gd name="connsiteY23" fmla="*/ 293842 h 607273"/>
                    <a:gd name="connsiteX24" fmla="*/ 205010 w 564656"/>
                    <a:gd name="connsiteY24" fmla="*/ 283905 h 607273"/>
                    <a:gd name="connsiteX25" fmla="*/ 228309 w 564656"/>
                    <a:gd name="connsiteY25" fmla="*/ 283359 h 607273"/>
                    <a:gd name="connsiteX26" fmla="*/ 252812 w 564656"/>
                    <a:gd name="connsiteY26" fmla="*/ 281284 h 607273"/>
                    <a:gd name="connsiteX27" fmla="*/ 256203 w 564656"/>
                    <a:gd name="connsiteY27" fmla="*/ 287290 h 607273"/>
                    <a:gd name="connsiteX28" fmla="*/ 256640 w 564656"/>
                    <a:gd name="connsiteY28" fmla="*/ 290566 h 607273"/>
                    <a:gd name="connsiteX29" fmla="*/ 250624 w 564656"/>
                    <a:gd name="connsiteY29" fmla="*/ 308037 h 607273"/>
                    <a:gd name="connsiteX30" fmla="*/ 244170 w 564656"/>
                    <a:gd name="connsiteY30" fmla="*/ 320704 h 607273"/>
                    <a:gd name="connsiteX31" fmla="*/ 249530 w 564656"/>
                    <a:gd name="connsiteY31" fmla="*/ 346911 h 607273"/>
                    <a:gd name="connsiteX32" fmla="*/ 252265 w 564656"/>
                    <a:gd name="connsiteY32" fmla="*/ 358377 h 607273"/>
                    <a:gd name="connsiteX33" fmla="*/ 312866 w 564656"/>
                    <a:gd name="connsiteY33" fmla="*/ 258899 h 607273"/>
                    <a:gd name="connsiteX34" fmla="*/ 318882 w 564656"/>
                    <a:gd name="connsiteY34" fmla="*/ 257042 h 607273"/>
                    <a:gd name="connsiteX35" fmla="*/ 321179 w 564656"/>
                    <a:gd name="connsiteY35" fmla="*/ 256496 h 607273"/>
                    <a:gd name="connsiteX36" fmla="*/ 424854 w 564656"/>
                    <a:gd name="connsiteY36" fmla="*/ 248274 h 607273"/>
                    <a:gd name="connsiteX37" fmla="*/ 464444 w 564656"/>
                    <a:gd name="connsiteY37" fmla="*/ 250240 h 607273"/>
                    <a:gd name="connsiteX38" fmla="*/ 466194 w 564656"/>
                    <a:gd name="connsiteY38" fmla="*/ 251332 h 607273"/>
                    <a:gd name="connsiteX39" fmla="*/ 470569 w 564656"/>
                    <a:gd name="connsiteY39" fmla="*/ 254609 h 607273"/>
                    <a:gd name="connsiteX40" fmla="*/ 471662 w 564656"/>
                    <a:gd name="connsiteY40" fmla="*/ 276016 h 607273"/>
                    <a:gd name="connsiteX41" fmla="*/ 536516 w 564656"/>
                    <a:gd name="connsiteY41" fmla="*/ 294364 h 607273"/>
                    <a:gd name="connsiteX42" fmla="*/ 556093 w 564656"/>
                    <a:gd name="connsiteY42" fmla="*/ 361096 h 607273"/>
                    <a:gd name="connsiteX43" fmla="*/ 553249 w 564656"/>
                    <a:gd name="connsiteY43" fmla="*/ 363935 h 607273"/>
                    <a:gd name="connsiteX44" fmla="*/ 550078 w 564656"/>
                    <a:gd name="connsiteY44" fmla="*/ 367212 h 607273"/>
                    <a:gd name="connsiteX45" fmla="*/ 505128 w 564656"/>
                    <a:gd name="connsiteY45" fmla="*/ 367103 h 607273"/>
                    <a:gd name="connsiteX46" fmla="*/ 465975 w 564656"/>
                    <a:gd name="connsiteY46" fmla="*/ 361314 h 607273"/>
                    <a:gd name="connsiteX47" fmla="*/ 464444 w 564656"/>
                    <a:gd name="connsiteY47" fmla="*/ 358038 h 607273"/>
                    <a:gd name="connsiteX48" fmla="*/ 459632 w 564656"/>
                    <a:gd name="connsiteY48" fmla="*/ 355307 h 607273"/>
                    <a:gd name="connsiteX49" fmla="*/ 459632 w 564656"/>
                    <a:gd name="connsiteY49" fmla="*/ 338925 h 607273"/>
                    <a:gd name="connsiteX50" fmla="*/ 447055 w 564656"/>
                    <a:gd name="connsiteY50" fmla="*/ 324289 h 607273"/>
                    <a:gd name="connsiteX51" fmla="*/ 426275 w 564656"/>
                    <a:gd name="connsiteY51" fmla="*/ 333573 h 607273"/>
                    <a:gd name="connsiteX52" fmla="*/ 426932 w 564656"/>
                    <a:gd name="connsiteY52" fmla="*/ 335102 h 607273"/>
                    <a:gd name="connsiteX53" fmla="*/ 531485 w 564656"/>
                    <a:gd name="connsiteY53" fmla="*/ 420400 h 607273"/>
                    <a:gd name="connsiteX54" fmla="*/ 564514 w 564656"/>
                    <a:gd name="connsiteY54" fmla="*/ 479814 h 607273"/>
                    <a:gd name="connsiteX55" fmla="*/ 472209 w 564656"/>
                    <a:gd name="connsiteY55" fmla="*/ 573960 h 607273"/>
                    <a:gd name="connsiteX56" fmla="*/ 472537 w 564656"/>
                    <a:gd name="connsiteY56" fmla="*/ 600718 h 607273"/>
                    <a:gd name="connsiteX57" fmla="*/ 466085 w 564656"/>
                    <a:gd name="connsiteY57" fmla="*/ 607271 h 607273"/>
                    <a:gd name="connsiteX58" fmla="*/ 434587 w 564656"/>
                    <a:gd name="connsiteY58" fmla="*/ 605523 h 607273"/>
                    <a:gd name="connsiteX59" fmla="*/ 420260 w 564656"/>
                    <a:gd name="connsiteY59" fmla="*/ 601045 h 607273"/>
                    <a:gd name="connsiteX60" fmla="*/ 417964 w 564656"/>
                    <a:gd name="connsiteY60" fmla="*/ 598206 h 607273"/>
                    <a:gd name="connsiteX61" fmla="*/ 416214 w 564656"/>
                    <a:gd name="connsiteY61" fmla="*/ 571884 h 607273"/>
                    <a:gd name="connsiteX62" fmla="*/ 325002 w 564656"/>
                    <a:gd name="connsiteY62" fmla="*/ 465507 h 607273"/>
                    <a:gd name="connsiteX63" fmla="*/ 329486 w 564656"/>
                    <a:gd name="connsiteY63" fmla="*/ 460374 h 607273"/>
                    <a:gd name="connsiteX64" fmla="*/ 410417 w 564656"/>
                    <a:gd name="connsiteY64" fmla="*/ 459391 h 607273"/>
                    <a:gd name="connsiteX65" fmla="*/ 416432 w 564656"/>
                    <a:gd name="connsiteY65" fmla="*/ 463214 h 607273"/>
                    <a:gd name="connsiteX66" fmla="*/ 419495 w 564656"/>
                    <a:gd name="connsiteY66" fmla="*/ 467255 h 607273"/>
                    <a:gd name="connsiteX67" fmla="*/ 444868 w 564656"/>
                    <a:gd name="connsiteY67" fmla="*/ 520116 h 607273"/>
                    <a:gd name="connsiteX68" fmla="*/ 454929 w 564656"/>
                    <a:gd name="connsiteY68" fmla="*/ 471623 h 607273"/>
                    <a:gd name="connsiteX69" fmla="*/ 373123 w 564656"/>
                    <a:gd name="connsiteY69" fmla="*/ 417779 h 607273"/>
                    <a:gd name="connsiteX70" fmla="*/ 326971 w 564656"/>
                    <a:gd name="connsiteY70" fmla="*/ 366556 h 607273"/>
                    <a:gd name="connsiteX71" fmla="*/ 415667 w 564656"/>
                    <a:gd name="connsiteY71" fmla="*/ 277326 h 607273"/>
                    <a:gd name="connsiteX72" fmla="*/ 417198 w 564656"/>
                    <a:gd name="connsiteY72" fmla="*/ 254172 h 607273"/>
                    <a:gd name="connsiteX73" fmla="*/ 422119 w 564656"/>
                    <a:gd name="connsiteY73" fmla="*/ 249476 h 607273"/>
                    <a:gd name="connsiteX74" fmla="*/ 424854 w 564656"/>
                    <a:gd name="connsiteY74" fmla="*/ 248274 h 607273"/>
                    <a:gd name="connsiteX75" fmla="*/ 215096 w 564656"/>
                    <a:gd name="connsiteY75" fmla="*/ 1184 h 607273"/>
                    <a:gd name="connsiteX76" fmla="*/ 313856 w 564656"/>
                    <a:gd name="connsiteY76" fmla="*/ 177884 h 607273"/>
                    <a:gd name="connsiteX77" fmla="*/ 218486 w 564656"/>
                    <a:gd name="connsiteY77" fmla="*/ 264268 h 607273"/>
                    <a:gd name="connsiteX78" fmla="*/ 141053 w 564656"/>
                    <a:gd name="connsiteY78" fmla="*/ 135292 h 607273"/>
                    <a:gd name="connsiteX79" fmla="*/ 215096 w 564656"/>
                    <a:gd name="connsiteY79" fmla="*/ 1184 h 607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564656" h="607273">
                      <a:moveTo>
                        <a:pt x="321179" y="256496"/>
                      </a:moveTo>
                      <a:cubicBezTo>
                        <a:pt x="334305" y="258680"/>
                        <a:pt x="350167" y="259772"/>
                        <a:pt x="361871" y="266542"/>
                      </a:cubicBezTo>
                      <a:cubicBezTo>
                        <a:pt x="363074" y="267198"/>
                        <a:pt x="363512" y="268289"/>
                        <a:pt x="363621" y="269381"/>
                      </a:cubicBezTo>
                      <a:cubicBezTo>
                        <a:pt x="364168" y="270364"/>
                        <a:pt x="363949" y="271347"/>
                        <a:pt x="363074" y="272111"/>
                      </a:cubicBezTo>
                      <a:cubicBezTo>
                        <a:pt x="362309" y="273203"/>
                        <a:pt x="361324" y="274186"/>
                        <a:pt x="359793" y="274295"/>
                      </a:cubicBezTo>
                      <a:cubicBezTo>
                        <a:pt x="359574" y="274295"/>
                        <a:pt x="359464" y="274295"/>
                        <a:pt x="359355" y="274295"/>
                      </a:cubicBezTo>
                      <a:cubicBezTo>
                        <a:pt x="300176" y="303123"/>
                        <a:pt x="286722" y="410136"/>
                        <a:pt x="358480" y="431648"/>
                      </a:cubicBezTo>
                      <a:cubicBezTo>
                        <a:pt x="366465" y="434160"/>
                        <a:pt x="363184" y="446390"/>
                        <a:pt x="354980" y="444206"/>
                      </a:cubicBezTo>
                      <a:cubicBezTo>
                        <a:pt x="354870" y="444206"/>
                        <a:pt x="354761" y="444097"/>
                        <a:pt x="354542" y="444097"/>
                      </a:cubicBezTo>
                      <a:cubicBezTo>
                        <a:pt x="339884" y="450976"/>
                        <a:pt x="322492" y="451413"/>
                        <a:pt x="306958" y="446936"/>
                      </a:cubicBezTo>
                      <a:cubicBezTo>
                        <a:pt x="306630" y="446827"/>
                        <a:pt x="306521" y="446717"/>
                        <a:pt x="306302" y="446608"/>
                      </a:cubicBezTo>
                      <a:cubicBezTo>
                        <a:pt x="305427" y="450103"/>
                        <a:pt x="308709" y="513109"/>
                        <a:pt x="308818" y="519224"/>
                      </a:cubicBezTo>
                      <a:cubicBezTo>
                        <a:pt x="308928" y="523483"/>
                        <a:pt x="305864" y="525667"/>
                        <a:pt x="302692" y="525667"/>
                      </a:cubicBezTo>
                      <a:cubicBezTo>
                        <a:pt x="302364" y="528834"/>
                        <a:pt x="300286" y="531673"/>
                        <a:pt x="296238" y="531673"/>
                      </a:cubicBezTo>
                      <a:cubicBezTo>
                        <a:pt x="201728" y="530472"/>
                        <a:pt x="88294" y="544012"/>
                        <a:pt x="2206" y="497712"/>
                      </a:cubicBezTo>
                      <a:cubicBezTo>
                        <a:pt x="-1075" y="495965"/>
                        <a:pt x="-310" y="491707"/>
                        <a:pt x="1987" y="489741"/>
                      </a:cubicBezTo>
                      <a:cubicBezTo>
                        <a:pt x="-2169" y="433832"/>
                        <a:pt x="2972" y="374757"/>
                        <a:pt x="34585" y="326710"/>
                      </a:cubicBezTo>
                      <a:cubicBezTo>
                        <a:pt x="57228" y="292531"/>
                        <a:pt x="98576" y="257042"/>
                        <a:pt x="142112" y="260755"/>
                      </a:cubicBezTo>
                      <a:cubicBezTo>
                        <a:pt x="144847" y="259554"/>
                        <a:pt x="148238" y="259881"/>
                        <a:pt x="150316" y="263048"/>
                      </a:cubicBezTo>
                      <a:cubicBezTo>
                        <a:pt x="170553" y="294278"/>
                        <a:pt x="189695" y="326492"/>
                        <a:pt x="207197" y="359360"/>
                      </a:cubicBezTo>
                      <a:cubicBezTo>
                        <a:pt x="208291" y="354446"/>
                        <a:pt x="209713" y="349641"/>
                        <a:pt x="210698" y="344837"/>
                      </a:cubicBezTo>
                      <a:cubicBezTo>
                        <a:pt x="212885" y="335118"/>
                        <a:pt x="214964" y="325290"/>
                        <a:pt x="217917" y="315790"/>
                      </a:cubicBezTo>
                      <a:cubicBezTo>
                        <a:pt x="214854" y="312623"/>
                        <a:pt x="212010" y="309129"/>
                        <a:pt x="209276" y="305635"/>
                      </a:cubicBezTo>
                      <a:cubicBezTo>
                        <a:pt x="206760" y="302141"/>
                        <a:pt x="203150" y="298209"/>
                        <a:pt x="202384" y="293842"/>
                      </a:cubicBezTo>
                      <a:cubicBezTo>
                        <a:pt x="199540" y="290456"/>
                        <a:pt x="199540" y="284887"/>
                        <a:pt x="205010" y="283905"/>
                      </a:cubicBezTo>
                      <a:cubicBezTo>
                        <a:pt x="212557" y="282594"/>
                        <a:pt x="220652" y="283905"/>
                        <a:pt x="228309" y="283359"/>
                      </a:cubicBezTo>
                      <a:cubicBezTo>
                        <a:pt x="236622" y="282813"/>
                        <a:pt x="244608" y="279864"/>
                        <a:pt x="252812" y="281284"/>
                      </a:cubicBezTo>
                      <a:cubicBezTo>
                        <a:pt x="256093" y="281830"/>
                        <a:pt x="256750" y="284669"/>
                        <a:pt x="256203" y="287290"/>
                      </a:cubicBezTo>
                      <a:cubicBezTo>
                        <a:pt x="256640" y="288273"/>
                        <a:pt x="256859" y="289474"/>
                        <a:pt x="256640" y="290566"/>
                      </a:cubicBezTo>
                      <a:cubicBezTo>
                        <a:pt x="255218" y="296572"/>
                        <a:pt x="252702" y="302250"/>
                        <a:pt x="250624" y="308037"/>
                      </a:cubicBezTo>
                      <a:cubicBezTo>
                        <a:pt x="248874" y="313169"/>
                        <a:pt x="247999" y="317210"/>
                        <a:pt x="244170" y="320704"/>
                      </a:cubicBezTo>
                      <a:cubicBezTo>
                        <a:pt x="245920" y="329440"/>
                        <a:pt x="247671" y="338176"/>
                        <a:pt x="249530" y="346911"/>
                      </a:cubicBezTo>
                      <a:cubicBezTo>
                        <a:pt x="250405" y="350733"/>
                        <a:pt x="251390" y="354555"/>
                        <a:pt x="252265" y="358377"/>
                      </a:cubicBezTo>
                      <a:cubicBezTo>
                        <a:pt x="269110" y="324089"/>
                        <a:pt x="290331" y="288709"/>
                        <a:pt x="312866" y="258899"/>
                      </a:cubicBezTo>
                      <a:cubicBezTo>
                        <a:pt x="314506" y="256715"/>
                        <a:pt x="316804" y="256496"/>
                        <a:pt x="318882" y="257042"/>
                      </a:cubicBezTo>
                      <a:cubicBezTo>
                        <a:pt x="319538" y="256715"/>
                        <a:pt x="320195" y="256387"/>
                        <a:pt x="321179" y="256496"/>
                      </a:cubicBezTo>
                      <a:close/>
                      <a:moveTo>
                        <a:pt x="424854" y="248274"/>
                      </a:moveTo>
                      <a:cubicBezTo>
                        <a:pt x="437868" y="247073"/>
                        <a:pt x="451539" y="248165"/>
                        <a:pt x="464444" y="250240"/>
                      </a:cubicBezTo>
                      <a:cubicBezTo>
                        <a:pt x="465319" y="250350"/>
                        <a:pt x="465647" y="251005"/>
                        <a:pt x="466194" y="251332"/>
                      </a:cubicBezTo>
                      <a:cubicBezTo>
                        <a:pt x="468272" y="251223"/>
                        <a:pt x="470240" y="252097"/>
                        <a:pt x="470569" y="254609"/>
                      </a:cubicBezTo>
                      <a:cubicBezTo>
                        <a:pt x="471553" y="261708"/>
                        <a:pt x="472647" y="269026"/>
                        <a:pt x="471662" y="276016"/>
                      </a:cubicBezTo>
                      <a:cubicBezTo>
                        <a:pt x="495613" y="273613"/>
                        <a:pt x="519127" y="275142"/>
                        <a:pt x="536516" y="294364"/>
                      </a:cubicBezTo>
                      <a:cubicBezTo>
                        <a:pt x="551609" y="311183"/>
                        <a:pt x="561670" y="338597"/>
                        <a:pt x="556093" y="361096"/>
                      </a:cubicBezTo>
                      <a:cubicBezTo>
                        <a:pt x="555765" y="362625"/>
                        <a:pt x="554562" y="363389"/>
                        <a:pt x="553249" y="363935"/>
                      </a:cubicBezTo>
                      <a:cubicBezTo>
                        <a:pt x="552812" y="365355"/>
                        <a:pt x="551937" y="366775"/>
                        <a:pt x="550078" y="367212"/>
                      </a:cubicBezTo>
                      <a:cubicBezTo>
                        <a:pt x="535641" y="370597"/>
                        <a:pt x="519783" y="367867"/>
                        <a:pt x="505128" y="367103"/>
                      </a:cubicBezTo>
                      <a:cubicBezTo>
                        <a:pt x="492114" y="366447"/>
                        <a:pt x="477459" y="368085"/>
                        <a:pt x="465975" y="361314"/>
                      </a:cubicBezTo>
                      <a:cubicBezTo>
                        <a:pt x="464882" y="360659"/>
                        <a:pt x="464444" y="359348"/>
                        <a:pt x="464444" y="358038"/>
                      </a:cubicBezTo>
                      <a:cubicBezTo>
                        <a:pt x="462366" y="358256"/>
                        <a:pt x="460398" y="357491"/>
                        <a:pt x="459632" y="355307"/>
                      </a:cubicBezTo>
                      <a:cubicBezTo>
                        <a:pt x="457882" y="349846"/>
                        <a:pt x="460726" y="344604"/>
                        <a:pt x="459632" y="338925"/>
                      </a:cubicBezTo>
                      <a:cubicBezTo>
                        <a:pt x="458429" y="331935"/>
                        <a:pt x="453945" y="326255"/>
                        <a:pt x="447055" y="324289"/>
                      </a:cubicBezTo>
                      <a:cubicBezTo>
                        <a:pt x="437978" y="321668"/>
                        <a:pt x="429884" y="326474"/>
                        <a:pt x="426275" y="333573"/>
                      </a:cubicBezTo>
                      <a:cubicBezTo>
                        <a:pt x="426494" y="334119"/>
                        <a:pt x="426932" y="334447"/>
                        <a:pt x="426932" y="335102"/>
                      </a:cubicBezTo>
                      <a:cubicBezTo>
                        <a:pt x="429119" y="376386"/>
                        <a:pt x="504472" y="397793"/>
                        <a:pt x="531485" y="420400"/>
                      </a:cubicBezTo>
                      <a:cubicBezTo>
                        <a:pt x="550296" y="436018"/>
                        <a:pt x="563202" y="454695"/>
                        <a:pt x="564514" y="479814"/>
                      </a:cubicBezTo>
                      <a:cubicBezTo>
                        <a:pt x="567576" y="533877"/>
                        <a:pt x="520658" y="567953"/>
                        <a:pt x="472209" y="573960"/>
                      </a:cubicBezTo>
                      <a:cubicBezTo>
                        <a:pt x="472756" y="582915"/>
                        <a:pt x="472537" y="591871"/>
                        <a:pt x="472537" y="600718"/>
                      </a:cubicBezTo>
                      <a:cubicBezTo>
                        <a:pt x="472647" y="604213"/>
                        <a:pt x="469584" y="607380"/>
                        <a:pt x="466085" y="607271"/>
                      </a:cubicBezTo>
                      <a:cubicBezTo>
                        <a:pt x="455585" y="606943"/>
                        <a:pt x="445086" y="606615"/>
                        <a:pt x="434587" y="605523"/>
                      </a:cubicBezTo>
                      <a:cubicBezTo>
                        <a:pt x="429775" y="605086"/>
                        <a:pt x="423322" y="605196"/>
                        <a:pt x="420260" y="601045"/>
                      </a:cubicBezTo>
                      <a:cubicBezTo>
                        <a:pt x="419276" y="600390"/>
                        <a:pt x="418401" y="599516"/>
                        <a:pt x="417964" y="598206"/>
                      </a:cubicBezTo>
                      <a:cubicBezTo>
                        <a:pt x="414901" y="590124"/>
                        <a:pt x="415011" y="580731"/>
                        <a:pt x="416214" y="571884"/>
                      </a:cubicBezTo>
                      <a:cubicBezTo>
                        <a:pt x="363827" y="572758"/>
                        <a:pt x="307613" y="520662"/>
                        <a:pt x="325002" y="465507"/>
                      </a:cubicBezTo>
                      <a:cubicBezTo>
                        <a:pt x="325002" y="462886"/>
                        <a:pt x="326534" y="460265"/>
                        <a:pt x="329486" y="460374"/>
                      </a:cubicBezTo>
                      <a:cubicBezTo>
                        <a:pt x="356719" y="461903"/>
                        <a:pt x="383404" y="462121"/>
                        <a:pt x="410417" y="459391"/>
                      </a:cubicBezTo>
                      <a:cubicBezTo>
                        <a:pt x="413808" y="459063"/>
                        <a:pt x="415776" y="460811"/>
                        <a:pt x="416432" y="463214"/>
                      </a:cubicBezTo>
                      <a:cubicBezTo>
                        <a:pt x="418182" y="463869"/>
                        <a:pt x="419604" y="465179"/>
                        <a:pt x="419495" y="467255"/>
                      </a:cubicBezTo>
                      <a:cubicBezTo>
                        <a:pt x="419276" y="483637"/>
                        <a:pt x="418401" y="522628"/>
                        <a:pt x="444868" y="520116"/>
                      </a:cubicBezTo>
                      <a:cubicBezTo>
                        <a:pt x="467288" y="518040"/>
                        <a:pt x="459851" y="487569"/>
                        <a:pt x="454929" y="471623"/>
                      </a:cubicBezTo>
                      <a:cubicBezTo>
                        <a:pt x="431087" y="446503"/>
                        <a:pt x="403199" y="435691"/>
                        <a:pt x="373123" y="417779"/>
                      </a:cubicBezTo>
                      <a:cubicBezTo>
                        <a:pt x="353110" y="405765"/>
                        <a:pt x="333533" y="389929"/>
                        <a:pt x="326971" y="366556"/>
                      </a:cubicBezTo>
                      <a:cubicBezTo>
                        <a:pt x="311441" y="310637"/>
                        <a:pt x="368093" y="278091"/>
                        <a:pt x="415667" y="277326"/>
                      </a:cubicBezTo>
                      <a:cubicBezTo>
                        <a:pt x="413917" y="269899"/>
                        <a:pt x="415448" y="261162"/>
                        <a:pt x="417198" y="254172"/>
                      </a:cubicBezTo>
                      <a:cubicBezTo>
                        <a:pt x="417964" y="251223"/>
                        <a:pt x="419932" y="249803"/>
                        <a:pt x="422119" y="249476"/>
                      </a:cubicBezTo>
                      <a:cubicBezTo>
                        <a:pt x="422885" y="248930"/>
                        <a:pt x="423760" y="248274"/>
                        <a:pt x="424854" y="248274"/>
                      </a:cubicBezTo>
                      <a:close/>
                      <a:moveTo>
                        <a:pt x="215096" y="1184"/>
                      </a:moveTo>
                      <a:cubicBezTo>
                        <a:pt x="316918" y="-12467"/>
                        <a:pt x="342401" y="94667"/>
                        <a:pt x="313856" y="177884"/>
                      </a:cubicBezTo>
                      <a:cubicBezTo>
                        <a:pt x="300841" y="226918"/>
                        <a:pt x="266171" y="276499"/>
                        <a:pt x="218486" y="264268"/>
                      </a:cubicBezTo>
                      <a:cubicBezTo>
                        <a:pt x="165770" y="256623"/>
                        <a:pt x="146521" y="182907"/>
                        <a:pt x="141053" y="135292"/>
                      </a:cubicBezTo>
                      <a:cubicBezTo>
                        <a:pt x="134163" y="75118"/>
                        <a:pt x="144553" y="10576"/>
                        <a:pt x="215096" y="11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sp>
            <p:nvSpPr>
              <p:cNvPr id="25" name="iśļiďe"/>
              <p:cNvSpPr txBox="1"/>
              <p:nvPr/>
            </p:nvSpPr>
            <p:spPr>
              <a:xfrm>
                <a:off x="6894852" y="3949854"/>
                <a:ext cx="1130424" cy="386922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ctr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r"/>
                <a:r>
                  <a:rPr lang="en-US" altLang="zh-CN" sz="1400" b="1" dirty="0"/>
                  <a:t>Text</a:t>
                </a:r>
                <a:endParaRPr lang="zh-CN" altLang="en-US" sz="1400" b="1" dirty="0"/>
              </a:p>
            </p:txBody>
          </p:sp>
          <p:grpSp>
            <p:nvGrpSpPr>
              <p:cNvPr id="26" name="îṥľïďé"/>
              <p:cNvGrpSpPr/>
              <p:nvPr/>
            </p:nvGrpSpPr>
            <p:grpSpPr>
              <a:xfrm>
                <a:off x="9768145" y="3877561"/>
                <a:ext cx="522378" cy="522378"/>
                <a:chOff x="9768145" y="3877561"/>
                <a:chExt cx="522378" cy="522378"/>
              </a:xfrm>
            </p:grpSpPr>
            <p:sp>
              <p:nvSpPr>
                <p:cNvPr id="30" name="i$ḷïḑe"/>
                <p:cNvSpPr/>
                <p:nvPr/>
              </p:nvSpPr>
              <p:spPr>
                <a:xfrm>
                  <a:off x="9768145" y="3877561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</a:p>
              </p:txBody>
            </p:sp>
            <p:sp>
              <p:nvSpPr>
                <p:cNvPr id="31" name="îṩľïḍê" title="fpfdAObZgCvManO"/>
                <p:cNvSpPr/>
                <p:nvPr/>
              </p:nvSpPr>
              <p:spPr bwMode="auto">
                <a:xfrm>
                  <a:off x="9894924" y="3992460"/>
                  <a:ext cx="272046" cy="292579"/>
                </a:xfrm>
                <a:custGeom>
                  <a:avLst/>
                  <a:gdLst>
                    <a:gd name="connsiteX0" fmla="*/ 321179 w 564656"/>
                    <a:gd name="connsiteY0" fmla="*/ 256496 h 607273"/>
                    <a:gd name="connsiteX1" fmla="*/ 361871 w 564656"/>
                    <a:gd name="connsiteY1" fmla="*/ 266542 h 607273"/>
                    <a:gd name="connsiteX2" fmla="*/ 363621 w 564656"/>
                    <a:gd name="connsiteY2" fmla="*/ 269381 h 607273"/>
                    <a:gd name="connsiteX3" fmla="*/ 363074 w 564656"/>
                    <a:gd name="connsiteY3" fmla="*/ 272111 h 607273"/>
                    <a:gd name="connsiteX4" fmla="*/ 359793 w 564656"/>
                    <a:gd name="connsiteY4" fmla="*/ 274295 h 607273"/>
                    <a:gd name="connsiteX5" fmla="*/ 359355 w 564656"/>
                    <a:gd name="connsiteY5" fmla="*/ 274295 h 607273"/>
                    <a:gd name="connsiteX6" fmla="*/ 358480 w 564656"/>
                    <a:gd name="connsiteY6" fmla="*/ 431648 h 607273"/>
                    <a:gd name="connsiteX7" fmla="*/ 354980 w 564656"/>
                    <a:gd name="connsiteY7" fmla="*/ 444206 h 607273"/>
                    <a:gd name="connsiteX8" fmla="*/ 354542 w 564656"/>
                    <a:gd name="connsiteY8" fmla="*/ 444097 h 607273"/>
                    <a:gd name="connsiteX9" fmla="*/ 306958 w 564656"/>
                    <a:gd name="connsiteY9" fmla="*/ 446936 h 607273"/>
                    <a:gd name="connsiteX10" fmla="*/ 306302 w 564656"/>
                    <a:gd name="connsiteY10" fmla="*/ 446608 h 607273"/>
                    <a:gd name="connsiteX11" fmla="*/ 308818 w 564656"/>
                    <a:gd name="connsiteY11" fmla="*/ 519224 h 607273"/>
                    <a:gd name="connsiteX12" fmla="*/ 302692 w 564656"/>
                    <a:gd name="connsiteY12" fmla="*/ 525667 h 607273"/>
                    <a:gd name="connsiteX13" fmla="*/ 296238 w 564656"/>
                    <a:gd name="connsiteY13" fmla="*/ 531673 h 607273"/>
                    <a:gd name="connsiteX14" fmla="*/ 2206 w 564656"/>
                    <a:gd name="connsiteY14" fmla="*/ 497712 h 607273"/>
                    <a:gd name="connsiteX15" fmla="*/ 1987 w 564656"/>
                    <a:gd name="connsiteY15" fmla="*/ 489741 h 607273"/>
                    <a:gd name="connsiteX16" fmla="*/ 34585 w 564656"/>
                    <a:gd name="connsiteY16" fmla="*/ 326710 h 607273"/>
                    <a:gd name="connsiteX17" fmla="*/ 142112 w 564656"/>
                    <a:gd name="connsiteY17" fmla="*/ 260755 h 607273"/>
                    <a:gd name="connsiteX18" fmla="*/ 150316 w 564656"/>
                    <a:gd name="connsiteY18" fmla="*/ 263048 h 607273"/>
                    <a:gd name="connsiteX19" fmla="*/ 207197 w 564656"/>
                    <a:gd name="connsiteY19" fmla="*/ 359360 h 607273"/>
                    <a:gd name="connsiteX20" fmla="*/ 210698 w 564656"/>
                    <a:gd name="connsiteY20" fmla="*/ 344837 h 607273"/>
                    <a:gd name="connsiteX21" fmla="*/ 217917 w 564656"/>
                    <a:gd name="connsiteY21" fmla="*/ 315790 h 607273"/>
                    <a:gd name="connsiteX22" fmla="*/ 209276 w 564656"/>
                    <a:gd name="connsiteY22" fmla="*/ 305635 h 607273"/>
                    <a:gd name="connsiteX23" fmla="*/ 202384 w 564656"/>
                    <a:gd name="connsiteY23" fmla="*/ 293842 h 607273"/>
                    <a:gd name="connsiteX24" fmla="*/ 205010 w 564656"/>
                    <a:gd name="connsiteY24" fmla="*/ 283905 h 607273"/>
                    <a:gd name="connsiteX25" fmla="*/ 228309 w 564656"/>
                    <a:gd name="connsiteY25" fmla="*/ 283359 h 607273"/>
                    <a:gd name="connsiteX26" fmla="*/ 252812 w 564656"/>
                    <a:gd name="connsiteY26" fmla="*/ 281284 h 607273"/>
                    <a:gd name="connsiteX27" fmla="*/ 256203 w 564656"/>
                    <a:gd name="connsiteY27" fmla="*/ 287290 h 607273"/>
                    <a:gd name="connsiteX28" fmla="*/ 256640 w 564656"/>
                    <a:gd name="connsiteY28" fmla="*/ 290566 h 607273"/>
                    <a:gd name="connsiteX29" fmla="*/ 250624 w 564656"/>
                    <a:gd name="connsiteY29" fmla="*/ 308037 h 607273"/>
                    <a:gd name="connsiteX30" fmla="*/ 244170 w 564656"/>
                    <a:gd name="connsiteY30" fmla="*/ 320704 h 607273"/>
                    <a:gd name="connsiteX31" fmla="*/ 249530 w 564656"/>
                    <a:gd name="connsiteY31" fmla="*/ 346911 h 607273"/>
                    <a:gd name="connsiteX32" fmla="*/ 252265 w 564656"/>
                    <a:gd name="connsiteY32" fmla="*/ 358377 h 607273"/>
                    <a:gd name="connsiteX33" fmla="*/ 312866 w 564656"/>
                    <a:gd name="connsiteY33" fmla="*/ 258899 h 607273"/>
                    <a:gd name="connsiteX34" fmla="*/ 318882 w 564656"/>
                    <a:gd name="connsiteY34" fmla="*/ 257042 h 607273"/>
                    <a:gd name="connsiteX35" fmla="*/ 321179 w 564656"/>
                    <a:gd name="connsiteY35" fmla="*/ 256496 h 607273"/>
                    <a:gd name="connsiteX36" fmla="*/ 424854 w 564656"/>
                    <a:gd name="connsiteY36" fmla="*/ 248274 h 607273"/>
                    <a:gd name="connsiteX37" fmla="*/ 464444 w 564656"/>
                    <a:gd name="connsiteY37" fmla="*/ 250240 h 607273"/>
                    <a:gd name="connsiteX38" fmla="*/ 466194 w 564656"/>
                    <a:gd name="connsiteY38" fmla="*/ 251332 h 607273"/>
                    <a:gd name="connsiteX39" fmla="*/ 470569 w 564656"/>
                    <a:gd name="connsiteY39" fmla="*/ 254609 h 607273"/>
                    <a:gd name="connsiteX40" fmla="*/ 471662 w 564656"/>
                    <a:gd name="connsiteY40" fmla="*/ 276016 h 607273"/>
                    <a:gd name="connsiteX41" fmla="*/ 536516 w 564656"/>
                    <a:gd name="connsiteY41" fmla="*/ 294364 h 607273"/>
                    <a:gd name="connsiteX42" fmla="*/ 556093 w 564656"/>
                    <a:gd name="connsiteY42" fmla="*/ 361096 h 607273"/>
                    <a:gd name="connsiteX43" fmla="*/ 553249 w 564656"/>
                    <a:gd name="connsiteY43" fmla="*/ 363935 h 607273"/>
                    <a:gd name="connsiteX44" fmla="*/ 550078 w 564656"/>
                    <a:gd name="connsiteY44" fmla="*/ 367212 h 607273"/>
                    <a:gd name="connsiteX45" fmla="*/ 505128 w 564656"/>
                    <a:gd name="connsiteY45" fmla="*/ 367103 h 607273"/>
                    <a:gd name="connsiteX46" fmla="*/ 465975 w 564656"/>
                    <a:gd name="connsiteY46" fmla="*/ 361314 h 607273"/>
                    <a:gd name="connsiteX47" fmla="*/ 464444 w 564656"/>
                    <a:gd name="connsiteY47" fmla="*/ 358038 h 607273"/>
                    <a:gd name="connsiteX48" fmla="*/ 459632 w 564656"/>
                    <a:gd name="connsiteY48" fmla="*/ 355307 h 607273"/>
                    <a:gd name="connsiteX49" fmla="*/ 459632 w 564656"/>
                    <a:gd name="connsiteY49" fmla="*/ 338925 h 607273"/>
                    <a:gd name="connsiteX50" fmla="*/ 447055 w 564656"/>
                    <a:gd name="connsiteY50" fmla="*/ 324289 h 607273"/>
                    <a:gd name="connsiteX51" fmla="*/ 426275 w 564656"/>
                    <a:gd name="connsiteY51" fmla="*/ 333573 h 607273"/>
                    <a:gd name="connsiteX52" fmla="*/ 426932 w 564656"/>
                    <a:gd name="connsiteY52" fmla="*/ 335102 h 607273"/>
                    <a:gd name="connsiteX53" fmla="*/ 531485 w 564656"/>
                    <a:gd name="connsiteY53" fmla="*/ 420400 h 607273"/>
                    <a:gd name="connsiteX54" fmla="*/ 564514 w 564656"/>
                    <a:gd name="connsiteY54" fmla="*/ 479814 h 607273"/>
                    <a:gd name="connsiteX55" fmla="*/ 472209 w 564656"/>
                    <a:gd name="connsiteY55" fmla="*/ 573960 h 607273"/>
                    <a:gd name="connsiteX56" fmla="*/ 472537 w 564656"/>
                    <a:gd name="connsiteY56" fmla="*/ 600718 h 607273"/>
                    <a:gd name="connsiteX57" fmla="*/ 466085 w 564656"/>
                    <a:gd name="connsiteY57" fmla="*/ 607271 h 607273"/>
                    <a:gd name="connsiteX58" fmla="*/ 434587 w 564656"/>
                    <a:gd name="connsiteY58" fmla="*/ 605523 h 607273"/>
                    <a:gd name="connsiteX59" fmla="*/ 420260 w 564656"/>
                    <a:gd name="connsiteY59" fmla="*/ 601045 h 607273"/>
                    <a:gd name="connsiteX60" fmla="*/ 417964 w 564656"/>
                    <a:gd name="connsiteY60" fmla="*/ 598206 h 607273"/>
                    <a:gd name="connsiteX61" fmla="*/ 416214 w 564656"/>
                    <a:gd name="connsiteY61" fmla="*/ 571884 h 607273"/>
                    <a:gd name="connsiteX62" fmla="*/ 325002 w 564656"/>
                    <a:gd name="connsiteY62" fmla="*/ 465507 h 607273"/>
                    <a:gd name="connsiteX63" fmla="*/ 329486 w 564656"/>
                    <a:gd name="connsiteY63" fmla="*/ 460374 h 607273"/>
                    <a:gd name="connsiteX64" fmla="*/ 410417 w 564656"/>
                    <a:gd name="connsiteY64" fmla="*/ 459391 h 607273"/>
                    <a:gd name="connsiteX65" fmla="*/ 416432 w 564656"/>
                    <a:gd name="connsiteY65" fmla="*/ 463214 h 607273"/>
                    <a:gd name="connsiteX66" fmla="*/ 419495 w 564656"/>
                    <a:gd name="connsiteY66" fmla="*/ 467255 h 607273"/>
                    <a:gd name="connsiteX67" fmla="*/ 444868 w 564656"/>
                    <a:gd name="connsiteY67" fmla="*/ 520116 h 607273"/>
                    <a:gd name="connsiteX68" fmla="*/ 454929 w 564656"/>
                    <a:gd name="connsiteY68" fmla="*/ 471623 h 607273"/>
                    <a:gd name="connsiteX69" fmla="*/ 373123 w 564656"/>
                    <a:gd name="connsiteY69" fmla="*/ 417779 h 607273"/>
                    <a:gd name="connsiteX70" fmla="*/ 326971 w 564656"/>
                    <a:gd name="connsiteY70" fmla="*/ 366556 h 607273"/>
                    <a:gd name="connsiteX71" fmla="*/ 415667 w 564656"/>
                    <a:gd name="connsiteY71" fmla="*/ 277326 h 607273"/>
                    <a:gd name="connsiteX72" fmla="*/ 417198 w 564656"/>
                    <a:gd name="connsiteY72" fmla="*/ 254172 h 607273"/>
                    <a:gd name="connsiteX73" fmla="*/ 422119 w 564656"/>
                    <a:gd name="connsiteY73" fmla="*/ 249476 h 607273"/>
                    <a:gd name="connsiteX74" fmla="*/ 424854 w 564656"/>
                    <a:gd name="connsiteY74" fmla="*/ 248274 h 607273"/>
                    <a:gd name="connsiteX75" fmla="*/ 215096 w 564656"/>
                    <a:gd name="connsiteY75" fmla="*/ 1184 h 607273"/>
                    <a:gd name="connsiteX76" fmla="*/ 313856 w 564656"/>
                    <a:gd name="connsiteY76" fmla="*/ 177884 h 607273"/>
                    <a:gd name="connsiteX77" fmla="*/ 218486 w 564656"/>
                    <a:gd name="connsiteY77" fmla="*/ 264268 h 607273"/>
                    <a:gd name="connsiteX78" fmla="*/ 141053 w 564656"/>
                    <a:gd name="connsiteY78" fmla="*/ 135292 h 607273"/>
                    <a:gd name="connsiteX79" fmla="*/ 215096 w 564656"/>
                    <a:gd name="connsiteY79" fmla="*/ 1184 h 607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564656" h="607273">
                      <a:moveTo>
                        <a:pt x="321179" y="256496"/>
                      </a:moveTo>
                      <a:cubicBezTo>
                        <a:pt x="334305" y="258680"/>
                        <a:pt x="350167" y="259772"/>
                        <a:pt x="361871" y="266542"/>
                      </a:cubicBezTo>
                      <a:cubicBezTo>
                        <a:pt x="363074" y="267198"/>
                        <a:pt x="363512" y="268289"/>
                        <a:pt x="363621" y="269381"/>
                      </a:cubicBezTo>
                      <a:cubicBezTo>
                        <a:pt x="364168" y="270364"/>
                        <a:pt x="363949" y="271347"/>
                        <a:pt x="363074" y="272111"/>
                      </a:cubicBezTo>
                      <a:cubicBezTo>
                        <a:pt x="362309" y="273203"/>
                        <a:pt x="361324" y="274186"/>
                        <a:pt x="359793" y="274295"/>
                      </a:cubicBezTo>
                      <a:cubicBezTo>
                        <a:pt x="359574" y="274295"/>
                        <a:pt x="359464" y="274295"/>
                        <a:pt x="359355" y="274295"/>
                      </a:cubicBezTo>
                      <a:cubicBezTo>
                        <a:pt x="300176" y="303123"/>
                        <a:pt x="286722" y="410136"/>
                        <a:pt x="358480" y="431648"/>
                      </a:cubicBezTo>
                      <a:cubicBezTo>
                        <a:pt x="366465" y="434160"/>
                        <a:pt x="363184" y="446390"/>
                        <a:pt x="354980" y="444206"/>
                      </a:cubicBezTo>
                      <a:cubicBezTo>
                        <a:pt x="354870" y="444206"/>
                        <a:pt x="354761" y="444097"/>
                        <a:pt x="354542" y="444097"/>
                      </a:cubicBezTo>
                      <a:cubicBezTo>
                        <a:pt x="339884" y="450976"/>
                        <a:pt x="322492" y="451413"/>
                        <a:pt x="306958" y="446936"/>
                      </a:cubicBezTo>
                      <a:cubicBezTo>
                        <a:pt x="306630" y="446827"/>
                        <a:pt x="306521" y="446717"/>
                        <a:pt x="306302" y="446608"/>
                      </a:cubicBezTo>
                      <a:cubicBezTo>
                        <a:pt x="305427" y="450103"/>
                        <a:pt x="308709" y="513109"/>
                        <a:pt x="308818" y="519224"/>
                      </a:cubicBezTo>
                      <a:cubicBezTo>
                        <a:pt x="308928" y="523483"/>
                        <a:pt x="305864" y="525667"/>
                        <a:pt x="302692" y="525667"/>
                      </a:cubicBezTo>
                      <a:cubicBezTo>
                        <a:pt x="302364" y="528834"/>
                        <a:pt x="300286" y="531673"/>
                        <a:pt x="296238" y="531673"/>
                      </a:cubicBezTo>
                      <a:cubicBezTo>
                        <a:pt x="201728" y="530472"/>
                        <a:pt x="88294" y="544012"/>
                        <a:pt x="2206" y="497712"/>
                      </a:cubicBezTo>
                      <a:cubicBezTo>
                        <a:pt x="-1075" y="495965"/>
                        <a:pt x="-310" y="491707"/>
                        <a:pt x="1987" y="489741"/>
                      </a:cubicBezTo>
                      <a:cubicBezTo>
                        <a:pt x="-2169" y="433832"/>
                        <a:pt x="2972" y="374757"/>
                        <a:pt x="34585" y="326710"/>
                      </a:cubicBezTo>
                      <a:cubicBezTo>
                        <a:pt x="57228" y="292531"/>
                        <a:pt x="98576" y="257042"/>
                        <a:pt x="142112" y="260755"/>
                      </a:cubicBezTo>
                      <a:cubicBezTo>
                        <a:pt x="144847" y="259554"/>
                        <a:pt x="148238" y="259881"/>
                        <a:pt x="150316" y="263048"/>
                      </a:cubicBezTo>
                      <a:cubicBezTo>
                        <a:pt x="170553" y="294278"/>
                        <a:pt x="189695" y="326492"/>
                        <a:pt x="207197" y="359360"/>
                      </a:cubicBezTo>
                      <a:cubicBezTo>
                        <a:pt x="208291" y="354446"/>
                        <a:pt x="209713" y="349641"/>
                        <a:pt x="210698" y="344837"/>
                      </a:cubicBezTo>
                      <a:cubicBezTo>
                        <a:pt x="212885" y="335118"/>
                        <a:pt x="214964" y="325290"/>
                        <a:pt x="217917" y="315790"/>
                      </a:cubicBezTo>
                      <a:cubicBezTo>
                        <a:pt x="214854" y="312623"/>
                        <a:pt x="212010" y="309129"/>
                        <a:pt x="209276" y="305635"/>
                      </a:cubicBezTo>
                      <a:cubicBezTo>
                        <a:pt x="206760" y="302141"/>
                        <a:pt x="203150" y="298209"/>
                        <a:pt x="202384" y="293842"/>
                      </a:cubicBezTo>
                      <a:cubicBezTo>
                        <a:pt x="199540" y="290456"/>
                        <a:pt x="199540" y="284887"/>
                        <a:pt x="205010" y="283905"/>
                      </a:cubicBezTo>
                      <a:cubicBezTo>
                        <a:pt x="212557" y="282594"/>
                        <a:pt x="220652" y="283905"/>
                        <a:pt x="228309" y="283359"/>
                      </a:cubicBezTo>
                      <a:cubicBezTo>
                        <a:pt x="236622" y="282813"/>
                        <a:pt x="244608" y="279864"/>
                        <a:pt x="252812" y="281284"/>
                      </a:cubicBezTo>
                      <a:cubicBezTo>
                        <a:pt x="256093" y="281830"/>
                        <a:pt x="256750" y="284669"/>
                        <a:pt x="256203" y="287290"/>
                      </a:cubicBezTo>
                      <a:cubicBezTo>
                        <a:pt x="256640" y="288273"/>
                        <a:pt x="256859" y="289474"/>
                        <a:pt x="256640" y="290566"/>
                      </a:cubicBezTo>
                      <a:cubicBezTo>
                        <a:pt x="255218" y="296572"/>
                        <a:pt x="252702" y="302250"/>
                        <a:pt x="250624" y="308037"/>
                      </a:cubicBezTo>
                      <a:cubicBezTo>
                        <a:pt x="248874" y="313169"/>
                        <a:pt x="247999" y="317210"/>
                        <a:pt x="244170" y="320704"/>
                      </a:cubicBezTo>
                      <a:cubicBezTo>
                        <a:pt x="245920" y="329440"/>
                        <a:pt x="247671" y="338176"/>
                        <a:pt x="249530" y="346911"/>
                      </a:cubicBezTo>
                      <a:cubicBezTo>
                        <a:pt x="250405" y="350733"/>
                        <a:pt x="251390" y="354555"/>
                        <a:pt x="252265" y="358377"/>
                      </a:cubicBezTo>
                      <a:cubicBezTo>
                        <a:pt x="269110" y="324089"/>
                        <a:pt x="290331" y="288709"/>
                        <a:pt x="312866" y="258899"/>
                      </a:cubicBezTo>
                      <a:cubicBezTo>
                        <a:pt x="314506" y="256715"/>
                        <a:pt x="316804" y="256496"/>
                        <a:pt x="318882" y="257042"/>
                      </a:cubicBezTo>
                      <a:cubicBezTo>
                        <a:pt x="319538" y="256715"/>
                        <a:pt x="320195" y="256387"/>
                        <a:pt x="321179" y="256496"/>
                      </a:cubicBezTo>
                      <a:close/>
                      <a:moveTo>
                        <a:pt x="424854" y="248274"/>
                      </a:moveTo>
                      <a:cubicBezTo>
                        <a:pt x="437868" y="247073"/>
                        <a:pt x="451539" y="248165"/>
                        <a:pt x="464444" y="250240"/>
                      </a:cubicBezTo>
                      <a:cubicBezTo>
                        <a:pt x="465319" y="250350"/>
                        <a:pt x="465647" y="251005"/>
                        <a:pt x="466194" y="251332"/>
                      </a:cubicBezTo>
                      <a:cubicBezTo>
                        <a:pt x="468272" y="251223"/>
                        <a:pt x="470240" y="252097"/>
                        <a:pt x="470569" y="254609"/>
                      </a:cubicBezTo>
                      <a:cubicBezTo>
                        <a:pt x="471553" y="261708"/>
                        <a:pt x="472647" y="269026"/>
                        <a:pt x="471662" y="276016"/>
                      </a:cubicBezTo>
                      <a:cubicBezTo>
                        <a:pt x="495613" y="273613"/>
                        <a:pt x="519127" y="275142"/>
                        <a:pt x="536516" y="294364"/>
                      </a:cubicBezTo>
                      <a:cubicBezTo>
                        <a:pt x="551609" y="311183"/>
                        <a:pt x="561670" y="338597"/>
                        <a:pt x="556093" y="361096"/>
                      </a:cubicBezTo>
                      <a:cubicBezTo>
                        <a:pt x="555765" y="362625"/>
                        <a:pt x="554562" y="363389"/>
                        <a:pt x="553249" y="363935"/>
                      </a:cubicBezTo>
                      <a:cubicBezTo>
                        <a:pt x="552812" y="365355"/>
                        <a:pt x="551937" y="366775"/>
                        <a:pt x="550078" y="367212"/>
                      </a:cubicBezTo>
                      <a:cubicBezTo>
                        <a:pt x="535641" y="370597"/>
                        <a:pt x="519783" y="367867"/>
                        <a:pt x="505128" y="367103"/>
                      </a:cubicBezTo>
                      <a:cubicBezTo>
                        <a:pt x="492114" y="366447"/>
                        <a:pt x="477459" y="368085"/>
                        <a:pt x="465975" y="361314"/>
                      </a:cubicBezTo>
                      <a:cubicBezTo>
                        <a:pt x="464882" y="360659"/>
                        <a:pt x="464444" y="359348"/>
                        <a:pt x="464444" y="358038"/>
                      </a:cubicBezTo>
                      <a:cubicBezTo>
                        <a:pt x="462366" y="358256"/>
                        <a:pt x="460398" y="357491"/>
                        <a:pt x="459632" y="355307"/>
                      </a:cubicBezTo>
                      <a:cubicBezTo>
                        <a:pt x="457882" y="349846"/>
                        <a:pt x="460726" y="344604"/>
                        <a:pt x="459632" y="338925"/>
                      </a:cubicBezTo>
                      <a:cubicBezTo>
                        <a:pt x="458429" y="331935"/>
                        <a:pt x="453945" y="326255"/>
                        <a:pt x="447055" y="324289"/>
                      </a:cubicBezTo>
                      <a:cubicBezTo>
                        <a:pt x="437978" y="321668"/>
                        <a:pt x="429884" y="326474"/>
                        <a:pt x="426275" y="333573"/>
                      </a:cubicBezTo>
                      <a:cubicBezTo>
                        <a:pt x="426494" y="334119"/>
                        <a:pt x="426932" y="334447"/>
                        <a:pt x="426932" y="335102"/>
                      </a:cubicBezTo>
                      <a:cubicBezTo>
                        <a:pt x="429119" y="376386"/>
                        <a:pt x="504472" y="397793"/>
                        <a:pt x="531485" y="420400"/>
                      </a:cubicBezTo>
                      <a:cubicBezTo>
                        <a:pt x="550296" y="436018"/>
                        <a:pt x="563202" y="454695"/>
                        <a:pt x="564514" y="479814"/>
                      </a:cubicBezTo>
                      <a:cubicBezTo>
                        <a:pt x="567576" y="533877"/>
                        <a:pt x="520658" y="567953"/>
                        <a:pt x="472209" y="573960"/>
                      </a:cubicBezTo>
                      <a:cubicBezTo>
                        <a:pt x="472756" y="582915"/>
                        <a:pt x="472537" y="591871"/>
                        <a:pt x="472537" y="600718"/>
                      </a:cubicBezTo>
                      <a:cubicBezTo>
                        <a:pt x="472647" y="604213"/>
                        <a:pt x="469584" y="607380"/>
                        <a:pt x="466085" y="607271"/>
                      </a:cubicBezTo>
                      <a:cubicBezTo>
                        <a:pt x="455585" y="606943"/>
                        <a:pt x="445086" y="606615"/>
                        <a:pt x="434587" y="605523"/>
                      </a:cubicBezTo>
                      <a:cubicBezTo>
                        <a:pt x="429775" y="605086"/>
                        <a:pt x="423322" y="605196"/>
                        <a:pt x="420260" y="601045"/>
                      </a:cubicBezTo>
                      <a:cubicBezTo>
                        <a:pt x="419276" y="600390"/>
                        <a:pt x="418401" y="599516"/>
                        <a:pt x="417964" y="598206"/>
                      </a:cubicBezTo>
                      <a:cubicBezTo>
                        <a:pt x="414901" y="590124"/>
                        <a:pt x="415011" y="580731"/>
                        <a:pt x="416214" y="571884"/>
                      </a:cubicBezTo>
                      <a:cubicBezTo>
                        <a:pt x="363827" y="572758"/>
                        <a:pt x="307613" y="520662"/>
                        <a:pt x="325002" y="465507"/>
                      </a:cubicBezTo>
                      <a:cubicBezTo>
                        <a:pt x="325002" y="462886"/>
                        <a:pt x="326534" y="460265"/>
                        <a:pt x="329486" y="460374"/>
                      </a:cubicBezTo>
                      <a:cubicBezTo>
                        <a:pt x="356719" y="461903"/>
                        <a:pt x="383404" y="462121"/>
                        <a:pt x="410417" y="459391"/>
                      </a:cubicBezTo>
                      <a:cubicBezTo>
                        <a:pt x="413808" y="459063"/>
                        <a:pt x="415776" y="460811"/>
                        <a:pt x="416432" y="463214"/>
                      </a:cubicBezTo>
                      <a:cubicBezTo>
                        <a:pt x="418182" y="463869"/>
                        <a:pt x="419604" y="465179"/>
                        <a:pt x="419495" y="467255"/>
                      </a:cubicBezTo>
                      <a:cubicBezTo>
                        <a:pt x="419276" y="483637"/>
                        <a:pt x="418401" y="522628"/>
                        <a:pt x="444868" y="520116"/>
                      </a:cubicBezTo>
                      <a:cubicBezTo>
                        <a:pt x="467288" y="518040"/>
                        <a:pt x="459851" y="487569"/>
                        <a:pt x="454929" y="471623"/>
                      </a:cubicBezTo>
                      <a:cubicBezTo>
                        <a:pt x="431087" y="446503"/>
                        <a:pt x="403199" y="435691"/>
                        <a:pt x="373123" y="417779"/>
                      </a:cubicBezTo>
                      <a:cubicBezTo>
                        <a:pt x="353110" y="405765"/>
                        <a:pt x="333533" y="389929"/>
                        <a:pt x="326971" y="366556"/>
                      </a:cubicBezTo>
                      <a:cubicBezTo>
                        <a:pt x="311441" y="310637"/>
                        <a:pt x="368093" y="278091"/>
                        <a:pt x="415667" y="277326"/>
                      </a:cubicBezTo>
                      <a:cubicBezTo>
                        <a:pt x="413917" y="269899"/>
                        <a:pt x="415448" y="261162"/>
                        <a:pt x="417198" y="254172"/>
                      </a:cubicBezTo>
                      <a:cubicBezTo>
                        <a:pt x="417964" y="251223"/>
                        <a:pt x="419932" y="249803"/>
                        <a:pt x="422119" y="249476"/>
                      </a:cubicBezTo>
                      <a:cubicBezTo>
                        <a:pt x="422885" y="248930"/>
                        <a:pt x="423760" y="248274"/>
                        <a:pt x="424854" y="248274"/>
                      </a:cubicBezTo>
                      <a:close/>
                      <a:moveTo>
                        <a:pt x="215096" y="1184"/>
                      </a:moveTo>
                      <a:cubicBezTo>
                        <a:pt x="316918" y="-12467"/>
                        <a:pt x="342401" y="94667"/>
                        <a:pt x="313856" y="177884"/>
                      </a:cubicBezTo>
                      <a:cubicBezTo>
                        <a:pt x="300841" y="226918"/>
                        <a:pt x="266171" y="276499"/>
                        <a:pt x="218486" y="264268"/>
                      </a:cubicBezTo>
                      <a:cubicBezTo>
                        <a:pt x="165770" y="256623"/>
                        <a:pt x="146521" y="182907"/>
                        <a:pt x="141053" y="135292"/>
                      </a:cubicBezTo>
                      <a:cubicBezTo>
                        <a:pt x="134163" y="75118"/>
                        <a:pt x="144553" y="10576"/>
                        <a:pt x="215096" y="11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  <p:grpSp>
            <p:nvGrpSpPr>
              <p:cNvPr id="27" name="isḻidê"/>
              <p:cNvGrpSpPr/>
              <p:nvPr/>
            </p:nvGrpSpPr>
            <p:grpSpPr>
              <a:xfrm>
                <a:off x="8932059" y="4321052"/>
                <a:ext cx="522378" cy="522378"/>
                <a:chOff x="8932059" y="4321052"/>
                <a:chExt cx="522378" cy="522378"/>
              </a:xfrm>
            </p:grpSpPr>
            <p:sp>
              <p:nvSpPr>
                <p:cNvPr id="28" name="ïSlîde"/>
                <p:cNvSpPr/>
                <p:nvPr/>
              </p:nvSpPr>
              <p:spPr>
                <a:xfrm>
                  <a:off x="8932059" y="4321052"/>
                  <a:ext cx="522378" cy="522378"/>
                </a:xfrm>
                <a:custGeom>
                  <a:avLst/>
                  <a:gdLst>
                    <a:gd name="connsiteX0" fmla="*/ 0 w 670873"/>
                    <a:gd name="connsiteY0" fmla="*/ 335437 h 670873"/>
                    <a:gd name="connsiteX1" fmla="*/ 335437 w 670873"/>
                    <a:gd name="connsiteY1" fmla="*/ 0 h 670873"/>
                    <a:gd name="connsiteX2" fmla="*/ 670874 w 670873"/>
                    <a:gd name="connsiteY2" fmla="*/ 335437 h 670873"/>
                    <a:gd name="connsiteX3" fmla="*/ 335437 w 670873"/>
                    <a:gd name="connsiteY3" fmla="*/ 670874 h 670873"/>
                    <a:gd name="connsiteX4" fmla="*/ 0 w 670873"/>
                    <a:gd name="connsiteY4" fmla="*/ 335437 h 6708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70873" h="670873">
                      <a:moveTo>
                        <a:pt x="0" y="335437"/>
                      </a:moveTo>
                      <a:cubicBezTo>
                        <a:pt x="0" y="150180"/>
                        <a:pt x="150180" y="0"/>
                        <a:pt x="335437" y="0"/>
                      </a:cubicBezTo>
                      <a:cubicBezTo>
                        <a:pt x="520694" y="0"/>
                        <a:pt x="670874" y="150180"/>
                        <a:pt x="670874" y="335437"/>
                      </a:cubicBezTo>
                      <a:cubicBezTo>
                        <a:pt x="670874" y="520694"/>
                        <a:pt x="520694" y="670874"/>
                        <a:pt x="335437" y="670874"/>
                      </a:cubicBezTo>
                      <a:cubicBezTo>
                        <a:pt x="150180" y="670874"/>
                        <a:pt x="0" y="520694"/>
                        <a:pt x="0" y="33543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dirty="0"/>
                </a:p>
              </p:txBody>
            </p:sp>
            <p:sp>
              <p:nvSpPr>
                <p:cNvPr id="29" name="íŝ1iďe" title="7K6IKpsmzf8LYmG"/>
                <p:cNvSpPr/>
                <p:nvPr/>
              </p:nvSpPr>
              <p:spPr bwMode="auto">
                <a:xfrm>
                  <a:off x="9057225" y="4435950"/>
                  <a:ext cx="272046" cy="292579"/>
                </a:xfrm>
                <a:custGeom>
                  <a:avLst/>
                  <a:gdLst>
                    <a:gd name="connsiteX0" fmla="*/ 321179 w 564656"/>
                    <a:gd name="connsiteY0" fmla="*/ 256496 h 607273"/>
                    <a:gd name="connsiteX1" fmla="*/ 361871 w 564656"/>
                    <a:gd name="connsiteY1" fmla="*/ 266542 h 607273"/>
                    <a:gd name="connsiteX2" fmla="*/ 363621 w 564656"/>
                    <a:gd name="connsiteY2" fmla="*/ 269381 h 607273"/>
                    <a:gd name="connsiteX3" fmla="*/ 363074 w 564656"/>
                    <a:gd name="connsiteY3" fmla="*/ 272111 h 607273"/>
                    <a:gd name="connsiteX4" fmla="*/ 359793 w 564656"/>
                    <a:gd name="connsiteY4" fmla="*/ 274295 h 607273"/>
                    <a:gd name="connsiteX5" fmla="*/ 359355 w 564656"/>
                    <a:gd name="connsiteY5" fmla="*/ 274295 h 607273"/>
                    <a:gd name="connsiteX6" fmla="*/ 358480 w 564656"/>
                    <a:gd name="connsiteY6" fmla="*/ 431648 h 607273"/>
                    <a:gd name="connsiteX7" fmla="*/ 354980 w 564656"/>
                    <a:gd name="connsiteY7" fmla="*/ 444206 h 607273"/>
                    <a:gd name="connsiteX8" fmla="*/ 354542 w 564656"/>
                    <a:gd name="connsiteY8" fmla="*/ 444097 h 607273"/>
                    <a:gd name="connsiteX9" fmla="*/ 306958 w 564656"/>
                    <a:gd name="connsiteY9" fmla="*/ 446936 h 607273"/>
                    <a:gd name="connsiteX10" fmla="*/ 306302 w 564656"/>
                    <a:gd name="connsiteY10" fmla="*/ 446608 h 607273"/>
                    <a:gd name="connsiteX11" fmla="*/ 308818 w 564656"/>
                    <a:gd name="connsiteY11" fmla="*/ 519224 h 607273"/>
                    <a:gd name="connsiteX12" fmla="*/ 302692 w 564656"/>
                    <a:gd name="connsiteY12" fmla="*/ 525667 h 607273"/>
                    <a:gd name="connsiteX13" fmla="*/ 296238 w 564656"/>
                    <a:gd name="connsiteY13" fmla="*/ 531673 h 607273"/>
                    <a:gd name="connsiteX14" fmla="*/ 2206 w 564656"/>
                    <a:gd name="connsiteY14" fmla="*/ 497712 h 607273"/>
                    <a:gd name="connsiteX15" fmla="*/ 1987 w 564656"/>
                    <a:gd name="connsiteY15" fmla="*/ 489741 h 607273"/>
                    <a:gd name="connsiteX16" fmla="*/ 34585 w 564656"/>
                    <a:gd name="connsiteY16" fmla="*/ 326710 h 607273"/>
                    <a:gd name="connsiteX17" fmla="*/ 142112 w 564656"/>
                    <a:gd name="connsiteY17" fmla="*/ 260755 h 607273"/>
                    <a:gd name="connsiteX18" fmla="*/ 150316 w 564656"/>
                    <a:gd name="connsiteY18" fmla="*/ 263048 h 607273"/>
                    <a:gd name="connsiteX19" fmla="*/ 207197 w 564656"/>
                    <a:gd name="connsiteY19" fmla="*/ 359360 h 607273"/>
                    <a:gd name="connsiteX20" fmla="*/ 210698 w 564656"/>
                    <a:gd name="connsiteY20" fmla="*/ 344837 h 607273"/>
                    <a:gd name="connsiteX21" fmla="*/ 217917 w 564656"/>
                    <a:gd name="connsiteY21" fmla="*/ 315790 h 607273"/>
                    <a:gd name="connsiteX22" fmla="*/ 209276 w 564656"/>
                    <a:gd name="connsiteY22" fmla="*/ 305635 h 607273"/>
                    <a:gd name="connsiteX23" fmla="*/ 202384 w 564656"/>
                    <a:gd name="connsiteY23" fmla="*/ 293842 h 607273"/>
                    <a:gd name="connsiteX24" fmla="*/ 205010 w 564656"/>
                    <a:gd name="connsiteY24" fmla="*/ 283905 h 607273"/>
                    <a:gd name="connsiteX25" fmla="*/ 228309 w 564656"/>
                    <a:gd name="connsiteY25" fmla="*/ 283359 h 607273"/>
                    <a:gd name="connsiteX26" fmla="*/ 252812 w 564656"/>
                    <a:gd name="connsiteY26" fmla="*/ 281284 h 607273"/>
                    <a:gd name="connsiteX27" fmla="*/ 256203 w 564656"/>
                    <a:gd name="connsiteY27" fmla="*/ 287290 h 607273"/>
                    <a:gd name="connsiteX28" fmla="*/ 256640 w 564656"/>
                    <a:gd name="connsiteY28" fmla="*/ 290566 h 607273"/>
                    <a:gd name="connsiteX29" fmla="*/ 250624 w 564656"/>
                    <a:gd name="connsiteY29" fmla="*/ 308037 h 607273"/>
                    <a:gd name="connsiteX30" fmla="*/ 244170 w 564656"/>
                    <a:gd name="connsiteY30" fmla="*/ 320704 h 607273"/>
                    <a:gd name="connsiteX31" fmla="*/ 249530 w 564656"/>
                    <a:gd name="connsiteY31" fmla="*/ 346911 h 607273"/>
                    <a:gd name="connsiteX32" fmla="*/ 252265 w 564656"/>
                    <a:gd name="connsiteY32" fmla="*/ 358377 h 607273"/>
                    <a:gd name="connsiteX33" fmla="*/ 312866 w 564656"/>
                    <a:gd name="connsiteY33" fmla="*/ 258899 h 607273"/>
                    <a:gd name="connsiteX34" fmla="*/ 318882 w 564656"/>
                    <a:gd name="connsiteY34" fmla="*/ 257042 h 607273"/>
                    <a:gd name="connsiteX35" fmla="*/ 321179 w 564656"/>
                    <a:gd name="connsiteY35" fmla="*/ 256496 h 607273"/>
                    <a:gd name="connsiteX36" fmla="*/ 424854 w 564656"/>
                    <a:gd name="connsiteY36" fmla="*/ 248274 h 607273"/>
                    <a:gd name="connsiteX37" fmla="*/ 464444 w 564656"/>
                    <a:gd name="connsiteY37" fmla="*/ 250240 h 607273"/>
                    <a:gd name="connsiteX38" fmla="*/ 466194 w 564656"/>
                    <a:gd name="connsiteY38" fmla="*/ 251332 h 607273"/>
                    <a:gd name="connsiteX39" fmla="*/ 470569 w 564656"/>
                    <a:gd name="connsiteY39" fmla="*/ 254609 h 607273"/>
                    <a:gd name="connsiteX40" fmla="*/ 471662 w 564656"/>
                    <a:gd name="connsiteY40" fmla="*/ 276016 h 607273"/>
                    <a:gd name="connsiteX41" fmla="*/ 536516 w 564656"/>
                    <a:gd name="connsiteY41" fmla="*/ 294364 h 607273"/>
                    <a:gd name="connsiteX42" fmla="*/ 556093 w 564656"/>
                    <a:gd name="connsiteY42" fmla="*/ 361096 h 607273"/>
                    <a:gd name="connsiteX43" fmla="*/ 553249 w 564656"/>
                    <a:gd name="connsiteY43" fmla="*/ 363935 h 607273"/>
                    <a:gd name="connsiteX44" fmla="*/ 550078 w 564656"/>
                    <a:gd name="connsiteY44" fmla="*/ 367212 h 607273"/>
                    <a:gd name="connsiteX45" fmla="*/ 505128 w 564656"/>
                    <a:gd name="connsiteY45" fmla="*/ 367103 h 607273"/>
                    <a:gd name="connsiteX46" fmla="*/ 465975 w 564656"/>
                    <a:gd name="connsiteY46" fmla="*/ 361314 h 607273"/>
                    <a:gd name="connsiteX47" fmla="*/ 464444 w 564656"/>
                    <a:gd name="connsiteY47" fmla="*/ 358038 h 607273"/>
                    <a:gd name="connsiteX48" fmla="*/ 459632 w 564656"/>
                    <a:gd name="connsiteY48" fmla="*/ 355307 h 607273"/>
                    <a:gd name="connsiteX49" fmla="*/ 459632 w 564656"/>
                    <a:gd name="connsiteY49" fmla="*/ 338925 h 607273"/>
                    <a:gd name="connsiteX50" fmla="*/ 447055 w 564656"/>
                    <a:gd name="connsiteY50" fmla="*/ 324289 h 607273"/>
                    <a:gd name="connsiteX51" fmla="*/ 426275 w 564656"/>
                    <a:gd name="connsiteY51" fmla="*/ 333573 h 607273"/>
                    <a:gd name="connsiteX52" fmla="*/ 426932 w 564656"/>
                    <a:gd name="connsiteY52" fmla="*/ 335102 h 607273"/>
                    <a:gd name="connsiteX53" fmla="*/ 531485 w 564656"/>
                    <a:gd name="connsiteY53" fmla="*/ 420400 h 607273"/>
                    <a:gd name="connsiteX54" fmla="*/ 564514 w 564656"/>
                    <a:gd name="connsiteY54" fmla="*/ 479814 h 607273"/>
                    <a:gd name="connsiteX55" fmla="*/ 472209 w 564656"/>
                    <a:gd name="connsiteY55" fmla="*/ 573960 h 607273"/>
                    <a:gd name="connsiteX56" fmla="*/ 472537 w 564656"/>
                    <a:gd name="connsiteY56" fmla="*/ 600718 h 607273"/>
                    <a:gd name="connsiteX57" fmla="*/ 466085 w 564656"/>
                    <a:gd name="connsiteY57" fmla="*/ 607271 h 607273"/>
                    <a:gd name="connsiteX58" fmla="*/ 434587 w 564656"/>
                    <a:gd name="connsiteY58" fmla="*/ 605523 h 607273"/>
                    <a:gd name="connsiteX59" fmla="*/ 420260 w 564656"/>
                    <a:gd name="connsiteY59" fmla="*/ 601045 h 607273"/>
                    <a:gd name="connsiteX60" fmla="*/ 417964 w 564656"/>
                    <a:gd name="connsiteY60" fmla="*/ 598206 h 607273"/>
                    <a:gd name="connsiteX61" fmla="*/ 416214 w 564656"/>
                    <a:gd name="connsiteY61" fmla="*/ 571884 h 607273"/>
                    <a:gd name="connsiteX62" fmla="*/ 325002 w 564656"/>
                    <a:gd name="connsiteY62" fmla="*/ 465507 h 607273"/>
                    <a:gd name="connsiteX63" fmla="*/ 329486 w 564656"/>
                    <a:gd name="connsiteY63" fmla="*/ 460374 h 607273"/>
                    <a:gd name="connsiteX64" fmla="*/ 410417 w 564656"/>
                    <a:gd name="connsiteY64" fmla="*/ 459391 h 607273"/>
                    <a:gd name="connsiteX65" fmla="*/ 416432 w 564656"/>
                    <a:gd name="connsiteY65" fmla="*/ 463214 h 607273"/>
                    <a:gd name="connsiteX66" fmla="*/ 419495 w 564656"/>
                    <a:gd name="connsiteY66" fmla="*/ 467255 h 607273"/>
                    <a:gd name="connsiteX67" fmla="*/ 444868 w 564656"/>
                    <a:gd name="connsiteY67" fmla="*/ 520116 h 607273"/>
                    <a:gd name="connsiteX68" fmla="*/ 454929 w 564656"/>
                    <a:gd name="connsiteY68" fmla="*/ 471623 h 607273"/>
                    <a:gd name="connsiteX69" fmla="*/ 373123 w 564656"/>
                    <a:gd name="connsiteY69" fmla="*/ 417779 h 607273"/>
                    <a:gd name="connsiteX70" fmla="*/ 326971 w 564656"/>
                    <a:gd name="connsiteY70" fmla="*/ 366556 h 607273"/>
                    <a:gd name="connsiteX71" fmla="*/ 415667 w 564656"/>
                    <a:gd name="connsiteY71" fmla="*/ 277326 h 607273"/>
                    <a:gd name="connsiteX72" fmla="*/ 417198 w 564656"/>
                    <a:gd name="connsiteY72" fmla="*/ 254172 h 607273"/>
                    <a:gd name="connsiteX73" fmla="*/ 422119 w 564656"/>
                    <a:gd name="connsiteY73" fmla="*/ 249476 h 607273"/>
                    <a:gd name="connsiteX74" fmla="*/ 424854 w 564656"/>
                    <a:gd name="connsiteY74" fmla="*/ 248274 h 607273"/>
                    <a:gd name="connsiteX75" fmla="*/ 215096 w 564656"/>
                    <a:gd name="connsiteY75" fmla="*/ 1184 h 607273"/>
                    <a:gd name="connsiteX76" fmla="*/ 313856 w 564656"/>
                    <a:gd name="connsiteY76" fmla="*/ 177884 h 607273"/>
                    <a:gd name="connsiteX77" fmla="*/ 218486 w 564656"/>
                    <a:gd name="connsiteY77" fmla="*/ 264268 h 607273"/>
                    <a:gd name="connsiteX78" fmla="*/ 141053 w 564656"/>
                    <a:gd name="connsiteY78" fmla="*/ 135292 h 607273"/>
                    <a:gd name="connsiteX79" fmla="*/ 215096 w 564656"/>
                    <a:gd name="connsiteY79" fmla="*/ 1184 h 6072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</a:cxnLst>
                  <a:rect l="l" t="t" r="r" b="b"/>
                  <a:pathLst>
                    <a:path w="564656" h="607273">
                      <a:moveTo>
                        <a:pt x="321179" y="256496"/>
                      </a:moveTo>
                      <a:cubicBezTo>
                        <a:pt x="334305" y="258680"/>
                        <a:pt x="350167" y="259772"/>
                        <a:pt x="361871" y="266542"/>
                      </a:cubicBezTo>
                      <a:cubicBezTo>
                        <a:pt x="363074" y="267198"/>
                        <a:pt x="363512" y="268289"/>
                        <a:pt x="363621" y="269381"/>
                      </a:cubicBezTo>
                      <a:cubicBezTo>
                        <a:pt x="364168" y="270364"/>
                        <a:pt x="363949" y="271347"/>
                        <a:pt x="363074" y="272111"/>
                      </a:cubicBezTo>
                      <a:cubicBezTo>
                        <a:pt x="362309" y="273203"/>
                        <a:pt x="361324" y="274186"/>
                        <a:pt x="359793" y="274295"/>
                      </a:cubicBezTo>
                      <a:cubicBezTo>
                        <a:pt x="359574" y="274295"/>
                        <a:pt x="359464" y="274295"/>
                        <a:pt x="359355" y="274295"/>
                      </a:cubicBezTo>
                      <a:cubicBezTo>
                        <a:pt x="300176" y="303123"/>
                        <a:pt x="286722" y="410136"/>
                        <a:pt x="358480" y="431648"/>
                      </a:cubicBezTo>
                      <a:cubicBezTo>
                        <a:pt x="366465" y="434160"/>
                        <a:pt x="363184" y="446390"/>
                        <a:pt x="354980" y="444206"/>
                      </a:cubicBezTo>
                      <a:cubicBezTo>
                        <a:pt x="354870" y="444206"/>
                        <a:pt x="354761" y="444097"/>
                        <a:pt x="354542" y="444097"/>
                      </a:cubicBezTo>
                      <a:cubicBezTo>
                        <a:pt x="339884" y="450976"/>
                        <a:pt x="322492" y="451413"/>
                        <a:pt x="306958" y="446936"/>
                      </a:cubicBezTo>
                      <a:cubicBezTo>
                        <a:pt x="306630" y="446827"/>
                        <a:pt x="306521" y="446717"/>
                        <a:pt x="306302" y="446608"/>
                      </a:cubicBezTo>
                      <a:cubicBezTo>
                        <a:pt x="305427" y="450103"/>
                        <a:pt x="308709" y="513109"/>
                        <a:pt x="308818" y="519224"/>
                      </a:cubicBezTo>
                      <a:cubicBezTo>
                        <a:pt x="308928" y="523483"/>
                        <a:pt x="305864" y="525667"/>
                        <a:pt x="302692" y="525667"/>
                      </a:cubicBezTo>
                      <a:cubicBezTo>
                        <a:pt x="302364" y="528834"/>
                        <a:pt x="300286" y="531673"/>
                        <a:pt x="296238" y="531673"/>
                      </a:cubicBezTo>
                      <a:cubicBezTo>
                        <a:pt x="201728" y="530472"/>
                        <a:pt x="88294" y="544012"/>
                        <a:pt x="2206" y="497712"/>
                      </a:cubicBezTo>
                      <a:cubicBezTo>
                        <a:pt x="-1075" y="495965"/>
                        <a:pt x="-310" y="491707"/>
                        <a:pt x="1987" y="489741"/>
                      </a:cubicBezTo>
                      <a:cubicBezTo>
                        <a:pt x="-2169" y="433832"/>
                        <a:pt x="2972" y="374757"/>
                        <a:pt x="34585" y="326710"/>
                      </a:cubicBezTo>
                      <a:cubicBezTo>
                        <a:pt x="57228" y="292531"/>
                        <a:pt x="98576" y="257042"/>
                        <a:pt x="142112" y="260755"/>
                      </a:cubicBezTo>
                      <a:cubicBezTo>
                        <a:pt x="144847" y="259554"/>
                        <a:pt x="148238" y="259881"/>
                        <a:pt x="150316" y="263048"/>
                      </a:cubicBezTo>
                      <a:cubicBezTo>
                        <a:pt x="170553" y="294278"/>
                        <a:pt x="189695" y="326492"/>
                        <a:pt x="207197" y="359360"/>
                      </a:cubicBezTo>
                      <a:cubicBezTo>
                        <a:pt x="208291" y="354446"/>
                        <a:pt x="209713" y="349641"/>
                        <a:pt x="210698" y="344837"/>
                      </a:cubicBezTo>
                      <a:cubicBezTo>
                        <a:pt x="212885" y="335118"/>
                        <a:pt x="214964" y="325290"/>
                        <a:pt x="217917" y="315790"/>
                      </a:cubicBezTo>
                      <a:cubicBezTo>
                        <a:pt x="214854" y="312623"/>
                        <a:pt x="212010" y="309129"/>
                        <a:pt x="209276" y="305635"/>
                      </a:cubicBezTo>
                      <a:cubicBezTo>
                        <a:pt x="206760" y="302141"/>
                        <a:pt x="203150" y="298209"/>
                        <a:pt x="202384" y="293842"/>
                      </a:cubicBezTo>
                      <a:cubicBezTo>
                        <a:pt x="199540" y="290456"/>
                        <a:pt x="199540" y="284887"/>
                        <a:pt x="205010" y="283905"/>
                      </a:cubicBezTo>
                      <a:cubicBezTo>
                        <a:pt x="212557" y="282594"/>
                        <a:pt x="220652" y="283905"/>
                        <a:pt x="228309" y="283359"/>
                      </a:cubicBezTo>
                      <a:cubicBezTo>
                        <a:pt x="236622" y="282813"/>
                        <a:pt x="244608" y="279864"/>
                        <a:pt x="252812" y="281284"/>
                      </a:cubicBezTo>
                      <a:cubicBezTo>
                        <a:pt x="256093" y="281830"/>
                        <a:pt x="256750" y="284669"/>
                        <a:pt x="256203" y="287290"/>
                      </a:cubicBezTo>
                      <a:cubicBezTo>
                        <a:pt x="256640" y="288273"/>
                        <a:pt x="256859" y="289474"/>
                        <a:pt x="256640" y="290566"/>
                      </a:cubicBezTo>
                      <a:cubicBezTo>
                        <a:pt x="255218" y="296572"/>
                        <a:pt x="252702" y="302250"/>
                        <a:pt x="250624" y="308037"/>
                      </a:cubicBezTo>
                      <a:cubicBezTo>
                        <a:pt x="248874" y="313169"/>
                        <a:pt x="247999" y="317210"/>
                        <a:pt x="244170" y="320704"/>
                      </a:cubicBezTo>
                      <a:cubicBezTo>
                        <a:pt x="245920" y="329440"/>
                        <a:pt x="247671" y="338176"/>
                        <a:pt x="249530" y="346911"/>
                      </a:cubicBezTo>
                      <a:cubicBezTo>
                        <a:pt x="250405" y="350733"/>
                        <a:pt x="251390" y="354555"/>
                        <a:pt x="252265" y="358377"/>
                      </a:cubicBezTo>
                      <a:cubicBezTo>
                        <a:pt x="269110" y="324089"/>
                        <a:pt x="290331" y="288709"/>
                        <a:pt x="312866" y="258899"/>
                      </a:cubicBezTo>
                      <a:cubicBezTo>
                        <a:pt x="314506" y="256715"/>
                        <a:pt x="316804" y="256496"/>
                        <a:pt x="318882" y="257042"/>
                      </a:cubicBezTo>
                      <a:cubicBezTo>
                        <a:pt x="319538" y="256715"/>
                        <a:pt x="320195" y="256387"/>
                        <a:pt x="321179" y="256496"/>
                      </a:cubicBezTo>
                      <a:close/>
                      <a:moveTo>
                        <a:pt x="424854" y="248274"/>
                      </a:moveTo>
                      <a:cubicBezTo>
                        <a:pt x="437868" y="247073"/>
                        <a:pt x="451539" y="248165"/>
                        <a:pt x="464444" y="250240"/>
                      </a:cubicBezTo>
                      <a:cubicBezTo>
                        <a:pt x="465319" y="250350"/>
                        <a:pt x="465647" y="251005"/>
                        <a:pt x="466194" y="251332"/>
                      </a:cubicBezTo>
                      <a:cubicBezTo>
                        <a:pt x="468272" y="251223"/>
                        <a:pt x="470240" y="252097"/>
                        <a:pt x="470569" y="254609"/>
                      </a:cubicBezTo>
                      <a:cubicBezTo>
                        <a:pt x="471553" y="261708"/>
                        <a:pt x="472647" y="269026"/>
                        <a:pt x="471662" y="276016"/>
                      </a:cubicBezTo>
                      <a:cubicBezTo>
                        <a:pt x="495613" y="273613"/>
                        <a:pt x="519127" y="275142"/>
                        <a:pt x="536516" y="294364"/>
                      </a:cubicBezTo>
                      <a:cubicBezTo>
                        <a:pt x="551609" y="311183"/>
                        <a:pt x="561670" y="338597"/>
                        <a:pt x="556093" y="361096"/>
                      </a:cubicBezTo>
                      <a:cubicBezTo>
                        <a:pt x="555765" y="362625"/>
                        <a:pt x="554562" y="363389"/>
                        <a:pt x="553249" y="363935"/>
                      </a:cubicBezTo>
                      <a:cubicBezTo>
                        <a:pt x="552812" y="365355"/>
                        <a:pt x="551937" y="366775"/>
                        <a:pt x="550078" y="367212"/>
                      </a:cubicBezTo>
                      <a:cubicBezTo>
                        <a:pt x="535641" y="370597"/>
                        <a:pt x="519783" y="367867"/>
                        <a:pt x="505128" y="367103"/>
                      </a:cubicBezTo>
                      <a:cubicBezTo>
                        <a:pt x="492114" y="366447"/>
                        <a:pt x="477459" y="368085"/>
                        <a:pt x="465975" y="361314"/>
                      </a:cubicBezTo>
                      <a:cubicBezTo>
                        <a:pt x="464882" y="360659"/>
                        <a:pt x="464444" y="359348"/>
                        <a:pt x="464444" y="358038"/>
                      </a:cubicBezTo>
                      <a:cubicBezTo>
                        <a:pt x="462366" y="358256"/>
                        <a:pt x="460398" y="357491"/>
                        <a:pt x="459632" y="355307"/>
                      </a:cubicBezTo>
                      <a:cubicBezTo>
                        <a:pt x="457882" y="349846"/>
                        <a:pt x="460726" y="344604"/>
                        <a:pt x="459632" y="338925"/>
                      </a:cubicBezTo>
                      <a:cubicBezTo>
                        <a:pt x="458429" y="331935"/>
                        <a:pt x="453945" y="326255"/>
                        <a:pt x="447055" y="324289"/>
                      </a:cubicBezTo>
                      <a:cubicBezTo>
                        <a:pt x="437978" y="321668"/>
                        <a:pt x="429884" y="326474"/>
                        <a:pt x="426275" y="333573"/>
                      </a:cubicBezTo>
                      <a:cubicBezTo>
                        <a:pt x="426494" y="334119"/>
                        <a:pt x="426932" y="334447"/>
                        <a:pt x="426932" y="335102"/>
                      </a:cubicBezTo>
                      <a:cubicBezTo>
                        <a:pt x="429119" y="376386"/>
                        <a:pt x="504472" y="397793"/>
                        <a:pt x="531485" y="420400"/>
                      </a:cubicBezTo>
                      <a:cubicBezTo>
                        <a:pt x="550296" y="436018"/>
                        <a:pt x="563202" y="454695"/>
                        <a:pt x="564514" y="479814"/>
                      </a:cubicBezTo>
                      <a:cubicBezTo>
                        <a:pt x="567576" y="533877"/>
                        <a:pt x="520658" y="567953"/>
                        <a:pt x="472209" y="573960"/>
                      </a:cubicBezTo>
                      <a:cubicBezTo>
                        <a:pt x="472756" y="582915"/>
                        <a:pt x="472537" y="591871"/>
                        <a:pt x="472537" y="600718"/>
                      </a:cubicBezTo>
                      <a:cubicBezTo>
                        <a:pt x="472647" y="604213"/>
                        <a:pt x="469584" y="607380"/>
                        <a:pt x="466085" y="607271"/>
                      </a:cubicBezTo>
                      <a:cubicBezTo>
                        <a:pt x="455585" y="606943"/>
                        <a:pt x="445086" y="606615"/>
                        <a:pt x="434587" y="605523"/>
                      </a:cubicBezTo>
                      <a:cubicBezTo>
                        <a:pt x="429775" y="605086"/>
                        <a:pt x="423322" y="605196"/>
                        <a:pt x="420260" y="601045"/>
                      </a:cubicBezTo>
                      <a:cubicBezTo>
                        <a:pt x="419276" y="600390"/>
                        <a:pt x="418401" y="599516"/>
                        <a:pt x="417964" y="598206"/>
                      </a:cubicBezTo>
                      <a:cubicBezTo>
                        <a:pt x="414901" y="590124"/>
                        <a:pt x="415011" y="580731"/>
                        <a:pt x="416214" y="571884"/>
                      </a:cubicBezTo>
                      <a:cubicBezTo>
                        <a:pt x="363827" y="572758"/>
                        <a:pt x="307613" y="520662"/>
                        <a:pt x="325002" y="465507"/>
                      </a:cubicBezTo>
                      <a:cubicBezTo>
                        <a:pt x="325002" y="462886"/>
                        <a:pt x="326534" y="460265"/>
                        <a:pt x="329486" y="460374"/>
                      </a:cubicBezTo>
                      <a:cubicBezTo>
                        <a:pt x="356719" y="461903"/>
                        <a:pt x="383404" y="462121"/>
                        <a:pt x="410417" y="459391"/>
                      </a:cubicBezTo>
                      <a:cubicBezTo>
                        <a:pt x="413808" y="459063"/>
                        <a:pt x="415776" y="460811"/>
                        <a:pt x="416432" y="463214"/>
                      </a:cubicBezTo>
                      <a:cubicBezTo>
                        <a:pt x="418182" y="463869"/>
                        <a:pt x="419604" y="465179"/>
                        <a:pt x="419495" y="467255"/>
                      </a:cubicBezTo>
                      <a:cubicBezTo>
                        <a:pt x="419276" y="483637"/>
                        <a:pt x="418401" y="522628"/>
                        <a:pt x="444868" y="520116"/>
                      </a:cubicBezTo>
                      <a:cubicBezTo>
                        <a:pt x="467288" y="518040"/>
                        <a:pt x="459851" y="487569"/>
                        <a:pt x="454929" y="471623"/>
                      </a:cubicBezTo>
                      <a:cubicBezTo>
                        <a:pt x="431087" y="446503"/>
                        <a:pt x="403199" y="435691"/>
                        <a:pt x="373123" y="417779"/>
                      </a:cubicBezTo>
                      <a:cubicBezTo>
                        <a:pt x="353110" y="405765"/>
                        <a:pt x="333533" y="389929"/>
                        <a:pt x="326971" y="366556"/>
                      </a:cubicBezTo>
                      <a:cubicBezTo>
                        <a:pt x="311441" y="310637"/>
                        <a:pt x="368093" y="278091"/>
                        <a:pt x="415667" y="277326"/>
                      </a:cubicBezTo>
                      <a:cubicBezTo>
                        <a:pt x="413917" y="269899"/>
                        <a:pt x="415448" y="261162"/>
                        <a:pt x="417198" y="254172"/>
                      </a:cubicBezTo>
                      <a:cubicBezTo>
                        <a:pt x="417964" y="251223"/>
                        <a:pt x="419932" y="249803"/>
                        <a:pt x="422119" y="249476"/>
                      </a:cubicBezTo>
                      <a:cubicBezTo>
                        <a:pt x="422885" y="248930"/>
                        <a:pt x="423760" y="248274"/>
                        <a:pt x="424854" y="248274"/>
                      </a:cubicBezTo>
                      <a:close/>
                      <a:moveTo>
                        <a:pt x="215096" y="1184"/>
                      </a:moveTo>
                      <a:cubicBezTo>
                        <a:pt x="316918" y="-12467"/>
                        <a:pt x="342401" y="94667"/>
                        <a:pt x="313856" y="177884"/>
                      </a:cubicBezTo>
                      <a:cubicBezTo>
                        <a:pt x="300841" y="226918"/>
                        <a:pt x="266171" y="276499"/>
                        <a:pt x="218486" y="264268"/>
                      </a:cubicBezTo>
                      <a:cubicBezTo>
                        <a:pt x="165770" y="256623"/>
                        <a:pt x="146521" y="182907"/>
                        <a:pt x="141053" y="135292"/>
                      </a:cubicBezTo>
                      <a:cubicBezTo>
                        <a:pt x="134163" y="75118"/>
                        <a:pt x="144553" y="10576"/>
                        <a:pt x="215096" y="1184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</a:p>
              </p:txBody>
            </p:sp>
          </p:grpSp>
        </p:grpSp>
      </p:grpSp>
      <p:pic>
        <p:nvPicPr>
          <p:cNvPr id="206" name="图片 205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206cb7d8-6181-4b22-b3d9-ea98bd0a80c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87279" y="1123950"/>
            <a:ext cx="10833208" cy="5019675"/>
            <a:chOff x="687279" y="1123950"/>
            <a:chExt cx="10833208" cy="5019675"/>
          </a:xfrm>
        </p:grpSpPr>
        <p:sp>
          <p:nvSpPr>
            <p:cNvPr id="6" name="ïSḻïḓé"/>
            <p:cNvSpPr/>
            <p:nvPr/>
          </p:nvSpPr>
          <p:spPr>
            <a:xfrm>
              <a:off x="5988713" y="3330799"/>
              <a:ext cx="1545013" cy="132619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7" name="íSľîḋè"/>
            <p:cNvSpPr/>
            <p:nvPr/>
          </p:nvSpPr>
          <p:spPr>
            <a:xfrm>
              <a:off x="5988713" y="1864217"/>
              <a:ext cx="1545013" cy="1326190"/>
            </a:xfrm>
            <a:custGeom>
              <a:avLst/>
              <a:gdLst>
                <a:gd name="connsiteX0" fmla="*/ 0 w 1319174"/>
                <a:gd name="connsiteY0" fmla="*/ 566169 h 1132337"/>
                <a:gd name="connsiteX1" fmla="*/ 283084 w 1319174"/>
                <a:gd name="connsiteY1" fmla="*/ 0 h 1132337"/>
                <a:gd name="connsiteX2" fmla="*/ 1036090 w 1319174"/>
                <a:gd name="connsiteY2" fmla="*/ 0 h 1132337"/>
                <a:gd name="connsiteX3" fmla="*/ 1319174 w 1319174"/>
                <a:gd name="connsiteY3" fmla="*/ 566169 h 1132337"/>
                <a:gd name="connsiteX4" fmla="*/ 1036090 w 1319174"/>
                <a:gd name="connsiteY4" fmla="*/ 1132337 h 1132337"/>
                <a:gd name="connsiteX5" fmla="*/ 283084 w 1319174"/>
                <a:gd name="connsiteY5" fmla="*/ 1132337 h 1132337"/>
                <a:gd name="connsiteX6" fmla="*/ 0 w 1319174"/>
                <a:gd name="connsiteY6" fmla="*/ 566169 h 113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174" h="1132337">
                  <a:moveTo>
                    <a:pt x="0" y="566169"/>
                  </a:moveTo>
                  <a:lnTo>
                    <a:pt x="283084" y="0"/>
                  </a:lnTo>
                  <a:lnTo>
                    <a:pt x="1036090" y="0"/>
                  </a:lnTo>
                  <a:lnTo>
                    <a:pt x="1319174" y="566169"/>
                  </a:lnTo>
                  <a:lnTo>
                    <a:pt x="1036090" y="1132337"/>
                  </a:lnTo>
                  <a:lnTo>
                    <a:pt x="283084" y="1132337"/>
                  </a:lnTo>
                  <a:lnTo>
                    <a:pt x="0" y="566169"/>
                  </a:lnTo>
                  <a:close/>
                </a:path>
              </a:pathLst>
            </a:custGeom>
            <a:blipFill>
              <a:blip r:embed="rId2"/>
              <a:stretch>
                <a:fillRect l="-14464" r="-1422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8" name="î$lîḋe"/>
            <p:cNvSpPr/>
            <p:nvPr/>
          </p:nvSpPr>
          <p:spPr>
            <a:xfrm>
              <a:off x="7317633" y="2609792"/>
              <a:ext cx="1545013" cy="132619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ïṡľïḋé"/>
            <p:cNvSpPr/>
            <p:nvPr/>
          </p:nvSpPr>
          <p:spPr>
            <a:xfrm>
              <a:off x="7317633" y="1143712"/>
              <a:ext cx="1545013" cy="1326190"/>
            </a:xfrm>
            <a:custGeom>
              <a:avLst/>
              <a:gdLst>
                <a:gd name="connsiteX0" fmla="*/ 0 w 1319174"/>
                <a:gd name="connsiteY0" fmla="*/ 566169 h 1132337"/>
                <a:gd name="connsiteX1" fmla="*/ 283084 w 1319174"/>
                <a:gd name="connsiteY1" fmla="*/ 0 h 1132337"/>
                <a:gd name="connsiteX2" fmla="*/ 1036090 w 1319174"/>
                <a:gd name="connsiteY2" fmla="*/ 0 h 1132337"/>
                <a:gd name="connsiteX3" fmla="*/ 1319174 w 1319174"/>
                <a:gd name="connsiteY3" fmla="*/ 566169 h 1132337"/>
                <a:gd name="connsiteX4" fmla="*/ 1036090 w 1319174"/>
                <a:gd name="connsiteY4" fmla="*/ 1132337 h 1132337"/>
                <a:gd name="connsiteX5" fmla="*/ 283084 w 1319174"/>
                <a:gd name="connsiteY5" fmla="*/ 1132337 h 1132337"/>
                <a:gd name="connsiteX6" fmla="*/ 0 w 1319174"/>
                <a:gd name="connsiteY6" fmla="*/ 566169 h 113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174" h="1132337">
                  <a:moveTo>
                    <a:pt x="0" y="566169"/>
                  </a:moveTo>
                  <a:lnTo>
                    <a:pt x="283084" y="0"/>
                  </a:lnTo>
                  <a:lnTo>
                    <a:pt x="1036090" y="0"/>
                  </a:lnTo>
                  <a:lnTo>
                    <a:pt x="1319174" y="566169"/>
                  </a:lnTo>
                  <a:lnTo>
                    <a:pt x="1036090" y="1132337"/>
                  </a:lnTo>
                  <a:lnTo>
                    <a:pt x="283084" y="1132337"/>
                  </a:lnTo>
                  <a:lnTo>
                    <a:pt x="0" y="5661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none" lIns="204293" tIns="214728" rIns="204293" bIns="214728" numCol="1" spcCol="1270" anchor="ctr" anchorCtr="0">
              <a:noAutofit/>
            </a:bodyPr>
            <a:lstStyle/>
            <a:p>
              <a:pPr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Text here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iŝḻidè"/>
            <p:cNvSpPr/>
            <p:nvPr/>
          </p:nvSpPr>
          <p:spPr>
            <a:xfrm>
              <a:off x="8647506" y="1883772"/>
              <a:ext cx="1545013" cy="1326190"/>
            </a:xfrm>
            <a:prstGeom prst="hexagon">
              <a:avLst>
                <a:gd name="adj" fmla="val 25000"/>
                <a:gd name="vf" fmla="val 115470"/>
              </a:avLst>
            </a:prstGeom>
            <a:blipFill>
              <a:blip r:embed="rId3"/>
              <a:stretch>
                <a:fillRect t="-23030" b="-2259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ïsľîḋê"/>
            <p:cNvSpPr/>
            <p:nvPr/>
          </p:nvSpPr>
          <p:spPr>
            <a:xfrm>
              <a:off x="8647506" y="3347846"/>
              <a:ext cx="1545013" cy="1326190"/>
            </a:xfrm>
            <a:custGeom>
              <a:avLst/>
              <a:gdLst>
                <a:gd name="connsiteX0" fmla="*/ 0 w 1319174"/>
                <a:gd name="connsiteY0" fmla="*/ 566169 h 1132337"/>
                <a:gd name="connsiteX1" fmla="*/ 283084 w 1319174"/>
                <a:gd name="connsiteY1" fmla="*/ 0 h 1132337"/>
                <a:gd name="connsiteX2" fmla="*/ 1036090 w 1319174"/>
                <a:gd name="connsiteY2" fmla="*/ 0 h 1132337"/>
                <a:gd name="connsiteX3" fmla="*/ 1319174 w 1319174"/>
                <a:gd name="connsiteY3" fmla="*/ 566169 h 1132337"/>
                <a:gd name="connsiteX4" fmla="*/ 1036090 w 1319174"/>
                <a:gd name="connsiteY4" fmla="*/ 1132337 h 1132337"/>
                <a:gd name="connsiteX5" fmla="*/ 283084 w 1319174"/>
                <a:gd name="connsiteY5" fmla="*/ 1132337 h 1132337"/>
                <a:gd name="connsiteX6" fmla="*/ 0 w 1319174"/>
                <a:gd name="connsiteY6" fmla="*/ 566169 h 113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174" h="1132337">
                  <a:moveTo>
                    <a:pt x="0" y="566169"/>
                  </a:moveTo>
                  <a:lnTo>
                    <a:pt x="283084" y="0"/>
                  </a:lnTo>
                  <a:lnTo>
                    <a:pt x="1036090" y="0"/>
                  </a:lnTo>
                  <a:lnTo>
                    <a:pt x="1319174" y="566169"/>
                  </a:lnTo>
                  <a:lnTo>
                    <a:pt x="1036090" y="1132337"/>
                  </a:lnTo>
                  <a:lnTo>
                    <a:pt x="283084" y="1132337"/>
                  </a:lnTo>
                  <a:lnTo>
                    <a:pt x="0" y="5661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none" lIns="204293" tIns="214728" rIns="204293" bIns="214728" numCol="1" spcCol="1270" anchor="ctr" anchorCtr="0">
              <a:noAutofit/>
            </a:bodyPr>
            <a:lstStyle/>
            <a:p>
              <a:pPr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Text here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ïśḻiḑè"/>
            <p:cNvSpPr/>
            <p:nvPr/>
          </p:nvSpPr>
          <p:spPr>
            <a:xfrm>
              <a:off x="7317633" y="4073866"/>
              <a:ext cx="1545013" cy="1326190"/>
            </a:xfrm>
            <a:prstGeom prst="hexagon">
              <a:avLst>
                <a:gd name="adj" fmla="val 25000"/>
                <a:gd name="vf" fmla="val 115470"/>
              </a:avLst>
            </a:prstGeom>
            <a:blipFill>
              <a:blip r:embed="rId3"/>
              <a:stretch>
                <a:fillRect t="-23030" b="-2259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îsḷiḑé"/>
            <p:cNvSpPr/>
            <p:nvPr/>
          </p:nvSpPr>
          <p:spPr>
            <a:xfrm>
              <a:off x="9969763" y="4090914"/>
              <a:ext cx="1545013" cy="1326190"/>
            </a:xfrm>
            <a:custGeom>
              <a:avLst/>
              <a:gdLst>
                <a:gd name="connsiteX0" fmla="*/ 0 w 1319174"/>
                <a:gd name="connsiteY0" fmla="*/ 566169 h 1132337"/>
                <a:gd name="connsiteX1" fmla="*/ 283084 w 1319174"/>
                <a:gd name="connsiteY1" fmla="*/ 0 h 1132337"/>
                <a:gd name="connsiteX2" fmla="*/ 1036090 w 1319174"/>
                <a:gd name="connsiteY2" fmla="*/ 0 h 1132337"/>
                <a:gd name="connsiteX3" fmla="*/ 1319174 w 1319174"/>
                <a:gd name="connsiteY3" fmla="*/ 566169 h 1132337"/>
                <a:gd name="connsiteX4" fmla="*/ 1036090 w 1319174"/>
                <a:gd name="connsiteY4" fmla="*/ 1132337 h 1132337"/>
                <a:gd name="connsiteX5" fmla="*/ 283084 w 1319174"/>
                <a:gd name="connsiteY5" fmla="*/ 1132337 h 1132337"/>
                <a:gd name="connsiteX6" fmla="*/ 0 w 1319174"/>
                <a:gd name="connsiteY6" fmla="*/ 566169 h 113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174" h="1132337">
                  <a:moveTo>
                    <a:pt x="0" y="566169"/>
                  </a:moveTo>
                  <a:lnTo>
                    <a:pt x="283084" y="0"/>
                  </a:lnTo>
                  <a:lnTo>
                    <a:pt x="1036090" y="0"/>
                  </a:lnTo>
                  <a:lnTo>
                    <a:pt x="1319174" y="566169"/>
                  </a:lnTo>
                  <a:lnTo>
                    <a:pt x="1036090" y="1132337"/>
                  </a:lnTo>
                  <a:lnTo>
                    <a:pt x="283084" y="1132337"/>
                  </a:lnTo>
                  <a:lnTo>
                    <a:pt x="0" y="566169"/>
                  </a:lnTo>
                  <a:close/>
                </a:path>
              </a:pathLst>
            </a:custGeom>
            <a:blipFill>
              <a:blip r:embed="rId2"/>
              <a:stretch>
                <a:fillRect l="-14464" r="-14228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14" name="ïśľïḓé"/>
            <p:cNvSpPr/>
            <p:nvPr/>
          </p:nvSpPr>
          <p:spPr>
            <a:xfrm>
              <a:off x="8640843" y="4817435"/>
              <a:ext cx="1545013" cy="132619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5" name="ïşḷíḓe"/>
            <p:cNvSpPr/>
            <p:nvPr/>
          </p:nvSpPr>
          <p:spPr>
            <a:xfrm>
              <a:off x="9975474" y="1158253"/>
              <a:ext cx="1545013" cy="1326190"/>
            </a:xfrm>
            <a:custGeom>
              <a:avLst/>
              <a:gdLst>
                <a:gd name="connsiteX0" fmla="*/ 0 w 1319174"/>
                <a:gd name="connsiteY0" fmla="*/ 566169 h 1132337"/>
                <a:gd name="connsiteX1" fmla="*/ 283084 w 1319174"/>
                <a:gd name="connsiteY1" fmla="*/ 0 h 1132337"/>
                <a:gd name="connsiteX2" fmla="*/ 1036090 w 1319174"/>
                <a:gd name="connsiteY2" fmla="*/ 0 h 1132337"/>
                <a:gd name="connsiteX3" fmla="*/ 1319174 w 1319174"/>
                <a:gd name="connsiteY3" fmla="*/ 566169 h 1132337"/>
                <a:gd name="connsiteX4" fmla="*/ 1036090 w 1319174"/>
                <a:gd name="connsiteY4" fmla="*/ 1132337 h 1132337"/>
                <a:gd name="connsiteX5" fmla="*/ 283084 w 1319174"/>
                <a:gd name="connsiteY5" fmla="*/ 1132337 h 1132337"/>
                <a:gd name="connsiteX6" fmla="*/ 0 w 1319174"/>
                <a:gd name="connsiteY6" fmla="*/ 566169 h 1132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19174" h="1132337">
                  <a:moveTo>
                    <a:pt x="0" y="566169"/>
                  </a:moveTo>
                  <a:lnTo>
                    <a:pt x="283084" y="0"/>
                  </a:lnTo>
                  <a:lnTo>
                    <a:pt x="1036090" y="0"/>
                  </a:lnTo>
                  <a:lnTo>
                    <a:pt x="1319174" y="566169"/>
                  </a:lnTo>
                  <a:lnTo>
                    <a:pt x="1036090" y="1132337"/>
                  </a:lnTo>
                  <a:lnTo>
                    <a:pt x="283084" y="1132337"/>
                  </a:lnTo>
                  <a:lnTo>
                    <a:pt x="0" y="566169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none" lIns="204293" tIns="214728" rIns="204293" bIns="214728" numCol="1" spcCol="1270" anchor="ctr" anchorCtr="0">
              <a:noAutofit/>
            </a:bodyPr>
            <a:lstStyle/>
            <a:p>
              <a:pPr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600" b="1" dirty="0">
                  <a:solidFill>
                    <a:schemeClr val="tx1"/>
                  </a:solidFill>
                </a:rPr>
                <a:t>Text here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îSḻiḑe"/>
            <p:cNvSpPr/>
            <p:nvPr/>
          </p:nvSpPr>
          <p:spPr>
            <a:xfrm>
              <a:off x="9975474" y="2622327"/>
              <a:ext cx="1545013" cy="132619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zh-CN" altLang="en-US"/>
            </a:p>
          </p:txBody>
        </p:sp>
        <p:grpSp>
          <p:nvGrpSpPr>
            <p:cNvPr id="17" name="ïSľïḓè"/>
            <p:cNvGrpSpPr/>
            <p:nvPr/>
          </p:nvGrpSpPr>
          <p:grpSpPr>
            <a:xfrm>
              <a:off x="687279" y="2548928"/>
              <a:ext cx="4194314" cy="1597836"/>
              <a:chOff x="687278" y="2398652"/>
              <a:chExt cx="3524773" cy="1597836"/>
            </a:xfrm>
          </p:grpSpPr>
          <p:sp>
            <p:nvSpPr>
              <p:cNvPr id="20" name="ïṧḻíḑê"/>
              <p:cNvSpPr/>
              <p:nvPr/>
            </p:nvSpPr>
            <p:spPr>
              <a:xfrm>
                <a:off x="687278" y="2840457"/>
                <a:ext cx="3524773" cy="115603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 lIns="90000" anchor="t" anchorCtr="0"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Unified fonts make reading more fluent.</a:t>
                </a:r>
                <a:endParaRPr lang="en-US" altLang="zh-CN" sz="1200" dirty="0"/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Theme color makes PPT more convenient to change.</a:t>
                </a:r>
                <a:endParaRPr lang="en-US" altLang="zh-CN" sz="1200" dirty="0"/>
              </a:p>
              <a:p>
                <a:pPr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200" dirty="0"/>
                  <a:t>Adjust the spacing to adapt to Chinese typesetting, use the reference line in PPT.</a:t>
                </a:r>
                <a:endParaRPr lang="en-US" altLang="zh-CN" sz="1200" dirty="0"/>
              </a:p>
            </p:txBody>
          </p:sp>
          <p:sp>
            <p:nvSpPr>
              <p:cNvPr id="21" name="iŝḷiḍe"/>
              <p:cNvSpPr txBox="1"/>
              <p:nvPr/>
            </p:nvSpPr>
            <p:spPr bwMode="auto">
              <a:xfrm>
                <a:off x="687278" y="2398652"/>
                <a:ext cx="352477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5376000" y="1123950"/>
              <a:ext cx="0" cy="5019675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ïş1íḍê"/>
            <p:cNvSpPr/>
            <p:nvPr/>
          </p:nvSpPr>
          <p:spPr>
            <a:xfrm>
              <a:off x="5988713" y="4817435"/>
              <a:ext cx="1545013" cy="132619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2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 spcFirstLastPara="0" vert="horz" wrap="none" lIns="204293" tIns="214728" rIns="204293" bIns="214728" numCol="1" spcCol="1270" anchor="ctr" anchorCtr="0">
              <a:noAutofit/>
            </a:bodyPr>
            <a:lstStyle/>
            <a:p>
              <a:pPr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zh-CN" sz="1600" b="1">
                  <a:solidFill>
                    <a:schemeClr val="tx1"/>
                  </a:solidFill>
                </a:rPr>
                <a:t>Text </a:t>
              </a:r>
              <a:r>
                <a:rPr lang="en-US" altLang="zh-CN" sz="1600" b="1" dirty="0">
                  <a:solidFill>
                    <a:schemeClr val="tx1"/>
                  </a:solidFill>
                </a:rPr>
                <a:t>here</a:t>
              </a:r>
              <a:endParaRPr lang="zh-CN" altLang="en-US" sz="1600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22" name="图片 21" descr="中科大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5" name="311f4e3a-3ee7-457c-b621-80829db5ec0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56387" y="1123951"/>
            <a:ext cx="10762938" cy="4960049"/>
            <a:chOff x="756387" y="1123951"/>
            <a:chExt cx="10762938" cy="4960049"/>
          </a:xfrm>
        </p:grpSpPr>
        <p:grpSp>
          <p:nvGrpSpPr>
            <p:cNvPr id="6" name="isḻïḍè"/>
            <p:cNvGrpSpPr/>
            <p:nvPr/>
          </p:nvGrpSpPr>
          <p:grpSpPr>
            <a:xfrm>
              <a:off x="5914873" y="1584000"/>
              <a:ext cx="5604452" cy="4127710"/>
              <a:chOff x="5914873" y="1854001"/>
              <a:chExt cx="5604452" cy="4127710"/>
            </a:xfrm>
          </p:grpSpPr>
          <p:sp>
            <p:nvSpPr>
              <p:cNvPr id="11" name="íṧļîdè"/>
              <p:cNvSpPr/>
              <p:nvPr/>
            </p:nvSpPr>
            <p:spPr>
              <a:xfrm flipV="1">
                <a:off x="6637198" y="5652359"/>
                <a:ext cx="4286725" cy="32935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2" name="îśḻiḋè"/>
              <p:cNvSpPr/>
              <p:nvPr/>
            </p:nvSpPr>
            <p:spPr>
              <a:xfrm rot="4599532" flipV="1">
                <a:off x="4135771" y="3633103"/>
                <a:ext cx="3824378" cy="266173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13" name="išļïḋe"/>
              <p:cNvSpPr/>
              <p:nvPr/>
            </p:nvSpPr>
            <p:spPr>
              <a:xfrm>
                <a:off x="6637198" y="3746341"/>
                <a:ext cx="1081297" cy="1081299"/>
              </a:xfrm>
              <a:prstGeom prst="ellipse">
                <a:avLst/>
              </a:prstGeom>
              <a:solidFill>
                <a:schemeClr val="accent4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100" b="1"/>
                  <a:t>Text here</a:t>
                </a:r>
                <a:endParaRPr lang="en-US" altLang="zh-CN" sz="1100" b="1" dirty="0"/>
              </a:p>
            </p:txBody>
          </p:sp>
          <p:sp>
            <p:nvSpPr>
              <p:cNvPr id="14" name="íśḻiḓe"/>
              <p:cNvSpPr/>
              <p:nvPr/>
            </p:nvSpPr>
            <p:spPr>
              <a:xfrm>
                <a:off x="8069143" y="3966785"/>
                <a:ext cx="1433632" cy="1433634"/>
              </a:xfrm>
              <a:prstGeom prst="ellipse">
                <a:avLst/>
              </a:prstGeom>
              <a:solidFill>
                <a:schemeClr val="accent3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400" b="1"/>
                  <a:t>Text here</a:t>
                </a:r>
                <a:endParaRPr lang="en-US" altLang="zh-CN" sz="1400" b="1" dirty="0"/>
              </a:p>
            </p:txBody>
          </p:sp>
          <p:sp>
            <p:nvSpPr>
              <p:cNvPr id="15" name="íṩlíḍe"/>
              <p:cNvSpPr/>
              <p:nvPr/>
            </p:nvSpPr>
            <p:spPr>
              <a:xfrm>
                <a:off x="7314119" y="2187709"/>
                <a:ext cx="1676618" cy="1676622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1400" b="1"/>
                  <a:t>Text here</a:t>
                </a:r>
                <a:endParaRPr lang="en-US" altLang="zh-CN" sz="1400" b="1" dirty="0"/>
              </a:p>
            </p:txBody>
          </p:sp>
          <p:sp>
            <p:nvSpPr>
              <p:cNvPr id="16" name="îş1íḓê"/>
              <p:cNvSpPr/>
              <p:nvPr/>
            </p:nvSpPr>
            <p:spPr>
              <a:xfrm>
                <a:off x="9188376" y="2135909"/>
                <a:ext cx="2330949" cy="2330954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r>
                  <a:rPr lang="en-US" altLang="zh-CN" sz="2000" b="1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7" name="iṥ1îḑè"/>
              <p:cNvSpPr/>
              <p:nvPr/>
            </p:nvSpPr>
            <p:spPr>
              <a:xfrm>
                <a:off x="9830998" y="4647310"/>
                <a:ext cx="824602" cy="824602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endParaRPr lang="en-US" altLang="zh-CN" sz="1100" b="1" dirty="0"/>
              </a:p>
            </p:txBody>
          </p:sp>
          <p:sp>
            <p:nvSpPr>
              <p:cNvPr id="18" name="îśḻiďé"/>
              <p:cNvSpPr/>
              <p:nvPr/>
            </p:nvSpPr>
            <p:spPr>
              <a:xfrm>
                <a:off x="6240931" y="2531952"/>
                <a:ext cx="969494" cy="969494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46800" rIns="90000" bIns="46800" anchor="ctr">
                <a:normAutofit/>
              </a:bodyPr>
              <a:lstStyle/>
              <a:p>
                <a:pPr algn="ctr">
                  <a:spcBef>
                    <a:spcPct val="0"/>
                  </a:spcBef>
                </a:pPr>
                <a:endParaRPr lang="en-US" altLang="zh-CN" sz="1100" b="1" dirty="0"/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831000" y="1123951"/>
              <a:ext cx="0" cy="4960049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íṧ1îḓé"/>
            <p:cNvGrpSpPr/>
            <p:nvPr/>
          </p:nvGrpSpPr>
          <p:grpSpPr>
            <a:xfrm>
              <a:off x="756387" y="3032121"/>
              <a:ext cx="4497085" cy="793758"/>
              <a:chOff x="756387" y="1123951"/>
              <a:chExt cx="4497085" cy="793758"/>
            </a:xfrm>
          </p:grpSpPr>
          <p:sp>
            <p:nvSpPr>
              <p:cNvPr id="9" name="iŝľiďè"/>
              <p:cNvSpPr txBox="1"/>
              <p:nvPr/>
            </p:nvSpPr>
            <p:spPr>
              <a:xfrm>
                <a:off x="980225" y="1123951"/>
                <a:ext cx="4273247" cy="793758"/>
              </a:xfrm>
              <a:prstGeom prst="rect">
                <a:avLst/>
              </a:prstGeom>
              <a:noFill/>
            </p:spPr>
            <p:txBody>
              <a:bodyPr wrap="square" lIns="90000" tIns="46800" rIns="90000" bIns="46800" rtlCol="0" anchor="ctr">
                <a:normAutofit/>
              </a:bodyPr>
              <a:lstStyle/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/>
                  <a:t>Supporting text here.</a:t>
                </a:r>
                <a:br>
                  <a:rPr lang="en-US" altLang="zh-CN" sz="1000"/>
                </a:br>
                <a:r>
                  <a:rPr lang="en-US" altLang="zh-CN" sz="1000"/>
                  <a:t>When you copy &amp; paste, choose "keep text only" option.</a:t>
                </a:r>
                <a:endParaRPr lang="en-US" altLang="zh-CN" sz="1000" dirty="0"/>
              </a:p>
            </p:txBody>
          </p:sp>
          <p:sp>
            <p:nvSpPr>
              <p:cNvPr id="10" name="iś1íḍé"/>
              <p:cNvSpPr/>
              <p:nvPr/>
            </p:nvSpPr>
            <p:spPr bwMode="auto">
              <a:xfrm>
                <a:off x="756387" y="1446218"/>
                <a:ext cx="149225" cy="149225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dk1"/>
                  </a:solidFill>
                </a:endParaRPr>
              </a:p>
            </p:txBody>
          </p:sp>
        </p:grpSp>
      </p:grpSp>
      <p:pic>
        <p:nvPicPr>
          <p:cNvPr id="19" name="图片 18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d273483b-9005-434d-9c6e-e7a53d897f0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0" y="0"/>
            <a:ext cx="12192000" cy="6143625"/>
            <a:chOff x="0" y="0"/>
            <a:chExt cx="12192000" cy="6143625"/>
          </a:xfrm>
        </p:grpSpPr>
        <p:sp>
          <p:nvSpPr>
            <p:cNvPr id="6" name="iṥlídè"/>
            <p:cNvSpPr/>
            <p:nvPr/>
          </p:nvSpPr>
          <p:spPr bwMode="auto">
            <a:xfrm>
              <a:off x="0" y="0"/>
              <a:ext cx="12192000" cy="2832124"/>
            </a:xfrm>
            <a:prstGeom prst="rect">
              <a:avLst/>
            </a:prstGeom>
            <a:blipFill>
              <a:blip r:embed="rId2"/>
              <a:stretch>
                <a:fillRect t="-93917" b="-93077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 lang="zh-CN" altLang="en-US" sz="1600" dirty="0">
                <a:solidFill>
                  <a:schemeClr val="lt1"/>
                </a:solidFill>
              </a:endParaRPr>
            </a:p>
          </p:txBody>
        </p:sp>
        <p:sp>
          <p:nvSpPr>
            <p:cNvPr id="7" name="iṥḻiďe"/>
            <p:cNvSpPr/>
            <p:nvPr/>
          </p:nvSpPr>
          <p:spPr bwMode="auto">
            <a:xfrm>
              <a:off x="671512" y="0"/>
              <a:ext cx="10848976" cy="2832124"/>
            </a:xfrm>
            <a:prstGeom prst="rect">
              <a:avLst/>
            </a:prstGeom>
            <a:solidFill>
              <a:schemeClr val="tx1">
                <a:alpha val="9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 lang="zh-CN" altLang="en-US" sz="1600" dirty="0">
                <a:solidFill>
                  <a:schemeClr val="lt1"/>
                </a:solidFill>
              </a:endParaRPr>
            </a:p>
          </p:txBody>
        </p:sp>
        <p:cxnSp>
          <p:nvCxnSpPr>
            <p:cNvPr id="8" name="直接连接符 7"/>
            <p:cNvCxnSpPr>
              <a:stCxn id="40" idx="6"/>
              <a:endCxn id="32" idx="2"/>
            </p:cNvCxnSpPr>
            <p:nvPr/>
          </p:nvCxnSpPr>
          <p:spPr>
            <a:xfrm>
              <a:off x="2019476" y="2832150"/>
              <a:ext cx="8252553" cy="0"/>
            </a:xfrm>
            <a:prstGeom prst="line">
              <a:avLst/>
            </a:prstGeom>
            <a:ln w="34925" cap="rnd">
              <a:solidFill>
                <a:schemeClr val="bg1"/>
              </a:solidFill>
              <a:prstDash val="solid"/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işliḍé"/>
            <p:cNvSpPr/>
            <p:nvPr/>
          </p:nvSpPr>
          <p:spPr bwMode="auto">
            <a:xfrm>
              <a:off x="669924" y="4957280"/>
              <a:ext cx="10850564" cy="58499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dk1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669925" y="6143625"/>
              <a:ext cx="108505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>
              <a:off x="2714657" y="2832124"/>
              <a:ext cx="0" cy="331150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968886" y="2832124"/>
              <a:ext cx="0" cy="331150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7249545" y="2832124"/>
              <a:ext cx="0" cy="331150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îSļîḋê"/>
            <p:cNvGrpSpPr/>
            <p:nvPr/>
          </p:nvGrpSpPr>
          <p:grpSpPr>
            <a:xfrm>
              <a:off x="687276" y="2394000"/>
              <a:ext cx="1788100" cy="3749625"/>
              <a:chOff x="687276" y="2394000"/>
              <a:chExt cx="1788100" cy="3749625"/>
            </a:xfrm>
          </p:grpSpPr>
          <p:sp>
            <p:nvSpPr>
              <p:cNvPr id="40" name="îṣḷiḑè"/>
              <p:cNvSpPr/>
              <p:nvPr/>
            </p:nvSpPr>
            <p:spPr>
              <a:xfrm>
                <a:off x="1143176" y="239400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ko-KR" sz="1600">
                    <a:solidFill>
                      <a:schemeClr val="bg1"/>
                    </a:solidFill>
                  </a:rPr>
                  <a:t>2016</a:t>
                </a:r>
                <a:endParaRPr lang="en-US" altLang="ko-KR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ïšliḋe"/>
              <p:cNvSpPr/>
              <p:nvPr/>
            </p:nvSpPr>
            <p:spPr>
              <a:xfrm>
                <a:off x="1356775" y="5121516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normAutofit fontScale="775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chemeClr val="accent1"/>
                    </a:solidFill>
                  </a:rPr>
                  <a:t>36K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42" name="í$ḷïḓe"/>
              <p:cNvSpPr txBox="1"/>
              <p:nvPr/>
            </p:nvSpPr>
            <p:spPr bwMode="auto">
              <a:xfrm>
                <a:off x="687276" y="5558625"/>
                <a:ext cx="1788100" cy="58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Text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ïsļiḓe"/>
              <p:cNvSpPr txBox="1"/>
              <p:nvPr/>
            </p:nvSpPr>
            <p:spPr>
              <a:xfrm>
                <a:off x="758230" y="3528912"/>
                <a:ext cx="1646192" cy="3882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  <a:r>
                  <a:rPr lang="en-US" altLang="zh-CN" sz="1600" b="1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44" name="ï$ḻíḑê"/>
              <p:cNvSpPr txBox="1"/>
              <p:nvPr/>
            </p:nvSpPr>
            <p:spPr>
              <a:xfrm>
                <a:off x="758230" y="3917137"/>
                <a:ext cx="1646192" cy="618766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 anchorCtr="1">
                <a:normAutofit fontScale="925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grpSp>
          <p:nvGrpSpPr>
            <p:cNvPr id="15" name="ïṣḻïḍé"/>
            <p:cNvGrpSpPr/>
            <p:nvPr/>
          </p:nvGrpSpPr>
          <p:grpSpPr>
            <a:xfrm>
              <a:off x="2941505" y="2394000"/>
              <a:ext cx="1800533" cy="3749625"/>
              <a:chOff x="3454534" y="2394000"/>
              <a:chExt cx="1800533" cy="3749625"/>
            </a:xfrm>
          </p:grpSpPr>
          <p:sp>
            <p:nvSpPr>
              <p:cNvPr id="35" name="íšļîďè"/>
              <p:cNvSpPr/>
              <p:nvPr/>
            </p:nvSpPr>
            <p:spPr>
              <a:xfrm>
                <a:off x="4130249" y="5121516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normAutofit fontScale="775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chemeClr val="accent1"/>
                    </a:solidFill>
                  </a:rPr>
                  <a:t>52K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6" name="ïSḻïḑè"/>
              <p:cNvSpPr txBox="1"/>
              <p:nvPr/>
            </p:nvSpPr>
            <p:spPr bwMode="auto">
              <a:xfrm>
                <a:off x="3454534" y="5558625"/>
                <a:ext cx="1800533" cy="58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Text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íşlîḓé"/>
              <p:cNvSpPr/>
              <p:nvPr/>
            </p:nvSpPr>
            <p:spPr>
              <a:xfrm>
                <a:off x="3916650" y="239400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ko-KR" sz="1600">
                    <a:solidFill>
                      <a:schemeClr val="bg1"/>
                    </a:solidFill>
                  </a:rPr>
                  <a:t>2017</a:t>
                </a:r>
                <a:endParaRPr lang="en-US" altLang="ko-KR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íSliḋè"/>
              <p:cNvSpPr txBox="1"/>
              <p:nvPr/>
            </p:nvSpPr>
            <p:spPr>
              <a:xfrm>
                <a:off x="3531704" y="3528912"/>
                <a:ext cx="1646192" cy="3882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  <a:r>
                  <a:rPr lang="en-US" altLang="zh-CN" sz="1600" b="1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39" name="ïṥḷîḍè"/>
              <p:cNvSpPr txBox="1"/>
              <p:nvPr/>
            </p:nvSpPr>
            <p:spPr>
              <a:xfrm>
                <a:off x="3531704" y="3917137"/>
                <a:ext cx="1646192" cy="618766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 anchorCtr="1">
                <a:normAutofit fontScale="925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grpSp>
          <p:nvGrpSpPr>
            <p:cNvPr id="16" name="îṩļïḋe"/>
            <p:cNvGrpSpPr/>
            <p:nvPr/>
          </p:nvGrpSpPr>
          <p:grpSpPr>
            <a:xfrm>
              <a:off x="9809913" y="2394000"/>
              <a:ext cx="1800533" cy="3749625"/>
              <a:chOff x="9014936" y="2394000"/>
              <a:chExt cx="1800533" cy="3749625"/>
            </a:xfrm>
          </p:grpSpPr>
          <p:sp>
            <p:nvSpPr>
              <p:cNvPr id="30" name="íṩľiḓè"/>
              <p:cNvSpPr txBox="1"/>
              <p:nvPr/>
            </p:nvSpPr>
            <p:spPr bwMode="auto">
              <a:xfrm>
                <a:off x="9014936" y="5558625"/>
                <a:ext cx="1800533" cy="58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Text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îŝlídé"/>
              <p:cNvSpPr/>
              <p:nvPr/>
            </p:nvSpPr>
            <p:spPr>
              <a:xfrm>
                <a:off x="9624383" y="5121516"/>
                <a:ext cx="581638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normAutofit fontScale="775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chemeClr val="accent1"/>
                    </a:solidFill>
                  </a:rPr>
                  <a:t>132K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32" name="iSļiďê"/>
              <p:cNvSpPr/>
              <p:nvPr/>
            </p:nvSpPr>
            <p:spPr>
              <a:xfrm>
                <a:off x="9477052" y="239400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ko-KR" sz="1600">
                    <a:solidFill>
                      <a:schemeClr val="bg1"/>
                    </a:solidFill>
                  </a:rPr>
                  <a:t>2020</a:t>
                </a:r>
                <a:endParaRPr lang="en-US" altLang="ko-KR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îSļiďè"/>
              <p:cNvSpPr txBox="1"/>
              <p:nvPr/>
            </p:nvSpPr>
            <p:spPr>
              <a:xfrm>
                <a:off x="9092106" y="3528912"/>
                <a:ext cx="1646192" cy="3882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  <a:r>
                  <a:rPr lang="en-US" altLang="zh-CN" sz="1600" b="1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34" name="î$ļíḑè"/>
              <p:cNvSpPr txBox="1"/>
              <p:nvPr/>
            </p:nvSpPr>
            <p:spPr>
              <a:xfrm>
                <a:off x="9092106" y="3917137"/>
                <a:ext cx="1646192" cy="618766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 anchorCtr="1">
                <a:normAutofit fontScale="925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grpSp>
          <p:nvGrpSpPr>
            <p:cNvPr id="17" name="íśľíḍè"/>
            <p:cNvGrpSpPr/>
            <p:nvPr/>
          </p:nvGrpSpPr>
          <p:grpSpPr>
            <a:xfrm>
              <a:off x="7502824" y="2394000"/>
              <a:ext cx="1800533" cy="3749625"/>
              <a:chOff x="6223022" y="2394000"/>
              <a:chExt cx="1800533" cy="3749625"/>
            </a:xfrm>
          </p:grpSpPr>
          <p:sp>
            <p:nvSpPr>
              <p:cNvPr id="25" name="í$ļîḍe"/>
              <p:cNvSpPr/>
              <p:nvPr/>
            </p:nvSpPr>
            <p:spPr>
              <a:xfrm>
                <a:off x="6898737" y="5121516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normAutofit fontScale="775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chemeClr val="accent1"/>
                    </a:solidFill>
                  </a:rPr>
                  <a:t>92K</a:t>
                </a:r>
                <a:endParaRPr lang="en-US" altLang="zh-CN" b="1" dirty="0">
                  <a:solidFill>
                    <a:schemeClr val="accent1"/>
                  </a:solidFill>
                </a:endParaRPr>
              </a:p>
            </p:txBody>
          </p:sp>
          <p:sp>
            <p:nvSpPr>
              <p:cNvPr id="26" name="ïS1ïdê"/>
              <p:cNvSpPr txBox="1"/>
              <p:nvPr/>
            </p:nvSpPr>
            <p:spPr bwMode="auto">
              <a:xfrm>
                <a:off x="6223022" y="5558625"/>
                <a:ext cx="1800533" cy="58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Text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íšḻîde"/>
              <p:cNvSpPr/>
              <p:nvPr/>
            </p:nvSpPr>
            <p:spPr>
              <a:xfrm>
                <a:off x="6685138" y="2394000"/>
                <a:ext cx="876300" cy="876300"/>
              </a:xfrm>
              <a:prstGeom prst="ellipse">
                <a:avLst/>
              </a:prstGeom>
              <a:solidFill>
                <a:schemeClr val="accent1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ko-KR" sz="1600">
                    <a:solidFill>
                      <a:schemeClr val="bg1"/>
                    </a:solidFill>
                  </a:rPr>
                  <a:t>2019</a:t>
                </a:r>
                <a:endParaRPr lang="en-US" altLang="ko-KR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ïṧļïďè"/>
              <p:cNvSpPr txBox="1"/>
              <p:nvPr/>
            </p:nvSpPr>
            <p:spPr>
              <a:xfrm>
                <a:off x="6300192" y="3528912"/>
                <a:ext cx="1646192" cy="3882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  <a:r>
                  <a:rPr lang="en-US" altLang="zh-CN" sz="1600" b="1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29" name="ï$ļïḑé"/>
              <p:cNvSpPr txBox="1"/>
              <p:nvPr/>
            </p:nvSpPr>
            <p:spPr>
              <a:xfrm>
                <a:off x="6300192" y="3917137"/>
                <a:ext cx="1646192" cy="618766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 anchorCtr="1">
                <a:normAutofit fontScale="925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grpSp>
          <p:nvGrpSpPr>
            <p:cNvPr id="18" name="íṩḻidè"/>
            <p:cNvGrpSpPr/>
            <p:nvPr/>
          </p:nvGrpSpPr>
          <p:grpSpPr>
            <a:xfrm>
              <a:off x="5195734" y="2394000"/>
              <a:ext cx="1800533" cy="3749625"/>
              <a:chOff x="3454534" y="2394000"/>
              <a:chExt cx="1800533" cy="3749625"/>
            </a:xfrm>
          </p:grpSpPr>
          <p:sp>
            <p:nvSpPr>
              <p:cNvPr id="20" name="ïṡ1ïďê"/>
              <p:cNvSpPr/>
              <p:nvPr/>
            </p:nvSpPr>
            <p:spPr>
              <a:xfrm>
                <a:off x="4130249" y="5121516"/>
                <a:ext cx="449102" cy="272872"/>
              </a:xfrm>
              <a:prstGeom prst="rect">
                <a:avLst/>
              </a:prstGeom>
            </p:spPr>
            <p:txBody>
              <a:bodyPr wrap="none">
                <a:prstTxWarp prst="textPlain">
                  <a:avLst/>
                </a:prstTxWarp>
                <a:normAutofit fontScale="77500" lnSpcReduction="20000"/>
              </a:bodyPr>
              <a:lstStyle/>
              <a:p>
                <a:pPr algn="ctr"/>
                <a:r>
                  <a:rPr lang="en-US" altLang="zh-CN" b="1">
                    <a:solidFill>
                      <a:schemeClr val="accent3"/>
                    </a:solidFill>
                  </a:rPr>
                  <a:t>62K</a:t>
                </a:r>
                <a:endParaRPr lang="en-US" altLang="zh-CN" b="1" dirty="0">
                  <a:solidFill>
                    <a:schemeClr val="accent3"/>
                  </a:solidFill>
                </a:endParaRPr>
              </a:p>
            </p:txBody>
          </p:sp>
          <p:sp>
            <p:nvSpPr>
              <p:cNvPr id="21" name="iṥļíḋê"/>
              <p:cNvSpPr txBox="1"/>
              <p:nvPr/>
            </p:nvSpPr>
            <p:spPr bwMode="auto">
              <a:xfrm>
                <a:off x="3454534" y="5558625"/>
                <a:ext cx="1800533" cy="585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ctr">
                <a:normAutofit/>
              </a:bodyPr>
              <a:lstStyle>
                <a:defPPr>
                  <a:defRPr lang="zh-CN"/>
                </a:defPPr>
                <a:lvl1pPr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b="1">
                    <a:solidFill>
                      <a:schemeClr val="accent2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600">
                    <a:solidFill>
                      <a:schemeClr val="tx1"/>
                    </a:solidFill>
                  </a:rPr>
                  <a:t>Text</a:t>
                </a:r>
                <a:endParaRPr lang="en-US" altLang="zh-CN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îṧḻîḓe"/>
              <p:cNvSpPr/>
              <p:nvPr/>
            </p:nvSpPr>
            <p:spPr>
              <a:xfrm>
                <a:off x="3916650" y="2394000"/>
                <a:ext cx="876300" cy="876300"/>
              </a:xfrm>
              <a:prstGeom prst="ellipse">
                <a:avLst/>
              </a:prstGeom>
              <a:solidFill>
                <a:schemeClr val="accent3"/>
              </a:solidFill>
              <a:ln w="508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ko-KR" sz="1600">
                    <a:solidFill>
                      <a:schemeClr val="bg1"/>
                    </a:solidFill>
                  </a:rPr>
                  <a:t>2018</a:t>
                </a:r>
                <a:endParaRPr lang="en-US" altLang="ko-KR" sz="16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$líḍê"/>
              <p:cNvSpPr txBox="1"/>
              <p:nvPr/>
            </p:nvSpPr>
            <p:spPr>
              <a:xfrm>
                <a:off x="3531704" y="3528912"/>
                <a:ext cx="1646192" cy="3882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ctr" anchorCtr="1">
                <a:normAutofit/>
              </a:bodyPr>
              <a:lstStyle/>
              <a:p>
                <a:pPr algn="ctr"/>
                <a:r>
                  <a:rPr lang="en-US" altLang="zh-CN" sz="1600" b="1"/>
                  <a:t>Text here</a:t>
                </a:r>
                <a:endParaRPr lang="zh-CN" altLang="en-US" sz="1600" b="1" dirty="0"/>
              </a:p>
            </p:txBody>
          </p:sp>
          <p:sp>
            <p:nvSpPr>
              <p:cNvPr id="24" name="ïṥlíḓe"/>
              <p:cNvSpPr txBox="1"/>
              <p:nvPr/>
            </p:nvSpPr>
            <p:spPr>
              <a:xfrm>
                <a:off x="3531704" y="3917137"/>
                <a:ext cx="1646192" cy="618766"/>
              </a:xfrm>
              <a:prstGeom prst="rect">
                <a:avLst/>
              </a:prstGeom>
            </p:spPr>
            <p:txBody>
              <a:bodyPr vert="horz" wrap="square" lIns="91440" tIns="45720" rIns="91440" bIns="45720" anchor="ctr" anchorCtr="1">
                <a:normAutofit fontScale="92500" lnSpcReduction="10000"/>
              </a:bodyPr>
              <a:lstStyle/>
              <a:p>
                <a:pPr algn="ctr">
                  <a:lnSpc>
                    <a:spcPct val="120000"/>
                  </a:lnSpc>
                </a:pPr>
                <a:r>
                  <a:rPr lang="en-US" altLang="zh-CN" sz="1050"/>
                  <a:t>Copy paste fonts. Choose the only option to retain text.</a:t>
                </a:r>
                <a:endParaRPr lang="en-US" altLang="zh-CN" sz="1050" dirty="0"/>
              </a:p>
            </p:txBody>
          </p:sp>
        </p:grpSp>
        <p:cxnSp>
          <p:nvCxnSpPr>
            <p:cNvPr id="19" name="直接连接符 18"/>
            <p:cNvCxnSpPr/>
            <p:nvPr/>
          </p:nvCxnSpPr>
          <p:spPr>
            <a:xfrm>
              <a:off x="9556635" y="2832124"/>
              <a:ext cx="0" cy="331150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Click to edit Master title style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pic>
        <p:nvPicPr>
          <p:cNvPr id="45" name="图片 44" descr="中科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b0eceb9f-570e-40a6-8628-90104132137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6" y="1123950"/>
            <a:ext cx="10850937" cy="5024400"/>
            <a:chOff x="669926" y="1123950"/>
            <a:chExt cx="10850937" cy="5024400"/>
          </a:xfrm>
        </p:grpSpPr>
        <p:cxnSp>
          <p:nvCxnSpPr>
            <p:cNvPr id="6" name="直接连接符 5"/>
            <p:cNvCxnSpPr/>
            <p:nvPr/>
          </p:nvCxnSpPr>
          <p:spPr>
            <a:xfrm flipH="1">
              <a:off x="669926" y="3429000"/>
              <a:ext cx="10850562" cy="1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iṡ1ïḑe"/>
            <p:cNvSpPr/>
            <p:nvPr/>
          </p:nvSpPr>
          <p:spPr bwMode="auto">
            <a:xfrm>
              <a:off x="5691930" y="1628778"/>
              <a:ext cx="808141" cy="360044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300" b="1">
                  <a:solidFill>
                    <a:srgbClr val="000000"/>
                  </a:solidFill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8" name="í$ḻíḓé"/>
            <p:cNvSpPr/>
            <p:nvPr/>
          </p:nvSpPr>
          <p:spPr bwMode="auto">
            <a:xfrm rot="5400000">
              <a:off x="5691931" y="1628776"/>
              <a:ext cx="808140" cy="360045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accent1"/>
              </a:solidFill>
              <a:round/>
            </a:ln>
            <a:effectLst/>
          </p:spPr>
          <p:txBody>
            <a:bodyPr wrap="none" lIns="0" tIns="0" rIns="0" bIns="0" anchor="ctr"/>
            <a:lstStyle>
              <a:lvl1pPr>
                <a:defRPr sz="1300" b="1">
                  <a:solidFill>
                    <a:srgbClr val="000000"/>
                  </a:solidFill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9" name="íṥ1ïḑè"/>
            <p:cNvSpPr/>
            <p:nvPr/>
          </p:nvSpPr>
          <p:spPr bwMode="auto">
            <a:xfrm rot="18900000">
              <a:off x="5691930" y="1628778"/>
              <a:ext cx="808141" cy="3600446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300" b="1">
                  <a:solidFill>
                    <a:srgbClr val="000000"/>
                  </a:solidFill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0" name="ïśḻíďe"/>
            <p:cNvSpPr/>
            <p:nvPr/>
          </p:nvSpPr>
          <p:spPr bwMode="auto">
            <a:xfrm rot="2700000">
              <a:off x="5691931" y="1628776"/>
              <a:ext cx="808140" cy="360045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rIns="0" bIns="0" anchor="ctr"/>
            <a:lstStyle>
              <a:lvl1pPr>
                <a:defRPr sz="1300" b="1">
                  <a:solidFill>
                    <a:srgbClr val="000000"/>
                  </a:solidFill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" name="íṡḷîḑe"/>
            <p:cNvSpPr/>
            <p:nvPr/>
          </p:nvSpPr>
          <p:spPr bwMode="auto">
            <a:xfrm>
              <a:off x="5854764" y="3184750"/>
              <a:ext cx="482472" cy="48247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ffectLst/>
          </p:spPr>
          <p:txBody>
            <a:bodyPr wrap="none" lIns="0" tIns="0" rIns="0" bIns="0" anchor="ctr"/>
            <a:lstStyle>
              <a:lvl1pPr>
                <a:defRPr sz="1300" b="1">
                  <a:solidFill>
                    <a:srgbClr val="000000"/>
                  </a:solidFill>
                </a:defRPr>
              </a:lvl1pPr>
              <a:lvl2pPr marL="742950" indent="-285750">
                <a:defRPr sz="1300" b="1">
                  <a:solidFill>
                    <a:srgbClr val="000000"/>
                  </a:solidFill>
                </a:defRPr>
              </a:lvl2pPr>
              <a:lvl3pPr marL="1143000" indent="-228600">
                <a:defRPr sz="1300" b="1">
                  <a:solidFill>
                    <a:srgbClr val="000000"/>
                  </a:solidFill>
                </a:defRPr>
              </a:lvl3pPr>
              <a:lvl4pPr marL="1600200" indent="-228600">
                <a:defRPr sz="1300" b="1">
                  <a:solidFill>
                    <a:srgbClr val="000000"/>
                  </a:solidFill>
                </a:defRPr>
              </a:lvl4pPr>
              <a:lvl5pPr marL="2057400" indent="-228600">
                <a:defRPr sz="1300" b="1">
                  <a:solidFill>
                    <a:srgbClr val="000000"/>
                  </a:solidFill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300" b="1">
                  <a:solidFill>
                    <a:srgbClr val="000000"/>
                  </a:solidFill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ïşľîďé"/>
            <p:cNvSpPr txBox="1"/>
            <p:nvPr/>
          </p:nvSpPr>
          <p:spPr bwMode="auto">
            <a:xfrm>
              <a:off x="679358" y="1123950"/>
              <a:ext cx="370720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3" name="ïšlïḋè"/>
            <p:cNvSpPr/>
            <p:nvPr/>
          </p:nvSpPr>
          <p:spPr bwMode="auto">
            <a:xfrm>
              <a:off x="679358" y="1547511"/>
              <a:ext cx="3707200" cy="1248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You can use the icon library in </a:t>
              </a:r>
              <a:r>
                <a:rPr lang="en-US" altLang="zh-CN" sz="1000" dirty="0" err="1"/>
                <a:t>iSlide</a:t>
              </a:r>
              <a:r>
                <a:rPr lang="en-US" altLang="zh-CN" sz="1000" dirty="0"/>
                <a:t>  (www.islide.cc) to filter and replace existing icon elements with one click.</a:t>
              </a:r>
              <a:endParaRPr lang="en-US" altLang="zh-CN" sz="1000" dirty="0"/>
            </a:p>
          </p:txBody>
        </p:sp>
        <p:sp>
          <p:nvSpPr>
            <p:cNvPr id="14" name="îśḻïḋè"/>
            <p:cNvSpPr txBox="1"/>
            <p:nvPr/>
          </p:nvSpPr>
          <p:spPr bwMode="auto">
            <a:xfrm>
              <a:off x="7813663" y="1123950"/>
              <a:ext cx="370720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5" name="íSḻidè"/>
            <p:cNvSpPr/>
            <p:nvPr/>
          </p:nvSpPr>
          <p:spPr bwMode="auto">
            <a:xfrm>
              <a:off x="7813663" y="1547511"/>
              <a:ext cx="3707200" cy="1248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You can use the icon library in </a:t>
              </a:r>
              <a:r>
                <a:rPr lang="en-US" altLang="zh-CN" sz="1000" dirty="0" err="1"/>
                <a:t>iSlide</a:t>
              </a:r>
              <a:r>
                <a:rPr lang="en-US" altLang="zh-CN" sz="1000" dirty="0"/>
                <a:t>  (www.islide.cc) to filter and replace existing icon elements with one click.</a:t>
              </a:r>
              <a:endParaRPr lang="en-US" altLang="zh-CN" sz="1000" dirty="0"/>
            </a:p>
          </p:txBody>
        </p:sp>
        <p:sp>
          <p:nvSpPr>
            <p:cNvPr id="16" name="ïŝļïḑe"/>
            <p:cNvSpPr txBox="1"/>
            <p:nvPr/>
          </p:nvSpPr>
          <p:spPr bwMode="auto">
            <a:xfrm>
              <a:off x="679358" y="4475948"/>
              <a:ext cx="370720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7" name="íŝļïḑé"/>
            <p:cNvSpPr/>
            <p:nvPr/>
          </p:nvSpPr>
          <p:spPr bwMode="auto">
            <a:xfrm>
              <a:off x="679358" y="4899509"/>
              <a:ext cx="3707200" cy="1248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You can use the icon library in </a:t>
              </a:r>
              <a:r>
                <a:rPr lang="en-US" altLang="zh-CN" sz="1000" dirty="0" err="1"/>
                <a:t>iSlide</a:t>
              </a:r>
              <a:r>
                <a:rPr lang="en-US" altLang="zh-CN" sz="1000" dirty="0"/>
                <a:t>  (www.islide.cc) to filter and replace existing icon elements with one click.</a:t>
              </a:r>
              <a:endParaRPr lang="en-US" altLang="zh-CN" sz="1000" dirty="0"/>
            </a:p>
          </p:txBody>
        </p:sp>
        <p:sp>
          <p:nvSpPr>
            <p:cNvPr id="18" name="iṧļîďé"/>
            <p:cNvSpPr txBox="1"/>
            <p:nvPr/>
          </p:nvSpPr>
          <p:spPr bwMode="auto">
            <a:xfrm>
              <a:off x="7813663" y="4475948"/>
              <a:ext cx="3707200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Text here</a:t>
              </a:r>
              <a:endParaRPr lang="en-US" altLang="zh-CN" sz="1800" b="1" dirty="0"/>
            </a:p>
          </p:txBody>
        </p:sp>
        <p:sp>
          <p:nvSpPr>
            <p:cNvPr id="19" name="iş1îďé"/>
            <p:cNvSpPr/>
            <p:nvPr/>
          </p:nvSpPr>
          <p:spPr bwMode="auto">
            <a:xfrm>
              <a:off x="7813663" y="4899509"/>
              <a:ext cx="3707200" cy="12488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Supporting text here.</a:t>
              </a:r>
              <a:endParaRPr lang="en-US" altLang="zh-CN" sz="1000" dirty="0"/>
            </a:p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1000" dirty="0"/>
                <a:t>You can use the icon library in </a:t>
              </a:r>
              <a:r>
                <a:rPr lang="en-US" altLang="zh-CN" sz="1000" dirty="0" err="1"/>
                <a:t>iSlide</a:t>
              </a:r>
              <a:r>
                <a:rPr lang="en-US" altLang="zh-CN" sz="1000" dirty="0"/>
                <a:t>  (www.islide.cc) to filter and replace existing icon elements with one click.</a:t>
              </a:r>
              <a:endParaRPr lang="en-US" altLang="zh-CN" sz="1000" dirty="0"/>
            </a:p>
          </p:txBody>
        </p:sp>
      </p:grpSp>
      <p:pic>
        <p:nvPicPr>
          <p:cNvPr id="20" name="图片 19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09ab0c18-7199-418e-a390-0d9ccb1c677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73100" y="2071231"/>
            <a:ext cx="11518899" cy="2925000"/>
            <a:chOff x="673100" y="2071231"/>
            <a:chExt cx="11518899" cy="2925000"/>
          </a:xfrm>
        </p:grpSpPr>
        <p:grpSp>
          <p:nvGrpSpPr>
            <p:cNvPr id="6" name="íşļíḑè"/>
            <p:cNvGrpSpPr/>
            <p:nvPr/>
          </p:nvGrpSpPr>
          <p:grpSpPr>
            <a:xfrm>
              <a:off x="8439356" y="2609707"/>
              <a:ext cx="3752643" cy="1848048"/>
              <a:chOff x="7733056" y="1760952"/>
              <a:chExt cx="4458944" cy="1313498"/>
            </a:xfrm>
          </p:grpSpPr>
          <p:sp>
            <p:nvSpPr>
              <p:cNvPr id="34" name="iŝliḓè"/>
              <p:cNvSpPr/>
              <p:nvPr/>
            </p:nvSpPr>
            <p:spPr>
              <a:xfrm>
                <a:off x="7733056" y="1760952"/>
                <a:ext cx="4458944" cy="1313498"/>
              </a:xfrm>
              <a:prstGeom prst="roundRect">
                <a:avLst>
                  <a:gd name="adj" fmla="val 0"/>
                </a:avLst>
              </a:prstGeom>
              <a:blipFill>
                <a:blip r:embed="rId2"/>
                <a:stretch>
                  <a:fillRect t="-17781" b="-17539"/>
                </a:stretch>
              </a:blipFill>
              <a:ln w="1270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accent1">
                        <a:shade val="50000"/>
                      </a:schemeClr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ïṥļïḓe"/>
              <p:cNvSpPr txBox="1"/>
              <p:nvPr/>
            </p:nvSpPr>
            <p:spPr bwMode="auto">
              <a:xfrm>
                <a:off x="7733056" y="2872580"/>
                <a:ext cx="4458944" cy="201870"/>
              </a:xfrm>
              <a:prstGeom prst="rect">
                <a:avLst/>
              </a:prstGeom>
              <a:solidFill>
                <a:schemeClr val="tx1">
                  <a:alpha val="70000"/>
                </a:schemeClr>
              </a:solidFill>
              <a:ln>
                <a:noFill/>
              </a:ln>
            </p:spPr>
            <p:txBody>
              <a:bodyPr wrap="none" lIns="90000" tIns="46800" rIns="90000" bIns="46800" anchor="ctr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endParaRPr lang="en-US" altLang="zh-CN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ïśḻîḓè"/>
            <p:cNvGrpSpPr/>
            <p:nvPr/>
          </p:nvGrpSpPr>
          <p:grpSpPr>
            <a:xfrm>
              <a:off x="673100" y="2649653"/>
              <a:ext cx="1905548" cy="2017739"/>
              <a:chOff x="673100" y="1962823"/>
              <a:chExt cx="1905548" cy="2017739"/>
            </a:xfrm>
          </p:grpSpPr>
          <p:grpSp>
            <p:nvGrpSpPr>
              <p:cNvPr id="29" name="îṡḻïďé"/>
              <p:cNvGrpSpPr/>
              <p:nvPr/>
            </p:nvGrpSpPr>
            <p:grpSpPr>
              <a:xfrm>
                <a:off x="1170996" y="1962823"/>
                <a:ext cx="909757" cy="909757"/>
                <a:chOff x="1374625" y="1962823"/>
                <a:chExt cx="909757" cy="909757"/>
              </a:xfrm>
            </p:grpSpPr>
            <p:sp>
              <p:nvSpPr>
                <p:cNvPr id="32" name="íṩḷíḑé"/>
                <p:cNvSpPr/>
                <p:nvPr/>
              </p:nvSpPr>
              <p:spPr>
                <a:xfrm>
                  <a:off x="1374625" y="1962823"/>
                  <a:ext cx="909757" cy="909757"/>
                </a:xfrm>
                <a:prstGeom prst="ellipse">
                  <a:avLst/>
                </a:prstGeom>
                <a:solidFill>
                  <a:schemeClr val="bg1"/>
                </a:solidFill>
                <a:ln w="92075">
                  <a:solidFill>
                    <a:schemeClr val="tx2">
                      <a:lumMod val="20000"/>
                      <a:lumOff val="80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20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33" name="iṧļíḍe"/>
                <p:cNvSpPr/>
                <p:nvPr/>
              </p:nvSpPr>
              <p:spPr bwMode="auto">
                <a:xfrm>
                  <a:off x="1594443" y="2186963"/>
                  <a:ext cx="470120" cy="461477"/>
                </a:xfrm>
                <a:custGeom>
                  <a:avLst/>
                  <a:gdLst>
                    <a:gd name="connsiteX0" fmla="*/ 170608 w 607804"/>
                    <a:gd name="connsiteY0" fmla="*/ 262009 h 596630"/>
                    <a:gd name="connsiteX1" fmla="*/ 260792 w 607804"/>
                    <a:gd name="connsiteY1" fmla="*/ 427304 h 596630"/>
                    <a:gd name="connsiteX2" fmla="*/ 303865 w 607804"/>
                    <a:gd name="connsiteY2" fmla="*/ 451493 h 596630"/>
                    <a:gd name="connsiteX3" fmla="*/ 346938 w 607804"/>
                    <a:gd name="connsiteY3" fmla="*/ 427304 h 596630"/>
                    <a:gd name="connsiteX4" fmla="*/ 408855 w 607804"/>
                    <a:gd name="connsiteY4" fmla="*/ 319795 h 596630"/>
                    <a:gd name="connsiteX5" fmla="*/ 519229 w 607804"/>
                    <a:gd name="connsiteY5" fmla="*/ 298293 h 596630"/>
                    <a:gd name="connsiteX6" fmla="*/ 552880 w 607804"/>
                    <a:gd name="connsiteY6" fmla="*/ 319795 h 596630"/>
                    <a:gd name="connsiteX7" fmla="*/ 606721 w 607804"/>
                    <a:gd name="connsiteY7" fmla="*/ 538844 h 596630"/>
                    <a:gd name="connsiteX8" fmla="*/ 602683 w 607804"/>
                    <a:gd name="connsiteY8" fmla="*/ 563034 h 596630"/>
                    <a:gd name="connsiteX9" fmla="*/ 582493 w 607804"/>
                    <a:gd name="connsiteY9" fmla="*/ 575128 h 596630"/>
                    <a:gd name="connsiteX10" fmla="*/ 414239 w 607804"/>
                    <a:gd name="connsiteY10" fmla="*/ 596630 h 596630"/>
                    <a:gd name="connsiteX11" fmla="*/ 400779 w 607804"/>
                    <a:gd name="connsiteY11" fmla="*/ 595286 h 596630"/>
                    <a:gd name="connsiteX12" fmla="*/ 205605 w 607804"/>
                    <a:gd name="connsiteY12" fmla="*/ 532125 h 596630"/>
                    <a:gd name="connsiteX13" fmla="*/ 189453 w 607804"/>
                    <a:gd name="connsiteY13" fmla="*/ 532125 h 596630"/>
                    <a:gd name="connsiteX14" fmla="*/ 37352 w 607804"/>
                    <a:gd name="connsiteY14" fmla="*/ 572441 h 596630"/>
                    <a:gd name="connsiteX15" fmla="*/ 9085 w 607804"/>
                    <a:gd name="connsiteY15" fmla="*/ 565721 h 596630"/>
                    <a:gd name="connsiteX16" fmla="*/ 1009 w 607804"/>
                    <a:gd name="connsiteY16" fmla="*/ 537500 h 596630"/>
                    <a:gd name="connsiteX17" fmla="*/ 54850 w 607804"/>
                    <a:gd name="connsiteY17" fmla="*/ 321139 h 596630"/>
                    <a:gd name="connsiteX18" fmla="*/ 72348 w 607804"/>
                    <a:gd name="connsiteY18" fmla="*/ 300981 h 596630"/>
                    <a:gd name="connsiteX19" fmla="*/ 302554 w 607804"/>
                    <a:gd name="connsiteY19" fmla="*/ 68530 h 596630"/>
                    <a:gd name="connsiteX20" fmla="*/ 237945 w 607804"/>
                    <a:gd name="connsiteY20" fmla="*/ 133029 h 596630"/>
                    <a:gd name="connsiteX21" fmla="*/ 302554 w 607804"/>
                    <a:gd name="connsiteY21" fmla="*/ 197528 h 596630"/>
                    <a:gd name="connsiteX22" fmla="*/ 367164 w 607804"/>
                    <a:gd name="connsiteY22" fmla="*/ 133029 h 596630"/>
                    <a:gd name="connsiteX23" fmla="*/ 302554 w 607804"/>
                    <a:gd name="connsiteY23" fmla="*/ 68530 h 596630"/>
                    <a:gd name="connsiteX24" fmla="*/ 303901 w 607804"/>
                    <a:gd name="connsiteY24" fmla="*/ 0 h 596630"/>
                    <a:gd name="connsiteX25" fmla="*/ 438504 w 607804"/>
                    <a:gd name="connsiteY25" fmla="*/ 134373 h 596630"/>
                    <a:gd name="connsiteX26" fmla="*/ 313323 w 607804"/>
                    <a:gd name="connsiteY26" fmla="*/ 407150 h 596630"/>
                    <a:gd name="connsiteX27" fmla="*/ 303901 w 607804"/>
                    <a:gd name="connsiteY27" fmla="*/ 412525 h 596630"/>
                    <a:gd name="connsiteX28" fmla="*/ 294478 w 607804"/>
                    <a:gd name="connsiteY28" fmla="*/ 407150 h 596630"/>
                    <a:gd name="connsiteX29" fmla="*/ 169297 w 607804"/>
                    <a:gd name="connsiteY29" fmla="*/ 134373 h 596630"/>
                    <a:gd name="connsiteX30" fmla="*/ 303901 w 607804"/>
                    <a:gd name="connsiteY30" fmla="*/ 0 h 596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7804" h="596630">
                      <a:moveTo>
                        <a:pt x="170608" y="262009"/>
                      </a:moveTo>
                      <a:cubicBezTo>
                        <a:pt x="196183" y="317107"/>
                        <a:pt x="229834" y="376237"/>
                        <a:pt x="260792" y="427304"/>
                      </a:cubicBezTo>
                      <a:cubicBezTo>
                        <a:pt x="270214" y="442086"/>
                        <a:pt x="286367" y="451493"/>
                        <a:pt x="303865" y="451493"/>
                      </a:cubicBezTo>
                      <a:cubicBezTo>
                        <a:pt x="321363" y="451493"/>
                        <a:pt x="337516" y="442086"/>
                        <a:pt x="346938" y="427304"/>
                      </a:cubicBezTo>
                      <a:cubicBezTo>
                        <a:pt x="367128" y="393707"/>
                        <a:pt x="388665" y="357423"/>
                        <a:pt x="408855" y="319795"/>
                      </a:cubicBezTo>
                      <a:cubicBezTo>
                        <a:pt x="411547" y="319795"/>
                        <a:pt x="519229" y="298293"/>
                        <a:pt x="519229" y="298293"/>
                      </a:cubicBezTo>
                      <a:cubicBezTo>
                        <a:pt x="534036" y="295605"/>
                        <a:pt x="548842" y="305013"/>
                        <a:pt x="552880" y="319795"/>
                      </a:cubicBezTo>
                      <a:lnTo>
                        <a:pt x="606721" y="538844"/>
                      </a:lnTo>
                      <a:cubicBezTo>
                        <a:pt x="609413" y="546907"/>
                        <a:pt x="606721" y="556314"/>
                        <a:pt x="602683" y="563034"/>
                      </a:cubicBezTo>
                      <a:cubicBezTo>
                        <a:pt x="598645" y="569753"/>
                        <a:pt x="590569" y="573784"/>
                        <a:pt x="582493" y="575128"/>
                      </a:cubicBezTo>
                      <a:lnTo>
                        <a:pt x="414239" y="596630"/>
                      </a:lnTo>
                      <a:cubicBezTo>
                        <a:pt x="408855" y="596630"/>
                        <a:pt x="404817" y="596630"/>
                        <a:pt x="400779" y="595286"/>
                      </a:cubicBezTo>
                      <a:lnTo>
                        <a:pt x="205605" y="532125"/>
                      </a:lnTo>
                      <a:cubicBezTo>
                        <a:pt x="200221" y="530781"/>
                        <a:pt x="194837" y="530781"/>
                        <a:pt x="189453" y="532125"/>
                      </a:cubicBezTo>
                      <a:lnTo>
                        <a:pt x="37352" y="572441"/>
                      </a:lnTo>
                      <a:cubicBezTo>
                        <a:pt x="26584" y="575128"/>
                        <a:pt x="15815" y="572441"/>
                        <a:pt x="9085" y="565721"/>
                      </a:cubicBezTo>
                      <a:cubicBezTo>
                        <a:pt x="1009" y="557658"/>
                        <a:pt x="-1683" y="546907"/>
                        <a:pt x="1009" y="537500"/>
                      </a:cubicBezTo>
                      <a:lnTo>
                        <a:pt x="54850" y="321139"/>
                      </a:lnTo>
                      <a:cubicBezTo>
                        <a:pt x="57542" y="311732"/>
                        <a:pt x="64272" y="305013"/>
                        <a:pt x="72348" y="300981"/>
                      </a:cubicBezTo>
                      <a:close/>
                      <a:moveTo>
                        <a:pt x="302554" y="68530"/>
                      </a:moveTo>
                      <a:cubicBezTo>
                        <a:pt x="266212" y="68530"/>
                        <a:pt x="237945" y="98092"/>
                        <a:pt x="237945" y="133029"/>
                      </a:cubicBezTo>
                      <a:cubicBezTo>
                        <a:pt x="237945" y="169310"/>
                        <a:pt x="266212" y="197528"/>
                        <a:pt x="302554" y="197528"/>
                      </a:cubicBezTo>
                      <a:cubicBezTo>
                        <a:pt x="338897" y="197528"/>
                        <a:pt x="367164" y="167966"/>
                        <a:pt x="367164" y="133029"/>
                      </a:cubicBezTo>
                      <a:cubicBezTo>
                        <a:pt x="367164" y="96749"/>
                        <a:pt x="337551" y="68530"/>
                        <a:pt x="302554" y="68530"/>
                      </a:cubicBezTo>
                      <a:close/>
                      <a:moveTo>
                        <a:pt x="303901" y="0"/>
                      </a:moveTo>
                      <a:cubicBezTo>
                        <a:pt x="377932" y="0"/>
                        <a:pt x="438504" y="60468"/>
                        <a:pt x="438504" y="134373"/>
                      </a:cubicBezTo>
                      <a:cubicBezTo>
                        <a:pt x="438504" y="196185"/>
                        <a:pt x="344282" y="357432"/>
                        <a:pt x="313323" y="407150"/>
                      </a:cubicBezTo>
                      <a:cubicBezTo>
                        <a:pt x="310631" y="409838"/>
                        <a:pt x="307939" y="412525"/>
                        <a:pt x="303901" y="412525"/>
                      </a:cubicBezTo>
                      <a:cubicBezTo>
                        <a:pt x="301208" y="412525"/>
                        <a:pt x="297170" y="409838"/>
                        <a:pt x="294478" y="407150"/>
                      </a:cubicBezTo>
                      <a:cubicBezTo>
                        <a:pt x="263519" y="357432"/>
                        <a:pt x="169297" y="196185"/>
                        <a:pt x="169297" y="134373"/>
                      </a:cubicBezTo>
                      <a:cubicBezTo>
                        <a:pt x="169297" y="60468"/>
                        <a:pt x="229869" y="0"/>
                        <a:pt x="3039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30" name="îsľîḓè"/>
              <p:cNvSpPr txBox="1"/>
              <p:nvPr/>
            </p:nvSpPr>
            <p:spPr bwMode="auto">
              <a:xfrm>
                <a:off x="673100" y="2875817"/>
                <a:ext cx="190554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31" name="íṣ1îḑe"/>
              <p:cNvSpPr/>
              <p:nvPr/>
            </p:nvSpPr>
            <p:spPr bwMode="auto">
              <a:xfrm>
                <a:off x="673100" y="3317624"/>
                <a:ext cx="1905548" cy="662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8" name="išlíḋe"/>
            <p:cNvGrpSpPr/>
            <p:nvPr/>
          </p:nvGrpSpPr>
          <p:grpSpPr>
            <a:xfrm>
              <a:off x="2626669" y="2649653"/>
              <a:ext cx="1905548" cy="2017739"/>
              <a:chOff x="673100" y="1962823"/>
              <a:chExt cx="1905548" cy="2017739"/>
            </a:xfrm>
          </p:grpSpPr>
          <p:grpSp>
            <p:nvGrpSpPr>
              <p:cNvPr id="24" name="îSḷiḓé"/>
              <p:cNvGrpSpPr/>
              <p:nvPr/>
            </p:nvGrpSpPr>
            <p:grpSpPr>
              <a:xfrm>
                <a:off x="1170996" y="1962823"/>
                <a:ext cx="909757" cy="909757"/>
                <a:chOff x="1374625" y="1962823"/>
                <a:chExt cx="909757" cy="909757"/>
              </a:xfrm>
            </p:grpSpPr>
            <p:sp>
              <p:nvSpPr>
                <p:cNvPr id="27" name="íş1ïďe"/>
                <p:cNvSpPr/>
                <p:nvPr/>
              </p:nvSpPr>
              <p:spPr>
                <a:xfrm>
                  <a:off x="1374625" y="1962823"/>
                  <a:ext cx="909757" cy="909757"/>
                </a:xfrm>
                <a:prstGeom prst="ellipse">
                  <a:avLst/>
                </a:prstGeom>
                <a:solidFill>
                  <a:schemeClr val="bg1"/>
                </a:solidFill>
                <a:ln w="92075">
                  <a:solidFill>
                    <a:schemeClr val="tx2">
                      <a:lumMod val="20000"/>
                      <a:lumOff val="80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20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28" name="iṣļíḍê"/>
                <p:cNvSpPr/>
                <p:nvPr/>
              </p:nvSpPr>
              <p:spPr bwMode="auto">
                <a:xfrm>
                  <a:off x="1594443" y="2186963"/>
                  <a:ext cx="470120" cy="461477"/>
                </a:xfrm>
                <a:custGeom>
                  <a:avLst/>
                  <a:gdLst>
                    <a:gd name="connsiteX0" fmla="*/ 170608 w 607804"/>
                    <a:gd name="connsiteY0" fmla="*/ 262009 h 596630"/>
                    <a:gd name="connsiteX1" fmla="*/ 260792 w 607804"/>
                    <a:gd name="connsiteY1" fmla="*/ 427304 h 596630"/>
                    <a:gd name="connsiteX2" fmla="*/ 303865 w 607804"/>
                    <a:gd name="connsiteY2" fmla="*/ 451493 h 596630"/>
                    <a:gd name="connsiteX3" fmla="*/ 346938 w 607804"/>
                    <a:gd name="connsiteY3" fmla="*/ 427304 h 596630"/>
                    <a:gd name="connsiteX4" fmla="*/ 408855 w 607804"/>
                    <a:gd name="connsiteY4" fmla="*/ 319795 h 596630"/>
                    <a:gd name="connsiteX5" fmla="*/ 519229 w 607804"/>
                    <a:gd name="connsiteY5" fmla="*/ 298293 h 596630"/>
                    <a:gd name="connsiteX6" fmla="*/ 552880 w 607804"/>
                    <a:gd name="connsiteY6" fmla="*/ 319795 h 596630"/>
                    <a:gd name="connsiteX7" fmla="*/ 606721 w 607804"/>
                    <a:gd name="connsiteY7" fmla="*/ 538844 h 596630"/>
                    <a:gd name="connsiteX8" fmla="*/ 602683 w 607804"/>
                    <a:gd name="connsiteY8" fmla="*/ 563034 h 596630"/>
                    <a:gd name="connsiteX9" fmla="*/ 582493 w 607804"/>
                    <a:gd name="connsiteY9" fmla="*/ 575128 h 596630"/>
                    <a:gd name="connsiteX10" fmla="*/ 414239 w 607804"/>
                    <a:gd name="connsiteY10" fmla="*/ 596630 h 596630"/>
                    <a:gd name="connsiteX11" fmla="*/ 400779 w 607804"/>
                    <a:gd name="connsiteY11" fmla="*/ 595286 h 596630"/>
                    <a:gd name="connsiteX12" fmla="*/ 205605 w 607804"/>
                    <a:gd name="connsiteY12" fmla="*/ 532125 h 596630"/>
                    <a:gd name="connsiteX13" fmla="*/ 189453 w 607804"/>
                    <a:gd name="connsiteY13" fmla="*/ 532125 h 596630"/>
                    <a:gd name="connsiteX14" fmla="*/ 37352 w 607804"/>
                    <a:gd name="connsiteY14" fmla="*/ 572441 h 596630"/>
                    <a:gd name="connsiteX15" fmla="*/ 9085 w 607804"/>
                    <a:gd name="connsiteY15" fmla="*/ 565721 h 596630"/>
                    <a:gd name="connsiteX16" fmla="*/ 1009 w 607804"/>
                    <a:gd name="connsiteY16" fmla="*/ 537500 h 596630"/>
                    <a:gd name="connsiteX17" fmla="*/ 54850 w 607804"/>
                    <a:gd name="connsiteY17" fmla="*/ 321139 h 596630"/>
                    <a:gd name="connsiteX18" fmla="*/ 72348 w 607804"/>
                    <a:gd name="connsiteY18" fmla="*/ 300981 h 596630"/>
                    <a:gd name="connsiteX19" fmla="*/ 302554 w 607804"/>
                    <a:gd name="connsiteY19" fmla="*/ 68530 h 596630"/>
                    <a:gd name="connsiteX20" fmla="*/ 237945 w 607804"/>
                    <a:gd name="connsiteY20" fmla="*/ 133029 h 596630"/>
                    <a:gd name="connsiteX21" fmla="*/ 302554 w 607804"/>
                    <a:gd name="connsiteY21" fmla="*/ 197528 h 596630"/>
                    <a:gd name="connsiteX22" fmla="*/ 367164 w 607804"/>
                    <a:gd name="connsiteY22" fmla="*/ 133029 h 596630"/>
                    <a:gd name="connsiteX23" fmla="*/ 302554 w 607804"/>
                    <a:gd name="connsiteY23" fmla="*/ 68530 h 596630"/>
                    <a:gd name="connsiteX24" fmla="*/ 303901 w 607804"/>
                    <a:gd name="connsiteY24" fmla="*/ 0 h 596630"/>
                    <a:gd name="connsiteX25" fmla="*/ 438504 w 607804"/>
                    <a:gd name="connsiteY25" fmla="*/ 134373 h 596630"/>
                    <a:gd name="connsiteX26" fmla="*/ 313323 w 607804"/>
                    <a:gd name="connsiteY26" fmla="*/ 407150 h 596630"/>
                    <a:gd name="connsiteX27" fmla="*/ 303901 w 607804"/>
                    <a:gd name="connsiteY27" fmla="*/ 412525 h 596630"/>
                    <a:gd name="connsiteX28" fmla="*/ 294478 w 607804"/>
                    <a:gd name="connsiteY28" fmla="*/ 407150 h 596630"/>
                    <a:gd name="connsiteX29" fmla="*/ 169297 w 607804"/>
                    <a:gd name="connsiteY29" fmla="*/ 134373 h 596630"/>
                    <a:gd name="connsiteX30" fmla="*/ 303901 w 607804"/>
                    <a:gd name="connsiteY30" fmla="*/ 0 h 596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7804" h="596630">
                      <a:moveTo>
                        <a:pt x="170608" y="262009"/>
                      </a:moveTo>
                      <a:cubicBezTo>
                        <a:pt x="196183" y="317107"/>
                        <a:pt x="229834" y="376237"/>
                        <a:pt x="260792" y="427304"/>
                      </a:cubicBezTo>
                      <a:cubicBezTo>
                        <a:pt x="270214" y="442086"/>
                        <a:pt x="286367" y="451493"/>
                        <a:pt x="303865" y="451493"/>
                      </a:cubicBezTo>
                      <a:cubicBezTo>
                        <a:pt x="321363" y="451493"/>
                        <a:pt x="337516" y="442086"/>
                        <a:pt x="346938" y="427304"/>
                      </a:cubicBezTo>
                      <a:cubicBezTo>
                        <a:pt x="367128" y="393707"/>
                        <a:pt x="388665" y="357423"/>
                        <a:pt x="408855" y="319795"/>
                      </a:cubicBezTo>
                      <a:cubicBezTo>
                        <a:pt x="411547" y="319795"/>
                        <a:pt x="519229" y="298293"/>
                        <a:pt x="519229" y="298293"/>
                      </a:cubicBezTo>
                      <a:cubicBezTo>
                        <a:pt x="534036" y="295605"/>
                        <a:pt x="548842" y="305013"/>
                        <a:pt x="552880" y="319795"/>
                      </a:cubicBezTo>
                      <a:lnTo>
                        <a:pt x="606721" y="538844"/>
                      </a:lnTo>
                      <a:cubicBezTo>
                        <a:pt x="609413" y="546907"/>
                        <a:pt x="606721" y="556314"/>
                        <a:pt x="602683" y="563034"/>
                      </a:cubicBezTo>
                      <a:cubicBezTo>
                        <a:pt x="598645" y="569753"/>
                        <a:pt x="590569" y="573784"/>
                        <a:pt x="582493" y="575128"/>
                      </a:cubicBezTo>
                      <a:lnTo>
                        <a:pt x="414239" y="596630"/>
                      </a:lnTo>
                      <a:cubicBezTo>
                        <a:pt x="408855" y="596630"/>
                        <a:pt x="404817" y="596630"/>
                        <a:pt x="400779" y="595286"/>
                      </a:cubicBezTo>
                      <a:lnTo>
                        <a:pt x="205605" y="532125"/>
                      </a:lnTo>
                      <a:cubicBezTo>
                        <a:pt x="200221" y="530781"/>
                        <a:pt x="194837" y="530781"/>
                        <a:pt x="189453" y="532125"/>
                      </a:cubicBezTo>
                      <a:lnTo>
                        <a:pt x="37352" y="572441"/>
                      </a:lnTo>
                      <a:cubicBezTo>
                        <a:pt x="26584" y="575128"/>
                        <a:pt x="15815" y="572441"/>
                        <a:pt x="9085" y="565721"/>
                      </a:cubicBezTo>
                      <a:cubicBezTo>
                        <a:pt x="1009" y="557658"/>
                        <a:pt x="-1683" y="546907"/>
                        <a:pt x="1009" y="537500"/>
                      </a:cubicBezTo>
                      <a:lnTo>
                        <a:pt x="54850" y="321139"/>
                      </a:lnTo>
                      <a:cubicBezTo>
                        <a:pt x="57542" y="311732"/>
                        <a:pt x="64272" y="305013"/>
                        <a:pt x="72348" y="300981"/>
                      </a:cubicBezTo>
                      <a:close/>
                      <a:moveTo>
                        <a:pt x="302554" y="68530"/>
                      </a:moveTo>
                      <a:cubicBezTo>
                        <a:pt x="266212" y="68530"/>
                        <a:pt x="237945" y="98092"/>
                        <a:pt x="237945" y="133029"/>
                      </a:cubicBezTo>
                      <a:cubicBezTo>
                        <a:pt x="237945" y="169310"/>
                        <a:pt x="266212" y="197528"/>
                        <a:pt x="302554" y="197528"/>
                      </a:cubicBezTo>
                      <a:cubicBezTo>
                        <a:pt x="338897" y="197528"/>
                        <a:pt x="367164" y="167966"/>
                        <a:pt x="367164" y="133029"/>
                      </a:cubicBezTo>
                      <a:cubicBezTo>
                        <a:pt x="367164" y="96749"/>
                        <a:pt x="337551" y="68530"/>
                        <a:pt x="302554" y="68530"/>
                      </a:cubicBezTo>
                      <a:close/>
                      <a:moveTo>
                        <a:pt x="303901" y="0"/>
                      </a:moveTo>
                      <a:cubicBezTo>
                        <a:pt x="377932" y="0"/>
                        <a:pt x="438504" y="60468"/>
                        <a:pt x="438504" y="134373"/>
                      </a:cubicBezTo>
                      <a:cubicBezTo>
                        <a:pt x="438504" y="196185"/>
                        <a:pt x="344282" y="357432"/>
                        <a:pt x="313323" y="407150"/>
                      </a:cubicBezTo>
                      <a:cubicBezTo>
                        <a:pt x="310631" y="409838"/>
                        <a:pt x="307939" y="412525"/>
                        <a:pt x="303901" y="412525"/>
                      </a:cubicBezTo>
                      <a:cubicBezTo>
                        <a:pt x="301208" y="412525"/>
                        <a:pt x="297170" y="409838"/>
                        <a:pt x="294478" y="407150"/>
                      </a:cubicBezTo>
                      <a:cubicBezTo>
                        <a:pt x="263519" y="357432"/>
                        <a:pt x="169297" y="196185"/>
                        <a:pt x="169297" y="134373"/>
                      </a:cubicBezTo>
                      <a:cubicBezTo>
                        <a:pt x="169297" y="60468"/>
                        <a:pt x="229869" y="0"/>
                        <a:pt x="3039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5" name="íṣ1íďè"/>
              <p:cNvSpPr txBox="1"/>
              <p:nvPr/>
            </p:nvSpPr>
            <p:spPr bwMode="auto">
              <a:xfrm>
                <a:off x="673100" y="2875817"/>
                <a:ext cx="190554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6" name="îŝliḑé"/>
              <p:cNvSpPr/>
              <p:nvPr/>
            </p:nvSpPr>
            <p:spPr bwMode="auto">
              <a:xfrm>
                <a:off x="673100" y="3317624"/>
                <a:ext cx="1905548" cy="662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9" name="íṧlïḋê"/>
            <p:cNvGrpSpPr/>
            <p:nvPr/>
          </p:nvGrpSpPr>
          <p:grpSpPr>
            <a:xfrm>
              <a:off x="4580238" y="2649653"/>
              <a:ext cx="1905548" cy="2017739"/>
              <a:chOff x="673100" y="1962823"/>
              <a:chExt cx="1905548" cy="2017739"/>
            </a:xfrm>
          </p:grpSpPr>
          <p:grpSp>
            <p:nvGrpSpPr>
              <p:cNvPr id="19" name="íṩḷïḓé"/>
              <p:cNvGrpSpPr/>
              <p:nvPr/>
            </p:nvGrpSpPr>
            <p:grpSpPr>
              <a:xfrm>
                <a:off x="1170996" y="1962823"/>
                <a:ext cx="909757" cy="909757"/>
                <a:chOff x="1374625" y="1962823"/>
                <a:chExt cx="909757" cy="909757"/>
              </a:xfrm>
            </p:grpSpPr>
            <p:sp>
              <p:nvSpPr>
                <p:cNvPr id="22" name="ïśḷiḍe"/>
                <p:cNvSpPr/>
                <p:nvPr/>
              </p:nvSpPr>
              <p:spPr>
                <a:xfrm>
                  <a:off x="1374625" y="1962823"/>
                  <a:ext cx="909757" cy="909757"/>
                </a:xfrm>
                <a:prstGeom prst="ellipse">
                  <a:avLst/>
                </a:prstGeom>
                <a:solidFill>
                  <a:schemeClr val="bg1"/>
                </a:solidFill>
                <a:ln w="92075">
                  <a:solidFill>
                    <a:schemeClr val="tx2">
                      <a:lumMod val="20000"/>
                      <a:lumOff val="80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20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23" name="ïşḻîďé"/>
                <p:cNvSpPr/>
                <p:nvPr/>
              </p:nvSpPr>
              <p:spPr bwMode="auto">
                <a:xfrm>
                  <a:off x="1594443" y="2186963"/>
                  <a:ext cx="470120" cy="461477"/>
                </a:xfrm>
                <a:custGeom>
                  <a:avLst/>
                  <a:gdLst>
                    <a:gd name="connsiteX0" fmla="*/ 170608 w 607804"/>
                    <a:gd name="connsiteY0" fmla="*/ 262009 h 596630"/>
                    <a:gd name="connsiteX1" fmla="*/ 260792 w 607804"/>
                    <a:gd name="connsiteY1" fmla="*/ 427304 h 596630"/>
                    <a:gd name="connsiteX2" fmla="*/ 303865 w 607804"/>
                    <a:gd name="connsiteY2" fmla="*/ 451493 h 596630"/>
                    <a:gd name="connsiteX3" fmla="*/ 346938 w 607804"/>
                    <a:gd name="connsiteY3" fmla="*/ 427304 h 596630"/>
                    <a:gd name="connsiteX4" fmla="*/ 408855 w 607804"/>
                    <a:gd name="connsiteY4" fmla="*/ 319795 h 596630"/>
                    <a:gd name="connsiteX5" fmla="*/ 519229 w 607804"/>
                    <a:gd name="connsiteY5" fmla="*/ 298293 h 596630"/>
                    <a:gd name="connsiteX6" fmla="*/ 552880 w 607804"/>
                    <a:gd name="connsiteY6" fmla="*/ 319795 h 596630"/>
                    <a:gd name="connsiteX7" fmla="*/ 606721 w 607804"/>
                    <a:gd name="connsiteY7" fmla="*/ 538844 h 596630"/>
                    <a:gd name="connsiteX8" fmla="*/ 602683 w 607804"/>
                    <a:gd name="connsiteY8" fmla="*/ 563034 h 596630"/>
                    <a:gd name="connsiteX9" fmla="*/ 582493 w 607804"/>
                    <a:gd name="connsiteY9" fmla="*/ 575128 h 596630"/>
                    <a:gd name="connsiteX10" fmla="*/ 414239 w 607804"/>
                    <a:gd name="connsiteY10" fmla="*/ 596630 h 596630"/>
                    <a:gd name="connsiteX11" fmla="*/ 400779 w 607804"/>
                    <a:gd name="connsiteY11" fmla="*/ 595286 h 596630"/>
                    <a:gd name="connsiteX12" fmla="*/ 205605 w 607804"/>
                    <a:gd name="connsiteY12" fmla="*/ 532125 h 596630"/>
                    <a:gd name="connsiteX13" fmla="*/ 189453 w 607804"/>
                    <a:gd name="connsiteY13" fmla="*/ 532125 h 596630"/>
                    <a:gd name="connsiteX14" fmla="*/ 37352 w 607804"/>
                    <a:gd name="connsiteY14" fmla="*/ 572441 h 596630"/>
                    <a:gd name="connsiteX15" fmla="*/ 9085 w 607804"/>
                    <a:gd name="connsiteY15" fmla="*/ 565721 h 596630"/>
                    <a:gd name="connsiteX16" fmla="*/ 1009 w 607804"/>
                    <a:gd name="connsiteY16" fmla="*/ 537500 h 596630"/>
                    <a:gd name="connsiteX17" fmla="*/ 54850 w 607804"/>
                    <a:gd name="connsiteY17" fmla="*/ 321139 h 596630"/>
                    <a:gd name="connsiteX18" fmla="*/ 72348 w 607804"/>
                    <a:gd name="connsiteY18" fmla="*/ 300981 h 596630"/>
                    <a:gd name="connsiteX19" fmla="*/ 302554 w 607804"/>
                    <a:gd name="connsiteY19" fmla="*/ 68530 h 596630"/>
                    <a:gd name="connsiteX20" fmla="*/ 237945 w 607804"/>
                    <a:gd name="connsiteY20" fmla="*/ 133029 h 596630"/>
                    <a:gd name="connsiteX21" fmla="*/ 302554 w 607804"/>
                    <a:gd name="connsiteY21" fmla="*/ 197528 h 596630"/>
                    <a:gd name="connsiteX22" fmla="*/ 367164 w 607804"/>
                    <a:gd name="connsiteY22" fmla="*/ 133029 h 596630"/>
                    <a:gd name="connsiteX23" fmla="*/ 302554 w 607804"/>
                    <a:gd name="connsiteY23" fmla="*/ 68530 h 596630"/>
                    <a:gd name="connsiteX24" fmla="*/ 303901 w 607804"/>
                    <a:gd name="connsiteY24" fmla="*/ 0 h 596630"/>
                    <a:gd name="connsiteX25" fmla="*/ 438504 w 607804"/>
                    <a:gd name="connsiteY25" fmla="*/ 134373 h 596630"/>
                    <a:gd name="connsiteX26" fmla="*/ 313323 w 607804"/>
                    <a:gd name="connsiteY26" fmla="*/ 407150 h 596630"/>
                    <a:gd name="connsiteX27" fmla="*/ 303901 w 607804"/>
                    <a:gd name="connsiteY27" fmla="*/ 412525 h 596630"/>
                    <a:gd name="connsiteX28" fmla="*/ 294478 w 607804"/>
                    <a:gd name="connsiteY28" fmla="*/ 407150 h 596630"/>
                    <a:gd name="connsiteX29" fmla="*/ 169297 w 607804"/>
                    <a:gd name="connsiteY29" fmla="*/ 134373 h 596630"/>
                    <a:gd name="connsiteX30" fmla="*/ 303901 w 607804"/>
                    <a:gd name="connsiteY30" fmla="*/ 0 h 596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7804" h="596630">
                      <a:moveTo>
                        <a:pt x="170608" y="262009"/>
                      </a:moveTo>
                      <a:cubicBezTo>
                        <a:pt x="196183" y="317107"/>
                        <a:pt x="229834" y="376237"/>
                        <a:pt x="260792" y="427304"/>
                      </a:cubicBezTo>
                      <a:cubicBezTo>
                        <a:pt x="270214" y="442086"/>
                        <a:pt x="286367" y="451493"/>
                        <a:pt x="303865" y="451493"/>
                      </a:cubicBezTo>
                      <a:cubicBezTo>
                        <a:pt x="321363" y="451493"/>
                        <a:pt x="337516" y="442086"/>
                        <a:pt x="346938" y="427304"/>
                      </a:cubicBezTo>
                      <a:cubicBezTo>
                        <a:pt x="367128" y="393707"/>
                        <a:pt x="388665" y="357423"/>
                        <a:pt x="408855" y="319795"/>
                      </a:cubicBezTo>
                      <a:cubicBezTo>
                        <a:pt x="411547" y="319795"/>
                        <a:pt x="519229" y="298293"/>
                        <a:pt x="519229" y="298293"/>
                      </a:cubicBezTo>
                      <a:cubicBezTo>
                        <a:pt x="534036" y="295605"/>
                        <a:pt x="548842" y="305013"/>
                        <a:pt x="552880" y="319795"/>
                      </a:cubicBezTo>
                      <a:lnTo>
                        <a:pt x="606721" y="538844"/>
                      </a:lnTo>
                      <a:cubicBezTo>
                        <a:pt x="609413" y="546907"/>
                        <a:pt x="606721" y="556314"/>
                        <a:pt x="602683" y="563034"/>
                      </a:cubicBezTo>
                      <a:cubicBezTo>
                        <a:pt x="598645" y="569753"/>
                        <a:pt x="590569" y="573784"/>
                        <a:pt x="582493" y="575128"/>
                      </a:cubicBezTo>
                      <a:lnTo>
                        <a:pt x="414239" y="596630"/>
                      </a:lnTo>
                      <a:cubicBezTo>
                        <a:pt x="408855" y="596630"/>
                        <a:pt x="404817" y="596630"/>
                        <a:pt x="400779" y="595286"/>
                      </a:cubicBezTo>
                      <a:lnTo>
                        <a:pt x="205605" y="532125"/>
                      </a:lnTo>
                      <a:cubicBezTo>
                        <a:pt x="200221" y="530781"/>
                        <a:pt x="194837" y="530781"/>
                        <a:pt x="189453" y="532125"/>
                      </a:cubicBezTo>
                      <a:lnTo>
                        <a:pt x="37352" y="572441"/>
                      </a:lnTo>
                      <a:cubicBezTo>
                        <a:pt x="26584" y="575128"/>
                        <a:pt x="15815" y="572441"/>
                        <a:pt x="9085" y="565721"/>
                      </a:cubicBezTo>
                      <a:cubicBezTo>
                        <a:pt x="1009" y="557658"/>
                        <a:pt x="-1683" y="546907"/>
                        <a:pt x="1009" y="537500"/>
                      </a:cubicBezTo>
                      <a:lnTo>
                        <a:pt x="54850" y="321139"/>
                      </a:lnTo>
                      <a:cubicBezTo>
                        <a:pt x="57542" y="311732"/>
                        <a:pt x="64272" y="305013"/>
                        <a:pt x="72348" y="300981"/>
                      </a:cubicBezTo>
                      <a:close/>
                      <a:moveTo>
                        <a:pt x="302554" y="68530"/>
                      </a:moveTo>
                      <a:cubicBezTo>
                        <a:pt x="266212" y="68530"/>
                        <a:pt x="237945" y="98092"/>
                        <a:pt x="237945" y="133029"/>
                      </a:cubicBezTo>
                      <a:cubicBezTo>
                        <a:pt x="237945" y="169310"/>
                        <a:pt x="266212" y="197528"/>
                        <a:pt x="302554" y="197528"/>
                      </a:cubicBezTo>
                      <a:cubicBezTo>
                        <a:pt x="338897" y="197528"/>
                        <a:pt x="367164" y="167966"/>
                        <a:pt x="367164" y="133029"/>
                      </a:cubicBezTo>
                      <a:cubicBezTo>
                        <a:pt x="367164" y="96749"/>
                        <a:pt x="337551" y="68530"/>
                        <a:pt x="302554" y="68530"/>
                      </a:cubicBezTo>
                      <a:close/>
                      <a:moveTo>
                        <a:pt x="303901" y="0"/>
                      </a:moveTo>
                      <a:cubicBezTo>
                        <a:pt x="377932" y="0"/>
                        <a:pt x="438504" y="60468"/>
                        <a:pt x="438504" y="134373"/>
                      </a:cubicBezTo>
                      <a:cubicBezTo>
                        <a:pt x="438504" y="196185"/>
                        <a:pt x="344282" y="357432"/>
                        <a:pt x="313323" y="407150"/>
                      </a:cubicBezTo>
                      <a:cubicBezTo>
                        <a:pt x="310631" y="409838"/>
                        <a:pt x="307939" y="412525"/>
                        <a:pt x="303901" y="412525"/>
                      </a:cubicBezTo>
                      <a:cubicBezTo>
                        <a:pt x="301208" y="412525"/>
                        <a:pt x="297170" y="409838"/>
                        <a:pt x="294478" y="407150"/>
                      </a:cubicBezTo>
                      <a:cubicBezTo>
                        <a:pt x="263519" y="357432"/>
                        <a:pt x="169297" y="196185"/>
                        <a:pt x="169297" y="134373"/>
                      </a:cubicBezTo>
                      <a:cubicBezTo>
                        <a:pt x="169297" y="60468"/>
                        <a:pt x="229869" y="0"/>
                        <a:pt x="3039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20" name="íśḻîḋê"/>
              <p:cNvSpPr txBox="1"/>
              <p:nvPr/>
            </p:nvSpPr>
            <p:spPr bwMode="auto">
              <a:xfrm>
                <a:off x="673100" y="2875817"/>
                <a:ext cx="190554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21" name="î$ḷîḋe"/>
              <p:cNvSpPr/>
              <p:nvPr/>
            </p:nvSpPr>
            <p:spPr bwMode="auto">
              <a:xfrm>
                <a:off x="673100" y="3317624"/>
                <a:ext cx="1905548" cy="662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grpSp>
          <p:nvGrpSpPr>
            <p:cNvPr id="10" name="îṧlïďe"/>
            <p:cNvGrpSpPr/>
            <p:nvPr/>
          </p:nvGrpSpPr>
          <p:grpSpPr>
            <a:xfrm>
              <a:off x="6533808" y="2649653"/>
              <a:ext cx="1905548" cy="2017739"/>
              <a:chOff x="673100" y="1962823"/>
              <a:chExt cx="1905548" cy="2017739"/>
            </a:xfrm>
          </p:grpSpPr>
          <p:grpSp>
            <p:nvGrpSpPr>
              <p:cNvPr id="14" name="îSḷiḍê"/>
              <p:cNvGrpSpPr/>
              <p:nvPr/>
            </p:nvGrpSpPr>
            <p:grpSpPr>
              <a:xfrm>
                <a:off x="1170996" y="1962823"/>
                <a:ext cx="909757" cy="909757"/>
                <a:chOff x="1374625" y="1962823"/>
                <a:chExt cx="909757" cy="909757"/>
              </a:xfrm>
            </p:grpSpPr>
            <p:sp>
              <p:nvSpPr>
                <p:cNvPr id="17" name="ísļîďê"/>
                <p:cNvSpPr/>
                <p:nvPr/>
              </p:nvSpPr>
              <p:spPr>
                <a:xfrm>
                  <a:off x="1374625" y="1962823"/>
                  <a:ext cx="909757" cy="909757"/>
                </a:xfrm>
                <a:prstGeom prst="ellipse">
                  <a:avLst/>
                </a:prstGeom>
                <a:solidFill>
                  <a:schemeClr val="bg1"/>
                </a:solidFill>
                <a:ln w="92075">
                  <a:solidFill>
                    <a:schemeClr val="tx2">
                      <a:lumMod val="20000"/>
                      <a:lumOff val="80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noAutofit/>
                </a:bodyPr>
                <a:lstStyle/>
                <a:p>
                  <a:pPr algn="ctr"/>
                  <a:endParaRPr lang="zh-CN" altLang="en-US" sz="1200">
                    <a:solidFill>
                      <a:schemeClr val="bg1"/>
                    </a:solidFill>
                    <a:latin typeface="Impact" panose="020B0806030902050204" pitchFamily="34" charset="0"/>
                  </a:endParaRPr>
                </a:p>
              </p:txBody>
            </p:sp>
            <p:sp>
              <p:nvSpPr>
                <p:cNvPr id="18" name="ïṡľîďé"/>
                <p:cNvSpPr/>
                <p:nvPr/>
              </p:nvSpPr>
              <p:spPr bwMode="auto">
                <a:xfrm>
                  <a:off x="1594443" y="2186963"/>
                  <a:ext cx="470120" cy="461477"/>
                </a:xfrm>
                <a:custGeom>
                  <a:avLst/>
                  <a:gdLst>
                    <a:gd name="connsiteX0" fmla="*/ 170608 w 607804"/>
                    <a:gd name="connsiteY0" fmla="*/ 262009 h 596630"/>
                    <a:gd name="connsiteX1" fmla="*/ 260792 w 607804"/>
                    <a:gd name="connsiteY1" fmla="*/ 427304 h 596630"/>
                    <a:gd name="connsiteX2" fmla="*/ 303865 w 607804"/>
                    <a:gd name="connsiteY2" fmla="*/ 451493 h 596630"/>
                    <a:gd name="connsiteX3" fmla="*/ 346938 w 607804"/>
                    <a:gd name="connsiteY3" fmla="*/ 427304 h 596630"/>
                    <a:gd name="connsiteX4" fmla="*/ 408855 w 607804"/>
                    <a:gd name="connsiteY4" fmla="*/ 319795 h 596630"/>
                    <a:gd name="connsiteX5" fmla="*/ 519229 w 607804"/>
                    <a:gd name="connsiteY5" fmla="*/ 298293 h 596630"/>
                    <a:gd name="connsiteX6" fmla="*/ 552880 w 607804"/>
                    <a:gd name="connsiteY6" fmla="*/ 319795 h 596630"/>
                    <a:gd name="connsiteX7" fmla="*/ 606721 w 607804"/>
                    <a:gd name="connsiteY7" fmla="*/ 538844 h 596630"/>
                    <a:gd name="connsiteX8" fmla="*/ 602683 w 607804"/>
                    <a:gd name="connsiteY8" fmla="*/ 563034 h 596630"/>
                    <a:gd name="connsiteX9" fmla="*/ 582493 w 607804"/>
                    <a:gd name="connsiteY9" fmla="*/ 575128 h 596630"/>
                    <a:gd name="connsiteX10" fmla="*/ 414239 w 607804"/>
                    <a:gd name="connsiteY10" fmla="*/ 596630 h 596630"/>
                    <a:gd name="connsiteX11" fmla="*/ 400779 w 607804"/>
                    <a:gd name="connsiteY11" fmla="*/ 595286 h 596630"/>
                    <a:gd name="connsiteX12" fmla="*/ 205605 w 607804"/>
                    <a:gd name="connsiteY12" fmla="*/ 532125 h 596630"/>
                    <a:gd name="connsiteX13" fmla="*/ 189453 w 607804"/>
                    <a:gd name="connsiteY13" fmla="*/ 532125 h 596630"/>
                    <a:gd name="connsiteX14" fmla="*/ 37352 w 607804"/>
                    <a:gd name="connsiteY14" fmla="*/ 572441 h 596630"/>
                    <a:gd name="connsiteX15" fmla="*/ 9085 w 607804"/>
                    <a:gd name="connsiteY15" fmla="*/ 565721 h 596630"/>
                    <a:gd name="connsiteX16" fmla="*/ 1009 w 607804"/>
                    <a:gd name="connsiteY16" fmla="*/ 537500 h 596630"/>
                    <a:gd name="connsiteX17" fmla="*/ 54850 w 607804"/>
                    <a:gd name="connsiteY17" fmla="*/ 321139 h 596630"/>
                    <a:gd name="connsiteX18" fmla="*/ 72348 w 607804"/>
                    <a:gd name="connsiteY18" fmla="*/ 300981 h 596630"/>
                    <a:gd name="connsiteX19" fmla="*/ 302554 w 607804"/>
                    <a:gd name="connsiteY19" fmla="*/ 68530 h 596630"/>
                    <a:gd name="connsiteX20" fmla="*/ 237945 w 607804"/>
                    <a:gd name="connsiteY20" fmla="*/ 133029 h 596630"/>
                    <a:gd name="connsiteX21" fmla="*/ 302554 w 607804"/>
                    <a:gd name="connsiteY21" fmla="*/ 197528 h 596630"/>
                    <a:gd name="connsiteX22" fmla="*/ 367164 w 607804"/>
                    <a:gd name="connsiteY22" fmla="*/ 133029 h 596630"/>
                    <a:gd name="connsiteX23" fmla="*/ 302554 w 607804"/>
                    <a:gd name="connsiteY23" fmla="*/ 68530 h 596630"/>
                    <a:gd name="connsiteX24" fmla="*/ 303901 w 607804"/>
                    <a:gd name="connsiteY24" fmla="*/ 0 h 596630"/>
                    <a:gd name="connsiteX25" fmla="*/ 438504 w 607804"/>
                    <a:gd name="connsiteY25" fmla="*/ 134373 h 596630"/>
                    <a:gd name="connsiteX26" fmla="*/ 313323 w 607804"/>
                    <a:gd name="connsiteY26" fmla="*/ 407150 h 596630"/>
                    <a:gd name="connsiteX27" fmla="*/ 303901 w 607804"/>
                    <a:gd name="connsiteY27" fmla="*/ 412525 h 596630"/>
                    <a:gd name="connsiteX28" fmla="*/ 294478 w 607804"/>
                    <a:gd name="connsiteY28" fmla="*/ 407150 h 596630"/>
                    <a:gd name="connsiteX29" fmla="*/ 169297 w 607804"/>
                    <a:gd name="connsiteY29" fmla="*/ 134373 h 596630"/>
                    <a:gd name="connsiteX30" fmla="*/ 303901 w 607804"/>
                    <a:gd name="connsiteY30" fmla="*/ 0 h 596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607804" h="596630">
                      <a:moveTo>
                        <a:pt x="170608" y="262009"/>
                      </a:moveTo>
                      <a:cubicBezTo>
                        <a:pt x="196183" y="317107"/>
                        <a:pt x="229834" y="376237"/>
                        <a:pt x="260792" y="427304"/>
                      </a:cubicBezTo>
                      <a:cubicBezTo>
                        <a:pt x="270214" y="442086"/>
                        <a:pt x="286367" y="451493"/>
                        <a:pt x="303865" y="451493"/>
                      </a:cubicBezTo>
                      <a:cubicBezTo>
                        <a:pt x="321363" y="451493"/>
                        <a:pt x="337516" y="442086"/>
                        <a:pt x="346938" y="427304"/>
                      </a:cubicBezTo>
                      <a:cubicBezTo>
                        <a:pt x="367128" y="393707"/>
                        <a:pt x="388665" y="357423"/>
                        <a:pt x="408855" y="319795"/>
                      </a:cubicBezTo>
                      <a:cubicBezTo>
                        <a:pt x="411547" y="319795"/>
                        <a:pt x="519229" y="298293"/>
                        <a:pt x="519229" y="298293"/>
                      </a:cubicBezTo>
                      <a:cubicBezTo>
                        <a:pt x="534036" y="295605"/>
                        <a:pt x="548842" y="305013"/>
                        <a:pt x="552880" y="319795"/>
                      </a:cubicBezTo>
                      <a:lnTo>
                        <a:pt x="606721" y="538844"/>
                      </a:lnTo>
                      <a:cubicBezTo>
                        <a:pt x="609413" y="546907"/>
                        <a:pt x="606721" y="556314"/>
                        <a:pt x="602683" y="563034"/>
                      </a:cubicBezTo>
                      <a:cubicBezTo>
                        <a:pt x="598645" y="569753"/>
                        <a:pt x="590569" y="573784"/>
                        <a:pt x="582493" y="575128"/>
                      </a:cubicBezTo>
                      <a:lnTo>
                        <a:pt x="414239" y="596630"/>
                      </a:lnTo>
                      <a:cubicBezTo>
                        <a:pt x="408855" y="596630"/>
                        <a:pt x="404817" y="596630"/>
                        <a:pt x="400779" y="595286"/>
                      </a:cubicBezTo>
                      <a:lnTo>
                        <a:pt x="205605" y="532125"/>
                      </a:lnTo>
                      <a:cubicBezTo>
                        <a:pt x="200221" y="530781"/>
                        <a:pt x="194837" y="530781"/>
                        <a:pt x="189453" y="532125"/>
                      </a:cubicBezTo>
                      <a:lnTo>
                        <a:pt x="37352" y="572441"/>
                      </a:lnTo>
                      <a:cubicBezTo>
                        <a:pt x="26584" y="575128"/>
                        <a:pt x="15815" y="572441"/>
                        <a:pt x="9085" y="565721"/>
                      </a:cubicBezTo>
                      <a:cubicBezTo>
                        <a:pt x="1009" y="557658"/>
                        <a:pt x="-1683" y="546907"/>
                        <a:pt x="1009" y="537500"/>
                      </a:cubicBezTo>
                      <a:lnTo>
                        <a:pt x="54850" y="321139"/>
                      </a:lnTo>
                      <a:cubicBezTo>
                        <a:pt x="57542" y="311732"/>
                        <a:pt x="64272" y="305013"/>
                        <a:pt x="72348" y="300981"/>
                      </a:cubicBezTo>
                      <a:close/>
                      <a:moveTo>
                        <a:pt x="302554" y="68530"/>
                      </a:moveTo>
                      <a:cubicBezTo>
                        <a:pt x="266212" y="68530"/>
                        <a:pt x="237945" y="98092"/>
                        <a:pt x="237945" y="133029"/>
                      </a:cubicBezTo>
                      <a:cubicBezTo>
                        <a:pt x="237945" y="169310"/>
                        <a:pt x="266212" y="197528"/>
                        <a:pt x="302554" y="197528"/>
                      </a:cubicBezTo>
                      <a:cubicBezTo>
                        <a:pt x="338897" y="197528"/>
                        <a:pt x="367164" y="167966"/>
                        <a:pt x="367164" y="133029"/>
                      </a:cubicBezTo>
                      <a:cubicBezTo>
                        <a:pt x="367164" y="96749"/>
                        <a:pt x="337551" y="68530"/>
                        <a:pt x="302554" y="68530"/>
                      </a:cubicBezTo>
                      <a:close/>
                      <a:moveTo>
                        <a:pt x="303901" y="0"/>
                      </a:moveTo>
                      <a:cubicBezTo>
                        <a:pt x="377932" y="0"/>
                        <a:pt x="438504" y="60468"/>
                        <a:pt x="438504" y="134373"/>
                      </a:cubicBezTo>
                      <a:cubicBezTo>
                        <a:pt x="438504" y="196185"/>
                        <a:pt x="344282" y="357432"/>
                        <a:pt x="313323" y="407150"/>
                      </a:cubicBezTo>
                      <a:cubicBezTo>
                        <a:pt x="310631" y="409838"/>
                        <a:pt x="307939" y="412525"/>
                        <a:pt x="303901" y="412525"/>
                      </a:cubicBezTo>
                      <a:cubicBezTo>
                        <a:pt x="301208" y="412525"/>
                        <a:pt x="297170" y="409838"/>
                        <a:pt x="294478" y="407150"/>
                      </a:cubicBezTo>
                      <a:cubicBezTo>
                        <a:pt x="263519" y="357432"/>
                        <a:pt x="169297" y="196185"/>
                        <a:pt x="169297" y="134373"/>
                      </a:cubicBezTo>
                      <a:cubicBezTo>
                        <a:pt x="169297" y="60468"/>
                        <a:pt x="229869" y="0"/>
                        <a:pt x="303901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15" name="íS1íḍè"/>
              <p:cNvSpPr txBox="1"/>
              <p:nvPr/>
            </p:nvSpPr>
            <p:spPr bwMode="auto">
              <a:xfrm>
                <a:off x="673100" y="2875817"/>
                <a:ext cx="1905548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 anchor="b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sz="2000" b="1" dirty="0"/>
                  <a:t>Text here</a:t>
                </a:r>
                <a:endParaRPr lang="en-US" altLang="zh-CN" sz="2000" b="1" dirty="0"/>
              </a:p>
            </p:txBody>
          </p:sp>
          <p:sp>
            <p:nvSpPr>
              <p:cNvPr id="16" name="ïṣḷîḓé"/>
              <p:cNvSpPr/>
              <p:nvPr/>
            </p:nvSpPr>
            <p:spPr bwMode="auto">
              <a:xfrm>
                <a:off x="673100" y="3317624"/>
                <a:ext cx="1905548" cy="6629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 </a:t>
                </a:r>
                <a:endParaRPr lang="en-US" altLang="zh-CN" sz="1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  <a:endParaRPr lang="en-US" altLang="zh-CN" sz="1100" dirty="0"/>
              </a:p>
            </p:txBody>
          </p:sp>
        </p:grpSp>
        <p:cxnSp>
          <p:nvCxnSpPr>
            <p:cNvPr id="11" name="直接连接符 10"/>
            <p:cNvCxnSpPr/>
            <p:nvPr/>
          </p:nvCxnSpPr>
          <p:spPr>
            <a:xfrm>
              <a:off x="2602659" y="2071231"/>
              <a:ext cx="0" cy="2925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4556228" y="2071231"/>
              <a:ext cx="0" cy="2925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509797" y="2071231"/>
              <a:ext cx="0" cy="29250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图片 35" descr="中科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www.islide.cc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8d055f09-c0e3-4f6e-a4f6-fbece3c2835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9925" y="1146727"/>
            <a:ext cx="10861770" cy="5062664"/>
            <a:chOff x="669925" y="1146727"/>
            <a:chExt cx="10861770" cy="5062664"/>
          </a:xfrm>
        </p:grpSpPr>
        <p:cxnSp>
          <p:nvCxnSpPr>
            <p:cNvPr id="6" name="直接连接符 5"/>
            <p:cNvCxnSpPr>
              <a:stCxn id="19" idx="2"/>
            </p:cNvCxnSpPr>
            <p:nvPr/>
          </p:nvCxnSpPr>
          <p:spPr>
            <a:xfrm flipV="1">
              <a:off x="7557980" y="3834000"/>
              <a:ext cx="3962508" cy="22543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/>
            <p:cNvCxnSpPr>
              <a:stCxn id="21" idx="0"/>
            </p:cNvCxnSpPr>
            <p:nvPr/>
          </p:nvCxnSpPr>
          <p:spPr>
            <a:xfrm flipH="1" flipV="1">
              <a:off x="669925" y="3834000"/>
              <a:ext cx="3964096" cy="22543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ïslîḋé"/>
            <p:cNvGrpSpPr/>
            <p:nvPr/>
          </p:nvGrpSpPr>
          <p:grpSpPr>
            <a:xfrm>
              <a:off x="4201465" y="1224000"/>
              <a:ext cx="3789071" cy="3770520"/>
              <a:chOff x="4201465" y="1543740"/>
              <a:chExt cx="3789071" cy="3770520"/>
            </a:xfrm>
          </p:grpSpPr>
          <p:sp>
            <p:nvSpPr>
              <p:cNvPr id="16" name="îṥḷíḋe"/>
              <p:cNvSpPr/>
              <p:nvPr/>
            </p:nvSpPr>
            <p:spPr>
              <a:xfrm>
                <a:off x="4536995" y="1745052"/>
                <a:ext cx="3251960" cy="3251960"/>
              </a:xfrm>
              <a:custGeom>
                <a:avLst/>
                <a:gdLst>
                  <a:gd name="connsiteX0" fmla="*/ 1625980 w 3251960"/>
                  <a:gd name="connsiteY0" fmla="*/ 0 h 3251960"/>
                  <a:gd name="connsiteX1" fmla="*/ 3034120 w 3251960"/>
                  <a:gd name="connsiteY1" fmla="*/ 812990 h 3251960"/>
                  <a:gd name="connsiteX2" fmla="*/ 3034120 w 3251960"/>
                  <a:gd name="connsiteY2" fmla="*/ 2438970 h 3251960"/>
                  <a:gd name="connsiteX3" fmla="*/ 1625980 w 3251960"/>
                  <a:gd name="connsiteY3" fmla="*/ 1625980 h 3251960"/>
                  <a:gd name="connsiteX4" fmla="*/ 1625980 w 3251960"/>
                  <a:gd name="connsiteY4" fmla="*/ 0 h 3251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1960" h="3251960">
                    <a:moveTo>
                      <a:pt x="1625980" y="0"/>
                    </a:moveTo>
                    <a:cubicBezTo>
                      <a:pt x="2206887" y="0"/>
                      <a:pt x="2743667" y="309910"/>
                      <a:pt x="3034120" y="812990"/>
                    </a:cubicBezTo>
                    <a:cubicBezTo>
                      <a:pt x="3324573" y="1316070"/>
                      <a:pt x="3324573" y="1935890"/>
                      <a:pt x="3034120" y="2438970"/>
                    </a:cubicBezTo>
                    <a:lnTo>
                      <a:pt x="1625980" y="1625980"/>
                    </a:lnTo>
                    <a:lnTo>
                      <a:pt x="1625980" y="0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34181" tIns="709426" rIns="397005" bIns="1615329" numCol="1" spcCol="1270" anchor="b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600" b="1" kern="1200" dirty="0"/>
              </a:p>
            </p:txBody>
          </p:sp>
          <p:sp>
            <p:nvSpPr>
              <p:cNvPr id="17" name="îšļîďé"/>
              <p:cNvSpPr/>
              <p:nvPr/>
            </p:nvSpPr>
            <p:spPr>
              <a:xfrm>
                <a:off x="4470021" y="1861194"/>
                <a:ext cx="3251960" cy="3251960"/>
              </a:xfrm>
              <a:custGeom>
                <a:avLst/>
                <a:gdLst>
                  <a:gd name="connsiteX0" fmla="*/ 3034120 w 3251960"/>
                  <a:gd name="connsiteY0" fmla="*/ 2438970 h 3251960"/>
                  <a:gd name="connsiteX1" fmla="*/ 1625980 w 3251960"/>
                  <a:gd name="connsiteY1" fmla="*/ 3251960 h 3251960"/>
                  <a:gd name="connsiteX2" fmla="*/ 217840 w 3251960"/>
                  <a:gd name="connsiteY2" fmla="*/ 2438970 h 3251960"/>
                  <a:gd name="connsiteX3" fmla="*/ 1625980 w 3251960"/>
                  <a:gd name="connsiteY3" fmla="*/ 1625980 h 3251960"/>
                  <a:gd name="connsiteX4" fmla="*/ 3034120 w 3251960"/>
                  <a:gd name="connsiteY4" fmla="*/ 2438970 h 3251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1960" h="3251960">
                    <a:moveTo>
                      <a:pt x="3034120" y="2438970"/>
                    </a:moveTo>
                    <a:cubicBezTo>
                      <a:pt x="2743667" y="2942050"/>
                      <a:pt x="2206887" y="3251960"/>
                      <a:pt x="1625980" y="3251960"/>
                    </a:cubicBezTo>
                    <a:cubicBezTo>
                      <a:pt x="1045073" y="3251960"/>
                      <a:pt x="508293" y="2942050"/>
                      <a:pt x="217840" y="2438970"/>
                    </a:cubicBezTo>
                    <a:lnTo>
                      <a:pt x="1625980" y="1625980"/>
                    </a:lnTo>
                    <a:lnTo>
                      <a:pt x="3034120" y="243897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794596" tIns="2130223" rIns="755883" bIns="310673" numCol="1" spcCol="1270" anchor="b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600" b="1" kern="1200" dirty="0"/>
              </a:p>
            </p:txBody>
          </p:sp>
          <p:sp>
            <p:nvSpPr>
              <p:cNvPr id="18" name="ïsľiḓè"/>
              <p:cNvSpPr/>
              <p:nvPr/>
            </p:nvSpPr>
            <p:spPr>
              <a:xfrm>
                <a:off x="4403046" y="1745052"/>
                <a:ext cx="3251960" cy="3251960"/>
              </a:xfrm>
              <a:custGeom>
                <a:avLst/>
                <a:gdLst>
                  <a:gd name="connsiteX0" fmla="*/ 217840 w 3251960"/>
                  <a:gd name="connsiteY0" fmla="*/ 2438970 h 3251960"/>
                  <a:gd name="connsiteX1" fmla="*/ 217840 w 3251960"/>
                  <a:gd name="connsiteY1" fmla="*/ 812990 h 3251960"/>
                  <a:gd name="connsiteX2" fmla="*/ 1625980 w 3251960"/>
                  <a:gd name="connsiteY2" fmla="*/ 0 h 3251960"/>
                  <a:gd name="connsiteX3" fmla="*/ 1625980 w 3251960"/>
                  <a:gd name="connsiteY3" fmla="*/ 1625980 h 3251960"/>
                  <a:gd name="connsiteX4" fmla="*/ 217840 w 3251960"/>
                  <a:gd name="connsiteY4" fmla="*/ 2438970 h 3251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51960" h="3251960">
                    <a:moveTo>
                      <a:pt x="217840" y="2438970"/>
                    </a:moveTo>
                    <a:cubicBezTo>
                      <a:pt x="-72613" y="1935890"/>
                      <a:pt x="-72613" y="1316070"/>
                      <a:pt x="217840" y="812990"/>
                    </a:cubicBezTo>
                    <a:cubicBezTo>
                      <a:pt x="508293" y="309910"/>
                      <a:pt x="1045073" y="0"/>
                      <a:pt x="1625980" y="0"/>
                    </a:cubicBezTo>
                    <a:lnTo>
                      <a:pt x="1625980" y="1625980"/>
                    </a:lnTo>
                    <a:lnTo>
                      <a:pt x="217840" y="243897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397005" tIns="709426" rIns="1734181" bIns="1615329" numCol="1" spcCol="1270" anchor="b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600" b="1" kern="1200" dirty="0"/>
              </a:p>
            </p:txBody>
          </p:sp>
          <p:sp>
            <p:nvSpPr>
              <p:cNvPr id="19" name="îṥḻídé"/>
              <p:cNvSpPr/>
              <p:nvPr/>
            </p:nvSpPr>
            <p:spPr>
              <a:xfrm>
                <a:off x="4335952" y="1543740"/>
                <a:ext cx="3654584" cy="3654584"/>
              </a:xfrm>
              <a:prstGeom prst="circularArrow">
                <a:avLst>
                  <a:gd name="adj1" fmla="val 5085"/>
                  <a:gd name="adj2" fmla="val 327528"/>
                  <a:gd name="adj3" fmla="val 1472472"/>
                  <a:gd name="adj4" fmla="val 16199432"/>
                  <a:gd name="adj5" fmla="val 5932"/>
                </a:avLst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í$ḷiḋe"/>
              <p:cNvSpPr/>
              <p:nvPr/>
            </p:nvSpPr>
            <p:spPr>
              <a:xfrm>
                <a:off x="4268709" y="1659676"/>
                <a:ext cx="3654584" cy="3654584"/>
              </a:xfrm>
              <a:prstGeom prst="circularArrow">
                <a:avLst>
                  <a:gd name="adj1" fmla="val 5085"/>
                  <a:gd name="adj2" fmla="val 327528"/>
                  <a:gd name="adj3" fmla="val 8671970"/>
                  <a:gd name="adj4" fmla="val 1800502"/>
                  <a:gd name="adj5" fmla="val 5932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iṧḻídè"/>
              <p:cNvSpPr/>
              <p:nvPr/>
            </p:nvSpPr>
            <p:spPr>
              <a:xfrm>
                <a:off x="4201465" y="1543740"/>
                <a:ext cx="3654584" cy="3654584"/>
              </a:xfrm>
              <a:prstGeom prst="circularArrow">
                <a:avLst>
                  <a:gd name="adj1" fmla="val 5085"/>
                  <a:gd name="adj2" fmla="val 327528"/>
                  <a:gd name="adj3" fmla="val 15873039"/>
                  <a:gd name="adj4" fmla="val 9000000"/>
                  <a:gd name="adj5" fmla="val 5932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tint val="6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2" name="isļiḋe"/>
              <p:cNvGrpSpPr/>
              <p:nvPr/>
            </p:nvGrpSpPr>
            <p:grpSpPr>
              <a:xfrm>
                <a:off x="5620388" y="3795334"/>
                <a:ext cx="951226" cy="928592"/>
                <a:chOff x="1571541" y="3869248"/>
                <a:chExt cx="951226" cy="928592"/>
              </a:xfrm>
            </p:grpSpPr>
            <p:sp>
              <p:nvSpPr>
                <p:cNvPr id="29" name="ïṧ1iḍê"/>
                <p:cNvSpPr/>
                <p:nvPr/>
              </p:nvSpPr>
              <p:spPr bwMode="auto">
                <a:xfrm>
                  <a:off x="1781198" y="3869248"/>
                  <a:ext cx="531913" cy="493447"/>
                </a:xfrm>
                <a:custGeom>
                  <a:avLst/>
                  <a:gdLst>
                    <a:gd name="connsiteX0" fmla="*/ 31765 w 608226"/>
                    <a:gd name="connsiteY0" fmla="*/ 449854 h 564241"/>
                    <a:gd name="connsiteX1" fmla="*/ 247309 w 608226"/>
                    <a:gd name="connsiteY1" fmla="*/ 449854 h 564241"/>
                    <a:gd name="connsiteX2" fmla="*/ 252786 w 608226"/>
                    <a:gd name="connsiteY2" fmla="*/ 464263 h 564241"/>
                    <a:gd name="connsiteX3" fmla="*/ 294551 w 608226"/>
                    <a:gd name="connsiteY3" fmla="*/ 526133 h 564241"/>
                    <a:gd name="connsiteX4" fmla="*/ 299409 w 608226"/>
                    <a:gd name="connsiteY4" fmla="*/ 530793 h 564241"/>
                    <a:gd name="connsiteX5" fmla="*/ 31765 w 608226"/>
                    <a:gd name="connsiteY5" fmla="*/ 530793 h 564241"/>
                    <a:gd name="connsiteX6" fmla="*/ 0 w 608226"/>
                    <a:gd name="connsiteY6" fmla="*/ 499074 h 564241"/>
                    <a:gd name="connsiteX7" fmla="*/ 0 w 608226"/>
                    <a:gd name="connsiteY7" fmla="*/ 481573 h 564241"/>
                    <a:gd name="connsiteX8" fmla="*/ 31765 w 608226"/>
                    <a:gd name="connsiteY8" fmla="*/ 449854 h 564241"/>
                    <a:gd name="connsiteX9" fmla="*/ 82493 w 608226"/>
                    <a:gd name="connsiteY9" fmla="*/ 336385 h 564241"/>
                    <a:gd name="connsiteX10" fmla="*/ 244510 w 608226"/>
                    <a:gd name="connsiteY10" fmla="*/ 336385 h 564241"/>
                    <a:gd name="connsiteX11" fmla="*/ 237464 w 608226"/>
                    <a:gd name="connsiteY11" fmla="*/ 388490 h 564241"/>
                    <a:gd name="connsiteX12" fmla="*/ 239558 w 608226"/>
                    <a:gd name="connsiteY12" fmla="*/ 417253 h 564241"/>
                    <a:gd name="connsiteX13" fmla="*/ 82493 w 608226"/>
                    <a:gd name="connsiteY13" fmla="*/ 417253 h 564241"/>
                    <a:gd name="connsiteX14" fmla="*/ 50737 w 608226"/>
                    <a:gd name="connsiteY14" fmla="*/ 385543 h 564241"/>
                    <a:gd name="connsiteX15" fmla="*/ 50737 w 608226"/>
                    <a:gd name="connsiteY15" fmla="*/ 368048 h 564241"/>
                    <a:gd name="connsiteX16" fmla="*/ 82493 w 608226"/>
                    <a:gd name="connsiteY16" fmla="*/ 336385 h 564241"/>
                    <a:gd name="connsiteX17" fmla="*/ 490359 w 608226"/>
                    <a:gd name="connsiteY17" fmla="*/ 289450 h 564241"/>
                    <a:gd name="connsiteX18" fmla="*/ 480406 w 608226"/>
                    <a:gd name="connsiteY18" fmla="*/ 296423 h 564241"/>
                    <a:gd name="connsiteX19" fmla="*/ 442689 w 608226"/>
                    <a:gd name="connsiteY19" fmla="*/ 355436 h 564241"/>
                    <a:gd name="connsiteX20" fmla="*/ 432402 w 608226"/>
                    <a:gd name="connsiteY20" fmla="*/ 371557 h 564241"/>
                    <a:gd name="connsiteX21" fmla="*/ 409924 w 608226"/>
                    <a:gd name="connsiteY21" fmla="*/ 336367 h 564241"/>
                    <a:gd name="connsiteX22" fmla="*/ 384779 w 608226"/>
                    <a:gd name="connsiteY22" fmla="*/ 296994 h 564241"/>
                    <a:gd name="connsiteX23" fmla="*/ 384398 w 608226"/>
                    <a:gd name="connsiteY23" fmla="*/ 296423 h 564241"/>
                    <a:gd name="connsiteX24" fmla="*/ 362492 w 608226"/>
                    <a:gd name="connsiteY24" fmla="*/ 291573 h 564241"/>
                    <a:gd name="connsiteX25" fmla="*/ 355205 w 608226"/>
                    <a:gd name="connsiteY25" fmla="*/ 305791 h 564241"/>
                    <a:gd name="connsiteX26" fmla="*/ 357682 w 608226"/>
                    <a:gd name="connsiteY26" fmla="*/ 313447 h 564241"/>
                    <a:gd name="connsiteX27" fmla="*/ 372254 w 608226"/>
                    <a:gd name="connsiteY27" fmla="*/ 336367 h 564241"/>
                    <a:gd name="connsiteX28" fmla="*/ 405162 w 608226"/>
                    <a:gd name="connsiteY28" fmla="*/ 387725 h 564241"/>
                    <a:gd name="connsiteX29" fmla="*/ 389208 w 608226"/>
                    <a:gd name="connsiteY29" fmla="*/ 387725 h 564241"/>
                    <a:gd name="connsiteX30" fmla="*/ 373350 w 608226"/>
                    <a:gd name="connsiteY30" fmla="*/ 403560 h 564241"/>
                    <a:gd name="connsiteX31" fmla="*/ 381303 w 608226"/>
                    <a:gd name="connsiteY31" fmla="*/ 417255 h 564241"/>
                    <a:gd name="connsiteX32" fmla="*/ 389208 w 608226"/>
                    <a:gd name="connsiteY32" fmla="*/ 419395 h 564241"/>
                    <a:gd name="connsiteX33" fmla="*/ 416591 w 608226"/>
                    <a:gd name="connsiteY33" fmla="*/ 419395 h 564241"/>
                    <a:gd name="connsiteX34" fmla="*/ 416591 w 608226"/>
                    <a:gd name="connsiteY34" fmla="*/ 430522 h 564241"/>
                    <a:gd name="connsiteX35" fmla="*/ 389208 w 608226"/>
                    <a:gd name="connsiteY35" fmla="*/ 430522 h 564241"/>
                    <a:gd name="connsiteX36" fmla="*/ 373350 w 608226"/>
                    <a:gd name="connsiteY36" fmla="*/ 446357 h 564241"/>
                    <a:gd name="connsiteX37" fmla="*/ 374350 w 608226"/>
                    <a:gd name="connsiteY37" fmla="*/ 451921 h 564241"/>
                    <a:gd name="connsiteX38" fmla="*/ 388065 w 608226"/>
                    <a:gd name="connsiteY38" fmla="*/ 462145 h 564241"/>
                    <a:gd name="connsiteX39" fmla="*/ 389208 w 608226"/>
                    <a:gd name="connsiteY39" fmla="*/ 462192 h 564241"/>
                    <a:gd name="connsiteX40" fmla="*/ 416591 w 608226"/>
                    <a:gd name="connsiteY40" fmla="*/ 462192 h 564241"/>
                    <a:gd name="connsiteX41" fmla="*/ 416591 w 608226"/>
                    <a:gd name="connsiteY41" fmla="*/ 484352 h 564241"/>
                    <a:gd name="connsiteX42" fmla="*/ 432450 w 608226"/>
                    <a:gd name="connsiteY42" fmla="*/ 500187 h 564241"/>
                    <a:gd name="connsiteX43" fmla="*/ 448356 w 608226"/>
                    <a:gd name="connsiteY43" fmla="*/ 484352 h 564241"/>
                    <a:gd name="connsiteX44" fmla="*/ 448356 w 608226"/>
                    <a:gd name="connsiteY44" fmla="*/ 462192 h 564241"/>
                    <a:gd name="connsiteX45" fmla="*/ 475692 w 608226"/>
                    <a:gd name="connsiteY45" fmla="*/ 462192 h 564241"/>
                    <a:gd name="connsiteX46" fmla="*/ 491598 w 608226"/>
                    <a:gd name="connsiteY46" fmla="*/ 446357 h 564241"/>
                    <a:gd name="connsiteX47" fmla="*/ 475692 w 608226"/>
                    <a:gd name="connsiteY47" fmla="*/ 430522 h 564241"/>
                    <a:gd name="connsiteX48" fmla="*/ 448356 w 608226"/>
                    <a:gd name="connsiteY48" fmla="*/ 430522 h 564241"/>
                    <a:gd name="connsiteX49" fmla="*/ 448356 w 608226"/>
                    <a:gd name="connsiteY49" fmla="*/ 419347 h 564241"/>
                    <a:gd name="connsiteX50" fmla="*/ 475692 w 608226"/>
                    <a:gd name="connsiteY50" fmla="*/ 419347 h 564241"/>
                    <a:gd name="connsiteX51" fmla="*/ 491598 w 608226"/>
                    <a:gd name="connsiteY51" fmla="*/ 403512 h 564241"/>
                    <a:gd name="connsiteX52" fmla="*/ 475692 w 608226"/>
                    <a:gd name="connsiteY52" fmla="*/ 387629 h 564241"/>
                    <a:gd name="connsiteX53" fmla="*/ 459785 w 608226"/>
                    <a:gd name="connsiteY53" fmla="*/ 387629 h 564241"/>
                    <a:gd name="connsiteX54" fmla="*/ 507123 w 608226"/>
                    <a:gd name="connsiteY54" fmla="*/ 313447 h 564241"/>
                    <a:gd name="connsiteX55" fmla="*/ 502313 w 608226"/>
                    <a:gd name="connsiteY55" fmla="*/ 291573 h 564241"/>
                    <a:gd name="connsiteX56" fmla="*/ 490359 w 608226"/>
                    <a:gd name="connsiteY56" fmla="*/ 289450 h 564241"/>
                    <a:gd name="connsiteX57" fmla="*/ 31765 w 608226"/>
                    <a:gd name="connsiteY57" fmla="*/ 224963 h 564241"/>
                    <a:gd name="connsiteX58" fmla="*/ 326647 w 608226"/>
                    <a:gd name="connsiteY58" fmla="*/ 224963 h 564241"/>
                    <a:gd name="connsiteX59" fmla="*/ 294549 w 608226"/>
                    <a:gd name="connsiteY59" fmla="*/ 250826 h 564241"/>
                    <a:gd name="connsiteX60" fmla="*/ 255879 w 608226"/>
                    <a:gd name="connsiteY60" fmla="*/ 305831 h 564241"/>
                    <a:gd name="connsiteX61" fmla="*/ 31765 w 608226"/>
                    <a:gd name="connsiteY61" fmla="*/ 305831 h 564241"/>
                    <a:gd name="connsiteX62" fmla="*/ 0 w 608226"/>
                    <a:gd name="connsiteY62" fmla="*/ 274168 h 564241"/>
                    <a:gd name="connsiteX63" fmla="*/ 0 w 608226"/>
                    <a:gd name="connsiteY63" fmla="*/ 256673 h 564241"/>
                    <a:gd name="connsiteX64" fmla="*/ 31765 w 608226"/>
                    <a:gd name="connsiteY64" fmla="*/ 224963 h 564241"/>
                    <a:gd name="connsiteX65" fmla="*/ 432402 w 608226"/>
                    <a:gd name="connsiteY65" fmla="*/ 212825 h 564241"/>
                    <a:gd name="connsiteX66" fmla="*/ 608226 w 608226"/>
                    <a:gd name="connsiteY66" fmla="*/ 388581 h 564241"/>
                    <a:gd name="connsiteX67" fmla="*/ 432355 w 608226"/>
                    <a:gd name="connsiteY67" fmla="*/ 564241 h 564241"/>
                    <a:gd name="connsiteX68" fmla="*/ 329155 w 608226"/>
                    <a:gd name="connsiteY68" fmla="*/ 530811 h 564241"/>
                    <a:gd name="connsiteX69" fmla="*/ 267484 w 608226"/>
                    <a:gd name="connsiteY69" fmla="*/ 449924 h 564241"/>
                    <a:gd name="connsiteX70" fmla="*/ 258816 w 608226"/>
                    <a:gd name="connsiteY70" fmla="*/ 417303 h 564241"/>
                    <a:gd name="connsiteX71" fmla="*/ 256435 w 608226"/>
                    <a:gd name="connsiteY71" fmla="*/ 388533 h 564241"/>
                    <a:gd name="connsiteX72" fmla="*/ 264340 w 608226"/>
                    <a:gd name="connsiteY72" fmla="*/ 336415 h 564241"/>
                    <a:gd name="connsiteX73" fmla="*/ 277151 w 608226"/>
                    <a:gd name="connsiteY73" fmla="*/ 305838 h 564241"/>
                    <a:gd name="connsiteX74" fmla="*/ 367301 w 608226"/>
                    <a:gd name="connsiteY74" fmla="*/ 225284 h 564241"/>
                    <a:gd name="connsiteX75" fmla="*/ 432402 w 608226"/>
                    <a:gd name="connsiteY75" fmla="*/ 212825 h 564241"/>
                    <a:gd name="connsiteX76" fmla="*/ 31760 w 608226"/>
                    <a:gd name="connsiteY76" fmla="*/ 113540 h 564241"/>
                    <a:gd name="connsiteX77" fmla="*/ 362842 w 608226"/>
                    <a:gd name="connsiteY77" fmla="*/ 113540 h 564241"/>
                    <a:gd name="connsiteX78" fmla="*/ 394602 w 608226"/>
                    <a:gd name="connsiteY78" fmla="*/ 145250 h 564241"/>
                    <a:gd name="connsiteX79" fmla="*/ 394602 w 608226"/>
                    <a:gd name="connsiteY79" fmla="*/ 162745 h 564241"/>
                    <a:gd name="connsiteX80" fmla="*/ 362794 w 608226"/>
                    <a:gd name="connsiteY80" fmla="*/ 194408 h 564241"/>
                    <a:gd name="connsiteX81" fmla="*/ 31760 w 608226"/>
                    <a:gd name="connsiteY81" fmla="*/ 194408 h 564241"/>
                    <a:gd name="connsiteX82" fmla="*/ 0 w 608226"/>
                    <a:gd name="connsiteY82" fmla="*/ 162745 h 564241"/>
                    <a:gd name="connsiteX83" fmla="*/ 0 w 608226"/>
                    <a:gd name="connsiteY83" fmla="*/ 145250 h 564241"/>
                    <a:gd name="connsiteX84" fmla="*/ 31760 w 608226"/>
                    <a:gd name="connsiteY84" fmla="*/ 113540 h 564241"/>
                    <a:gd name="connsiteX85" fmla="*/ 82496 w 608226"/>
                    <a:gd name="connsiteY85" fmla="*/ 0 h 564241"/>
                    <a:gd name="connsiteX86" fmla="*/ 413509 w 608226"/>
                    <a:gd name="connsiteY86" fmla="*/ 0 h 564241"/>
                    <a:gd name="connsiteX87" fmla="*/ 445268 w 608226"/>
                    <a:gd name="connsiteY87" fmla="*/ 31719 h 564241"/>
                    <a:gd name="connsiteX88" fmla="*/ 445268 w 608226"/>
                    <a:gd name="connsiteY88" fmla="*/ 49220 h 564241"/>
                    <a:gd name="connsiteX89" fmla="*/ 413509 w 608226"/>
                    <a:gd name="connsiteY89" fmla="*/ 80939 h 564241"/>
                    <a:gd name="connsiteX90" fmla="*/ 82496 w 608226"/>
                    <a:gd name="connsiteY90" fmla="*/ 80939 h 564241"/>
                    <a:gd name="connsiteX91" fmla="*/ 50737 w 608226"/>
                    <a:gd name="connsiteY91" fmla="*/ 49220 h 564241"/>
                    <a:gd name="connsiteX92" fmla="*/ 50737 w 608226"/>
                    <a:gd name="connsiteY92" fmla="*/ 31719 h 564241"/>
                    <a:gd name="connsiteX93" fmla="*/ 82496 w 608226"/>
                    <a:gd name="connsiteY93" fmla="*/ 0 h 564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</a:cxnLst>
                  <a:rect l="l" t="t" r="r" b="b"/>
                  <a:pathLst>
                    <a:path w="608226" h="564241">
                      <a:moveTo>
                        <a:pt x="31765" y="449854"/>
                      </a:moveTo>
                      <a:lnTo>
                        <a:pt x="247309" y="449854"/>
                      </a:lnTo>
                      <a:cubicBezTo>
                        <a:pt x="248976" y="454705"/>
                        <a:pt x="250738" y="459508"/>
                        <a:pt x="252786" y="464263"/>
                      </a:cubicBezTo>
                      <a:cubicBezTo>
                        <a:pt x="262644" y="487470"/>
                        <a:pt x="276645" y="508252"/>
                        <a:pt x="294551" y="526133"/>
                      </a:cubicBezTo>
                      <a:cubicBezTo>
                        <a:pt x="296171" y="527749"/>
                        <a:pt x="297790" y="529271"/>
                        <a:pt x="299409" y="530793"/>
                      </a:cubicBezTo>
                      <a:lnTo>
                        <a:pt x="31765" y="530793"/>
                      </a:lnTo>
                      <a:cubicBezTo>
                        <a:pt x="14239" y="530793"/>
                        <a:pt x="0" y="516574"/>
                        <a:pt x="0" y="499074"/>
                      </a:cubicBezTo>
                      <a:lnTo>
                        <a:pt x="0" y="481573"/>
                      </a:lnTo>
                      <a:cubicBezTo>
                        <a:pt x="0" y="464073"/>
                        <a:pt x="14239" y="449854"/>
                        <a:pt x="31765" y="449854"/>
                      </a:cubicBezTo>
                      <a:close/>
                      <a:moveTo>
                        <a:pt x="82493" y="336385"/>
                      </a:moveTo>
                      <a:lnTo>
                        <a:pt x="244510" y="336385"/>
                      </a:lnTo>
                      <a:cubicBezTo>
                        <a:pt x="239797" y="353215"/>
                        <a:pt x="237464" y="370662"/>
                        <a:pt x="237464" y="388490"/>
                      </a:cubicBezTo>
                      <a:cubicBezTo>
                        <a:pt x="237464" y="398189"/>
                        <a:pt x="238130" y="407792"/>
                        <a:pt x="239558" y="417253"/>
                      </a:cubicBezTo>
                      <a:lnTo>
                        <a:pt x="82493" y="417253"/>
                      </a:lnTo>
                      <a:cubicBezTo>
                        <a:pt x="64972" y="417253"/>
                        <a:pt x="50737" y="403038"/>
                        <a:pt x="50737" y="385543"/>
                      </a:cubicBezTo>
                      <a:lnTo>
                        <a:pt x="50737" y="368048"/>
                      </a:lnTo>
                      <a:cubicBezTo>
                        <a:pt x="50737" y="350552"/>
                        <a:pt x="64972" y="336385"/>
                        <a:pt x="82493" y="336385"/>
                      </a:cubicBezTo>
                      <a:close/>
                      <a:moveTo>
                        <a:pt x="490359" y="289450"/>
                      </a:moveTo>
                      <a:cubicBezTo>
                        <a:pt x="486395" y="290336"/>
                        <a:pt x="482764" y="292738"/>
                        <a:pt x="480406" y="296423"/>
                      </a:cubicBezTo>
                      <a:lnTo>
                        <a:pt x="442689" y="355436"/>
                      </a:lnTo>
                      <a:lnTo>
                        <a:pt x="432402" y="371557"/>
                      </a:lnTo>
                      <a:lnTo>
                        <a:pt x="409924" y="336367"/>
                      </a:lnTo>
                      <a:lnTo>
                        <a:pt x="384779" y="296994"/>
                      </a:lnTo>
                      <a:lnTo>
                        <a:pt x="384398" y="296423"/>
                      </a:lnTo>
                      <a:cubicBezTo>
                        <a:pt x="379683" y="289052"/>
                        <a:pt x="369873" y="286912"/>
                        <a:pt x="362492" y="291573"/>
                      </a:cubicBezTo>
                      <a:cubicBezTo>
                        <a:pt x="357491" y="294759"/>
                        <a:pt x="354872" y="300275"/>
                        <a:pt x="355205" y="305791"/>
                      </a:cubicBezTo>
                      <a:cubicBezTo>
                        <a:pt x="355300" y="308454"/>
                        <a:pt x="356158" y="311069"/>
                        <a:pt x="357682" y="313447"/>
                      </a:cubicBezTo>
                      <a:lnTo>
                        <a:pt x="372254" y="336367"/>
                      </a:lnTo>
                      <a:lnTo>
                        <a:pt x="405162" y="387725"/>
                      </a:lnTo>
                      <a:lnTo>
                        <a:pt x="389208" y="387725"/>
                      </a:lnTo>
                      <a:cubicBezTo>
                        <a:pt x="380445" y="387725"/>
                        <a:pt x="373350" y="394810"/>
                        <a:pt x="373350" y="403560"/>
                      </a:cubicBezTo>
                      <a:cubicBezTo>
                        <a:pt x="373350" y="409409"/>
                        <a:pt x="376588" y="414544"/>
                        <a:pt x="381303" y="417255"/>
                      </a:cubicBezTo>
                      <a:cubicBezTo>
                        <a:pt x="383589" y="418634"/>
                        <a:pt x="386303" y="419395"/>
                        <a:pt x="389208" y="419395"/>
                      </a:cubicBezTo>
                      <a:lnTo>
                        <a:pt x="416591" y="419395"/>
                      </a:lnTo>
                      <a:lnTo>
                        <a:pt x="416591" y="430522"/>
                      </a:lnTo>
                      <a:lnTo>
                        <a:pt x="389208" y="430522"/>
                      </a:lnTo>
                      <a:cubicBezTo>
                        <a:pt x="380445" y="430522"/>
                        <a:pt x="373350" y="437608"/>
                        <a:pt x="373350" y="446357"/>
                      </a:cubicBezTo>
                      <a:cubicBezTo>
                        <a:pt x="373350" y="448307"/>
                        <a:pt x="373731" y="450209"/>
                        <a:pt x="374350" y="451921"/>
                      </a:cubicBezTo>
                      <a:cubicBezTo>
                        <a:pt x="376540" y="457580"/>
                        <a:pt x="381779" y="461717"/>
                        <a:pt x="388065" y="462145"/>
                      </a:cubicBezTo>
                      <a:cubicBezTo>
                        <a:pt x="388446" y="462192"/>
                        <a:pt x="388827" y="462192"/>
                        <a:pt x="389208" y="462192"/>
                      </a:cubicBezTo>
                      <a:lnTo>
                        <a:pt x="416591" y="462192"/>
                      </a:lnTo>
                      <a:lnTo>
                        <a:pt x="416591" y="484352"/>
                      </a:lnTo>
                      <a:cubicBezTo>
                        <a:pt x="416591" y="493102"/>
                        <a:pt x="423687" y="500187"/>
                        <a:pt x="432450" y="500187"/>
                      </a:cubicBezTo>
                      <a:cubicBezTo>
                        <a:pt x="441212" y="500187"/>
                        <a:pt x="448356" y="493102"/>
                        <a:pt x="448356" y="484352"/>
                      </a:cubicBezTo>
                      <a:lnTo>
                        <a:pt x="448356" y="462192"/>
                      </a:lnTo>
                      <a:lnTo>
                        <a:pt x="475692" y="462192"/>
                      </a:lnTo>
                      <a:cubicBezTo>
                        <a:pt x="484454" y="462192"/>
                        <a:pt x="491598" y="455107"/>
                        <a:pt x="491598" y="446357"/>
                      </a:cubicBezTo>
                      <a:cubicBezTo>
                        <a:pt x="491598" y="437608"/>
                        <a:pt x="484454" y="430522"/>
                        <a:pt x="475692" y="430522"/>
                      </a:cubicBezTo>
                      <a:lnTo>
                        <a:pt x="448356" y="430522"/>
                      </a:lnTo>
                      <a:lnTo>
                        <a:pt x="448356" y="419347"/>
                      </a:lnTo>
                      <a:lnTo>
                        <a:pt x="475692" y="419347"/>
                      </a:lnTo>
                      <a:cubicBezTo>
                        <a:pt x="484454" y="419347"/>
                        <a:pt x="491598" y="412262"/>
                        <a:pt x="491598" y="403512"/>
                      </a:cubicBezTo>
                      <a:cubicBezTo>
                        <a:pt x="491598" y="394762"/>
                        <a:pt x="484454" y="387629"/>
                        <a:pt x="475692" y="387629"/>
                      </a:cubicBezTo>
                      <a:lnTo>
                        <a:pt x="459785" y="387629"/>
                      </a:lnTo>
                      <a:lnTo>
                        <a:pt x="507123" y="313447"/>
                      </a:lnTo>
                      <a:cubicBezTo>
                        <a:pt x="511837" y="306124"/>
                        <a:pt x="509694" y="296280"/>
                        <a:pt x="502313" y="291573"/>
                      </a:cubicBezTo>
                      <a:cubicBezTo>
                        <a:pt x="498622" y="289195"/>
                        <a:pt x="494324" y="288565"/>
                        <a:pt x="490359" y="289450"/>
                      </a:cubicBezTo>
                      <a:close/>
                      <a:moveTo>
                        <a:pt x="31765" y="224963"/>
                      </a:moveTo>
                      <a:lnTo>
                        <a:pt x="326647" y="224963"/>
                      </a:lnTo>
                      <a:cubicBezTo>
                        <a:pt x="315122" y="232379"/>
                        <a:pt x="304407" y="240984"/>
                        <a:pt x="294549" y="250826"/>
                      </a:cubicBezTo>
                      <a:cubicBezTo>
                        <a:pt x="278500" y="266942"/>
                        <a:pt x="265499" y="285388"/>
                        <a:pt x="255879" y="305831"/>
                      </a:cubicBezTo>
                      <a:lnTo>
                        <a:pt x="31765" y="305831"/>
                      </a:lnTo>
                      <a:cubicBezTo>
                        <a:pt x="14239" y="305831"/>
                        <a:pt x="0" y="291664"/>
                        <a:pt x="0" y="274168"/>
                      </a:cubicBezTo>
                      <a:lnTo>
                        <a:pt x="0" y="256673"/>
                      </a:lnTo>
                      <a:cubicBezTo>
                        <a:pt x="0" y="239178"/>
                        <a:pt x="14239" y="224963"/>
                        <a:pt x="31765" y="224963"/>
                      </a:cubicBezTo>
                      <a:close/>
                      <a:moveTo>
                        <a:pt x="432402" y="212825"/>
                      </a:moveTo>
                      <a:cubicBezTo>
                        <a:pt x="529553" y="212825"/>
                        <a:pt x="608274" y="291478"/>
                        <a:pt x="608226" y="388581"/>
                      </a:cubicBezTo>
                      <a:cubicBezTo>
                        <a:pt x="608226" y="485589"/>
                        <a:pt x="529506" y="564241"/>
                        <a:pt x="432355" y="564241"/>
                      </a:cubicBezTo>
                      <a:cubicBezTo>
                        <a:pt x="393780" y="564241"/>
                        <a:pt x="358110" y="551782"/>
                        <a:pt x="329155" y="530811"/>
                      </a:cubicBezTo>
                      <a:cubicBezTo>
                        <a:pt x="301391" y="510649"/>
                        <a:pt x="279675" y="482545"/>
                        <a:pt x="267484" y="449924"/>
                      </a:cubicBezTo>
                      <a:cubicBezTo>
                        <a:pt x="263579" y="439510"/>
                        <a:pt x="260626" y="428620"/>
                        <a:pt x="258816" y="417303"/>
                      </a:cubicBezTo>
                      <a:cubicBezTo>
                        <a:pt x="257292" y="407935"/>
                        <a:pt x="256435" y="398376"/>
                        <a:pt x="256435" y="388533"/>
                      </a:cubicBezTo>
                      <a:cubicBezTo>
                        <a:pt x="256435" y="370415"/>
                        <a:pt x="259197" y="352916"/>
                        <a:pt x="264340" y="336415"/>
                      </a:cubicBezTo>
                      <a:cubicBezTo>
                        <a:pt x="267674" y="325763"/>
                        <a:pt x="271960" y="315539"/>
                        <a:pt x="277151" y="305838"/>
                      </a:cubicBezTo>
                      <a:cubicBezTo>
                        <a:pt x="296629" y="269413"/>
                        <a:pt x="328584" y="240691"/>
                        <a:pt x="367301" y="225284"/>
                      </a:cubicBezTo>
                      <a:cubicBezTo>
                        <a:pt x="387446" y="217295"/>
                        <a:pt x="409400" y="212825"/>
                        <a:pt x="432402" y="212825"/>
                      </a:cubicBezTo>
                      <a:close/>
                      <a:moveTo>
                        <a:pt x="31760" y="113540"/>
                      </a:moveTo>
                      <a:lnTo>
                        <a:pt x="362842" y="113540"/>
                      </a:lnTo>
                      <a:cubicBezTo>
                        <a:pt x="380365" y="113540"/>
                        <a:pt x="394602" y="127755"/>
                        <a:pt x="394602" y="145250"/>
                      </a:cubicBezTo>
                      <a:lnTo>
                        <a:pt x="394602" y="162745"/>
                      </a:lnTo>
                      <a:cubicBezTo>
                        <a:pt x="394602" y="180241"/>
                        <a:pt x="380365" y="194408"/>
                        <a:pt x="362794" y="194408"/>
                      </a:cubicBezTo>
                      <a:lnTo>
                        <a:pt x="31760" y="194408"/>
                      </a:lnTo>
                      <a:cubicBezTo>
                        <a:pt x="14237" y="194408"/>
                        <a:pt x="0" y="180241"/>
                        <a:pt x="0" y="162745"/>
                      </a:cubicBezTo>
                      <a:lnTo>
                        <a:pt x="0" y="145250"/>
                      </a:lnTo>
                      <a:cubicBezTo>
                        <a:pt x="0" y="127755"/>
                        <a:pt x="14237" y="113540"/>
                        <a:pt x="31760" y="113540"/>
                      </a:cubicBezTo>
                      <a:close/>
                      <a:moveTo>
                        <a:pt x="82496" y="0"/>
                      </a:moveTo>
                      <a:lnTo>
                        <a:pt x="413509" y="0"/>
                      </a:lnTo>
                      <a:cubicBezTo>
                        <a:pt x="431031" y="0"/>
                        <a:pt x="445268" y="14219"/>
                        <a:pt x="445268" y="31719"/>
                      </a:cubicBezTo>
                      <a:lnTo>
                        <a:pt x="445268" y="49220"/>
                      </a:lnTo>
                      <a:cubicBezTo>
                        <a:pt x="445268" y="66720"/>
                        <a:pt x="431031" y="80939"/>
                        <a:pt x="413509" y="80939"/>
                      </a:cubicBezTo>
                      <a:lnTo>
                        <a:pt x="82496" y="80939"/>
                      </a:lnTo>
                      <a:cubicBezTo>
                        <a:pt x="64974" y="80939"/>
                        <a:pt x="50737" y="66720"/>
                        <a:pt x="50737" y="49220"/>
                      </a:cubicBezTo>
                      <a:lnTo>
                        <a:pt x="50737" y="31719"/>
                      </a:lnTo>
                      <a:cubicBezTo>
                        <a:pt x="50737" y="14219"/>
                        <a:pt x="64974" y="0"/>
                        <a:pt x="8249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30" name="î$ļiḋè"/>
                <p:cNvSpPr txBox="1"/>
                <p:nvPr/>
              </p:nvSpPr>
              <p:spPr bwMode="auto">
                <a:xfrm>
                  <a:off x="1571541" y="4432083"/>
                  <a:ext cx="951226" cy="3657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b="1" dirty="0">
                      <a:solidFill>
                        <a:schemeClr val="bg1"/>
                      </a:solidFill>
                    </a:rPr>
                    <a:t>Text here</a:t>
                  </a:r>
                  <a:endParaRPr lang="en-US" altLang="zh-CN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3" name="iŝḻiḋé"/>
              <p:cNvGrpSpPr/>
              <p:nvPr/>
            </p:nvGrpSpPr>
            <p:grpSpPr>
              <a:xfrm>
                <a:off x="6407791" y="2487636"/>
                <a:ext cx="951226" cy="928592"/>
                <a:chOff x="1571541" y="3869248"/>
                <a:chExt cx="951226" cy="928592"/>
              </a:xfrm>
            </p:grpSpPr>
            <p:sp>
              <p:nvSpPr>
                <p:cNvPr id="27" name="íṣḷîḓê"/>
                <p:cNvSpPr/>
                <p:nvPr/>
              </p:nvSpPr>
              <p:spPr bwMode="auto">
                <a:xfrm>
                  <a:off x="1781198" y="3869248"/>
                  <a:ext cx="531913" cy="493447"/>
                </a:xfrm>
                <a:custGeom>
                  <a:avLst/>
                  <a:gdLst>
                    <a:gd name="connsiteX0" fmla="*/ 31765 w 608226"/>
                    <a:gd name="connsiteY0" fmla="*/ 449854 h 564241"/>
                    <a:gd name="connsiteX1" fmla="*/ 247309 w 608226"/>
                    <a:gd name="connsiteY1" fmla="*/ 449854 h 564241"/>
                    <a:gd name="connsiteX2" fmla="*/ 252786 w 608226"/>
                    <a:gd name="connsiteY2" fmla="*/ 464263 h 564241"/>
                    <a:gd name="connsiteX3" fmla="*/ 294551 w 608226"/>
                    <a:gd name="connsiteY3" fmla="*/ 526133 h 564241"/>
                    <a:gd name="connsiteX4" fmla="*/ 299409 w 608226"/>
                    <a:gd name="connsiteY4" fmla="*/ 530793 h 564241"/>
                    <a:gd name="connsiteX5" fmla="*/ 31765 w 608226"/>
                    <a:gd name="connsiteY5" fmla="*/ 530793 h 564241"/>
                    <a:gd name="connsiteX6" fmla="*/ 0 w 608226"/>
                    <a:gd name="connsiteY6" fmla="*/ 499074 h 564241"/>
                    <a:gd name="connsiteX7" fmla="*/ 0 w 608226"/>
                    <a:gd name="connsiteY7" fmla="*/ 481573 h 564241"/>
                    <a:gd name="connsiteX8" fmla="*/ 31765 w 608226"/>
                    <a:gd name="connsiteY8" fmla="*/ 449854 h 564241"/>
                    <a:gd name="connsiteX9" fmla="*/ 82493 w 608226"/>
                    <a:gd name="connsiteY9" fmla="*/ 336385 h 564241"/>
                    <a:gd name="connsiteX10" fmla="*/ 244510 w 608226"/>
                    <a:gd name="connsiteY10" fmla="*/ 336385 h 564241"/>
                    <a:gd name="connsiteX11" fmla="*/ 237464 w 608226"/>
                    <a:gd name="connsiteY11" fmla="*/ 388490 h 564241"/>
                    <a:gd name="connsiteX12" fmla="*/ 239558 w 608226"/>
                    <a:gd name="connsiteY12" fmla="*/ 417253 h 564241"/>
                    <a:gd name="connsiteX13" fmla="*/ 82493 w 608226"/>
                    <a:gd name="connsiteY13" fmla="*/ 417253 h 564241"/>
                    <a:gd name="connsiteX14" fmla="*/ 50737 w 608226"/>
                    <a:gd name="connsiteY14" fmla="*/ 385543 h 564241"/>
                    <a:gd name="connsiteX15" fmla="*/ 50737 w 608226"/>
                    <a:gd name="connsiteY15" fmla="*/ 368048 h 564241"/>
                    <a:gd name="connsiteX16" fmla="*/ 82493 w 608226"/>
                    <a:gd name="connsiteY16" fmla="*/ 336385 h 564241"/>
                    <a:gd name="connsiteX17" fmla="*/ 490359 w 608226"/>
                    <a:gd name="connsiteY17" fmla="*/ 289450 h 564241"/>
                    <a:gd name="connsiteX18" fmla="*/ 480406 w 608226"/>
                    <a:gd name="connsiteY18" fmla="*/ 296423 h 564241"/>
                    <a:gd name="connsiteX19" fmla="*/ 442689 w 608226"/>
                    <a:gd name="connsiteY19" fmla="*/ 355436 h 564241"/>
                    <a:gd name="connsiteX20" fmla="*/ 432402 w 608226"/>
                    <a:gd name="connsiteY20" fmla="*/ 371557 h 564241"/>
                    <a:gd name="connsiteX21" fmla="*/ 409924 w 608226"/>
                    <a:gd name="connsiteY21" fmla="*/ 336367 h 564241"/>
                    <a:gd name="connsiteX22" fmla="*/ 384779 w 608226"/>
                    <a:gd name="connsiteY22" fmla="*/ 296994 h 564241"/>
                    <a:gd name="connsiteX23" fmla="*/ 384398 w 608226"/>
                    <a:gd name="connsiteY23" fmla="*/ 296423 h 564241"/>
                    <a:gd name="connsiteX24" fmla="*/ 362492 w 608226"/>
                    <a:gd name="connsiteY24" fmla="*/ 291573 h 564241"/>
                    <a:gd name="connsiteX25" fmla="*/ 355205 w 608226"/>
                    <a:gd name="connsiteY25" fmla="*/ 305791 h 564241"/>
                    <a:gd name="connsiteX26" fmla="*/ 357682 w 608226"/>
                    <a:gd name="connsiteY26" fmla="*/ 313447 h 564241"/>
                    <a:gd name="connsiteX27" fmla="*/ 372254 w 608226"/>
                    <a:gd name="connsiteY27" fmla="*/ 336367 h 564241"/>
                    <a:gd name="connsiteX28" fmla="*/ 405162 w 608226"/>
                    <a:gd name="connsiteY28" fmla="*/ 387725 h 564241"/>
                    <a:gd name="connsiteX29" fmla="*/ 389208 w 608226"/>
                    <a:gd name="connsiteY29" fmla="*/ 387725 h 564241"/>
                    <a:gd name="connsiteX30" fmla="*/ 373350 w 608226"/>
                    <a:gd name="connsiteY30" fmla="*/ 403560 h 564241"/>
                    <a:gd name="connsiteX31" fmla="*/ 381303 w 608226"/>
                    <a:gd name="connsiteY31" fmla="*/ 417255 h 564241"/>
                    <a:gd name="connsiteX32" fmla="*/ 389208 w 608226"/>
                    <a:gd name="connsiteY32" fmla="*/ 419395 h 564241"/>
                    <a:gd name="connsiteX33" fmla="*/ 416591 w 608226"/>
                    <a:gd name="connsiteY33" fmla="*/ 419395 h 564241"/>
                    <a:gd name="connsiteX34" fmla="*/ 416591 w 608226"/>
                    <a:gd name="connsiteY34" fmla="*/ 430522 h 564241"/>
                    <a:gd name="connsiteX35" fmla="*/ 389208 w 608226"/>
                    <a:gd name="connsiteY35" fmla="*/ 430522 h 564241"/>
                    <a:gd name="connsiteX36" fmla="*/ 373350 w 608226"/>
                    <a:gd name="connsiteY36" fmla="*/ 446357 h 564241"/>
                    <a:gd name="connsiteX37" fmla="*/ 374350 w 608226"/>
                    <a:gd name="connsiteY37" fmla="*/ 451921 h 564241"/>
                    <a:gd name="connsiteX38" fmla="*/ 388065 w 608226"/>
                    <a:gd name="connsiteY38" fmla="*/ 462145 h 564241"/>
                    <a:gd name="connsiteX39" fmla="*/ 389208 w 608226"/>
                    <a:gd name="connsiteY39" fmla="*/ 462192 h 564241"/>
                    <a:gd name="connsiteX40" fmla="*/ 416591 w 608226"/>
                    <a:gd name="connsiteY40" fmla="*/ 462192 h 564241"/>
                    <a:gd name="connsiteX41" fmla="*/ 416591 w 608226"/>
                    <a:gd name="connsiteY41" fmla="*/ 484352 h 564241"/>
                    <a:gd name="connsiteX42" fmla="*/ 432450 w 608226"/>
                    <a:gd name="connsiteY42" fmla="*/ 500187 h 564241"/>
                    <a:gd name="connsiteX43" fmla="*/ 448356 w 608226"/>
                    <a:gd name="connsiteY43" fmla="*/ 484352 h 564241"/>
                    <a:gd name="connsiteX44" fmla="*/ 448356 w 608226"/>
                    <a:gd name="connsiteY44" fmla="*/ 462192 h 564241"/>
                    <a:gd name="connsiteX45" fmla="*/ 475692 w 608226"/>
                    <a:gd name="connsiteY45" fmla="*/ 462192 h 564241"/>
                    <a:gd name="connsiteX46" fmla="*/ 491598 w 608226"/>
                    <a:gd name="connsiteY46" fmla="*/ 446357 h 564241"/>
                    <a:gd name="connsiteX47" fmla="*/ 475692 w 608226"/>
                    <a:gd name="connsiteY47" fmla="*/ 430522 h 564241"/>
                    <a:gd name="connsiteX48" fmla="*/ 448356 w 608226"/>
                    <a:gd name="connsiteY48" fmla="*/ 430522 h 564241"/>
                    <a:gd name="connsiteX49" fmla="*/ 448356 w 608226"/>
                    <a:gd name="connsiteY49" fmla="*/ 419347 h 564241"/>
                    <a:gd name="connsiteX50" fmla="*/ 475692 w 608226"/>
                    <a:gd name="connsiteY50" fmla="*/ 419347 h 564241"/>
                    <a:gd name="connsiteX51" fmla="*/ 491598 w 608226"/>
                    <a:gd name="connsiteY51" fmla="*/ 403512 h 564241"/>
                    <a:gd name="connsiteX52" fmla="*/ 475692 w 608226"/>
                    <a:gd name="connsiteY52" fmla="*/ 387629 h 564241"/>
                    <a:gd name="connsiteX53" fmla="*/ 459785 w 608226"/>
                    <a:gd name="connsiteY53" fmla="*/ 387629 h 564241"/>
                    <a:gd name="connsiteX54" fmla="*/ 507123 w 608226"/>
                    <a:gd name="connsiteY54" fmla="*/ 313447 h 564241"/>
                    <a:gd name="connsiteX55" fmla="*/ 502313 w 608226"/>
                    <a:gd name="connsiteY55" fmla="*/ 291573 h 564241"/>
                    <a:gd name="connsiteX56" fmla="*/ 490359 w 608226"/>
                    <a:gd name="connsiteY56" fmla="*/ 289450 h 564241"/>
                    <a:gd name="connsiteX57" fmla="*/ 31765 w 608226"/>
                    <a:gd name="connsiteY57" fmla="*/ 224963 h 564241"/>
                    <a:gd name="connsiteX58" fmla="*/ 326647 w 608226"/>
                    <a:gd name="connsiteY58" fmla="*/ 224963 h 564241"/>
                    <a:gd name="connsiteX59" fmla="*/ 294549 w 608226"/>
                    <a:gd name="connsiteY59" fmla="*/ 250826 h 564241"/>
                    <a:gd name="connsiteX60" fmla="*/ 255879 w 608226"/>
                    <a:gd name="connsiteY60" fmla="*/ 305831 h 564241"/>
                    <a:gd name="connsiteX61" fmla="*/ 31765 w 608226"/>
                    <a:gd name="connsiteY61" fmla="*/ 305831 h 564241"/>
                    <a:gd name="connsiteX62" fmla="*/ 0 w 608226"/>
                    <a:gd name="connsiteY62" fmla="*/ 274168 h 564241"/>
                    <a:gd name="connsiteX63" fmla="*/ 0 w 608226"/>
                    <a:gd name="connsiteY63" fmla="*/ 256673 h 564241"/>
                    <a:gd name="connsiteX64" fmla="*/ 31765 w 608226"/>
                    <a:gd name="connsiteY64" fmla="*/ 224963 h 564241"/>
                    <a:gd name="connsiteX65" fmla="*/ 432402 w 608226"/>
                    <a:gd name="connsiteY65" fmla="*/ 212825 h 564241"/>
                    <a:gd name="connsiteX66" fmla="*/ 608226 w 608226"/>
                    <a:gd name="connsiteY66" fmla="*/ 388581 h 564241"/>
                    <a:gd name="connsiteX67" fmla="*/ 432355 w 608226"/>
                    <a:gd name="connsiteY67" fmla="*/ 564241 h 564241"/>
                    <a:gd name="connsiteX68" fmla="*/ 329155 w 608226"/>
                    <a:gd name="connsiteY68" fmla="*/ 530811 h 564241"/>
                    <a:gd name="connsiteX69" fmla="*/ 267484 w 608226"/>
                    <a:gd name="connsiteY69" fmla="*/ 449924 h 564241"/>
                    <a:gd name="connsiteX70" fmla="*/ 258816 w 608226"/>
                    <a:gd name="connsiteY70" fmla="*/ 417303 h 564241"/>
                    <a:gd name="connsiteX71" fmla="*/ 256435 w 608226"/>
                    <a:gd name="connsiteY71" fmla="*/ 388533 h 564241"/>
                    <a:gd name="connsiteX72" fmla="*/ 264340 w 608226"/>
                    <a:gd name="connsiteY72" fmla="*/ 336415 h 564241"/>
                    <a:gd name="connsiteX73" fmla="*/ 277151 w 608226"/>
                    <a:gd name="connsiteY73" fmla="*/ 305838 h 564241"/>
                    <a:gd name="connsiteX74" fmla="*/ 367301 w 608226"/>
                    <a:gd name="connsiteY74" fmla="*/ 225284 h 564241"/>
                    <a:gd name="connsiteX75" fmla="*/ 432402 w 608226"/>
                    <a:gd name="connsiteY75" fmla="*/ 212825 h 564241"/>
                    <a:gd name="connsiteX76" fmla="*/ 31760 w 608226"/>
                    <a:gd name="connsiteY76" fmla="*/ 113540 h 564241"/>
                    <a:gd name="connsiteX77" fmla="*/ 362842 w 608226"/>
                    <a:gd name="connsiteY77" fmla="*/ 113540 h 564241"/>
                    <a:gd name="connsiteX78" fmla="*/ 394602 w 608226"/>
                    <a:gd name="connsiteY78" fmla="*/ 145250 h 564241"/>
                    <a:gd name="connsiteX79" fmla="*/ 394602 w 608226"/>
                    <a:gd name="connsiteY79" fmla="*/ 162745 h 564241"/>
                    <a:gd name="connsiteX80" fmla="*/ 362794 w 608226"/>
                    <a:gd name="connsiteY80" fmla="*/ 194408 h 564241"/>
                    <a:gd name="connsiteX81" fmla="*/ 31760 w 608226"/>
                    <a:gd name="connsiteY81" fmla="*/ 194408 h 564241"/>
                    <a:gd name="connsiteX82" fmla="*/ 0 w 608226"/>
                    <a:gd name="connsiteY82" fmla="*/ 162745 h 564241"/>
                    <a:gd name="connsiteX83" fmla="*/ 0 w 608226"/>
                    <a:gd name="connsiteY83" fmla="*/ 145250 h 564241"/>
                    <a:gd name="connsiteX84" fmla="*/ 31760 w 608226"/>
                    <a:gd name="connsiteY84" fmla="*/ 113540 h 564241"/>
                    <a:gd name="connsiteX85" fmla="*/ 82496 w 608226"/>
                    <a:gd name="connsiteY85" fmla="*/ 0 h 564241"/>
                    <a:gd name="connsiteX86" fmla="*/ 413509 w 608226"/>
                    <a:gd name="connsiteY86" fmla="*/ 0 h 564241"/>
                    <a:gd name="connsiteX87" fmla="*/ 445268 w 608226"/>
                    <a:gd name="connsiteY87" fmla="*/ 31719 h 564241"/>
                    <a:gd name="connsiteX88" fmla="*/ 445268 w 608226"/>
                    <a:gd name="connsiteY88" fmla="*/ 49220 h 564241"/>
                    <a:gd name="connsiteX89" fmla="*/ 413509 w 608226"/>
                    <a:gd name="connsiteY89" fmla="*/ 80939 h 564241"/>
                    <a:gd name="connsiteX90" fmla="*/ 82496 w 608226"/>
                    <a:gd name="connsiteY90" fmla="*/ 80939 h 564241"/>
                    <a:gd name="connsiteX91" fmla="*/ 50737 w 608226"/>
                    <a:gd name="connsiteY91" fmla="*/ 49220 h 564241"/>
                    <a:gd name="connsiteX92" fmla="*/ 50737 w 608226"/>
                    <a:gd name="connsiteY92" fmla="*/ 31719 h 564241"/>
                    <a:gd name="connsiteX93" fmla="*/ 82496 w 608226"/>
                    <a:gd name="connsiteY93" fmla="*/ 0 h 564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</a:cxnLst>
                  <a:rect l="l" t="t" r="r" b="b"/>
                  <a:pathLst>
                    <a:path w="608226" h="564241">
                      <a:moveTo>
                        <a:pt x="31765" y="449854"/>
                      </a:moveTo>
                      <a:lnTo>
                        <a:pt x="247309" y="449854"/>
                      </a:lnTo>
                      <a:cubicBezTo>
                        <a:pt x="248976" y="454705"/>
                        <a:pt x="250738" y="459508"/>
                        <a:pt x="252786" y="464263"/>
                      </a:cubicBezTo>
                      <a:cubicBezTo>
                        <a:pt x="262644" y="487470"/>
                        <a:pt x="276645" y="508252"/>
                        <a:pt x="294551" y="526133"/>
                      </a:cubicBezTo>
                      <a:cubicBezTo>
                        <a:pt x="296171" y="527749"/>
                        <a:pt x="297790" y="529271"/>
                        <a:pt x="299409" y="530793"/>
                      </a:cubicBezTo>
                      <a:lnTo>
                        <a:pt x="31765" y="530793"/>
                      </a:lnTo>
                      <a:cubicBezTo>
                        <a:pt x="14239" y="530793"/>
                        <a:pt x="0" y="516574"/>
                        <a:pt x="0" y="499074"/>
                      </a:cubicBezTo>
                      <a:lnTo>
                        <a:pt x="0" y="481573"/>
                      </a:lnTo>
                      <a:cubicBezTo>
                        <a:pt x="0" y="464073"/>
                        <a:pt x="14239" y="449854"/>
                        <a:pt x="31765" y="449854"/>
                      </a:cubicBezTo>
                      <a:close/>
                      <a:moveTo>
                        <a:pt x="82493" y="336385"/>
                      </a:moveTo>
                      <a:lnTo>
                        <a:pt x="244510" y="336385"/>
                      </a:lnTo>
                      <a:cubicBezTo>
                        <a:pt x="239797" y="353215"/>
                        <a:pt x="237464" y="370662"/>
                        <a:pt x="237464" y="388490"/>
                      </a:cubicBezTo>
                      <a:cubicBezTo>
                        <a:pt x="237464" y="398189"/>
                        <a:pt x="238130" y="407792"/>
                        <a:pt x="239558" y="417253"/>
                      </a:cubicBezTo>
                      <a:lnTo>
                        <a:pt x="82493" y="417253"/>
                      </a:lnTo>
                      <a:cubicBezTo>
                        <a:pt x="64972" y="417253"/>
                        <a:pt x="50737" y="403038"/>
                        <a:pt x="50737" y="385543"/>
                      </a:cubicBezTo>
                      <a:lnTo>
                        <a:pt x="50737" y="368048"/>
                      </a:lnTo>
                      <a:cubicBezTo>
                        <a:pt x="50737" y="350552"/>
                        <a:pt x="64972" y="336385"/>
                        <a:pt x="82493" y="336385"/>
                      </a:cubicBezTo>
                      <a:close/>
                      <a:moveTo>
                        <a:pt x="490359" y="289450"/>
                      </a:moveTo>
                      <a:cubicBezTo>
                        <a:pt x="486395" y="290336"/>
                        <a:pt x="482764" y="292738"/>
                        <a:pt x="480406" y="296423"/>
                      </a:cubicBezTo>
                      <a:lnTo>
                        <a:pt x="442689" y="355436"/>
                      </a:lnTo>
                      <a:lnTo>
                        <a:pt x="432402" y="371557"/>
                      </a:lnTo>
                      <a:lnTo>
                        <a:pt x="409924" y="336367"/>
                      </a:lnTo>
                      <a:lnTo>
                        <a:pt x="384779" y="296994"/>
                      </a:lnTo>
                      <a:lnTo>
                        <a:pt x="384398" y="296423"/>
                      </a:lnTo>
                      <a:cubicBezTo>
                        <a:pt x="379683" y="289052"/>
                        <a:pt x="369873" y="286912"/>
                        <a:pt x="362492" y="291573"/>
                      </a:cubicBezTo>
                      <a:cubicBezTo>
                        <a:pt x="357491" y="294759"/>
                        <a:pt x="354872" y="300275"/>
                        <a:pt x="355205" y="305791"/>
                      </a:cubicBezTo>
                      <a:cubicBezTo>
                        <a:pt x="355300" y="308454"/>
                        <a:pt x="356158" y="311069"/>
                        <a:pt x="357682" y="313447"/>
                      </a:cubicBezTo>
                      <a:lnTo>
                        <a:pt x="372254" y="336367"/>
                      </a:lnTo>
                      <a:lnTo>
                        <a:pt x="405162" y="387725"/>
                      </a:lnTo>
                      <a:lnTo>
                        <a:pt x="389208" y="387725"/>
                      </a:lnTo>
                      <a:cubicBezTo>
                        <a:pt x="380445" y="387725"/>
                        <a:pt x="373350" y="394810"/>
                        <a:pt x="373350" y="403560"/>
                      </a:cubicBezTo>
                      <a:cubicBezTo>
                        <a:pt x="373350" y="409409"/>
                        <a:pt x="376588" y="414544"/>
                        <a:pt x="381303" y="417255"/>
                      </a:cubicBezTo>
                      <a:cubicBezTo>
                        <a:pt x="383589" y="418634"/>
                        <a:pt x="386303" y="419395"/>
                        <a:pt x="389208" y="419395"/>
                      </a:cubicBezTo>
                      <a:lnTo>
                        <a:pt x="416591" y="419395"/>
                      </a:lnTo>
                      <a:lnTo>
                        <a:pt x="416591" y="430522"/>
                      </a:lnTo>
                      <a:lnTo>
                        <a:pt x="389208" y="430522"/>
                      </a:lnTo>
                      <a:cubicBezTo>
                        <a:pt x="380445" y="430522"/>
                        <a:pt x="373350" y="437608"/>
                        <a:pt x="373350" y="446357"/>
                      </a:cubicBezTo>
                      <a:cubicBezTo>
                        <a:pt x="373350" y="448307"/>
                        <a:pt x="373731" y="450209"/>
                        <a:pt x="374350" y="451921"/>
                      </a:cubicBezTo>
                      <a:cubicBezTo>
                        <a:pt x="376540" y="457580"/>
                        <a:pt x="381779" y="461717"/>
                        <a:pt x="388065" y="462145"/>
                      </a:cubicBezTo>
                      <a:cubicBezTo>
                        <a:pt x="388446" y="462192"/>
                        <a:pt x="388827" y="462192"/>
                        <a:pt x="389208" y="462192"/>
                      </a:cubicBezTo>
                      <a:lnTo>
                        <a:pt x="416591" y="462192"/>
                      </a:lnTo>
                      <a:lnTo>
                        <a:pt x="416591" y="484352"/>
                      </a:lnTo>
                      <a:cubicBezTo>
                        <a:pt x="416591" y="493102"/>
                        <a:pt x="423687" y="500187"/>
                        <a:pt x="432450" y="500187"/>
                      </a:cubicBezTo>
                      <a:cubicBezTo>
                        <a:pt x="441212" y="500187"/>
                        <a:pt x="448356" y="493102"/>
                        <a:pt x="448356" y="484352"/>
                      </a:cubicBezTo>
                      <a:lnTo>
                        <a:pt x="448356" y="462192"/>
                      </a:lnTo>
                      <a:lnTo>
                        <a:pt x="475692" y="462192"/>
                      </a:lnTo>
                      <a:cubicBezTo>
                        <a:pt x="484454" y="462192"/>
                        <a:pt x="491598" y="455107"/>
                        <a:pt x="491598" y="446357"/>
                      </a:cubicBezTo>
                      <a:cubicBezTo>
                        <a:pt x="491598" y="437608"/>
                        <a:pt x="484454" y="430522"/>
                        <a:pt x="475692" y="430522"/>
                      </a:cubicBezTo>
                      <a:lnTo>
                        <a:pt x="448356" y="430522"/>
                      </a:lnTo>
                      <a:lnTo>
                        <a:pt x="448356" y="419347"/>
                      </a:lnTo>
                      <a:lnTo>
                        <a:pt x="475692" y="419347"/>
                      </a:lnTo>
                      <a:cubicBezTo>
                        <a:pt x="484454" y="419347"/>
                        <a:pt x="491598" y="412262"/>
                        <a:pt x="491598" y="403512"/>
                      </a:cubicBezTo>
                      <a:cubicBezTo>
                        <a:pt x="491598" y="394762"/>
                        <a:pt x="484454" y="387629"/>
                        <a:pt x="475692" y="387629"/>
                      </a:cubicBezTo>
                      <a:lnTo>
                        <a:pt x="459785" y="387629"/>
                      </a:lnTo>
                      <a:lnTo>
                        <a:pt x="507123" y="313447"/>
                      </a:lnTo>
                      <a:cubicBezTo>
                        <a:pt x="511837" y="306124"/>
                        <a:pt x="509694" y="296280"/>
                        <a:pt x="502313" y="291573"/>
                      </a:cubicBezTo>
                      <a:cubicBezTo>
                        <a:pt x="498622" y="289195"/>
                        <a:pt x="494324" y="288565"/>
                        <a:pt x="490359" y="289450"/>
                      </a:cubicBezTo>
                      <a:close/>
                      <a:moveTo>
                        <a:pt x="31765" y="224963"/>
                      </a:moveTo>
                      <a:lnTo>
                        <a:pt x="326647" y="224963"/>
                      </a:lnTo>
                      <a:cubicBezTo>
                        <a:pt x="315122" y="232379"/>
                        <a:pt x="304407" y="240984"/>
                        <a:pt x="294549" y="250826"/>
                      </a:cubicBezTo>
                      <a:cubicBezTo>
                        <a:pt x="278500" y="266942"/>
                        <a:pt x="265499" y="285388"/>
                        <a:pt x="255879" y="305831"/>
                      </a:cubicBezTo>
                      <a:lnTo>
                        <a:pt x="31765" y="305831"/>
                      </a:lnTo>
                      <a:cubicBezTo>
                        <a:pt x="14239" y="305831"/>
                        <a:pt x="0" y="291664"/>
                        <a:pt x="0" y="274168"/>
                      </a:cubicBezTo>
                      <a:lnTo>
                        <a:pt x="0" y="256673"/>
                      </a:lnTo>
                      <a:cubicBezTo>
                        <a:pt x="0" y="239178"/>
                        <a:pt x="14239" y="224963"/>
                        <a:pt x="31765" y="224963"/>
                      </a:cubicBezTo>
                      <a:close/>
                      <a:moveTo>
                        <a:pt x="432402" y="212825"/>
                      </a:moveTo>
                      <a:cubicBezTo>
                        <a:pt x="529553" y="212825"/>
                        <a:pt x="608274" y="291478"/>
                        <a:pt x="608226" y="388581"/>
                      </a:cubicBezTo>
                      <a:cubicBezTo>
                        <a:pt x="608226" y="485589"/>
                        <a:pt x="529506" y="564241"/>
                        <a:pt x="432355" y="564241"/>
                      </a:cubicBezTo>
                      <a:cubicBezTo>
                        <a:pt x="393780" y="564241"/>
                        <a:pt x="358110" y="551782"/>
                        <a:pt x="329155" y="530811"/>
                      </a:cubicBezTo>
                      <a:cubicBezTo>
                        <a:pt x="301391" y="510649"/>
                        <a:pt x="279675" y="482545"/>
                        <a:pt x="267484" y="449924"/>
                      </a:cubicBezTo>
                      <a:cubicBezTo>
                        <a:pt x="263579" y="439510"/>
                        <a:pt x="260626" y="428620"/>
                        <a:pt x="258816" y="417303"/>
                      </a:cubicBezTo>
                      <a:cubicBezTo>
                        <a:pt x="257292" y="407935"/>
                        <a:pt x="256435" y="398376"/>
                        <a:pt x="256435" y="388533"/>
                      </a:cubicBezTo>
                      <a:cubicBezTo>
                        <a:pt x="256435" y="370415"/>
                        <a:pt x="259197" y="352916"/>
                        <a:pt x="264340" y="336415"/>
                      </a:cubicBezTo>
                      <a:cubicBezTo>
                        <a:pt x="267674" y="325763"/>
                        <a:pt x="271960" y="315539"/>
                        <a:pt x="277151" y="305838"/>
                      </a:cubicBezTo>
                      <a:cubicBezTo>
                        <a:pt x="296629" y="269413"/>
                        <a:pt x="328584" y="240691"/>
                        <a:pt x="367301" y="225284"/>
                      </a:cubicBezTo>
                      <a:cubicBezTo>
                        <a:pt x="387446" y="217295"/>
                        <a:pt x="409400" y="212825"/>
                        <a:pt x="432402" y="212825"/>
                      </a:cubicBezTo>
                      <a:close/>
                      <a:moveTo>
                        <a:pt x="31760" y="113540"/>
                      </a:moveTo>
                      <a:lnTo>
                        <a:pt x="362842" y="113540"/>
                      </a:lnTo>
                      <a:cubicBezTo>
                        <a:pt x="380365" y="113540"/>
                        <a:pt x="394602" y="127755"/>
                        <a:pt x="394602" y="145250"/>
                      </a:cubicBezTo>
                      <a:lnTo>
                        <a:pt x="394602" y="162745"/>
                      </a:lnTo>
                      <a:cubicBezTo>
                        <a:pt x="394602" y="180241"/>
                        <a:pt x="380365" y="194408"/>
                        <a:pt x="362794" y="194408"/>
                      </a:cubicBezTo>
                      <a:lnTo>
                        <a:pt x="31760" y="194408"/>
                      </a:lnTo>
                      <a:cubicBezTo>
                        <a:pt x="14237" y="194408"/>
                        <a:pt x="0" y="180241"/>
                        <a:pt x="0" y="162745"/>
                      </a:cubicBezTo>
                      <a:lnTo>
                        <a:pt x="0" y="145250"/>
                      </a:lnTo>
                      <a:cubicBezTo>
                        <a:pt x="0" y="127755"/>
                        <a:pt x="14237" y="113540"/>
                        <a:pt x="31760" y="113540"/>
                      </a:cubicBezTo>
                      <a:close/>
                      <a:moveTo>
                        <a:pt x="82496" y="0"/>
                      </a:moveTo>
                      <a:lnTo>
                        <a:pt x="413509" y="0"/>
                      </a:lnTo>
                      <a:cubicBezTo>
                        <a:pt x="431031" y="0"/>
                        <a:pt x="445268" y="14219"/>
                        <a:pt x="445268" y="31719"/>
                      </a:cubicBezTo>
                      <a:lnTo>
                        <a:pt x="445268" y="49220"/>
                      </a:lnTo>
                      <a:cubicBezTo>
                        <a:pt x="445268" y="66720"/>
                        <a:pt x="431031" y="80939"/>
                        <a:pt x="413509" y="80939"/>
                      </a:cubicBezTo>
                      <a:lnTo>
                        <a:pt x="82496" y="80939"/>
                      </a:lnTo>
                      <a:cubicBezTo>
                        <a:pt x="64974" y="80939"/>
                        <a:pt x="50737" y="66720"/>
                        <a:pt x="50737" y="49220"/>
                      </a:cubicBezTo>
                      <a:lnTo>
                        <a:pt x="50737" y="31719"/>
                      </a:lnTo>
                      <a:cubicBezTo>
                        <a:pt x="50737" y="14219"/>
                        <a:pt x="64974" y="0"/>
                        <a:pt x="8249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8" name="isľíďe"/>
                <p:cNvSpPr txBox="1"/>
                <p:nvPr/>
              </p:nvSpPr>
              <p:spPr bwMode="auto">
                <a:xfrm>
                  <a:off x="1571541" y="4432083"/>
                  <a:ext cx="951226" cy="3657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b="1" dirty="0">
                      <a:solidFill>
                        <a:schemeClr val="bg1"/>
                      </a:solidFill>
                    </a:rPr>
                    <a:t>Text here</a:t>
                  </a:r>
                  <a:endParaRPr lang="en-US" altLang="zh-CN" sz="1400" b="1" dirty="0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24" name="i$ḷiḑê"/>
              <p:cNvGrpSpPr/>
              <p:nvPr/>
            </p:nvGrpSpPr>
            <p:grpSpPr>
              <a:xfrm>
                <a:off x="4871091" y="2487636"/>
                <a:ext cx="951226" cy="928592"/>
                <a:chOff x="1571541" y="3869248"/>
                <a:chExt cx="951226" cy="928592"/>
              </a:xfrm>
            </p:grpSpPr>
            <p:sp>
              <p:nvSpPr>
                <p:cNvPr id="25" name="íṩļîḑe"/>
                <p:cNvSpPr/>
                <p:nvPr/>
              </p:nvSpPr>
              <p:spPr bwMode="auto">
                <a:xfrm>
                  <a:off x="1781198" y="3869248"/>
                  <a:ext cx="531913" cy="493447"/>
                </a:xfrm>
                <a:custGeom>
                  <a:avLst/>
                  <a:gdLst>
                    <a:gd name="connsiteX0" fmla="*/ 31765 w 608226"/>
                    <a:gd name="connsiteY0" fmla="*/ 449854 h 564241"/>
                    <a:gd name="connsiteX1" fmla="*/ 247309 w 608226"/>
                    <a:gd name="connsiteY1" fmla="*/ 449854 h 564241"/>
                    <a:gd name="connsiteX2" fmla="*/ 252786 w 608226"/>
                    <a:gd name="connsiteY2" fmla="*/ 464263 h 564241"/>
                    <a:gd name="connsiteX3" fmla="*/ 294551 w 608226"/>
                    <a:gd name="connsiteY3" fmla="*/ 526133 h 564241"/>
                    <a:gd name="connsiteX4" fmla="*/ 299409 w 608226"/>
                    <a:gd name="connsiteY4" fmla="*/ 530793 h 564241"/>
                    <a:gd name="connsiteX5" fmla="*/ 31765 w 608226"/>
                    <a:gd name="connsiteY5" fmla="*/ 530793 h 564241"/>
                    <a:gd name="connsiteX6" fmla="*/ 0 w 608226"/>
                    <a:gd name="connsiteY6" fmla="*/ 499074 h 564241"/>
                    <a:gd name="connsiteX7" fmla="*/ 0 w 608226"/>
                    <a:gd name="connsiteY7" fmla="*/ 481573 h 564241"/>
                    <a:gd name="connsiteX8" fmla="*/ 31765 w 608226"/>
                    <a:gd name="connsiteY8" fmla="*/ 449854 h 564241"/>
                    <a:gd name="connsiteX9" fmla="*/ 82493 w 608226"/>
                    <a:gd name="connsiteY9" fmla="*/ 336385 h 564241"/>
                    <a:gd name="connsiteX10" fmla="*/ 244510 w 608226"/>
                    <a:gd name="connsiteY10" fmla="*/ 336385 h 564241"/>
                    <a:gd name="connsiteX11" fmla="*/ 237464 w 608226"/>
                    <a:gd name="connsiteY11" fmla="*/ 388490 h 564241"/>
                    <a:gd name="connsiteX12" fmla="*/ 239558 w 608226"/>
                    <a:gd name="connsiteY12" fmla="*/ 417253 h 564241"/>
                    <a:gd name="connsiteX13" fmla="*/ 82493 w 608226"/>
                    <a:gd name="connsiteY13" fmla="*/ 417253 h 564241"/>
                    <a:gd name="connsiteX14" fmla="*/ 50737 w 608226"/>
                    <a:gd name="connsiteY14" fmla="*/ 385543 h 564241"/>
                    <a:gd name="connsiteX15" fmla="*/ 50737 w 608226"/>
                    <a:gd name="connsiteY15" fmla="*/ 368048 h 564241"/>
                    <a:gd name="connsiteX16" fmla="*/ 82493 w 608226"/>
                    <a:gd name="connsiteY16" fmla="*/ 336385 h 564241"/>
                    <a:gd name="connsiteX17" fmla="*/ 490359 w 608226"/>
                    <a:gd name="connsiteY17" fmla="*/ 289450 h 564241"/>
                    <a:gd name="connsiteX18" fmla="*/ 480406 w 608226"/>
                    <a:gd name="connsiteY18" fmla="*/ 296423 h 564241"/>
                    <a:gd name="connsiteX19" fmla="*/ 442689 w 608226"/>
                    <a:gd name="connsiteY19" fmla="*/ 355436 h 564241"/>
                    <a:gd name="connsiteX20" fmla="*/ 432402 w 608226"/>
                    <a:gd name="connsiteY20" fmla="*/ 371557 h 564241"/>
                    <a:gd name="connsiteX21" fmla="*/ 409924 w 608226"/>
                    <a:gd name="connsiteY21" fmla="*/ 336367 h 564241"/>
                    <a:gd name="connsiteX22" fmla="*/ 384779 w 608226"/>
                    <a:gd name="connsiteY22" fmla="*/ 296994 h 564241"/>
                    <a:gd name="connsiteX23" fmla="*/ 384398 w 608226"/>
                    <a:gd name="connsiteY23" fmla="*/ 296423 h 564241"/>
                    <a:gd name="connsiteX24" fmla="*/ 362492 w 608226"/>
                    <a:gd name="connsiteY24" fmla="*/ 291573 h 564241"/>
                    <a:gd name="connsiteX25" fmla="*/ 355205 w 608226"/>
                    <a:gd name="connsiteY25" fmla="*/ 305791 h 564241"/>
                    <a:gd name="connsiteX26" fmla="*/ 357682 w 608226"/>
                    <a:gd name="connsiteY26" fmla="*/ 313447 h 564241"/>
                    <a:gd name="connsiteX27" fmla="*/ 372254 w 608226"/>
                    <a:gd name="connsiteY27" fmla="*/ 336367 h 564241"/>
                    <a:gd name="connsiteX28" fmla="*/ 405162 w 608226"/>
                    <a:gd name="connsiteY28" fmla="*/ 387725 h 564241"/>
                    <a:gd name="connsiteX29" fmla="*/ 389208 w 608226"/>
                    <a:gd name="connsiteY29" fmla="*/ 387725 h 564241"/>
                    <a:gd name="connsiteX30" fmla="*/ 373350 w 608226"/>
                    <a:gd name="connsiteY30" fmla="*/ 403560 h 564241"/>
                    <a:gd name="connsiteX31" fmla="*/ 381303 w 608226"/>
                    <a:gd name="connsiteY31" fmla="*/ 417255 h 564241"/>
                    <a:gd name="connsiteX32" fmla="*/ 389208 w 608226"/>
                    <a:gd name="connsiteY32" fmla="*/ 419395 h 564241"/>
                    <a:gd name="connsiteX33" fmla="*/ 416591 w 608226"/>
                    <a:gd name="connsiteY33" fmla="*/ 419395 h 564241"/>
                    <a:gd name="connsiteX34" fmla="*/ 416591 w 608226"/>
                    <a:gd name="connsiteY34" fmla="*/ 430522 h 564241"/>
                    <a:gd name="connsiteX35" fmla="*/ 389208 w 608226"/>
                    <a:gd name="connsiteY35" fmla="*/ 430522 h 564241"/>
                    <a:gd name="connsiteX36" fmla="*/ 373350 w 608226"/>
                    <a:gd name="connsiteY36" fmla="*/ 446357 h 564241"/>
                    <a:gd name="connsiteX37" fmla="*/ 374350 w 608226"/>
                    <a:gd name="connsiteY37" fmla="*/ 451921 h 564241"/>
                    <a:gd name="connsiteX38" fmla="*/ 388065 w 608226"/>
                    <a:gd name="connsiteY38" fmla="*/ 462145 h 564241"/>
                    <a:gd name="connsiteX39" fmla="*/ 389208 w 608226"/>
                    <a:gd name="connsiteY39" fmla="*/ 462192 h 564241"/>
                    <a:gd name="connsiteX40" fmla="*/ 416591 w 608226"/>
                    <a:gd name="connsiteY40" fmla="*/ 462192 h 564241"/>
                    <a:gd name="connsiteX41" fmla="*/ 416591 w 608226"/>
                    <a:gd name="connsiteY41" fmla="*/ 484352 h 564241"/>
                    <a:gd name="connsiteX42" fmla="*/ 432450 w 608226"/>
                    <a:gd name="connsiteY42" fmla="*/ 500187 h 564241"/>
                    <a:gd name="connsiteX43" fmla="*/ 448356 w 608226"/>
                    <a:gd name="connsiteY43" fmla="*/ 484352 h 564241"/>
                    <a:gd name="connsiteX44" fmla="*/ 448356 w 608226"/>
                    <a:gd name="connsiteY44" fmla="*/ 462192 h 564241"/>
                    <a:gd name="connsiteX45" fmla="*/ 475692 w 608226"/>
                    <a:gd name="connsiteY45" fmla="*/ 462192 h 564241"/>
                    <a:gd name="connsiteX46" fmla="*/ 491598 w 608226"/>
                    <a:gd name="connsiteY46" fmla="*/ 446357 h 564241"/>
                    <a:gd name="connsiteX47" fmla="*/ 475692 w 608226"/>
                    <a:gd name="connsiteY47" fmla="*/ 430522 h 564241"/>
                    <a:gd name="connsiteX48" fmla="*/ 448356 w 608226"/>
                    <a:gd name="connsiteY48" fmla="*/ 430522 h 564241"/>
                    <a:gd name="connsiteX49" fmla="*/ 448356 w 608226"/>
                    <a:gd name="connsiteY49" fmla="*/ 419347 h 564241"/>
                    <a:gd name="connsiteX50" fmla="*/ 475692 w 608226"/>
                    <a:gd name="connsiteY50" fmla="*/ 419347 h 564241"/>
                    <a:gd name="connsiteX51" fmla="*/ 491598 w 608226"/>
                    <a:gd name="connsiteY51" fmla="*/ 403512 h 564241"/>
                    <a:gd name="connsiteX52" fmla="*/ 475692 w 608226"/>
                    <a:gd name="connsiteY52" fmla="*/ 387629 h 564241"/>
                    <a:gd name="connsiteX53" fmla="*/ 459785 w 608226"/>
                    <a:gd name="connsiteY53" fmla="*/ 387629 h 564241"/>
                    <a:gd name="connsiteX54" fmla="*/ 507123 w 608226"/>
                    <a:gd name="connsiteY54" fmla="*/ 313447 h 564241"/>
                    <a:gd name="connsiteX55" fmla="*/ 502313 w 608226"/>
                    <a:gd name="connsiteY55" fmla="*/ 291573 h 564241"/>
                    <a:gd name="connsiteX56" fmla="*/ 490359 w 608226"/>
                    <a:gd name="connsiteY56" fmla="*/ 289450 h 564241"/>
                    <a:gd name="connsiteX57" fmla="*/ 31765 w 608226"/>
                    <a:gd name="connsiteY57" fmla="*/ 224963 h 564241"/>
                    <a:gd name="connsiteX58" fmla="*/ 326647 w 608226"/>
                    <a:gd name="connsiteY58" fmla="*/ 224963 h 564241"/>
                    <a:gd name="connsiteX59" fmla="*/ 294549 w 608226"/>
                    <a:gd name="connsiteY59" fmla="*/ 250826 h 564241"/>
                    <a:gd name="connsiteX60" fmla="*/ 255879 w 608226"/>
                    <a:gd name="connsiteY60" fmla="*/ 305831 h 564241"/>
                    <a:gd name="connsiteX61" fmla="*/ 31765 w 608226"/>
                    <a:gd name="connsiteY61" fmla="*/ 305831 h 564241"/>
                    <a:gd name="connsiteX62" fmla="*/ 0 w 608226"/>
                    <a:gd name="connsiteY62" fmla="*/ 274168 h 564241"/>
                    <a:gd name="connsiteX63" fmla="*/ 0 w 608226"/>
                    <a:gd name="connsiteY63" fmla="*/ 256673 h 564241"/>
                    <a:gd name="connsiteX64" fmla="*/ 31765 w 608226"/>
                    <a:gd name="connsiteY64" fmla="*/ 224963 h 564241"/>
                    <a:gd name="connsiteX65" fmla="*/ 432402 w 608226"/>
                    <a:gd name="connsiteY65" fmla="*/ 212825 h 564241"/>
                    <a:gd name="connsiteX66" fmla="*/ 608226 w 608226"/>
                    <a:gd name="connsiteY66" fmla="*/ 388581 h 564241"/>
                    <a:gd name="connsiteX67" fmla="*/ 432355 w 608226"/>
                    <a:gd name="connsiteY67" fmla="*/ 564241 h 564241"/>
                    <a:gd name="connsiteX68" fmla="*/ 329155 w 608226"/>
                    <a:gd name="connsiteY68" fmla="*/ 530811 h 564241"/>
                    <a:gd name="connsiteX69" fmla="*/ 267484 w 608226"/>
                    <a:gd name="connsiteY69" fmla="*/ 449924 h 564241"/>
                    <a:gd name="connsiteX70" fmla="*/ 258816 w 608226"/>
                    <a:gd name="connsiteY70" fmla="*/ 417303 h 564241"/>
                    <a:gd name="connsiteX71" fmla="*/ 256435 w 608226"/>
                    <a:gd name="connsiteY71" fmla="*/ 388533 h 564241"/>
                    <a:gd name="connsiteX72" fmla="*/ 264340 w 608226"/>
                    <a:gd name="connsiteY72" fmla="*/ 336415 h 564241"/>
                    <a:gd name="connsiteX73" fmla="*/ 277151 w 608226"/>
                    <a:gd name="connsiteY73" fmla="*/ 305838 h 564241"/>
                    <a:gd name="connsiteX74" fmla="*/ 367301 w 608226"/>
                    <a:gd name="connsiteY74" fmla="*/ 225284 h 564241"/>
                    <a:gd name="connsiteX75" fmla="*/ 432402 w 608226"/>
                    <a:gd name="connsiteY75" fmla="*/ 212825 h 564241"/>
                    <a:gd name="connsiteX76" fmla="*/ 31760 w 608226"/>
                    <a:gd name="connsiteY76" fmla="*/ 113540 h 564241"/>
                    <a:gd name="connsiteX77" fmla="*/ 362842 w 608226"/>
                    <a:gd name="connsiteY77" fmla="*/ 113540 h 564241"/>
                    <a:gd name="connsiteX78" fmla="*/ 394602 w 608226"/>
                    <a:gd name="connsiteY78" fmla="*/ 145250 h 564241"/>
                    <a:gd name="connsiteX79" fmla="*/ 394602 w 608226"/>
                    <a:gd name="connsiteY79" fmla="*/ 162745 h 564241"/>
                    <a:gd name="connsiteX80" fmla="*/ 362794 w 608226"/>
                    <a:gd name="connsiteY80" fmla="*/ 194408 h 564241"/>
                    <a:gd name="connsiteX81" fmla="*/ 31760 w 608226"/>
                    <a:gd name="connsiteY81" fmla="*/ 194408 h 564241"/>
                    <a:gd name="connsiteX82" fmla="*/ 0 w 608226"/>
                    <a:gd name="connsiteY82" fmla="*/ 162745 h 564241"/>
                    <a:gd name="connsiteX83" fmla="*/ 0 w 608226"/>
                    <a:gd name="connsiteY83" fmla="*/ 145250 h 564241"/>
                    <a:gd name="connsiteX84" fmla="*/ 31760 w 608226"/>
                    <a:gd name="connsiteY84" fmla="*/ 113540 h 564241"/>
                    <a:gd name="connsiteX85" fmla="*/ 82496 w 608226"/>
                    <a:gd name="connsiteY85" fmla="*/ 0 h 564241"/>
                    <a:gd name="connsiteX86" fmla="*/ 413509 w 608226"/>
                    <a:gd name="connsiteY86" fmla="*/ 0 h 564241"/>
                    <a:gd name="connsiteX87" fmla="*/ 445268 w 608226"/>
                    <a:gd name="connsiteY87" fmla="*/ 31719 h 564241"/>
                    <a:gd name="connsiteX88" fmla="*/ 445268 w 608226"/>
                    <a:gd name="connsiteY88" fmla="*/ 49220 h 564241"/>
                    <a:gd name="connsiteX89" fmla="*/ 413509 w 608226"/>
                    <a:gd name="connsiteY89" fmla="*/ 80939 h 564241"/>
                    <a:gd name="connsiteX90" fmla="*/ 82496 w 608226"/>
                    <a:gd name="connsiteY90" fmla="*/ 80939 h 564241"/>
                    <a:gd name="connsiteX91" fmla="*/ 50737 w 608226"/>
                    <a:gd name="connsiteY91" fmla="*/ 49220 h 564241"/>
                    <a:gd name="connsiteX92" fmla="*/ 50737 w 608226"/>
                    <a:gd name="connsiteY92" fmla="*/ 31719 h 564241"/>
                    <a:gd name="connsiteX93" fmla="*/ 82496 w 608226"/>
                    <a:gd name="connsiteY93" fmla="*/ 0 h 5642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</a:cxnLst>
                  <a:rect l="l" t="t" r="r" b="b"/>
                  <a:pathLst>
                    <a:path w="608226" h="564241">
                      <a:moveTo>
                        <a:pt x="31765" y="449854"/>
                      </a:moveTo>
                      <a:lnTo>
                        <a:pt x="247309" y="449854"/>
                      </a:lnTo>
                      <a:cubicBezTo>
                        <a:pt x="248976" y="454705"/>
                        <a:pt x="250738" y="459508"/>
                        <a:pt x="252786" y="464263"/>
                      </a:cubicBezTo>
                      <a:cubicBezTo>
                        <a:pt x="262644" y="487470"/>
                        <a:pt x="276645" y="508252"/>
                        <a:pt x="294551" y="526133"/>
                      </a:cubicBezTo>
                      <a:cubicBezTo>
                        <a:pt x="296171" y="527749"/>
                        <a:pt x="297790" y="529271"/>
                        <a:pt x="299409" y="530793"/>
                      </a:cubicBezTo>
                      <a:lnTo>
                        <a:pt x="31765" y="530793"/>
                      </a:lnTo>
                      <a:cubicBezTo>
                        <a:pt x="14239" y="530793"/>
                        <a:pt x="0" y="516574"/>
                        <a:pt x="0" y="499074"/>
                      </a:cubicBezTo>
                      <a:lnTo>
                        <a:pt x="0" y="481573"/>
                      </a:lnTo>
                      <a:cubicBezTo>
                        <a:pt x="0" y="464073"/>
                        <a:pt x="14239" y="449854"/>
                        <a:pt x="31765" y="449854"/>
                      </a:cubicBezTo>
                      <a:close/>
                      <a:moveTo>
                        <a:pt x="82493" y="336385"/>
                      </a:moveTo>
                      <a:lnTo>
                        <a:pt x="244510" y="336385"/>
                      </a:lnTo>
                      <a:cubicBezTo>
                        <a:pt x="239797" y="353215"/>
                        <a:pt x="237464" y="370662"/>
                        <a:pt x="237464" y="388490"/>
                      </a:cubicBezTo>
                      <a:cubicBezTo>
                        <a:pt x="237464" y="398189"/>
                        <a:pt x="238130" y="407792"/>
                        <a:pt x="239558" y="417253"/>
                      </a:cubicBezTo>
                      <a:lnTo>
                        <a:pt x="82493" y="417253"/>
                      </a:lnTo>
                      <a:cubicBezTo>
                        <a:pt x="64972" y="417253"/>
                        <a:pt x="50737" y="403038"/>
                        <a:pt x="50737" y="385543"/>
                      </a:cubicBezTo>
                      <a:lnTo>
                        <a:pt x="50737" y="368048"/>
                      </a:lnTo>
                      <a:cubicBezTo>
                        <a:pt x="50737" y="350552"/>
                        <a:pt x="64972" y="336385"/>
                        <a:pt x="82493" y="336385"/>
                      </a:cubicBezTo>
                      <a:close/>
                      <a:moveTo>
                        <a:pt x="490359" y="289450"/>
                      </a:moveTo>
                      <a:cubicBezTo>
                        <a:pt x="486395" y="290336"/>
                        <a:pt x="482764" y="292738"/>
                        <a:pt x="480406" y="296423"/>
                      </a:cubicBezTo>
                      <a:lnTo>
                        <a:pt x="442689" y="355436"/>
                      </a:lnTo>
                      <a:lnTo>
                        <a:pt x="432402" y="371557"/>
                      </a:lnTo>
                      <a:lnTo>
                        <a:pt x="409924" y="336367"/>
                      </a:lnTo>
                      <a:lnTo>
                        <a:pt x="384779" y="296994"/>
                      </a:lnTo>
                      <a:lnTo>
                        <a:pt x="384398" y="296423"/>
                      </a:lnTo>
                      <a:cubicBezTo>
                        <a:pt x="379683" y="289052"/>
                        <a:pt x="369873" y="286912"/>
                        <a:pt x="362492" y="291573"/>
                      </a:cubicBezTo>
                      <a:cubicBezTo>
                        <a:pt x="357491" y="294759"/>
                        <a:pt x="354872" y="300275"/>
                        <a:pt x="355205" y="305791"/>
                      </a:cubicBezTo>
                      <a:cubicBezTo>
                        <a:pt x="355300" y="308454"/>
                        <a:pt x="356158" y="311069"/>
                        <a:pt x="357682" y="313447"/>
                      </a:cubicBezTo>
                      <a:lnTo>
                        <a:pt x="372254" y="336367"/>
                      </a:lnTo>
                      <a:lnTo>
                        <a:pt x="405162" y="387725"/>
                      </a:lnTo>
                      <a:lnTo>
                        <a:pt x="389208" y="387725"/>
                      </a:lnTo>
                      <a:cubicBezTo>
                        <a:pt x="380445" y="387725"/>
                        <a:pt x="373350" y="394810"/>
                        <a:pt x="373350" y="403560"/>
                      </a:cubicBezTo>
                      <a:cubicBezTo>
                        <a:pt x="373350" y="409409"/>
                        <a:pt x="376588" y="414544"/>
                        <a:pt x="381303" y="417255"/>
                      </a:cubicBezTo>
                      <a:cubicBezTo>
                        <a:pt x="383589" y="418634"/>
                        <a:pt x="386303" y="419395"/>
                        <a:pt x="389208" y="419395"/>
                      </a:cubicBezTo>
                      <a:lnTo>
                        <a:pt x="416591" y="419395"/>
                      </a:lnTo>
                      <a:lnTo>
                        <a:pt x="416591" y="430522"/>
                      </a:lnTo>
                      <a:lnTo>
                        <a:pt x="389208" y="430522"/>
                      </a:lnTo>
                      <a:cubicBezTo>
                        <a:pt x="380445" y="430522"/>
                        <a:pt x="373350" y="437608"/>
                        <a:pt x="373350" y="446357"/>
                      </a:cubicBezTo>
                      <a:cubicBezTo>
                        <a:pt x="373350" y="448307"/>
                        <a:pt x="373731" y="450209"/>
                        <a:pt x="374350" y="451921"/>
                      </a:cubicBezTo>
                      <a:cubicBezTo>
                        <a:pt x="376540" y="457580"/>
                        <a:pt x="381779" y="461717"/>
                        <a:pt x="388065" y="462145"/>
                      </a:cubicBezTo>
                      <a:cubicBezTo>
                        <a:pt x="388446" y="462192"/>
                        <a:pt x="388827" y="462192"/>
                        <a:pt x="389208" y="462192"/>
                      </a:cubicBezTo>
                      <a:lnTo>
                        <a:pt x="416591" y="462192"/>
                      </a:lnTo>
                      <a:lnTo>
                        <a:pt x="416591" y="484352"/>
                      </a:lnTo>
                      <a:cubicBezTo>
                        <a:pt x="416591" y="493102"/>
                        <a:pt x="423687" y="500187"/>
                        <a:pt x="432450" y="500187"/>
                      </a:cubicBezTo>
                      <a:cubicBezTo>
                        <a:pt x="441212" y="500187"/>
                        <a:pt x="448356" y="493102"/>
                        <a:pt x="448356" y="484352"/>
                      </a:cubicBezTo>
                      <a:lnTo>
                        <a:pt x="448356" y="462192"/>
                      </a:lnTo>
                      <a:lnTo>
                        <a:pt x="475692" y="462192"/>
                      </a:lnTo>
                      <a:cubicBezTo>
                        <a:pt x="484454" y="462192"/>
                        <a:pt x="491598" y="455107"/>
                        <a:pt x="491598" y="446357"/>
                      </a:cubicBezTo>
                      <a:cubicBezTo>
                        <a:pt x="491598" y="437608"/>
                        <a:pt x="484454" y="430522"/>
                        <a:pt x="475692" y="430522"/>
                      </a:cubicBezTo>
                      <a:lnTo>
                        <a:pt x="448356" y="430522"/>
                      </a:lnTo>
                      <a:lnTo>
                        <a:pt x="448356" y="419347"/>
                      </a:lnTo>
                      <a:lnTo>
                        <a:pt x="475692" y="419347"/>
                      </a:lnTo>
                      <a:cubicBezTo>
                        <a:pt x="484454" y="419347"/>
                        <a:pt x="491598" y="412262"/>
                        <a:pt x="491598" y="403512"/>
                      </a:cubicBezTo>
                      <a:cubicBezTo>
                        <a:pt x="491598" y="394762"/>
                        <a:pt x="484454" y="387629"/>
                        <a:pt x="475692" y="387629"/>
                      </a:cubicBezTo>
                      <a:lnTo>
                        <a:pt x="459785" y="387629"/>
                      </a:lnTo>
                      <a:lnTo>
                        <a:pt x="507123" y="313447"/>
                      </a:lnTo>
                      <a:cubicBezTo>
                        <a:pt x="511837" y="306124"/>
                        <a:pt x="509694" y="296280"/>
                        <a:pt x="502313" y="291573"/>
                      </a:cubicBezTo>
                      <a:cubicBezTo>
                        <a:pt x="498622" y="289195"/>
                        <a:pt x="494324" y="288565"/>
                        <a:pt x="490359" y="289450"/>
                      </a:cubicBezTo>
                      <a:close/>
                      <a:moveTo>
                        <a:pt x="31765" y="224963"/>
                      </a:moveTo>
                      <a:lnTo>
                        <a:pt x="326647" y="224963"/>
                      </a:lnTo>
                      <a:cubicBezTo>
                        <a:pt x="315122" y="232379"/>
                        <a:pt x="304407" y="240984"/>
                        <a:pt x="294549" y="250826"/>
                      </a:cubicBezTo>
                      <a:cubicBezTo>
                        <a:pt x="278500" y="266942"/>
                        <a:pt x="265499" y="285388"/>
                        <a:pt x="255879" y="305831"/>
                      </a:cubicBezTo>
                      <a:lnTo>
                        <a:pt x="31765" y="305831"/>
                      </a:lnTo>
                      <a:cubicBezTo>
                        <a:pt x="14239" y="305831"/>
                        <a:pt x="0" y="291664"/>
                        <a:pt x="0" y="274168"/>
                      </a:cubicBezTo>
                      <a:lnTo>
                        <a:pt x="0" y="256673"/>
                      </a:lnTo>
                      <a:cubicBezTo>
                        <a:pt x="0" y="239178"/>
                        <a:pt x="14239" y="224963"/>
                        <a:pt x="31765" y="224963"/>
                      </a:cubicBezTo>
                      <a:close/>
                      <a:moveTo>
                        <a:pt x="432402" y="212825"/>
                      </a:moveTo>
                      <a:cubicBezTo>
                        <a:pt x="529553" y="212825"/>
                        <a:pt x="608274" y="291478"/>
                        <a:pt x="608226" y="388581"/>
                      </a:cubicBezTo>
                      <a:cubicBezTo>
                        <a:pt x="608226" y="485589"/>
                        <a:pt x="529506" y="564241"/>
                        <a:pt x="432355" y="564241"/>
                      </a:cubicBezTo>
                      <a:cubicBezTo>
                        <a:pt x="393780" y="564241"/>
                        <a:pt x="358110" y="551782"/>
                        <a:pt x="329155" y="530811"/>
                      </a:cubicBezTo>
                      <a:cubicBezTo>
                        <a:pt x="301391" y="510649"/>
                        <a:pt x="279675" y="482545"/>
                        <a:pt x="267484" y="449924"/>
                      </a:cubicBezTo>
                      <a:cubicBezTo>
                        <a:pt x="263579" y="439510"/>
                        <a:pt x="260626" y="428620"/>
                        <a:pt x="258816" y="417303"/>
                      </a:cubicBezTo>
                      <a:cubicBezTo>
                        <a:pt x="257292" y="407935"/>
                        <a:pt x="256435" y="398376"/>
                        <a:pt x="256435" y="388533"/>
                      </a:cubicBezTo>
                      <a:cubicBezTo>
                        <a:pt x="256435" y="370415"/>
                        <a:pt x="259197" y="352916"/>
                        <a:pt x="264340" y="336415"/>
                      </a:cubicBezTo>
                      <a:cubicBezTo>
                        <a:pt x="267674" y="325763"/>
                        <a:pt x="271960" y="315539"/>
                        <a:pt x="277151" y="305838"/>
                      </a:cubicBezTo>
                      <a:cubicBezTo>
                        <a:pt x="296629" y="269413"/>
                        <a:pt x="328584" y="240691"/>
                        <a:pt x="367301" y="225284"/>
                      </a:cubicBezTo>
                      <a:cubicBezTo>
                        <a:pt x="387446" y="217295"/>
                        <a:pt x="409400" y="212825"/>
                        <a:pt x="432402" y="212825"/>
                      </a:cubicBezTo>
                      <a:close/>
                      <a:moveTo>
                        <a:pt x="31760" y="113540"/>
                      </a:moveTo>
                      <a:lnTo>
                        <a:pt x="362842" y="113540"/>
                      </a:lnTo>
                      <a:cubicBezTo>
                        <a:pt x="380365" y="113540"/>
                        <a:pt x="394602" y="127755"/>
                        <a:pt x="394602" y="145250"/>
                      </a:cubicBezTo>
                      <a:lnTo>
                        <a:pt x="394602" y="162745"/>
                      </a:lnTo>
                      <a:cubicBezTo>
                        <a:pt x="394602" y="180241"/>
                        <a:pt x="380365" y="194408"/>
                        <a:pt x="362794" y="194408"/>
                      </a:cubicBezTo>
                      <a:lnTo>
                        <a:pt x="31760" y="194408"/>
                      </a:lnTo>
                      <a:cubicBezTo>
                        <a:pt x="14237" y="194408"/>
                        <a:pt x="0" y="180241"/>
                        <a:pt x="0" y="162745"/>
                      </a:cubicBezTo>
                      <a:lnTo>
                        <a:pt x="0" y="145250"/>
                      </a:lnTo>
                      <a:cubicBezTo>
                        <a:pt x="0" y="127755"/>
                        <a:pt x="14237" y="113540"/>
                        <a:pt x="31760" y="113540"/>
                      </a:cubicBezTo>
                      <a:close/>
                      <a:moveTo>
                        <a:pt x="82496" y="0"/>
                      </a:moveTo>
                      <a:lnTo>
                        <a:pt x="413509" y="0"/>
                      </a:lnTo>
                      <a:cubicBezTo>
                        <a:pt x="431031" y="0"/>
                        <a:pt x="445268" y="14219"/>
                        <a:pt x="445268" y="31719"/>
                      </a:cubicBezTo>
                      <a:lnTo>
                        <a:pt x="445268" y="49220"/>
                      </a:lnTo>
                      <a:cubicBezTo>
                        <a:pt x="445268" y="66720"/>
                        <a:pt x="431031" y="80939"/>
                        <a:pt x="413509" y="80939"/>
                      </a:cubicBezTo>
                      <a:lnTo>
                        <a:pt x="82496" y="80939"/>
                      </a:lnTo>
                      <a:cubicBezTo>
                        <a:pt x="64974" y="80939"/>
                        <a:pt x="50737" y="66720"/>
                        <a:pt x="50737" y="49220"/>
                      </a:cubicBezTo>
                      <a:lnTo>
                        <a:pt x="50737" y="31719"/>
                      </a:lnTo>
                      <a:cubicBezTo>
                        <a:pt x="50737" y="14219"/>
                        <a:pt x="64974" y="0"/>
                        <a:pt x="82496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26" name="îś1iḋê"/>
                <p:cNvSpPr txBox="1"/>
                <p:nvPr/>
              </p:nvSpPr>
              <p:spPr bwMode="auto">
                <a:xfrm>
                  <a:off x="1571541" y="4432083"/>
                  <a:ext cx="951226" cy="3657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90000" tIns="46800" rIns="90000" bIns="4680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400" b="1" dirty="0">
                      <a:solidFill>
                        <a:schemeClr val="bg1"/>
                      </a:solidFill>
                    </a:rPr>
                    <a:t>Text here</a:t>
                  </a:r>
                  <a:endParaRPr lang="en-US" altLang="zh-CN" sz="1400" b="1" dirty="0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9" name="íṩ1ïḓê"/>
            <p:cNvSpPr/>
            <p:nvPr/>
          </p:nvSpPr>
          <p:spPr bwMode="auto">
            <a:xfrm>
              <a:off x="669925" y="1559607"/>
              <a:ext cx="3619591" cy="1404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dirty="0"/>
                <a:t>Supporting text here.</a:t>
              </a:r>
              <a:endParaRPr lang="en-US" altLang="zh-CN" sz="900" dirty="0"/>
            </a:p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dirty="0"/>
                <a:t>You can use the icon library in </a:t>
              </a:r>
              <a:r>
                <a:rPr lang="en-US" altLang="zh-CN" sz="900" dirty="0" err="1"/>
                <a:t>iSlide</a:t>
              </a:r>
              <a:r>
                <a:rPr lang="en-US" altLang="zh-CN" sz="900" dirty="0"/>
                <a:t>  (www.islide.cc) to filter and replace existing icon elements with one click.</a:t>
              </a:r>
              <a:endParaRPr lang="en-US" altLang="zh-CN" sz="900" dirty="0"/>
            </a:p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endParaRPr lang="en-US" altLang="zh-CN" sz="900" dirty="0"/>
            </a:p>
            <a:p>
              <a:pPr marL="171450" indent="-171450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dirty="0"/>
                <a:t>……</a:t>
              </a:r>
              <a:endParaRPr lang="en-US" altLang="zh-CN" sz="900" dirty="0"/>
            </a:p>
          </p:txBody>
        </p:sp>
        <p:sp>
          <p:nvSpPr>
            <p:cNvPr id="10" name="ïṡḻíḓé"/>
            <p:cNvSpPr txBox="1"/>
            <p:nvPr/>
          </p:nvSpPr>
          <p:spPr bwMode="auto">
            <a:xfrm>
              <a:off x="669925" y="1146727"/>
              <a:ext cx="3619591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01.Text here</a:t>
              </a:r>
              <a:endParaRPr lang="en-US" altLang="zh-CN" sz="1800" b="1" dirty="0"/>
            </a:p>
          </p:txBody>
        </p:sp>
        <p:sp>
          <p:nvSpPr>
            <p:cNvPr id="11" name="íṡ1ïḍê"/>
            <p:cNvSpPr/>
            <p:nvPr/>
          </p:nvSpPr>
          <p:spPr bwMode="auto">
            <a:xfrm>
              <a:off x="7912104" y="1559607"/>
              <a:ext cx="3619591" cy="14048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dirty="0"/>
                <a:t>Supporting text here.</a:t>
              </a:r>
              <a:endParaRPr lang="en-US" altLang="zh-CN" sz="900" dirty="0"/>
            </a:p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dirty="0"/>
                <a:t>You can use the icon library in </a:t>
              </a:r>
              <a:r>
                <a:rPr lang="en-US" altLang="zh-CN" sz="900" dirty="0" err="1"/>
                <a:t>iSlide</a:t>
              </a:r>
              <a:r>
                <a:rPr lang="en-US" altLang="zh-CN" sz="900" dirty="0"/>
                <a:t>  (www.islide.cc) to filter and replace existing icon elements with one click.</a:t>
              </a:r>
              <a:endParaRPr lang="en-US" altLang="zh-CN" sz="900" dirty="0"/>
            </a:p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endParaRPr lang="en-US" altLang="zh-CN" sz="900" dirty="0"/>
            </a:p>
            <a:p>
              <a:pPr marL="171450" indent="-171450" algn="r">
                <a:lnSpc>
                  <a:spcPct val="160000"/>
                </a:lnSpc>
                <a:buFont typeface="Arial" panose="020B0604020202020204" pitchFamily="34" charset="0"/>
                <a:buChar char="•"/>
              </a:pPr>
              <a:r>
                <a:rPr lang="en-US" altLang="zh-CN" sz="900" dirty="0"/>
                <a:t>……</a:t>
              </a:r>
              <a:endParaRPr lang="en-US" altLang="zh-CN" sz="900" dirty="0"/>
            </a:p>
          </p:txBody>
        </p:sp>
        <p:sp>
          <p:nvSpPr>
            <p:cNvPr id="12" name="ïŝḻiḓê"/>
            <p:cNvSpPr txBox="1"/>
            <p:nvPr/>
          </p:nvSpPr>
          <p:spPr bwMode="auto">
            <a:xfrm>
              <a:off x="7912104" y="1146727"/>
              <a:ext cx="3619591" cy="4128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1800" b="1" dirty="0"/>
                <a:t>01.Text here</a:t>
              </a:r>
              <a:endParaRPr lang="en-US" altLang="zh-CN" sz="1800" b="1" dirty="0"/>
            </a:p>
          </p:txBody>
        </p:sp>
        <p:grpSp>
          <p:nvGrpSpPr>
            <p:cNvPr id="13" name="iṥḻidé"/>
            <p:cNvGrpSpPr/>
            <p:nvPr/>
          </p:nvGrpSpPr>
          <p:grpSpPr>
            <a:xfrm>
              <a:off x="671512" y="4982890"/>
              <a:ext cx="10848976" cy="1226501"/>
              <a:chOff x="4466336" y="4982890"/>
              <a:chExt cx="3600400" cy="1226501"/>
            </a:xfrm>
          </p:grpSpPr>
          <p:sp>
            <p:nvSpPr>
              <p:cNvPr id="14" name="íSļíḍê"/>
              <p:cNvSpPr/>
              <p:nvPr/>
            </p:nvSpPr>
            <p:spPr bwMode="auto">
              <a:xfrm>
                <a:off x="4466336" y="5395771"/>
                <a:ext cx="3600400" cy="8136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60000"/>
                  </a:lnSpc>
                </a:pPr>
                <a:r>
                  <a:rPr lang="en-US" altLang="zh-CN" sz="1000" dirty="0"/>
                  <a:t>Supporting text here.</a:t>
                </a:r>
                <a:endParaRPr lang="en-US" altLang="zh-CN" sz="1000" dirty="0"/>
              </a:p>
              <a:p>
                <a:pPr algn="ctr">
                  <a:lnSpc>
                    <a:spcPct val="160000"/>
                  </a:lnSpc>
                </a:pPr>
                <a:r>
                  <a:rPr lang="en-US" altLang="zh-CN" sz="1000" dirty="0"/>
                  <a:t>You can use the icon library in </a:t>
                </a:r>
                <a:r>
                  <a:rPr lang="en-US" altLang="zh-CN" sz="1000" dirty="0" err="1"/>
                  <a:t>iSlide</a:t>
                </a:r>
                <a:r>
                  <a:rPr lang="en-US" altLang="zh-CN" sz="1000" dirty="0"/>
                  <a:t>  (www.islide.cc) to filter and replace existing icon elements with one click.</a:t>
                </a:r>
                <a:endParaRPr lang="en-US" altLang="zh-CN" sz="1000" dirty="0"/>
              </a:p>
            </p:txBody>
          </p:sp>
          <p:sp>
            <p:nvSpPr>
              <p:cNvPr id="15" name="í$lïḍe"/>
              <p:cNvSpPr txBox="1"/>
              <p:nvPr/>
            </p:nvSpPr>
            <p:spPr bwMode="auto">
              <a:xfrm>
                <a:off x="4466336" y="4982890"/>
                <a:ext cx="3600400" cy="4128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/>
                  <a:t>03.Text here</a:t>
                </a:r>
                <a:endParaRPr lang="en-US" altLang="zh-CN" sz="1800" b="1" dirty="0"/>
              </a:p>
            </p:txBody>
          </p:sp>
        </p:grpSp>
      </p:grpSp>
      <p:pic>
        <p:nvPicPr>
          <p:cNvPr id="31" name="图片 30" descr="中科大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255" y="155575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Thanks.</a:t>
            </a:r>
            <a:br>
              <a:rPr lang="en-US" altLang="zh-CN"/>
            </a:br>
            <a:r>
              <a:rPr lang="en-US" altLang="zh-CN"/>
              <a:t>And Your Slogan Here.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Speaker name and title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www.islide.cc</a:t>
            </a:r>
            <a:endParaRPr lang="en-US" altLang="en-US" dirty="0"/>
          </a:p>
        </p:txBody>
      </p:sp>
      <p:cxnSp>
        <p:nvCxnSpPr>
          <p:cNvPr id="13" name="直接连接符 12"/>
          <p:cNvCxnSpPr/>
          <p:nvPr/>
        </p:nvCxnSpPr>
        <p:spPr>
          <a:xfrm>
            <a:off x="3048000" y="3523874"/>
            <a:ext cx="0" cy="2476500"/>
          </a:xfrm>
          <a:prstGeom prst="line">
            <a:avLst/>
          </a:prstGeom>
          <a:ln w="3175">
            <a:solidFill>
              <a:srgbClr val="7249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中科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" y="226060"/>
            <a:ext cx="717550" cy="71755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3e8992b5-5db5-46cc-947c-ea2e40ebc0ca"/>
</p:tagLst>
</file>

<file path=ppt/tags/tag2.xml><?xml version="1.0" encoding="utf-8"?>
<p:tagLst xmlns:p="http://schemas.openxmlformats.org/presentationml/2006/main">
  <p:tag name="ISLIDE.DIAGRAM" val="3f20ab61-be3d-415b-a707-85c5e9afb3f0"/>
</p:tagLst>
</file>

<file path=ppt/tags/tag3.xml><?xml version="1.0" encoding="utf-8"?>
<p:tagLst xmlns:p="http://schemas.openxmlformats.org/presentationml/2006/main">
  <p:tag name="ISLIDE.DIAGRAM" val="3d705346-32c3-45e0-bd04-00c4efb274e7"/>
</p:tagLst>
</file>

<file path=ppt/tags/tag4.xml><?xml version="1.0" encoding="utf-8"?>
<p:tagLst xmlns:p="http://schemas.openxmlformats.org/presentationml/2006/main">
  <p:tag name="ISLIDE.DIAGRAM" val="5a2720cb-c9d2-4d88-bf40-ce0d5a3981a8"/>
</p:tagLst>
</file>

<file path=ppt/tags/tag5.xml><?xml version="1.0" encoding="utf-8"?>
<p:tagLst xmlns:p="http://schemas.openxmlformats.org/presentationml/2006/main">
  <p:tag name="ISLIDE.DIAGRAM" val="680d3f6f-d5f1-4382-b936-45a6fb4fd8a1"/>
</p:tagLst>
</file>

<file path=ppt/tags/tag6.xml><?xml version="1.0" encoding="utf-8"?>
<p:tagLst xmlns:p="http://schemas.openxmlformats.org/presentationml/2006/main">
  <p:tag name="ISLIDE.DIAGRAM" val="25614a77-0ddb-4449-a9ba-0f861133a66f"/>
</p:tagLst>
</file>

<file path=ppt/tags/tag7.xml><?xml version="1.0" encoding="utf-8"?>
<p:tagLst xmlns:p="http://schemas.openxmlformats.org/presentationml/2006/main">
  <p:tag name="ISLIDE.DIAGRAM" val="6b724148-1469-474b-af26-c2bcadae53f8"/>
</p:tagLst>
</file>

<file path=ppt/tags/tag8.xml><?xml version="1.0" encoding="utf-8"?>
<p:tagLst xmlns:p="http://schemas.openxmlformats.org/presentationml/2006/main">
  <p:tag name="ISLIDE.DIAGRAM" val="4da78c0c-94bf-4188-a5be-bc25ffb19aa2"/>
</p:tagLst>
</file>

<file path=ppt/tags/tag9.xml><?xml version="1.0" encoding="utf-8"?>
<p:tagLst xmlns:p="http://schemas.openxmlformats.org/presentationml/2006/main">
  <p:tag name="ISLIDE.DIAGRAM" val="3fdc859c-3785-4149-a096-95cefc1dc621"/>
</p:tagLst>
</file>

<file path=ppt/tags/tag10.xml><?xml version="1.0" encoding="utf-8"?>
<p:tagLst xmlns:p="http://schemas.openxmlformats.org/presentationml/2006/main">
  <p:tag name="ISLIDE.DIAGRAM" val="99212054-efdc-4e35-812d-7ad214c05445"/>
</p:tagLst>
</file>

<file path=ppt/tags/tag11.xml><?xml version="1.0" encoding="utf-8"?>
<p:tagLst xmlns:p="http://schemas.openxmlformats.org/presentationml/2006/main">
  <p:tag name="ISLIDE.DIAGRAM" val="f0066d1e-9153-4e50-82d0-f12d4e06f081"/>
</p:tagLst>
</file>

<file path=ppt/tags/tag12.xml><?xml version="1.0" encoding="utf-8"?>
<p:tagLst xmlns:p="http://schemas.openxmlformats.org/presentationml/2006/main">
  <p:tag name="ISLIDE.DIAGRAM" val="b15d545d-6a15-46b3-895f-c24e208876c5"/>
</p:tagLst>
</file>

<file path=ppt/tags/tag13.xml><?xml version="1.0" encoding="utf-8"?>
<p:tagLst xmlns:p="http://schemas.openxmlformats.org/presentationml/2006/main">
  <p:tag name="ISLIDE.DIAGRAM" val="eb6bc0b4-3768-44eb-a12a-473e60c287ef"/>
</p:tagLst>
</file>

<file path=ppt/tags/tag14.xml><?xml version="1.0" encoding="utf-8"?>
<p:tagLst xmlns:p="http://schemas.openxmlformats.org/presentationml/2006/main">
  <p:tag name="ISLIDE.DIAGRAM" val="fd1366ba-7641-464a-932f-5d857f1af7e4"/>
</p:tagLst>
</file>

<file path=ppt/tags/tag15.xml><?xml version="1.0" encoding="utf-8"?>
<p:tagLst xmlns:p="http://schemas.openxmlformats.org/presentationml/2006/main">
  <p:tag name="ISLIDE.DIAGRAM" val="956d6f92-007c-4e07-be4a-6d5b24bc5355"/>
</p:tagLst>
</file>

<file path=ppt/tags/tag16.xml><?xml version="1.0" encoding="utf-8"?>
<p:tagLst xmlns:p="http://schemas.openxmlformats.org/presentationml/2006/main">
  <p:tag name="ISLIDE.DIAGRAM" val="fdb4f7d2-bc47-4eca-9fa1-04fdfe308a42"/>
</p:tagLst>
</file>

<file path=ppt/tags/tag17.xml><?xml version="1.0" encoding="utf-8"?>
<p:tagLst xmlns:p="http://schemas.openxmlformats.org/presentationml/2006/main">
  <p:tag name="ISLIDE.DIAGRAM" val="fd7a9c8e-24fb-46fd-8bfb-5697e463b308"/>
</p:tagLst>
</file>

<file path=ppt/tags/tag18.xml><?xml version="1.0" encoding="utf-8"?>
<p:tagLst xmlns:p="http://schemas.openxmlformats.org/presentationml/2006/main">
  <p:tag name="ISLIDE.DIAGRAM" val="0662671d-fe96-4360-bdf6-53efe861b023"/>
</p:tagLst>
</file>

<file path=ppt/tags/tag19.xml><?xml version="1.0" encoding="utf-8"?>
<p:tagLst xmlns:p="http://schemas.openxmlformats.org/presentationml/2006/main">
  <p:tag name="ISLIDE.DIAGRAM" val="206cb7d8-6181-4b22-b3d9-ea98bd0a80c6"/>
</p:tagLst>
</file>

<file path=ppt/tags/tag20.xml><?xml version="1.0" encoding="utf-8"?>
<p:tagLst xmlns:p="http://schemas.openxmlformats.org/presentationml/2006/main">
  <p:tag name="ISLIDE.DIAGRAM" val="311f4e3a-3ee7-457c-b621-80829db5ec07"/>
</p:tagLst>
</file>

<file path=ppt/tags/tag21.xml><?xml version="1.0" encoding="utf-8"?>
<p:tagLst xmlns:p="http://schemas.openxmlformats.org/presentationml/2006/main">
  <p:tag name="ISLIDE.DIAGRAM" val="d273483b-9005-434d-9c6e-e7a53d897f01"/>
</p:tagLst>
</file>

<file path=ppt/tags/tag22.xml><?xml version="1.0" encoding="utf-8"?>
<p:tagLst xmlns:p="http://schemas.openxmlformats.org/presentationml/2006/main">
  <p:tag name="ISLIDE.DIAGRAM" val="b0eceb9f-570e-40a6-8628-901041321375"/>
</p:tagLst>
</file>

<file path=ppt/tags/tag23.xml><?xml version="1.0" encoding="utf-8"?>
<p:tagLst xmlns:p="http://schemas.openxmlformats.org/presentationml/2006/main">
  <p:tag name="ISLIDE.DIAGRAM" val="09ab0c18-7199-418e-a390-0d9ccb1c6778"/>
</p:tagLst>
</file>

<file path=ppt/tags/tag24.xml><?xml version="1.0" encoding="utf-8"?>
<p:tagLst xmlns:p="http://schemas.openxmlformats.org/presentationml/2006/main">
  <p:tag name="ISLIDE.DIAGRAM" val="8d055f09-c0e3-4f6e-a4f6-fbece3c28356"/>
</p:tagLst>
</file>

<file path=ppt/tags/tag25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}"/>
  <p:tag name="ISLIDE.THEME" val="fdae8d51-ae9a-4b15-bf83-fdc4f469b13e"/>
</p:tagLst>
</file>

<file path=ppt/theme/theme1.xml><?xml version="1.0" encoding="utf-8"?>
<a:theme xmlns:a="http://schemas.openxmlformats.org/drawingml/2006/main" name="主题5">
  <a:themeElements>
    <a:clrScheme name="沃博联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6BB1"/>
      </a:accent1>
      <a:accent2>
        <a:srgbClr val="0087C7"/>
      </a:accent2>
      <a:accent3>
        <a:srgbClr val="596984"/>
      </a:accent3>
      <a:accent4>
        <a:srgbClr val="7F8FA9"/>
      </a:accent4>
      <a:accent5>
        <a:srgbClr val="5AA2AE"/>
      </a:accent5>
      <a:accent6>
        <a:srgbClr val="9D90A0"/>
      </a:accent6>
      <a:hlink>
        <a:srgbClr val="006BB1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沃博联">
    <a:dk1>
      <a:srgbClr val="000000"/>
    </a:dk1>
    <a:lt1>
      <a:srgbClr val="FFFFFF"/>
    </a:lt1>
    <a:dk2>
      <a:srgbClr val="778495"/>
    </a:dk2>
    <a:lt2>
      <a:srgbClr val="F0F0F0"/>
    </a:lt2>
    <a:accent1>
      <a:srgbClr val="006BB1"/>
    </a:accent1>
    <a:accent2>
      <a:srgbClr val="0087C7"/>
    </a:accent2>
    <a:accent3>
      <a:srgbClr val="596984"/>
    </a:accent3>
    <a:accent4>
      <a:srgbClr val="7F8FA9"/>
    </a:accent4>
    <a:accent5>
      <a:srgbClr val="5AA2AE"/>
    </a:accent5>
    <a:accent6>
      <a:srgbClr val="9D90A0"/>
    </a:accent6>
    <a:hlink>
      <a:srgbClr val="006BB1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沃博联">
    <a:dk1>
      <a:srgbClr val="000000"/>
    </a:dk1>
    <a:lt1>
      <a:srgbClr val="FFFFFF"/>
    </a:lt1>
    <a:dk2>
      <a:srgbClr val="778495"/>
    </a:dk2>
    <a:lt2>
      <a:srgbClr val="F0F0F0"/>
    </a:lt2>
    <a:accent1>
      <a:srgbClr val="006BB1"/>
    </a:accent1>
    <a:accent2>
      <a:srgbClr val="0087C7"/>
    </a:accent2>
    <a:accent3>
      <a:srgbClr val="596984"/>
    </a:accent3>
    <a:accent4>
      <a:srgbClr val="7F8FA9"/>
    </a:accent4>
    <a:accent5>
      <a:srgbClr val="5AA2AE"/>
    </a:accent5>
    <a:accent6>
      <a:srgbClr val="9D90A0"/>
    </a:accent6>
    <a:hlink>
      <a:srgbClr val="006BB1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沃博联">
    <a:dk1>
      <a:srgbClr val="000000"/>
    </a:dk1>
    <a:lt1>
      <a:srgbClr val="FFFFFF"/>
    </a:lt1>
    <a:dk2>
      <a:srgbClr val="778495"/>
    </a:dk2>
    <a:lt2>
      <a:srgbClr val="F0F0F0"/>
    </a:lt2>
    <a:accent1>
      <a:srgbClr val="006BB1"/>
    </a:accent1>
    <a:accent2>
      <a:srgbClr val="0087C7"/>
    </a:accent2>
    <a:accent3>
      <a:srgbClr val="596984"/>
    </a:accent3>
    <a:accent4>
      <a:srgbClr val="7F8FA9"/>
    </a:accent4>
    <a:accent5>
      <a:srgbClr val="5AA2AE"/>
    </a:accent5>
    <a:accent6>
      <a:srgbClr val="9D90A0"/>
    </a:accent6>
    <a:hlink>
      <a:srgbClr val="006BB1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沃博联">
    <a:dk1>
      <a:srgbClr val="000000"/>
    </a:dk1>
    <a:lt1>
      <a:srgbClr val="FFFFFF"/>
    </a:lt1>
    <a:dk2>
      <a:srgbClr val="778495"/>
    </a:dk2>
    <a:lt2>
      <a:srgbClr val="F0F0F0"/>
    </a:lt2>
    <a:accent1>
      <a:srgbClr val="006BB1"/>
    </a:accent1>
    <a:accent2>
      <a:srgbClr val="0087C7"/>
    </a:accent2>
    <a:accent3>
      <a:srgbClr val="596984"/>
    </a:accent3>
    <a:accent4>
      <a:srgbClr val="7F8FA9"/>
    </a:accent4>
    <a:accent5>
      <a:srgbClr val="5AA2AE"/>
    </a:accent5>
    <a:accent6>
      <a:srgbClr val="9D90A0"/>
    </a:accent6>
    <a:hlink>
      <a:srgbClr val="006BB1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沃博联">
    <a:dk1>
      <a:srgbClr val="000000"/>
    </a:dk1>
    <a:lt1>
      <a:srgbClr val="FFFFFF"/>
    </a:lt1>
    <a:dk2>
      <a:srgbClr val="778495"/>
    </a:dk2>
    <a:lt2>
      <a:srgbClr val="F0F0F0"/>
    </a:lt2>
    <a:accent1>
      <a:srgbClr val="006BB1"/>
    </a:accent1>
    <a:accent2>
      <a:srgbClr val="0087C7"/>
    </a:accent2>
    <a:accent3>
      <a:srgbClr val="596984"/>
    </a:accent3>
    <a:accent4>
      <a:srgbClr val="7F8FA9"/>
    </a:accent4>
    <a:accent5>
      <a:srgbClr val="5AA2AE"/>
    </a:accent5>
    <a:accent6>
      <a:srgbClr val="9D90A0"/>
    </a:accent6>
    <a:hlink>
      <a:srgbClr val="006BB1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沃博联">
    <a:dk1>
      <a:srgbClr val="000000"/>
    </a:dk1>
    <a:lt1>
      <a:srgbClr val="FFFFFF"/>
    </a:lt1>
    <a:dk2>
      <a:srgbClr val="778495"/>
    </a:dk2>
    <a:lt2>
      <a:srgbClr val="F0F0F0"/>
    </a:lt2>
    <a:accent1>
      <a:srgbClr val="006BB1"/>
    </a:accent1>
    <a:accent2>
      <a:srgbClr val="0087C7"/>
    </a:accent2>
    <a:accent3>
      <a:srgbClr val="596984"/>
    </a:accent3>
    <a:accent4>
      <a:srgbClr val="7F8FA9"/>
    </a:accent4>
    <a:accent5>
      <a:srgbClr val="5AA2AE"/>
    </a:accent5>
    <a:accent6>
      <a:srgbClr val="9D90A0"/>
    </a:accent6>
    <a:hlink>
      <a:srgbClr val="006BB1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0</TotalTime>
  <Words>10694</Words>
  <Application>WPS 演示</Application>
  <PresentationFormat>宽屏</PresentationFormat>
  <Paragraphs>828</Paragraphs>
  <Slides>32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宋体</vt:lpstr>
      <vt:lpstr>Wingdings</vt:lpstr>
      <vt:lpstr>Impact</vt:lpstr>
      <vt:lpstr>Calibri</vt:lpstr>
      <vt:lpstr>Questrial</vt:lpstr>
      <vt:lpstr>Segoe Print</vt:lpstr>
      <vt:lpstr>微软雅黑</vt:lpstr>
      <vt:lpstr>Arial Unicode MS</vt:lpstr>
      <vt:lpstr>Arial</vt:lpstr>
      <vt:lpstr>主题5</vt:lpstr>
      <vt:lpstr>iSlide® PowerPoint  standard template.</vt:lpstr>
      <vt:lpstr>PowerPoint 演示文稿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Section Header Here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Click to edit Master title style</vt:lpstr>
      <vt:lpstr>Thanks. And Your Slogan Here.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xin</cp:lastModifiedBy>
  <cp:revision>23</cp:revision>
  <cp:lastPrinted>2017-11-22T16:00:00Z</cp:lastPrinted>
  <dcterms:created xsi:type="dcterms:W3CDTF">2017-11-22T16:00:00Z</dcterms:created>
  <dcterms:modified xsi:type="dcterms:W3CDTF">2020-10-13T09:04:50Z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KSOProductBuildVer">
    <vt:lpwstr>2052-11.1.0.10000</vt:lpwstr>
  </property>
</Properties>
</file>