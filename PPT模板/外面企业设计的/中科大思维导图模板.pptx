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3"/>
    <p:sldId id="293" r:id="rId5"/>
    <p:sldId id="279" r:id="rId6"/>
    <p:sldId id="267" r:id="rId7"/>
    <p:sldId id="276" r:id="rId8"/>
    <p:sldId id="269" r:id="rId9"/>
    <p:sldId id="278" r:id="rId10"/>
    <p:sldId id="300" r:id="rId11"/>
    <p:sldId id="301" r:id="rId12"/>
    <p:sldId id="29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72DD6-62AA-4857-894A-905710306A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7CF6F-4E0C-4EB6-9022-C5828447D3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E92BD-66B3-4A2D-936A-ECAF345868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838200" y="404927"/>
            <a:ext cx="10515600" cy="58154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3750" b="0" cap="all" spc="0" baseline="0">
                <a:solidFill>
                  <a:schemeClr val="accent5"/>
                </a:solidFill>
                <a:latin typeface="Montserrat SemiBold" panose="00000700000000000000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5813425" y="1070482"/>
            <a:ext cx="565150" cy="228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EADA5-C82F-4DD5-AB6B-579919E3B7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BB4FC-0457-4985-ADD5-3E8F5D94D1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5"/>
          <p:cNvSpPr/>
          <p:nvPr/>
        </p:nvSpPr>
        <p:spPr bwMode="auto">
          <a:xfrm>
            <a:off x="7313585" y="2571771"/>
            <a:ext cx="355033" cy="651006"/>
          </a:xfrm>
          <a:custGeom>
            <a:avLst/>
            <a:gdLst>
              <a:gd name="T0" fmla="*/ 40 w 529"/>
              <a:gd name="T1" fmla="*/ 97 h 970"/>
              <a:gd name="T2" fmla="*/ 0 w 529"/>
              <a:gd name="T3" fmla="*/ 121 h 970"/>
              <a:gd name="T4" fmla="*/ 406 w 529"/>
              <a:gd name="T5" fmla="*/ 353 h 970"/>
              <a:gd name="T6" fmla="*/ 406 w 529"/>
              <a:gd name="T7" fmla="*/ 970 h 970"/>
              <a:gd name="T8" fmla="*/ 492 w 529"/>
              <a:gd name="T9" fmla="*/ 920 h 970"/>
              <a:gd name="T10" fmla="*/ 529 w 529"/>
              <a:gd name="T11" fmla="*/ 942 h 970"/>
              <a:gd name="T12" fmla="*/ 529 w 529"/>
              <a:gd name="T13" fmla="*/ 284 h 970"/>
              <a:gd name="T14" fmla="*/ 40 w 529"/>
              <a:gd name="T15" fmla="*/ 0 h 970"/>
              <a:gd name="T16" fmla="*/ 40 w 529"/>
              <a:gd name="T17" fmla="*/ 97 h 9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9" h="970">
                <a:moveTo>
                  <a:pt x="40" y="97"/>
                </a:moveTo>
                <a:lnTo>
                  <a:pt x="0" y="121"/>
                </a:lnTo>
                <a:lnTo>
                  <a:pt x="406" y="353"/>
                </a:lnTo>
                <a:lnTo>
                  <a:pt x="406" y="970"/>
                </a:lnTo>
                <a:lnTo>
                  <a:pt x="492" y="920"/>
                </a:lnTo>
                <a:lnTo>
                  <a:pt x="529" y="942"/>
                </a:lnTo>
                <a:lnTo>
                  <a:pt x="529" y="284"/>
                </a:lnTo>
                <a:lnTo>
                  <a:pt x="40" y="0"/>
                </a:lnTo>
                <a:lnTo>
                  <a:pt x="40" y="9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70" name="Freeform 6"/>
          <p:cNvSpPr/>
          <p:nvPr/>
        </p:nvSpPr>
        <p:spPr bwMode="auto">
          <a:xfrm>
            <a:off x="4518960" y="2571771"/>
            <a:ext cx="355704" cy="651006"/>
          </a:xfrm>
          <a:custGeom>
            <a:avLst/>
            <a:gdLst>
              <a:gd name="T0" fmla="*/ 38 w 530"/>
              <a:gd name="T1" fmla="*/ 920 h 970"/>
              <a:gd name="T2" fmla="*/ 123 w 530"/>
              <a:gd name="T3" fmla="*/ 970 h 970"/>
              <a:gd name="T4" fmla="*/ 123 w 530"/>
              <a:gd name="T5" fmla="*/ 353 h 970"/>
              <a:gd name="T6" fmla="*/ 530 w 530"/>
              <a:gd name="T7" fmla="*/ 119 h 970"/>
              <a:gd name="T8" fmla="*/ 490 w 530"/>
              <a:gd name="T9" fmla="*/ 97 h 970"/>
              <a:gd name="T10" fmla="*/ 490 w 530"/>
              <a:gd name="T11" fmla="*/ 0 h 970"/>
              <a:gd name="T12" fmla="*/ 0 w 530"/>
              <a:gd name="T13" fmla="*/ 284 h 970"/>
              <a:gd name="T14" fmla="*/ 0 w 530"/>
              <a:gd name="T15" fmla="*/ 944 h 970"/>
              <a:gd name="T16" fmla="*/ 38 w 530"/>
              <a:gd name="T17" fmla="*/ 920 h 9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30" h="970">
                <a:moveTo>
                  <a:pt x="38" y="920"/>
                </a:moveTo>
                <a:lnTo>
                  <a:pt x="123" y="970"/>
                </a:lnTo>
                <a:lnTo>
                  <a:pt x="123" y="353"/>
                </a:lnTo>
                <a:lnTo>
                  <a:pt x="530" y="119"/>
                </a:lnTo>
                <a:lnTo>
                  <a:pt x="490" y="97"/>
                </a:lnTo>
                <a:lnTo>
                  <a:pt x="490" y="0"/>
                </a:lnTo>
                <a:lnTo>
                  <a:pt x="0" y="284"/>
                </a:lnTo>
                <a:lnTo>
                  <a:pt x="0" y="944"/>
                </a:lnTo>
                <a:lnTo>
                  <a:pt x="38" y="9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71" name="Freeform 7"/>
          <p:cNvSpPr/>
          <p:nvPr/>
        </p:nvSpPr>
        <p:spPr bwMode="auto">
          <a:xfrm>
            <a:off x="5631709" y="1854323"/>
            <a:ext cx="922817" cy="330201"/>
          </a:xfrm>
          <a:custGeom>
            <a:avLst/>
            <a:gdLst>
              <a:gd name="T0" fmla="*/ 83 w 1375"/>
              <a:gd name="T1" fmla="*/ 443 h 492"/>
              <a:gd name="T2" fmla="*/ 83 w 1375"/>
              <a:gd name="T3" fmla="*/ 490 h 492"/>
              <a:gd name="T4" fmla="*/ 686 w 1375"/>
              <a:gd name="T5" fmla="*/ 142 h 492"/>
              <a:gd name="T6" fmla="*/ 1297 w 1375"/>
              <a:gd name="T7" fmla="*/ 492 h 492"/>
              <a:gd name="T8" fmla="*/ 1297 w 1375"/>
              <a:gd name="T9" fmla="*/ 443 h 492"/>
              <a:gd name="T10" fmla="*/ 1375 w 1375"/>
              <a:gd name="T11" fmla="*/ 395 h 492"/>
              <a:gd name="T12" fmla="*/ 686 w 1375"/>
              <a:gd name="T13" fmla="*/ 0 h 492"/>
              <a:gd name="T14" fmla="*/ 0 w 1375"/>
              <a:gd name="T15" fmla="*/ 395 h 492"/>
              <a:gd name="T16" fmla="*/ 83 w 1375"/>
              <a:gd name="T17" fmla="*/ 443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75" h="492">
                <a:moveTo>
                  <a:pt x="83" y="443"/>
                </a:moveTo>
                <a:lnTo>
                  <a:pt x="83" y="490"/>
                </a:lnTo>
                <a:lnTo>
                  <a:pt x="686" y="142"/>
                </a:lnTo>
                <a:lnTo>
                  <a:pt x="1297" y="492"/>
                </a:lnTo>
                <a:lnTo>
                  <a:pt x="1297" y="443"/>
                </a:lnTo>
                <a:lnTo>
                  <a:pt x="1375" y="395"/>
                </a:lnTo>
                <a:lnTo>
                  <a:pt x="686" y="0"/>
                </a:lnTo>
                <a:lnTo>
                  <a:pt x="0" y="395"/>
                </a:lnTo>
                <a:lnTo>
                  <a:pt x="83" y="44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72" name="Freeform 8"/>
          <p:cNvSpPr/>
          <p:nvPr/>
        </p:nvSpPr>
        <p:spPr bwMode="auto">
          <a:xfrm>
            <a:off x="4518960" y="4127472"/>
            <a:ext cx="355704" cy="651006"/>
          </a:xfrm>
          <a:custGeom>
            <a:avLst/>
            <a:gdLst>
              <a:gd name="T0" fmla="*/ 490 w 530"/>
              <a:gd name="T1" fmla="*/ 873 h 970"/>
              <a:gd name="T2" fmla="*/ 530 w 530"/>
              <a:gd name="T3" fmla="*/ 849 h 970"/>
              <a:gd name="T4" fmla="*/ 123 w 530"/>
              <a:gd name="T5" fmla="*/ 615 h 970"/>
              <a:gd name="T6" fmla="*/ 123 w 530"/>
              <a:gd name="T7" fmla="*/ 0 h 970"/>
              <a:gd name="T8" fmla="*/ 38 w 530"/>
              <a:gd name="T9" fmla="*/ 47 h 970"/>
              <a:gd name="T10" fmla="*/ 0 w 530"/>
              <a:gd name="T11" fmla="*/ 26 h 970"/>
              <a:gd name="T12" fmla="*/ 0 w 530"/>
              <a:gd name="T13" fmla="*/ 686 h 970"/>
              <a:gd name="T14" fmla="*/ 490 w 530"/>
              <a:gd name="T15" fmla="*/ 970 h 970"/>
              <a:gd name="T16" fmla="*/ 490 w 530"/>
              <a:gd name="T17" fmla="*/ 873 h 9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30" h="970">
                <a:moveTo>
                  <a:pt x="490" y="873"/>
                </a:moveTo>
                <a:lnTo>
                  <a:pt x="530" y="849"/>
                </a:lnTo>
                <a:lnTo>
                  <a:pt x="123" y="615"/>
                </a:lnTo>
                <a:lnTo>
                  <a:pt x="123" y="0"/>
                </a:lnTo>
                <a:lnTo>
                  <a:pt x="38" y="47"/>
                </a:lnTo>
                <a:lnTo>
                  <a:pt x="0" y="26"/>
                </a:lnTo>
                <a:lnTo>
                  <a:pt x="0" y="686"/>
                </a:lnTo>
                <a:lnTo>
                  <a:pt x="490" y="970"/>
                </a:lnTo>
                <a:lnTo>
                  <a:pt x="490" y="87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73" name="Freeform 9"/>
          <p:cNvSpPr/>
          <p:nvPr/>
        </p:nvSpPr>
        <p:spPr bwMode="auto">
          <a:xfrm>
            <a:off x="5633723" y="5164383"/>
            <a:ext cx="920804" cy="331543"/>
          </a:xfrm>
          <a:custGeom>
            <a:avLst/>
            <a:gdLst>
              <a:gd name="T0" fmla="*/ 1294 w 1372"/>
              <a:gd name="T1" fmla="*/ 52 h 494"/>
              <a:gd name="T2" fmla="*/ 1294 w 1372"/>
              <a:gd name="T3" fmla="*/ 0 h 494"/>
              <a:gd name="T4" fmla="*/ 683 w 1372"/>
              <a:gd name="T5" fmla="*/ 350 h 494"/>
              <a:gd name="T6" fmla="*/ 80 w 1372"/>
              <a:gd name="T7" fmla="*/ 2 h 494"/>
              <a:gd name="T8" fmla="*/ 80 w 1372"/>
              <a:gd name="T9" fmla="*/ 52 h 494"/>
              <a:gd name="T10" fmla="*/ 0 w 1372"/>
              <a:gd name="T11" fmla="*/ 99 h 494"/>
              <a:gd name="T12" fmla="*/ 683 w 1372"/>
              <a:gd name="T13" fmla="*/ 494 h 494"/>
              <a:gd name="T14" fmla="*/ 1372 w 1372"/>
              <a:gd name="T15" fmla="*/ 99 h 494"/>
              <a:gd name="T16" fmla="*/ 1294 w 1372"/>
              <a:gd name="T17" fmla="*/ 52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72" h="494">
                <a:moveTo>
                  <a:pt x="1294" y="52"/>
                </a:moveTo>
                <a:lnTo>
                  <a:pt x="1294" y="0"/>
                </a:lnTo>
                <a:lnTo>
                  <a:pt x="683" y="350"/>
                </a:lnTo>
                <a:lnTo>
                  <a:pt x="80" y="2"/>
                </a:lnTo>
                <a:lnTo>
                  <a:pt x="80" y="52"/>
                </a:lnTo>
                <a:lnTo>
                  <a:pt x="0" y="99"/>
                </a:lnTo>
                <a:lnTo>
                  <a:pt x="683" y="494"/>
                </a:lnTo>
                <a:lnTo>
                  <a:pt x="1372" y="99"/>
                </a:lnTo>
                <a:lnTo>
                  <a:pt x="1294" y="5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74" name="Freeform 10"/>
          <p:cNvSpPr/>
          <p:nvPr/>
        </p:nvSpPr>
        <p:spPr bwMode="auto">
          <a:xfrm>
            <a:off x="7313585" y="4126130"/>
            <a:ext cx="355033" cy="651006"/>
          </a:xfrm>
          <a:custGeom>
            <a:avLst/>
            <a:gdLst>
              <a:gd name="T0" fmla="*/ 492 w 529"/>
              <a:gd name="T1" fmla="*/ 49 h 970"/>
              <a:gd name="T2" fmla="*/ 406 w 529"/>
              <a:gd name="T3" fmla="*/ 0 h 970"/>
              <a:gd name="T4" fmla="*/ 406 w 529"/>
              <a:gd name="T5" fmla="*/ 617 h 970"/>
              <a:gd name="T6" fmla="*/ 0 w 529"/>
              <a:gd name="T7" fmla="*/ 851 h 970"/>
              <a:gd name="T8" fmla="*/ 40 w 529"/>
              <a:gd name="T9" fmla="*/ 875 h 970"/>
              <a:gd name="T10" fmla="*/ 40 w 529"/>
              <a:gd name="T11" fmla="*/ 970 h 970"/>
              <a:gd name="T12" fmla="*/ 529 w 529"/>
              <a:gd name="T13" fmla="*/ 688 h 970"/>
              <a:gd name="T14" fmla="*/ 529 w 529"/>
              <a:gd name="T15" fmla="*/ 28 h 970"/>
              <a:gd name="T16" fmla="*/ 492 w 529"/>
              <a:gd name="T17" fmla="*/ 49 h 9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9" h="970">
                <a:moveTo>
                  <a:pt x="492" y="49"/>
                </a:moveTo>
                <a:lnTo>
                  <a:pt x="406" y="0"/>
                </a:lnTo>
                <a:lnTo>
                  <a:pt x="406" y="617"/>
                </a:lnTo>
                <a:lnTo>
                  <a:pt x="0" y="851"/>
                </a:lnTo>
                <a:lnTo>
                  <a:pt x="40" y="875"/>
                </a:lnTo>
                <a:lnTo>
                  <a:pt x="40" y="970"/>
                </a:lnTo>
                <a:lnTo>
                  <a:pt x="529" y="688"/>
                </a:lnTo>
                <a:lnTo>
                  <a:pt x="529" y="28"/>
                </a:lnTo>
                <a:lnTo>
                  <a:pt x="492" y="49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中科大思维导图模板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Freeform 15"/>
          <p:cNvSpPr/>
          <p:nvPr/>
        </p:nvSpPr>
        <p:spPr bwMode="auto">
          <a:xfrm>
            <a:off x="5264154" y="2701801"/>
            <a:ext cx="1669209" cy="1926908"/>
          </a:xfrm>
          <a:custGeom>
            <a:avLst/>
            <a:gdLst>
              <a:gd name="T0" fmla="*/ 1573 w 3148"/>
              <a:gd name="T1" fmla="*/ 0 h 3634"/>
              <a:gd name="T2" fmla="*/ 0 w 3148"/>
              <a:gd name="T3" fmla="*/ 904 h 3634"/>
              <a:gd name="T4" fmla="*/ 0 w 3148"/>
              <a:gd name="T5" fmla="*/ 2730 h 3634"/>
              <a:gd name="T6" fmla="*/ 1573 w 3148"/>
              <a:gd name="T7" fmla="*/ 3634 h 3634"/>
              <a:gd name="T8" fmla="*/ 3148 w 3148"/>
              <a:gd name="T9" fmla="*/ 2730 h 3634"/>
              <a:gd name="T10" fmla="*/ 3148 w 3148"/>
              <a:gd name="T11" fmla="*/ 904 h 3634"/>
              <a:gd name="T12" fmla="*/ 1573 w 3148"/>
              <a:gd name="T13" fmla="*/ 0 h 3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48" h="3634">
                <a:moveTo>
                  <a:pt x="1573" y="0"/>
                </a:moveTo>
                <a:lnTo>
                  <a:pt x="0" y="904"/>
                </a:lnTo>
                <a:lnTo>
                  <a:pt x="0" y="2730"/>
                </a:lnTo>
                <a:lnTo>
                  <a:pt x="1573" y="3634"/>
                </a:lnTo>
                <a:lnTo>
                  <a:pt x="3148" y="2730"/>
                </a:lnTo>
                <a:lnTo>
                  <a:pt x="3148" y="904"/>
                </a:lnTo>
                <a:lnTo>
                  <a:pt x="1573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9" name="TextBox 28"/>
          <p:cNvSpPr txBox="1"/>
          <p:nvPr/>
        </p:nvSpPr>
        <p:spPr>
          <a:xfrm>
            <a:off x="5523735" y="3357249"/>
            <a:ext cx="1109605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Proposed</a:t>
            </a:r>
            <a:endParaRPr lang="en-US" sz="1400" cap="all" dirty="0">
              <a:solidFill>
                <a:schemeClr val="accent6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algn="ctr"/>
            <a:r>
              <a: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Product</a:t>
            </a:r>
            <a:endParaRPr lang="en-US" sz="1400" cap="all" dirty="0">
              <a:solidFill>
                <a:schemeClr val="accent6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algn="ctr"/>
            <a:r>
              <a: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benefits</a:t>
            </a:r>
            <a:endParaRPr lang="en-US" sz="1400" cap="all" dirty="0">
              <a:solidFill>
                <a:schemeClr val="accent6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7739117" y="1967685"/>
            <a:ext cx="2417832" cy="458689"/>
            <a:chOff x="15478233" y="3935370"/>
            <a:chExt cx="4835664" cy="917378"/>
          </a:xfrm>
        </p:grpSpPr>
        <p:sp>
          <p:nvSpPr>
            <p:cNvPr id="30" name="TextBox 29"/>
            <p:cNvSpPr txBox="1"/>
            <p:nvPr/>
          </p:nvSpPr>
          <p:spPr>
            <a:xfrm>
              <a:off x="15478233" y="3935370"/>
              <a:ext cx="483566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Increase budget 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478233" y="4458794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469087" y="3357249"/>
            <a:ext cx="2417832" cy="458689"/>
            <a:chOff x="16938173" y="6714498"/>
            <a:chExt cx="4835664" cy="917378"/>
          </a:xfrm>
        </p:grpSpPr>
        <p:sp>
          <p:nvSpPr>
            <p:cNvPr id="32" name="TextBox 31"/>
            <p:cNvSpPr txBox="1"/>
            <p:nvPr/>
          </p:nvSpPr>
          <p:spPr>
            <a:xfrm>
              <a:off x="16938173" y="6714498"/>
              <a:ext cx="483566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New support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6938173" y="7237922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739117" y="4731492"/>
            <a:ext cx="2417832" cy="458689"/>
            <a:chOff x="15478233" y="9462983"/>
            <a:chExt cx="4835664" cy="917378"/>
          </a:xfrm>
        </p:grpSpPr>
        <p:sp>
          <p:nvSpPr>
            <p:cNvPr id="36" name="TextBox 35"/>
            <p:cNvSpPr txBox="1"/>
            <p:nvPr/>
          </p:nvSpPr>
          <p:spPr>
            <a:xfrm>
              <a:off x="15478233" y="9462983"/>
              <a:ext cx="483566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documents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5478233" y="9986407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811946" y="4731492"/>
            <a:ext cx="2417832" cy="458689"/>
            <a:chOff x="3623892" y="9462983"/>
            <a:chExt cx="4835664" cy="917378"/>
          </a:xfrm>
        </p:grpSpPr>
        <p:sp>
          <p:nvSpPr>
            <p:cNvPr id="38" name="TextBox 37"/>
            <p:cNvSpPr txBox="1"/>
            <p:nvPr/>
          </p:nvSpPr>
          <p:spPr>
            <a:xfrm>
              <a:off x="3623892" y="9462983"/>
              <a:ext cx="483566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More viewers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23892" y="9986407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223021" y="3357249"/>
            <a:ext cx="2417832" cy="458689"/>
            <a:chOff x="2446041" y="6714498"/>
            <a:chExt cx="4835664" cy="917378"/>
          </a:xfrm>
        </p:grpSpPr>
        <p:sp>
          <p:nvSpPr>
            <p:cNvPr id="40" name="TextBox 39"/>
            <p:cNvSpPr txBox="1"/>
            <p:nvPr/>
          </p:nvSpPr>
          <p:spPr>
            <a:xfrm>
              <a:off x="2446041" y="6714498"/>
              <a:ext cx="483566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New users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446041" y="7237922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811946" y="1969881"/>
            <a:ext cx="2417832" cy="458689"/>
            <a:chOff x="3623892" y="3939761"/>
            <a:chExt cx="4835664" cy="917378"/>
          </a:xfrm>
        </p:grpSpPr>
        <p:sp>
          <p:nvSpPr>
            <p:cNvPr id="42" name="TextBox 41"/>
            <p:cNvSpPr txBox="1"/>
            <p:nvPr/>
          </p:nvSpPr>
          <p:spPr>
            <a:xfrm>
              <a:off x="3623892" y="3939761"/>
              <a:ext cx="483566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Relationship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623892" y="4463185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0" name="Freeform 16"/>
          <p:cNvSpPr/>
          <p:nvPr/>
        </p:nvSpPr>
        <p:spPr bwMode="auto">
          <a:xfrm>
            <a:off x="4155714" y="3224091"/>
            <a:ext cx="781420" cy="902188"/>
          </a:xfrm>
          <a:custGeom>
            <a:avLst/>
            <a:gdLst>
              <a:gd name="T0" fmla="*/ 928 w 1857"/>
              <a:gd name="T1" fmla="*/ 0 h 2144"/>
              <a:gd name="T2" fmla="*/ 0 w 1857"/>
              <a:gd name="T3" fmla="*/ 535 h 2144"/>
              <a:gd name="T4" fmla="*/ 0 w 1857"/>
              <a:gd name="T5" fmla="*/ 1609 h 2144"/>
              <a:gd name="T6" fmla="*/ 928 w 1857"/>
              <a:gd name="T7" fmla="*/ 2144 h 2144"/>
              <a:gd name="T8" fmla="*/ 1857 w 1857"/>
              <a:gd name="T9" fmla="*/ 1609 h 2144"/>
              <a:gd name="T10" fmla="*/ 1857 w 1857"/>
              <a:gd name="T11" fmla="*/ 535 h 2144"/>
              <a:gd name="T12" fmla="*/ 928 w 1857"/>
              <a:gd name="T13" fmla="*/ 0 h 2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57" h="2144">
                <a:moveTo>
                  <a:pt x="928" y="0"/>
                </a:moveTo>
                <a:lnTo>
                  <a:pt x="0" y="535"/>
                </a:lnTo>
                <a:lnTo>
                  <a:pt x="0" y="1609"/>
                </a:lnTo>
                <a:lnTo>
                  <a:pt x="928" y="2144"/>
                </a:lnTo>
                <a:lnTo>
                  <a:pt x="1857" y="1609"/>
                </a:lnTo>
                <a:lnTo>
                  <a:pt x="1857" y="535"/>
                </a:lnTo>
                <a:lnTo>
                  <a:pt x="92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1" name="Freeform 19"/>
          <p:cNvSpPr>
            <a:spLocks noEditPoints="1"/>
          </p:cNvSpPr>
          <p:nvPr/>
        </p:nvSpPr>
        <p:spPr bwMode="auto">
          <a:xfrm>
            <a:off x="4088005" y="3145822"/>
            <a:ext cx="916075" cy="1058725"/>
          </a:xfrm>
          <a:custGeom>
            <a:avLst/>
            <a:gdLst>
              <a:gd name="T0" fmla="*/ 1089 w 2177"/>
              <a:gd name="T1" fmla="*/ 0 h 2516"/>
              <a:gd name="T2" fmla="*/ 0 w 2177"/>
              <a:gd name="T3" fmla="*/ 627 h 2516"/>
              <a:gd name="T4" fmla="*/ 0 w 2177"/>
              <a:gd name="T5" fmla="*/ 1889 h 2516"/>
              <a:gd name="T6" fmla="*/ 1089 w 2177"/>
              <a:gd name="T7" fmla="*/ 2516 h 2516"/>
              <a:gd name="T8" fmla="*/ 2177 w 2177"/>
              <a:gd name="T9" fmla="*/ 1889 h 2516"/>
              <a:gd name="T10" fmla="*/ 2177 w 2177"/>
              <a:gd name="T11" fmla="*/ 627 h 2516"/>
              <a:gd name="T12" fmla="*/ 1089 w 2177"/>
              <a:gd name="T13" fmla="*/ 0 h 2516"/>
              <a:gd name="T14" fmla="*/ 2087 w 2177"/>
              <a:gd name="T15" fmla="*/ 1836 h 2516"/>
              <a:gd name="T16" fmla="*/ 1089 w 2177"/>
              <a:gd name="T17" fmla="*/ 2410 h 2516"/>
              <a:gd name="T18" fmla="*/ 92 w 2177"/>
              <a:gd name="T19" fmla="*/ 1836 h 2516"/>
              <a:gd name="T20" fmla="*/ 92 w 2177"/>
              <a:gd name="T21" fmla="*/ 680 h 2516"/>
              <a:gd name="T22" fmla="*/ 1089 w 2177"/>
              <a:gd name="T23" fmla="*/ 106 h 2516"/>
              <a:gd name="T24" fmla="*/ 2087 w 2177"/>
              <a:gd name="T25" fmla="*/ 680 h 2516"/>
              <a:gd name="T26" fmla="*/ 2087 w 2177"/>
              <a:gd name="T27" fmla="*/ 1836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77" h="2516">
                <a:moveTo>
                  <a:pt x="1089" y="0"/>
                </a:moveTo>
                <a:lnTo>
                  <a:pt x="0" y="627"/>
                </a:lnTo>
                <a:lnTo>
                  <a:pt x="0" y="1889"/>
                </a:lnTo>
                <a:lnTo>
                  <a:pt x="1089" y="2516"/>
                </a:lnTo>
                <a:lnTo>
                  <a:pt x="2177" y="1889"/>
                </a:lnTo>
                <a:lnTo>
                  <a:pt x="2177" y="627"/>
                </a:lnTo>
                <a:lnTo>
                  <a:pt x="1089" y="0"/>
                </a:lnTo>
                <a:close/>
                <a:moveTo>
                  <a:pt x="2087" y="1836"/>
                </a:moveTo>
                <a:lnTo>
                  <a:pt x="1089" y="2410"/>
                </a:lnTo>
                <a:lnTo>
                  <a:pt x="92" y="1836"/>
                </a:lnTo>
                <a:lnTo>
                  <a:pt x="92" y="680"/>
                </a:lnTo>
                <a:lnTo>
                  <a:pt x="1089" y="106"/>
                </a:lnTo>
                <a:lnTo>
                  <a:pt x="2087" y="680"/>
                </a:lnTo>
                <a:lnTo>
                  <a:pt x="2087" y="1836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5" name="Freeform 110"/>
          <p:cNvSpPr>
            <a:spLocks noEditPoints="1"/>
          </p:cNvSpPr>
          <p:nvPr/>
        </p:nvSpPr>
        <p:spPr bwMode="auto">
          <a:xfrm>
            <a:off x="4319214" y="3510468"/>
            <a:ext cx="377598" cy="309574"/>
          </a:xfrm>
          <a:custGeom>
            <a:avLst/>
            <a:gdLst>
              <a:gd name="T0" fmla="*/ 68 w 353"/>
              <a:gd name="T1" fmla="*/ 173 h 289"/>
              <a:gd name="T2" fmla="*/ 55 w 353"/>
              <a:gd name="T3" fmla="*/ 131 h 289"/>
              <a:gd name="T4" fmla="*/ 55 w 353"/>
              <a:gd name="T5" fmla="*/ 117 h 289"/>
              <a:gd name="T6" fmla="*/ 49 w 353"/>
              <a:gd name="T7" fmla="*/ 75 h 289"/>
              <a:gd name="T8" fmla="*/ 69 w 353"/>
              <a:gd name="T9" fmla="*/ 52 h 289"/>
              <a:gd name="T10" fmla="*/ 98 w 353"/>
              <a:gd name="T11" fmla="*/ 50 h 289"/>
              <a:gd name="T12" fmla="*/ 103 w 353"/>
              <a:gd name="T13" fmla="*/ 35 h 289"/>
              <a:gd name="T14" fmla="*/ 61 w 353"/>
              <a:gd name="T15" fmla="*/ 39 h 289"/>
              <a:gd name="T16" fmla="*/ 40 w 353"/>
              <a:gd name="T17" fmla="*/ 113 h 289"/>
              <a:gd name="T18" fmla="*/ 52 w 353"/>
              <a:gd name="T19" fmla="*/ 173 h 289"/>
              <a:gd name="T20" fmla="*/ 0 w 353"/>
              <a:gd name="T21" fmla="*/ 249 h 289"/>
              <a:gd name="T22" fmla="*/ 43 w 353"/>
              <a:gd name="T23" fmla="*/ 257 h 289"/>
              <a:gd name="T24" fmla="*/ 16 w 353"/>
              <a:gd name="T25" fmla="*/ 241 h 289"/>
              <a:gd name="T26" fmla="*/ 319 w 353"/>
              <a:gd name="T27" fmla="*/ 201 h 289"/>
              <a:gd name="T28" fmla="*/ 311 w 353"/>
              <a:gd name="T29" fmla="*/ 140 h 289"/>
              <a:gd name="T30" fmla="*/ 318 w 353"/>
              <a:gd name="T31" fmla="*/ 69 h 289"/>
              <a:gd name="T32" fmla="*/ 265 w 353"/>
              <a:gd name="T33" fmla="*/ 32 h 289"/>
              <a:gd name="T34" fmla="*/ 253 w 353"/>
              <a:gd name="T35" fmla="*/ 51 h 289"/>
              <a:gd name="T36" fmla="*/ 265 w 353"/>
              <a:gd name="T37" fmla="*/ 48 h 289"/>
              <a:gd name="T38" fmla="*/ 285 w 353"/>
              <a:gd name="T39" fmla="*/ 53 h 289"/>
              <a:gd name="T40" fmla="*/ 298 w 353"/>
              <a:gd name="T41" fmla="*/ 106 h 289"/>
              <a:gd name="T42" fmla="*/ 298 w 353"/>
              <a:gd name="T43" fmla="*/ 131 h 289"/>
              <a:gd name="T44" fmla="*/ 297 w 353"/>
              <a:gd name="T45" fmla="*/ 132 h 289"/>
              <a:gd name="T46" fmla="*/ 314 w 353"/>
              <a:gd name="T47" fmla="*/ 216 h 289"/>
              <a:gd name="T48" fmla="*/ 301 w 353"/>
              <a:gd name="T49" fmla="*/ 241 h 289"/>
              <a:gd name="T50" fmla="*/ 345 w 353"/>
              <a:gd name="T51" fmla="*/ 257 h 289"/>
              <a:gd name="T52" fmla="*/ 319 w 353"/>
              <a:gd name="T53" fmla="*/ 201 h 289"/>
              <a:gd name="T54" fmla="*/ 211 w 353"/>
              <a:gd name="T55" fmla="*/ 181 h 289"/>
              <a:gd name="T56" fmla="*/ 231 w 353"/>
              <a:gd name="T57" fmla="*/ 105 h 289"/>
              <a:gd name="T58" fmla="*/ 209 w 353"/>
              <a:gd name="T59" fmla="*/ 5 h 289"/>
              <a:gd name="T60" fmla="*/ 152 w 353"/>
              <a:gd name="T61" fmla="*/ 9 h 289"/>
              <a:gd name="T62" fmla="*/ 122 w 353"/>
              <a:gd name="T63" fmla="*/ 104 h 289"/>
              <a:gd name="T64" fmla="*/ 141 w 353"/>
              <a:gd name="T65" fmla="*/ 181 h 289"/>
              <a:gd name="T66" fmla="*/ 56 w 353"/>
              <a:gd name="T67" fmla="*/ 281 h 289"/>
              <a:gd name="T68" fmla="*/ 289 w 353"/>
              <a:gd name="T69" fmla="*/ 289 h 289"/>
              <a:gd name="T70" fmla="*/ 240 w 353"/>
              <a:gd name="T71" fmla="*/ 218 h 289"/>
              <a:gd name="T72" fmla="*/ 116 w 353"/>
              <a:gd name="T73" fmla="*/ 234 h 289"/>
              <a:gd name="T74" fmla="*/ 157 w 353"/>
              <a:gd name="T75" fmla="*/ 181 h 289"/>
              <a:gd name="T76" fmla="*/ 137 w 353"/>
              <a:gd name="T77" fmla="*/ 129 h 289"/>
              <a:gd name="T78" fmla="*/ 137 w 353"/>
              <a:gd name="T79" fmla="*/ 97 h 289"/>
              <a:gd name="T80" fmla="*/ 159 w 353"/>
              <a:gd name="T81" fmla="*/ 23 h 289"/>
              <a:gd name="T82" fmla="*/ 186 w 353"/>
              <a:gd name="T83" fmla="*/ 16 h 289"/>
              <a:gd name="T84" fmla="*/ 217 w 353"/>
              <a:gd name="T85" fmla="*/ 44 h 289"/>
              <a:gd name="T86" fmla="*/ 215 w 353"/>
              <a:gd name="T87" fmla="*/ 108 h 289"/>
              <a:gd name="T88" fmla="*/ 213 w 353"/>
              <a:gd name="T89" fmla="*/ 132 h 289"/>
              <a:gd name="T90" fmla="*/ 235 w 353"/>
              <a:gd name="T91" fmla="*/ 234 h 289"/>
              <a:gd name="T92" fmla="*/ 280 w 353"/>
              <a:gd name="T93" fmla="*/ 273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53" h="289">
                <a:moveTo>
                  <a:pt x="38" y="216"/>
                </a:moveTo>
                <a:cubicBezTo>
                  <a:pt x="49" y="213"/>
                  <a:pt x="68" y="201"/>
                  <a:pt x="68" y="173"/>
                </a:cubicBezTo>
                <a:cubicBezTo>
                  <a:pt x="68" y="148"/>
                  <a:pt x="60" y="138"/>
                  <a:pt x="55" y="132"/>
                </a:cubicBezTo>
                <a:cubicBezTo>
                  <a:pt x="55" y="131"/>
                  <a:pt x="55" y="131"/>
                  <a:pt x="55" y="131"/>
                </a:cubicBezTo>
                <a:cubicBezTo>
                  <a:pt x="55" y="131"/>
                  <a:pt x="55" y="131"/>
                  <a:pt x="55" y="131"/>
                </a:cubicBezTo>
                <a:cubicBezTo>
                  <a:pt x="54" y="130"/>
                  <a:pt x="53" y="126"/>
                  <a:pt x="55" y="117"/>
                </a:cubicBezTo>
                <a:cubicBezTo>
                  <a:pt x="56" y="113"/>
                  <a:pt x="56" y="109"/>
                  <a:pt x="54" y="106"/>
                </a:cubicBezTo>
                <a:cubicBezTo>
                  <a:pt x="51" y="99"/>
                  <a:pt x="45" y="85"/>
                  <a:pt x="49" y="75"/>
                </a:cubicBezTo>
                <a:cubicBezTo>
                  <a:pt x="56" y="58"/>
                  <a:pt x="59" y="57"/>
                  <a:pt x="67" y="53"/>
                </a:cubicBezTo>
                <a:cubicBezTo>
                  <a:pt x="68" y="53"/>
                  <a:pt x="69" y="53"/>
                  <a:pt x="69" y="52"/>
                </a:cubicBezTo>
                <a:cubicBezTo>
                  <a:pt x="71" y="51"/>
                  <a:pt x="79" y="48"/>
                  <a:pt x="88" y="48"/>
                </a:cubicBezTo>
                <a:cubicBezTo>
                  <a:pt x="92" y="48"/>
                  <a:pt x="95" y="49"/>
                  <a:pt x="98" y="50"/>
                </a:cubicBezTo>
                <a:cubicBezTo>
                  <a:pt x="98" y="47"/>
                  <a:pt x="99" y="45"/>
                  <a:pt x="100" y="42"/>
                </a:cubicBezTo>
                <a:cubicBezTo>
                  <a:pt x="101" y="39"/>
                  <a:pt x="102" y="37"/>
                  <a:pt x="103" y="35"/>
                </a:cubicBezTo>
                <a:cubicBezTo>
                  <a:pt x="98" y="33"/>
                  <a:pt x="93" y="32"/>
                  <a:pt x="88" y="32"/>
                </a:cubicBezTo>
                <a:cubicBezTo>
                  <a:pt x="76" y="32"/>
                  <a:pt x="65" y="36"/>
                  <a:pt x="61" y="39"/>
                </a:cubicBezTo>
                <a:cubicBezTo>
                  <a:pt x="48" y="44"/>
                  <a:pt x="42" y="50"/>
                  <a:pt x="34" y="69"/>
                </a:cubicBezTo>
                <a:cubicBezTo>
                  <a:pt x="27" y="86"/>
                  <a:pt x="36" y="104"/>
                  <a:pt x="40" y="113"/>
                </a:cubicBezTo>
                <a:cubicBezTo>
                  <a:pt x="35" y="133"/>
                  <a:pt x="42" y="140"/>
                  <a:pt x="42" y="140"/>
                </a:cubicBezTo>
                <a:cubicBezTo>
                  <a:pt x="45" y="145"/>
                  <a:pt x="52" y="153"/>
                  <a:pt x="52" y="173"/>
                </a:cubicBezTo>
                <a:cubicBezTo>
                  <a:pt x="52" y="197"/>
                  <a:pt x="34" y="201"/>
                  <a:pt x="34" y="201"/>
                </a:cubicBezTo>
                <a:cubicBezTo>
                  <a:pt x="19" y="206"/>
                  <a:pt x="0" y="217"/>
                  <a:pt x="0" y="249"/>
                </a:cubicBezTo>
                <a:cubicBezTo>
                  <a:pt x="0" y="249"/>
                  <a:pt x="0" y="257"/>
                  <a:pt x="8" y="257"/>
                </a:cubicBezTo>
                <a:cubicBezTo>
                  <a:pt x="43" y="257"/>
                  <a:pt x="43" y="257"/>
                  <a:pt x="43" y="257"/>
                </a:cubicBezTo>
                <a:cubicBezTo>
                  <a:pt x="45" y="251"/>
                  <a:pt x="48" y="245"/>
                  <a:pt x="51" y="241"/>
                </a:cubicBezTo>
                <a:cubicBezTo>
                  <a:pt x="16" y="241"/>
                  <a:pt x="16" y="241"/>
                  <a:pt x="16" y="241"/>
                </a:cubicBezTo>
                <a:cubicBezTo>
                  <a:pt x="19" y="225"/>
                  <a:pt x="28" y="220"/>
                  <a:pt x="38" y="216"/>
                </a:cubicBezTo>
                <a:moveTo>
                  <a:pt x="319" y="201"/>
                </a:moveTo>
                <a:cubicBezTo>
                  <a:pt x="319" y="201"/>
                  <a:pt x="301" y="197"/>
                  <a:pt x="301" y="173"/>
                </a:cubicBezTo>
                <a:cubicBezTo>
                  <a:pt x="301" y="153"/>
                  <a:pt x="307" y="145"/>
                  <a:pt x="311" y="140"/>
                </a:cubicBezTo>
                <a:cubicBezTo>
                  <a:pt x="311" y="140"/>
                  <a:pt x="318" y="133"/>
                  <a:pt x="312" y="113"/>
                </a:cubicBezTo>
                <a:cubicBezTo>
                  <a:pt x="317" y="104"/>
                  <a:pt x="325" y="86"/>
                  <a:pt x="318" y="69"/>
                </a:cubicBezTo>
                <a:cubicBezTo>
                  <a:pt x="310" y="50"/>
                  <a:pt x="304" y="44"/>
                  <a:pt x="292" y="39"/>
                </a:cubicBezTo>
                <a:cubicBezTo>
                  <a:pt x="287" y="36"/>
                  <a:pt x="276" y="32"/>
                  <a:pt x="265" y="32"/>
                </a:cubicBezTo>
                <a:cubicBezTo>
                  <a:pt x="259" y="32"/>
                  <a:pt x="254" y="33"/>
                  <a:pt x="248" y="35"/>
                </a:cubicBezTo>
                <a:cubicBezTo>
                  <a:pt x="250" y="40"/>
                  <a:pt x="252" y="46"/>
                  <a:pt x="253" y="51"/>
                </a:cubicBezTo>
                <a:cubicBezTo>
                  <a:pt x="254" y="51"/>
                  <a:pt x="254" y="50"/>
                  <a:pt x="254" y="50"/>
                </a:cubicBezTo>
                <a:cubicBezTo>
                  <a:pt x="257" y="49"/>
                  <a:pt x="260" y="48"/>
                  <a:pt x="265" y="48"/>
                </a:cubicBezTo>
                <a:cubicBezTo>
                  <a:pt x="273" y="48"/>
                  <a:pt x="281" y="51"/>
                  <a:pt x="283" y="52"/>
                </a:cubicBezTo>
                <a:cubicBezTo>
                  <a:pt x="284" y="53"/>
                  <a:pt x="284" y="53"/>
                  <a:pt x="285" y="53"/>
                </a:cubicBezTo>
                <a:cubicBezTo>
                  <a:pt x="293" y="57"/>
                  <a:pt x="296" y="58"/>
                  <a:pt x="303" y="75"/>
                </a:cubicBezTo>
                <a:cubicBezTo>
                  <a:pt x="307" y="85"/>
                  <a:pt x="301" y="99"/>
                  <a:pt x="298" y="106"/>
                </a:cubicBezTo>
                <a:cubicBezTo>
                  <a:pt x="297" y="109"/>
                  <a:pt x="296" y="113"/>
                  <a:pt x="297" y="117"/>
                </a:cubicBezTo>
                <a:cubicBezTo>
                  <a:pt x="299" y="126"/>
                  <a:pt x="298" y="130"/>
                  <a:pt x="298" y="131"/>
                </a:cubicBezTo>
                <a:cubicBezTo>
                  <a:pt x="298" y="131"/>
                  <a:pt x="298" y="131"/>
                  <a:pt x="298" y="131"/>
                </a:cubicBezTo>
                <a:cubicBezTo>
                  <a:pt x="297" y="132"/>
                  <a:pt x="297" y="132"/>
                  <a:pt x="297" y="132"/>
                </a:cubicBezTo>
                <a:cubicBezTo>
                  <a:pt x="293" y="138"/>
                  <a:pt x="285" y="148"/>
                  <a:pt x="285" y="173"/>
                </a:cubicBezTo>
                <a:cubicBezTo>
                  <a:pt x="285" y="201"/>
                  <a:pt x="303" y="213"/>
                  <a:pt x="314" y="216"/>
                </a:cubicBezTo>
                <a:cubicBezTo>
                  <a:pt x="324" y="220"/>
                  <a:pt x="334" y="225"/>
                  <a:pt x="336" y="241"/>
                </a:cubicBezTo>
                <a:cubicBezTo>
                  <a:pt x="301" y="241"/>
                  <a:pt x="301" y="241"/>
                  <a:pt x="301" y="241"/>
                </a:cubicBezTo>
                <a:cubicBezTo>
                  <a:pt x="304" y="245"/>
                  <a:pt x="307" y="251"/>
                  <a:pt x="309" y="257"/>
                </a:cubicBezTo>
                <a:cubicBezTo>
                  <a:pt x="345" y="257"/>
                  <a:pt x="345" y="257"/>
                  <a:pt x="345" y="257"/>
                </a:cubicBezTo>
                <a:cubicBezTo>
                  <a:pt x="353" y="257"/>
                  <a:pt x="353" y="249"/>
                  <a:pt x="353" y="249"/>
                </a:cubicBezTo>
                <a:cubicBezTo>
                  <a:pt x="353" y="217"/>
                  <a:pt x="333" y="206"/>
                  <a:pt x="319" y="201"/>
                </a:cubicBezTo>
                <a:moveTo>
                  <a:pt x="240" y="218"/>
                </a:moveTo>
                <a:cubicBezTo>
                  <a:pt x="240" y="218"/>
                  <a:pt x="211" y="211"/>
                  <a:pt x="211" y="181"/>
                </a:cubicBezTo>
                <a:cubicBezTo>
                  <a:pt x="211" y="155"/>
                  <a:pt x="223" y="146"/>
                  <a:pt x="228" y="139"/>
                </a:cubicBezTo>
                <a:cubicBezTo>
                  <a:pt x="228" y="139"/>
                  <a:pt x="237" y="131"/>
                  <a:pt x="231" y="105"/>
                </a:cubicBezTo>
                <a:cubicBezTo>
                  <a:pt x="241" y="90"/>
                  <a:pt x="245" y="66"/>
                  <a:pt x="232" y="37"/>
                </a:cubicBezTo>
                <a:cubicBezTo>
                  <a:pt x="225" y="20"/>
                  <a:pt x="219" y="11"/>
                  <a:pt x="209" y="5"/>
                </a:cubicBezTo>
                <a:cubicBezTo>
                  <a:pt x="202" y="1"/>
                  <a:pt x="194" y="0"/>
                  <a:pt x="186" y="0"/>
                </a:cubicBezTo>
                <a:cubicBezTo>
                  <a:pt x="172" y="0"/>
                  <a:pt x="158" y="5"/>
                  <a:pt x="152" y="9"/>
                </a:cubicBezTo>
                <a:cubicBezTo>
                  <a:pt x="136" y="16"/>
                  <a:pt x="125" y="22"/>
                  <a:pt x="115" y="48"/>
                </a:cubicBezTo>
                <a:cubicBezTo>
                  <a:pt x="107" y="69"/>
                  <a:pt x="117" y="92"/>
                  <a:pt x="122" y="104"/>
                </a:cubicBezTo>
                <a:cubicBezTo>
                  <a:pt x="116" y="130"/>
                  <a:pt x="125" y="139"/>
                  <a:pt x="125" y="139"/>
                </a:cubicBezTo>
                <a:cubicBezTo>
                  <a:pt x="129" y="146"/>
                  <a:pt x="141" y="155"/>
                  <a:pt x="141" y="181"/>
                </a:cubicBezTo>
                <a:cubicBezTo>
                  <a:pt x="141" y="211"/>
                  <a:pt x="112" y="218"/>
                  <a:pt x="112" y="218"/>
                </a:cubicBezTo>
                <a:cubicBezTo>
                  <a:pt x="94" y="225"/>
                  <a:pt x="56" y="238"/>
                  <a:pt x="56" y="281"/>
                </a:cubicBezTo>
                <a:cubicBezTo>
                  <a:pt x="56" y="281"/>
                  <a:pt x="56" y="289"/>
                  <a:pt x="64" y="289"/>
                </a:cubicBezTo>
                <a:cubicBezTo>
                  <a:pt x="289" y="289"/>
                  <a:pt x="289" y="289"/>
                  <a:pt x="289" y="289"/>
                </a:cubicBezTo>
                <a:cubicBezTo>
                  <a:pt x="297" y="289"/>
                  <a:pt x="297" y="281"/>
                  <a:pt x="297" y="281"/>
                </a:cubicBezTo>
                <a:cubicBezTo>
                  <a:pt x="297" y="238"/>
                  <a:pt x="258" y="225"/>
                  <a:pt x="240" y="218"/>
                </a:cubicBezTo>
                <a:moveTo>
                  <a:pt x="72" y="273"/>
                </a:moveTo>
                <a:cubicBezTo>
                  <a:pt x="76" y="250"/>
                  <a:pt x="96" y="241"/>
                  <a:pt x="116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131" y="230"/>
                  <a:pt x="157" y="214"/>
                  <a:pt x="157" y="181"/>
                </a:cubicBezTo>
                <a:cubicBezTo>
                  <a:pt x="157" y="153"/>
                  <a:pt x="146" y="140"/>
                  <a:pt x="140" y="132"/>
                </a:cubicBezTo>
                <a:cubicBezTo>
                  <a:pt x="138" y="131"/>
                  <a:pt x="137" y="129"/>
                  <a:pt x="137" y="129"/>
                </a:cubicBezTo>
                <a:cubicBezTo>
                  <a:pt x="137" y="128"/>
                  <a:pt x="134" y="122"/>
                  <a:pt x="138" y="107"/>
                </a:cubicBezTo>
                <a:cubicBezTo>
                  <a:pt x="139" y="100"/>
                  <a:pt x="137" y="97"/>
                  <a:pt x="137" y="97"/>
                </a:cubicBezTo>
                <a:cubicBezTo>
                  <a:pt x="132" y="87"/>
                  <a:pt x="124" y="69"/>
                  <a:pt x="130" y="54"/>
                </a:cubicBezTo>
                <a:cubicBezTo>
                  <a:pt x="138" y="33"/>
                  <a:pt x="146" y="29"/>
                  <a:pt x="159" y="23"/>
                </a:cubicBezTo>
                <a:cubicBezTo>
                  <a:pt x="160" y="23"/>
                  <a:pt x="160" y="22"/>
                  <a:pt x="161" y="22"/>
                </a:cubicBezTo>
                <a:cubicBezTo>
                  <a:pt x="164" y="20"/>
                  <a:pt x="174" y="16"/>
                  <a:pt x="186" y="16"/>
                </a:cubicBezTo>
                <a:cubicBezTo>
                  <a:pt x="192" y="16"/>
                  <a:pt x="197" y="17"/>
                  <a:pt x="201" y="19"/>
                </a:cubicBezTo>
                <a:cubicBezTo>
                  <a:pt x="206" y="22"/>
                  <a:pt x="210" y="27"/>
                  <a:pt x="217" y="44"/>
                </a:cubicBezTo>
                <a:cubicBezTo>
                  <a:pt x="230" y="73"/>
                  <a:pt x="222" y="89"/>
                  <a:pt x="218" y="95"/>
                </a:cubicBezTo>
                <a:cubicBezTo>
                  <a:pt x="215" y="99"/>
                  <a:pt x="214" y="104"/>
                  <a:pt x="215" y="108"/>
                </a:cubicBezTo>
                <a:cubicBezTo>
                  <a:pt x="218" y="122"/>
                  <a:pt x="216" y="127"/>
                  <a:pt x="216" y="129"/>
                </a:cubicBezTo>
                <a:cubicBezTo>
                  <a:pt x="216" y="129"/>
                  <a:pt x="214" y="131"/>
                  <a:pt x="213" y="132"/>
                </a:cubicBezTo>
                <a:cubicBezTo>
                  <a:pt x="207" y="140"/>
                  <a:pt x="195" y="153"/>
                  <a:pt x="195" y="181"/>
                </a:cubicBezTo>
                <a:cubicBezTo>
                  <a:pt x="195" y="214"/>
                  <a:pt x="221" y="230"/>
                  <a:pt x="235" y="234"/>
                </a:cubicBezTo>
                <a:cubicBezTo>
                  <a:pt x="236" y="234"/>
                  <a:pt x="236" y="234"/>
                  <a:pt x="236" y="234"/>
                </a:cubicBezTo>
                <a:cubicBezTo>
                  <a:pt x="256" y="241"/>
                  <a:pt x="276" y="250"/>
                  <a:pt x="280" y="273"/>
                </a:cubicBezTo>
                <a:lnTo>
                  <a:pt x="72" y="2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3" name="Freeform 16"/>
          <p:cNvSpPr/>
          <p:nvPr/>
        </p:nvSpPr>
        <p:spPr bwMode="auto">
          <a:xfrm>
            <a:off x="4879234" y="4505588"/>
            <a:ext cx="781420" cy="902189"/>
          </a:xfrm>
          <a:custGeom>
            <a:avLst/>
            <a:gdLst>
              <a:gd name="T0" fmla="*/ 928 w 1857"/>
              <a:gd name="T1" fmla="*/ 0 h 2144"/>
              <a:gd name="T2" fmla="*/ 0 w 1857"/>
              <a:gd name="T3" fmla="*/ 535 h 2144"/>
              <a:gd name="T4" fmla="*/ 0 w 1857"/>
              <a:gd name="T5" fmla="*/ 1609 h 2144"/>
              <a:gd name="T6" fmla="*/ 928 w 1857"/>
              <a:gd name="T7" fmla="*/ 2144 h 2144"/>
              <a:gd name="T8" fmla="*/ 1857 w 1857"/>
              <a:gd name="T9" fmla="*/ 1609 h 2144"/>
              <a:gd name="T10" fmla="*/ 1857 w 1857"/>
              <a:gd name="T11" fmla="*/ 535 h 2144"/>
              <a:gd name="T12" fmla="*/ 928 w 1857"/>
              <a:gd name="T13" fmla="*/ 0 h 2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57" h="2144">
                <a:moveTo>
                  <a:pt x="928" y="0"/>
                </a:moveTo>
                <a:lnTo>
                  <a:pt x="0" y="535"/>
                </a:lnTo>
                <a:lnTo>
                  <a:pt x="0" y="1609"/>
                </a:lnTo>
                <a:lnTo>
                  <a:pt x="928" y="2144"/>
                </a:lnTo>
                <a:lnTo>
                  <a:pt x="1857" y="1609"/>
                </a:lnTo>
                <a:lnTo>
                  <a:pt x="1857" y="535"/>
                </a:lnTo>
                <a:lnTo>
                  <a:pt x="92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4" name="Freeform 19"/>
          <p:cNvSpPr>
            <a:spLocks noEditPoints="1"/>
          </p:cNvSpPr>
          <p:nvPr/>
        </p:nvSpPr>
        <p:spPr bwMode="auto">
          <a:xfrm>
            <a:off x="4811486" y="4427319"/>
            <a:ext cx="916075" cy="1058725"/>
          </a:xfrm>
          <a:custGeom>
            <a:avLst/>
            <a:gdLst>
              <a:gd name="T0" fmla="*/ 1089 w 2177"/>
              <a:gd name="T1" fmla="*/ 0 h 2516"/>
              <a:gd name="T2" fmla="*/ 0 w 2177"/>
              <a:gd name="T3" fmla="*/ 627 h 2516"/>
              <a:gd name="T4" fmla="*/ 0 w 2177"/>
              <a:gd name="T5" fmla="*/ 1889 h 2516"/>
              <a:gd name="T6" fmla="*/ 1089 w 2177"/>
              <a:gd name="T7" fmla="*/ 2516 h 2516"/>
              <a:gd name="T8" fmla="*/ 2177 w 2177"/>
              <a:gd name="T9" fmla="*/ 1889 h 2516"/>
              <a:gd name="T10" fmla="*/ 2177 w 2177"/>
              <a:gd name="T11" fmla="*/ 627 h 2516"/>
              <a:gd name="T12" fmla="*/ 1089 w 2177"/>
              <a:gd name="T13" fmla="*/ 0 h 2516"/>
              <a:gd name="T14" fmla="*/ 2087 w 2177"/>
              <a:gd name="T15" fmla="*/ 1836 h 2516"/>
              <a:gd name="T16" fmla="*/ 1089 w 2177"/>
              <a:gd name="T17" fmla="*/ 2410 h 2516"/>
              <a:gd name="T18" fmla="*/ 92 w 2177"/>
              <a:gd name="T19" fmla="*/ 1836 h 2516"/>
              <a:gd name="T20" fmla="*/ 92 w 2177"/>
              <a:gd name="T21" fmla="*/ 680 h 2516"/>
              <a:gd name="T22" fmla="*/ 1089 w 2177"/>
              <a:gd name="T23" fmla="*/ 106 h 2516"/>
              <a:gd name="T24" fmla="*/ 2087 w 2177"/>
              <a:gd name="T25" fmla="*/ 680 h 2516"/>
              <a:gd name="T26" fmla="*/ 2087 w 2177"/>
              <a:gd name="T27" fmla="*/ 1836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77" h="2516">
                <a:moveTo>
                  <a:pt x="1089" y="0"/>
                </a:moveTo>
                <a:lnTo>
                  <a:pt x="0" y="627"/>
                </a:lnTo>
                <a:lnTo>
                  <a:pt x="0" y="1889"/>
                </a:lnTo>
                <a:lnTo>
                  <a:pt x="1089" y="2516"/>
                </a:lnTo>
                <a:lnTo>
                  <a:pt x="2177" y="1889"/>
                </a:lnTo>
                <a:lnTo>
                  <a:pt x="2177" y="627"/>
                </a:lnTo>
                <a:lnTo>
                  <a:pt x="1089" y="0"/>
                </a:lnTo>
                <a:close/>
                <a:moveTo>
                  <a:pt x="2087" y="1836"/>
                </a:moveTo>
                <a:lnTo>
                  <a:pt x="1089" y="2410"/>
                </a:lnTo>
                <a:lnTo>
                  <a:pt x="92" y="1836"/>
                </a:lnTo>
                <a:lnTo>
                  <a:pt x="92" y="680"/>
                </a:lnTo>
                <a:lnTo>
                  <a:pt x="1089" y="106"/>
                </a:lnTo>
                <a:lnTo>
                  <a:pt x="2087" y="680"/>
                </a:lnTo>
                <a:lnTo>
                  <a:pt x="2087" y="1836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6" name="Freeform 114"/>
          <p:cNvSpPr>
            <a:spLocks noEditPoints="1"/>
          </p:cNvSpPr>
          <p:nvPr/>
        </p:nvSpPr>
        <p:spPr bwMode="auto">
          <a:xfrm>
            <a:off x="5080724" y="4836600"/>
            <a:ext cx="377598" cy="240164"/>
          </a:xfrm>
          <a:custGeom>
            <a:avLst/>
            <a:gdLst>
              <a:gd name="T0" fmla="*/ 176 w 353"/>
              <a:gd name="T1" fmla="*/ 88 h 225"/>
              <a:gd name="T2" fmla="*/ 152 w 353"/>
              <a:gd name="T3" fmla="*/ 112 h 225"/>
              <a:gd name="T4" fmla="*/ 176 w 353"/>
              <a:gd name="T5" fmla="*/ 136 h 225"/>
              <a:gd name="T6" fmla="*/ 201 w 353"/>
              <a:gd name="T7" fmla="*/ 112 h 225"/>
              <a:gd name="T8" fmla="*/ 176 w 353"/>
              <a:gd name="T9" fmla="*/ 88 h 225"/>
              <a:gd name="T10" fmla="*/ 176 w 353"/>
              <a:gd name="T11" fmla="*/ 32 h 225"/>
              <a:gd name="T12" fmla="*/ 96 w 353"/>
              <a:gd name="T13" fmla="*/ 112 h 225"/>
              <a:gd name="T14" fmla="*/ 176 w 353"/>
              <a:gd name="T15" fmla="*/ 193 h 225"/>
              <a:gd name="T16" fmla="*/ 257 w 353"/>
              <a:gd name="T17" fmla="*/ 112 h 225"/>
              <a:gd name="T18" fmla="*/ 176 w 353"/>
              <a:gd name="T19" fmla="*/ 32 h 225"/>
              <a:gd name="T20" fmla="*/ 176 w 353"/>
              <a:gd name="T21" fmla="*/ 177 h 225"/>
              <a:gd name="T22" fmla="*/ 112 w 353"/>
              <a:gd name="T23" fmla="*/ 112 h 225"/>
              <a:gd name="T24" fmla="*/ 176 w 353"/>
              <a:gd name="T25" fmla="*/ 48 h 225"/>
              <a:gd name="T26" fmla="*/ 241 w 353"/>
              <a:gd name="T27" fmla="*/ 112 h 225"/>
              <a:gd name="T28" fmla="*/ 176 w 353"/>
              <a:gd name="T29" fmla="*/ 177 h 225"/>
              <a:gd name="T30" fmla="*/ 176 w 353"/>
              <a:gd name="T31" fmla="*/ 0 h 225"/>
              <a:gd name="T32" fmla="*/ 0 w 353"/>
              <a:gd name="T33" fmla="*/ 112 h 225"/>
              <a:gd name="T34" fmla="*/ 176 w 353"/>
              <a:gd name="T35" fmla="*/ 225 h 225"/>
              <a:gd name="T36" fmla="*/ 353 w 353"/>
              <a:gd name="T37" fmla="*/ 112 h 225"/>
              <a:gd name="T38" fmla="*/ 176 w 353"/>
              <a:gd name="T39" fmla="*/ 0 h 225"/>
              <a:gd name="T40" fmla="*/ 176 w 353"/>
              <a:gd name="T41" fmla="*/ 209 h 225"/>
              <a:gd name="T42" fmla="*/ 16 w 353"/>
              <a:gd name="T43" fmla="*/ 112 h 225"/>
              <a:gd name="T44" fmla="*/ 176 w 353"/>
              <a:gd name="T45" fmla="*/ 16 h 225"/>
              <a:gd name="T46" fmla="*/ 337 w 353"/>
              <a:gd name="T47" fmla="*/ 112 h 225"/>
              <a:gd name="T48" fmla="*/ 176 w 353"/>
              <a:gd name="T49" fmla="*/ 209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53" h="225">
                <a:moveTo>
                  <a:pt x="176" y="88"/>
                </a:moveTo>
                <a:cubicBezTo>
                  <a:pt x="163" y="88"/>
                  <a:pt x="152" y="99"/>
                  <a:pt x="152" y="112"/>
                </a:cubicBezTo>
                <a:cubicBezTo>
                  <a:pt x="152" y="126"/>
                  <a:pt x="163" y="136"/>
                  <a:pt x="176" y="136"/>
                </a:cubicBezTo>
                <a:cubicBezTo>
                  <a:pt x="190" y="136"/>
                  <a:pt x="201" y="126"/>
                  <a:pt x="201" y="112"/>
                </a:cubicBezTo>
                <a:cubicBezTo>
                  <a:pt x="201" y="99"/>
                  <a:pt x="190" y="88"/>
                  <a:pt x="176" y="88"/>
                </a:cubicBezTo>
                <a:moveTo>
                  <a:pt x="176" y="32"/>
                </a:moveTo>
                <a:cubicBezTo>
                  <a:pt x="132" y="32"/>
                  <a:pt x="96" y="68"/>
                  <a:pt x="96" y="112"/>
                </a:cubicBezTo>
                <a:cubicBezTo>
                  <a:pt x="96" y="157"/>
                  <a:pt x="132" y="193"/>
                  <a:pt x="176" y="193"/>
                </a:cubicBezTo>
                <a:cubicBezTo>
                  <a:pt x="221" y="193"/>
                  <a:pt x="257" y="157"/>
                  <a:pt x="257" y="112"/>
                </a:cubicBezTo>
                <a:cubicBezTo>
                  <a:pt x="257" y="68"/>
                  <a:pt x="221" y="32"/>
                  <a:pt x="176" y="32"/>
                </a:cubicBezTo>
                <a:moveTo>
                  <a:pt x="176" y="177"/>
                </a:moveTo>
                <a:cubicBezTo>
                  <a:pt x="141" y="177"/>
                  <a:pt x="112" y="148"/>
                  <a:pt x="112" y="112"/>
                </a:cubicBezTo>
                <a:cubicBezTo>
                  <a:pt x="112" y="77"/>
                  <a:pt x="141" y="48"/>
                  <a:pt x="176" y="48"/>
                </a:cubicBezTo>
                <a:cubicBezTo>
                  <a:pt x="212" y="48"/>
                  <a:pt x="241" y="77"/>
                  <a:pt x="241" y="112"/>
                </a:cubicBezTo>
                <a:cubicBezTo>
                  <a:pt x="241" y="148"/>
                  <a:pt x="212" y="177"/>
                  <a:pt x="176" y="177"/>
                </a:cubicBezTo>
                <a:moveTo>
                  <a:pt x="176" y="0"/>
                </a:moveTo>
                <a:cubicBezTo>
                  <a:pt x="79" y="0"/>
                  <a:pt x="0" y="80"/>
                  <a:pt x="0" y="112"/>
                </a:cubicBezTo>
                <a:cubicBezTo>
                  <a:pt x="0" y="144"/>
                  <a:pt x="79" y="225"/>
                  <a:pt x="176" y="225"/>
                </a:cubicBezTo>
                <a:cubicBezTo>
                  <a:pt x="274" y="225"/>
                  <a:pt x="353" y="144"/>
                  <a:pt x="353" y="112"/>
                </a:cubicBezTo>
                <a:cubicBezTo>
                  <a:pt x="353" y="80"/>
                  <a:pt x="274" y="0"/>
                  <a:pt x="176" y="0"/>
                </a:cubicBezTo>
                <a:moveTo>
                  <a:pt x="176" y="209"/>
                </a:moveTo>
                <a:cubicBezTo>
                  <a:pt x="88" y="209"/>
                  <a:pt x="16" y="140"/>
                  <a:pt x="16" y="112"/>
                </a:cubicBezTo>
                <a:cubicBezTo>
                  <a:pt x="16" y="85"/>
                  <a:pt x="88" y="16"/>
                  <a:pt x="176" y="16"/>
                </a:cubicBezTo>
                <a:cubicBezTo>
                  <a:pt x="265" y="16"/>
                  <a:pt x="337" y="85"/>
                  <a:pt x="337" y="112"/>
                </a:cubicBezTo>
                <a:cubicBezTo>
                  <a:pt x="337" y="140"/>
                  <a:pt x="265" y="209"/>
                  <a:pt x="176" y="20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2" name="Freeform 16"/>
          <p:cNvSpPr/>
          <p:nvPr/>
        </p:nvSpPr>
        <p:spPr bwMode="auto">
          <a:xfrm>
            <a:off x="6532188" y="1942593"/>
            <a:ext cx="781420" cy="902189"/>
          </a:xfrm>
          <a:custGeom>
            <a:avLst/>
            <a:gdLst>
              <a:gd name="T0" fmla="*/ 928 w 1857"/>
              <a:gd name="T1" fmla="*/ 0 h 2144"/>
              <a:gd name="T2" fmla="*/ 0 w 1857"/>
              <a:gd name="T3" fmla="*/ 535 h 2144"/>
              <a:gd name="T4" fmla="*/ 0 w 1857"/>
              <a:gd name="T5" fmla="*/ 1609 h 2144"/>
              <a:gd name="T6" fmla="*/ 928 w 1857"/>
              <a:gd name="T7" fmla="*/ 2144 h 2144"/>
              <a:gd name="T8" fmla="*/ 1857 w 1857"/>
              <a:gd name="T9" fmla="*/ 1609 h 2144"/>
              <a:gd name="T10" fmla="*/ 1857 w 1857"/>
              <a:gd name="T11" fmla="*/ 535 h 2144"/>
              <a:gd name="T12" fmla="*/ 928 w 1857"/>
              <a:gd name="T13" fmla="*/ 0 h 2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57" h="2144">
                <a:moveTo>
                  <a:pt x="928" y="0"/>
                </a:moveTo>
                <a:lnTo>
                  <a:pt x="0" y="535"/>
                </a:lnTo>
                <a:lnTo>
                  <a:pt x="0" y="1609"/>
                </a:lnTo>
                <a:lnTo>
                  <a:pt x="928" y="2144"/>
                </a:lnTo>
                <a:lnTo>
                  <a:pt x="1857" y="1609"/>
                </a:lnTo>
                <a:lnTo>
                  <a:pt x="1857" y="535"/>
                </a:lnTo>
                <a:lnTo>
                  <a:pt x="9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3" name="Freeform 19"/>
          <p:cNvSpPr>
            <a:spLocks noEditPoints="1"/>
          </p:cNvSpPr>
          <p:nvPr/>
        </p:nvSpPr>
        <p:spPr bwMode="auto">
          <a:xfrm>
            <a:off x="6464440" y="1864325"/>
            <a:ext cx="916075" cy="1058725"/>
          </a:xfrm>
          <a:custGeom>
            <a:avLst/>
            <a:gdLst>
              <a:gd name="T0" fmla="*/ 1089 w 2177"/>
              <a:gd name="T1" fmla="*/ 0 h 2516"/>
              <a:gd name="T2" fmla="*/ 0 w 2177"/>
              <a:gd name="T3" fmla="*/ 627 h 2516"/>
              <a:gd name="T4" fmla="*/ 0 w 2177"/>
              <a:gd name="T5" fmla="*/ 1889 h 2516"/>
              <a:gd name="T6" fmla="*/ 1089 w 2177"/>
              <a:gd name="T7" fmla="*/ 2516 h 2516"/>
              <a:gd name="T8" fmla="*/ 2177 w 2177"/>
              <a:gd name="T9" fmla="*/ 1889 h 2516"/>
              <a:gd name="T10" fmla="*/ 2177 w 2177"/>
              <a:gd name="T11" fmla="*/ 627 h 2516"/>
              <a:gd name="T12" fmla="*/ 1089 w 2177"/>
              <a:gd name="T13" fmla="*/ 0 h 2516"/>
              <a:gd name="T14" fmla="*/ 2087 w 2177"/>
              <a:gd name="T15" fmla="*/ 1836 h 2516"/>
              <a:gd name="T16" fmla="*/ 1089 w 2177"/>
              <a:gd name="T17" fmla="*/ 2410 h 2516"/>
              <a:gd name="T18" fmla="*/ 92 w 2177"/>
              <a:gd name="T19" fmla="*/ 1836 h 2516"/>
              <a:gd name="T20" fmla="*/ 92 w 2177"/>
              <a:gd name="T21" fmla="*/ 680 h 2516"/>
              <a:gd name="T22" fmla="*/ 1089 w 2177"/>
              <a:gd name="T23" fmla="*/ 106 h 2516"/>
              <a:gd name="T24" fmla="*/ 2087 w 2177"/>
              <a:gd name="T25" fmla="*/ 680 h 2516"/>
              <a:gd name="T26" fmla="*/ 2087 w 2177"/>
              <a:gd name="T27" fmla="*/ 1836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77" h="2516">
                <a:moveTo>
                  <a:pt x="1089" y="0"/>
                </a:moveTo>
                <a:lnTo>
                  <a:pt x="0" y="627"/>
                </a:lnTo>
                <a:lnTo>
                  <a:pt x="0" y="1889"/>
                </a:lnTo>
                <a:lnTo>
                  <a:pt x="1089" y="2516"/>
                </a:lnTo>
                <a:lnTo>
                  <a:pt x="2177" y="1889"/>
                </a:lnTo>
                <a:lnTo>
                  <a:pt x="2177" y="627"/>
                </a:lnTo>
                <a:lnTo>
                  <a:pt x="1089" y="0"/>
                </a:lnTo>
                <a:close/>
                <a:moveTo>
                  <a:pt x="2087" y="1836"/>
                </a:moveTo>
                <a:lnTo>
                  <a:pt x="1089" y="2410"/>
                </a:lnTo>
                <a:lnTo>
                  <a:pt x="92" y="1836"/>
                </a:lnTo>
                <a:lnTo>
                  <a:pt x="92" y="680"/>
                </a:lnTo>
                <a:lnTo>
                  <a:pt x="1089" y="106"/>
                </a:lnTo>
                <a:lnTo>
                  <a:pt x="2087" y="680"/>
                </a:lnTo>
                <a:lnTo>
                  <a:pt x="2087" y="1836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7" name="Freeform 117"/>
          <p:cNvSpPr>
            <a:spLocks noEditPoints="1"/>
          </p:cNvSpPr>
          <p:nvPr/>
        </p:nvSpPr>
        <p:spPr bwMode="auto">
          <a:xfrm>
            <a:off x="6744564" y="2169936"/>
            <a:ext cx="377598" cy="377598"/>
          </a:xfrm>
          <a:custGeom>
            <a:avLst/>
            <a:gdLst>
              <a:gd name="T0" fmla="*/ 353 w 353"/>
              <a:gd name="T1" fmla="*/ 136 h 353"/>
              <a:gd name="T2" fmla="*/ 349 w 353"/>
              <a:gd name="T3" fmla="*/ 97 h 353"/>
              <a:gd name="T4" fmla="*/ 180 w 353"/>
              <a:gd name="T5" fmla="*/ 1 h 353"/>
              <a:gd name="T6" fmla="*/ 176 w 353"/>
              <a:gd name="T7" fmla="*/ 0 h 353"/>
              <a:gd name="T8" fmla="*/ 173 w 353"/>
              <a:gd name="T9" fmla="*/ 1 h 353"/>
              <a:gd name="T10" fmla="*/ 4 w 353"/>
              <a:gd name="T11" fmla="*/ 97 h 353"/>
              <a:gd name="T12" fmla="*/ 0 w 353"/>
              <a:gd name="T13" fmla="*/ 136 h 353"/>
              <a:gd name="T14" fmla="*/ 32 w 353"/>
              <a:gd name="T15" fmla="*/ 144 h 353"/>
              <a:gd name="T16" fmla="*/ 24 w 353"/>
              <a:gd name="T17" fmla="*/ 289 h 353"/>
              <a:gd name="T18" fmla="*/ 16 w 353"/>
              <a:gd name="T19" fmla="*/ 294 h 353"/>
              <a:gd name="T20" fmla="*/ 0 w 353"/>
              <a:gd name="T21" fmla="*/ 342 h 353"/>
              <a:gd name="T22" fmla="*/ 8 w 353"/>
              <a:gd name="T23" fmla="*/ 353 h 353"/>
              <a:gd name="T24" fmla="*/ 353 w 353"/>
              <a:gd name="T25" fmla="*/ 345 h 353"/>
              <a:gd name="T26" fmla="*/ 353 w 353"/>
              <a:gd name="T27" fmla="*/ 342 h 353"/>
              <a:gd name="T28" fmla="*/ 337 w 353"/>
              <a:gd name="T29" fmla="*/ 294 h 353"/>
              <a:gd name="T30" fmla="*/ 321 w 353"/>
              <a:gd name="T31" fmla="*/ 289 h 353"/>
              <a:gd name="T32" fmla="*/ 345 w 353"/>
              <a:gd name="T33" fmla="*/ 144 h 353"/>
              <a:gd name="T34" fmla="*/ 315 w 353"/>
              <a:gd name="T35" fmla="*/ 96 h 353"/>
              <a:gd name="T36" fmla="*/ 176 w 353"/>
              <a:gd name="T37" fmla="*/ 17 h 353"/>
              <a:gd name="T38" fmla="*/ 334 w 353"/>
              <a:gd name="T39" fmla="*/ 337 h 353"/>
              <a:gd name="T40" fmla="*/ 30 w 353"/>
              <a:gd name="T41" fmla="*/ 305 h 353"/>
              <a:gd name="T42" fmla="*/ 48 w 353"/>
              <a:gd name="T43" fmla="*/ 144 h 353"/>
              <a:gd name="T44" fmla="*/ 80 w 353"/>
              <a:gd name="T45" fmla="*/ 289 h 353"/>
              <a:gd name="T46" fmla="*/ 48 w 353"/>
              <a:gd name="T47" fmla="*/ 144 h 353"/>
              <a:gd name="T48" fmla="*/ 128 w 353"/>
              <a:gd name="T49" fmla="*/ 144 h 353"/>
              <a:gd name="T50" fmla="*/ 96 w 353"/>
              <a:gd name="T51" fmla="*/ 289 h 353"/>
              <a:gd name="T52" fmla="*/ 144 w 353"/>
              <a:gd name="T53" fmla="*/ 144 h 353"/>
              <a:gd name="T54" fmla="*/ 209 w 353"/>
              <a:gd name="T55" fmla="*/ 289 h 353"/>
              <a:gd name="T56" fmla="*/ 144 w 353"/>
              <a:gd name="T57" fmla="*/ 144 h 353"/>
              <a:gd name="T58" fmla="*/ 257 w 353"/>
              <a:gd name="T59" fmla="*/ 144 h 353"/>
              <a:gd name="T60" fmla="*/ 225 w 353"/>
              <a:gd name="T61" fmla="*/ 289 h 353"/>
              <a:gd name="T62" fmla="*/ 273 w 353"/>
              <a:gd name="T63" fmla="*/ 144 h 353"/>
              <a:gd name="T64" fmla="*/ 305 w 353"/>
              <a:gd name="T65" fmla="*/ 289 h 353"/>
              <a:gd name="T66" fmla="*/ 273 w 353"/>
              <a:gd name="T67" fmla="*/ 144 h 353"/>
              <a:gd name="T68" fmla="*/ 337 w 353"/>
              <a:gd name="T69" fmla="*/ 112 h 353"/>
              <a:gd name="T70" fmla="*/ 16 w 353"/>
              <a:gd name="T71" fmla="*/ 128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3" h="353">
                <a:moveTo>
                  <a:pt x="345" y="144"/>
                </a:moveTo>
                <a:cubicBezTo>
                  <a:pt x="350" y="144"/>
                  <a:pt x="353" y="141"/>
                  <a:pt x="353" y="136"/>
                </a:cubicBezTo>
                <a:cubicBezTo>
                  <a:pt x="353" y="104"/>
                  <a:pt x="353" y="104"/>
                  <a:pt x="353" y="104"/>
                </a:cubicBezTo>
                <a:cubicBezTo>
                  <a:pt x="353" y="101"/>
                  <a:pt x="351" y="99"/>
                  <a:pt x="349" y="97"/>
                </a:cubicBezTo>
                <a:cubicBezTo>
                  <a:pt x="349" y="97"/>
                  <a:pt x="349" y="97"/>
                  <a:pt x="349" y="97"/>
                </a:cubicBezTo>
                <a:cubicBezTo>
                  <a:pt x="180" y="1"/>
                  <a:pt x="180" y="1"/>
                  <a:pt x="180" y="1"/>
                </a:cubicBezTo>
                <a:cubicBezTo>
                  <a:pt x="180" y="1"/>
                  <a:pt x="180" y="1"/>
                  <a:pt x="180" y="1"/>
                </a:cubicBezTo>
                <a:cubicBezTo>
                  <a:pt x="179" y="0"/>
                  <a:pt x="178" y="0"/>
                  <a:pt x="176" y="0"/>
                </a:cubicBezTo>
                <a:cubicBezTo>
                  <a:pt x="175" y="0"/>
                  <a:pt x="174" y="0"/>
                  <a:pt x="173" y="1"/>
                </a:cubicBezTo>
                <a:cubicBezTo>
                  <a:pt x="173" y="1"/>
                  <a:pt x="173" y="1"/>
                  <a:pt x="173" y="1"/>
                </a:cubicBezTo>
                <a:cubicBezTo>
                  <a:pt x="4" y="97"/>
                  <a:pt x="4" y="97"/>
                  <a:pt x="4" y="97"/>
                </a:cubicBezTo>
                <a:cubicBezTo>
                  <a:pt x="4" y="97"/>
                  <a:pt x="4" y="97"/>
                  <a:pt x="4" y="97"/>
                </a:cubicBezTo>
                <a:cubicBezTo>
                  <a:pt x="2" y="99"/>
                  <a:pt x="0" y="101"/>
                  <a:pt x="0" y="104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41"/>
                  <a:pt x="3" y="144"/>
                  <a:pt x="8" y="144"/>
                </a:cubicBezTo>
                <a:cubicBezTo>
                  <a:pt x="32" y="144"/>
                  <a:pt x="32" y="144"/>
                  <a:pt x="32" y="144"/>
                </a:cubicBezTo>
                <a:cubicBezTo>
                  <a:pt x="32" y="289"/>
                  <a:pt x="32" y="289"/>
                  <a:pt x="32" y="289"/>
                </a:cubicBezTo>
                <a:cubicBezTo>
                  <a:pt x="24" y="289"/>
                  <a:pt x="24" y="289"/>
                  <a:pt x="24" y="289"/>
                </a:cubicBezTo>
                <a:cubicBezTo>
                  <a:pt x="20" y="289"/>
                  <a:pt x="18" y="291"/>
                  <a:pt x="16" y="294"/>
                </a:cubicBezTo>
                <a:cubicBezTo>
                  <a:pt x="16" y="294"/>
                  <a:pt x="16" y="294"/>
                  <a:pt x="16" y="294"/>
                </a:cubicBezTo>
                <a:cubicBezTo>
                  <a:pt x="0" y="342"/>
                  <a:pt x="0" y="342"/>
                  <a:pt x="0" y="342"/>
                </a:cubicBezTo>
                <a:cubicBezTo>
                  <a:pt x="0" y="342"/>
                  <a:pt x="0" y="342"/>
                  <a:pt x="0" y="342"/>
                </a:cubicBezTo>
                <a:cubicBezTo>
                  <a:pt x="0" y="343"/>
                  <a:pt x="0" y="344"/>
                  <a:pt x="0" y="345"/>
                </a:cubicBezTo>
                <a:cubicBezTo>
                  <a:pt x="0" y="349"/>
                  <a:pt x="3" y="353"/>
                  <a:pt x="8" y="353"/>
                </a:cubicBezTo>
                <a:cubicBezTo>
                  <a:pt x="345" y="353"/>
                  <a:pt x="345" y="353"/>
                  <a:pt x="345" y="353"/>
                </a:cubicBezTo>
                <a:cubicBezTo>
                  <a:pt x="350" y="353"/>
                  <a:pt x="353" y="349"/>
                  <a:pt x="353" y="345"/>
                </a:cubicBezTo>
                <a:cubicBezTo>
                  <a:pt x="353" y="344"/>
                  <a:pt x="353" y="343"/>
                  <a:pt x="353" y="342"/>
                </a:cubicBezTo>
                <a:cubicBezTo>
                  <a:pt x="353" y="342"/>
                  <a:pt x="353" y="342"/>
                  <a:pt x="353" y="342"/>
                </a:cubicBezTo>
                <a:cubicBezTo>
                  <a:pt x="337" y="294"/>
                  <a:pt x="337" y="294"/>
                  <a:pt x="337" y="294"/>
                </a:cubicBezTo>
                <a:cubicBezTo>
                  <a:pt x="337" y="294"/>
                  <a:pt x="337" y="294"/>
                  <a:pt x="337" y="294"/>
                </a:cubicBezTo>
                <a:cubicBezTo>
                  <a:pt x="335" y="291"/>
                  <a:pt x="333" y="289"/>
                  <a:pt x="329" y="289"/>
                </a:cubicBezTo>
                <a:cubicBezTo>
                  <a:pt x="321" y="289"/>
                  <a:pt x="321" y="289"/>
                  <a:pt x="321" y="289"/>
                </a:cubicBezTo>
                <a:cubicBezTo>
                  <a:pt x="321" y="144"/>
                  <a:pt x="321" y="144"/>
                  <a:pt x="321" y="144"/>
                </a:cubicBezTo>
                <a:lnTo>
                  <a:pt x="345" y="144"/>
                </a:lnTo>
                <a:close/>
                <a:moveTo>
                  <a:pt x="176" y="17"/>
                </a:moveTo>
                <a:cubicBezTo>
                  <a:pt x="315" y="96"/>
                  <a:pt x="315" y="96"/>
                  <a:pt x="315" y="96"/>
                </a:cubicBezTo>
                <a:cubicBezTo>
                  <a:pt x="38" y="96"/>
                  <a:pt x="38" y="96"/>
                  <a:pt x="38" y="96"/>
                </a:cubicBezTo>
                <a:lnTo>
                  <a:pt x="176" y="17"/>
                </a:lnTo>
                <a:close/>
                <a:moveTo>
                  <a:pt x="323" y="305"/>
                </a:moveTo>
                <a:cubicBezTo>
                  <a:pt x="334" y="337"/>
                  <a:pt x="334" y="337"/>
                  <a:pt x="334" y="337"/>
                </a:cubicBezTo>
                <a:cubicBezTo>
                  <a:pt x="19" y="337"/>
                  <a:pt x="19" y="337"/>
                  <a:pt x="19" y="337"/>
                </a:cubicBezTo>
                <a:cubicBezTo>
                  <a:pt x="30" y="305"/>
                  <a:pt x="30" y="305"/>
                  <a:pt x="30" y="305"/>
                </a:cubicBezTo>
                <a:lnTo>
                  <a:pt x="323" y="305"/>
                </a:lnTo>
                <a:close/>
                <a:moveTo>
                  <a:pt x="48" y="144"/>
                </a:moveTo>
                <a:cubicBezTo>
                  <a:pt x="80" y="144"/>
                  <a:pt x="80" y="144"/>
                  <a:pt x="80" y="144"/>
                </a:cubicBezTo>
                <a:cubicBezTo>
                  <a:pt x="80" y="289"/>
                  <a:pt x="80" y="289"/>
                  <a:pt x="80" y="289"/>
                </a:cubicBezTo>
                <a:cubicBezTo>
                  <a:pt x="48" y="289"/>
                  <a:pt x="48" y="289"/>
                  <a:pt x="48" y="289"/>
                </a:cubicBezTo>
                <a:lnTo>
                  <a:pt x="48" y="144"/>
                </a:lnTo>
                <a:close/>
                <a:moveTo>
                  <a:pt x="96" y="144"/>
                </a:moveTo>
                <a:cubicBezTo>
                  <a:pt x="128" y="144"/>
                  <a:pt x="128" y="144"/>
                  <a:pt x="128" y="144"/>
                </a:cubicBezTo>
                <a:cubicBezTo>
                  <a:pt x="128" y="289"/>
                  <a:pt x="128" y="289"/>
                  <a:pt x="128" y="289"/>
                </a:cubicBezTo>
                <a:cubicBezTo>
                  <a:pt x="96" y="289"/>
                  <a:pt x="96" y="289"/>
                  <a:pt x="96" y="289"/>
                </a:cubicBezTo>
                <a:lnTo>
                  <a:pt x="96" y="144"/>
                </a:lnTo>
                <a:close/>
                <a:moveTo>
                  <a:pt x="144" y="144"/>
                </a:moveTo>
                <a:cubicBezTo>
                  <a:pt x="209" y="144"/>
                  <a:pt x="209" y="144"/>
                  <a:pt x="209" y="144"/>
                </a:cubicBezTo>
                <a:cubicBezTo>
                  <a:pt x="209" y="289"/>
                  <a:pt x="209" y="289"/>
                  <a:pt x="209" y="289"/>
                </a:cubicBezTo>
                <a:cubicBezTo>
                  <a:pt x="144" y="289"/>
                  <a:pt x="144" y="289"/>
                  <a:pt x="144" y="289"/>
                </a:cubicBezTo>
                <a:lnTo>
                  <a:pt x="144" y="144"/>
                </a:lnTo>
                <a:close/>
                <a:moveTo>
                  <a:pt x="225" y="144"/>
                </a:moveTo>
                <a:cubicBezTo>
                  <a:pt x="257" y="144"/>
                  <a:pt x="257" y="144"/>
                  <a:pt x="257" y="144"/>
                </a:cubicBezTo>
                <a:cubicBezTo>
                  <a:pt x="257" y="289"/>
                  <a:pt x="257" y="289"/>
                  <a:pt x="257" y="289"/>
                </a:cubicBezTo>
                <a:cubicBezTo>
                  <a:pt x="225" y="289"/>
                  <a:pt x="225" y="289"/>
                  <a:pt x="225" y="289"/>
                </a:cubicBezTo>
                <a:lnTo>
                  <a:pt x="225" y="144"/>
                </a:lnTo>
                <a:close/>
                <a:moveTo>
                  <a:pt x="273" y="144"/>
                </a:moveTo>
                <a:cubicBezTo>
                  <a:pt x="305" y="144"/>
                  <a:pt x="305" y="144"/>
                  <a:pt x="305" y="144"/>
                </a:cubicBezTo>
                <a:cubicBezTo>
                  <a:pt x="305" y="289"/>
                  <a:pt x="305" y="289"/>
                  <a:pt x="305" y="289"/>
                </a:cubicBezTo>
                <a:cubicBezTo>
                  <a:pt x="273" y="289"/>
                  <a:pt x="273" y="289"/>
                  <a:pt x="273" y="289"/>
                </a:cubicBezTo>
                <a:lnTo>
                  <a:pt x="273" y="144"/>
                </a:lnTo>
                <a:close/>
                <a:moveTo>
                  <a:pt x="16" y="112"/>
                </a:moveTo>
                <a:cubicBezTo>
                  <a:pt x="337" y="112"/>
                  <a:pt x="337" y="112"/>
                  <a:pt x="337" y="112"/>
                </a:cubicBezTo>
                <a:cubicBezTo>
                  <a:pt x="337" y="128"/>
                  <a:pt x="337" y="128"/>
                  <a:pt x="337" y="128"/>
                </a:cubicBezTo>
                <a:cubicBezTo>
                  <a:pt x="16" y="128"/>
                  <a:pt x="16" y="128"/>
                  <a:pt x="16" y="128"/>
                </a:cubicBezTo>
                <a:lnTo>
                  <a:pt x="16" y="1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6" name="Freeform 16"/>
          <p:cNvSpPr/>
          <p:nvPr/>
        </p:nvSpPr>
        <p:spPr bwMode="auto">
          <a:xfrm>
            <a:off x="6532188" y="4505588"/>
            <a:ext cx="781420" cy="902189"/>
          </a:xfrm>
          <a:custGeom>
            <a:avLst/>
            <a:gdLst>
              <a:gd name="T0" fmla="*/ 928 w 1857"/>
              <a:gd name="T1" fmla="*/ 0 h 2144"/>
              <a:gd name="T2" fmla="*/ 0 w 1857"/>
              <a:gd name="T3" fmla="*/ 535 h 2144"/>
              <a:gd name="T4" fmla="*/ 0 w 1857"/>
              <a:gd name="T5" fmla="*/ 1609 h 2144"/>
              <a:gd name="T6" fmla="*/ 928 w 1857"/>
              <a:gd name="T7" fmla="*/ 2144 h 2144"/>
              <a:gd name="T8" fmla="*/ 1857 w 1857"/>
              <a:gd name="T9" fmla="*/ 1609 h 2144"/>
              <a:gd name="T10" fmla="*/ 1857 w 1857"/>
              <a:gd name="T11" fmla="*/ 535 h 2144"/>
              <a:gd name="T12" fmla="*/ 928 w 1857"/>
              <a:gd name="T13" fmla="*/ 0 h 2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57" h="2144">
                <a:moveTo>
                  <a:pt x="928" y="0"/>
                </a:moveTo>
                <a:lnTo>
                  <a:pt x="0" y="535"/>
                </a:lnTo>
                <a:lnTo>
                  <a:pt x="0" y="1609"/>
                </a:lnTo>
                <a:lnTo>
                  <a:pt x="928" y="2144"/>
                </a:lnTo>
                <a:lnTo>
                  <a:pt x="1857" y="1609"/>
                </a:lnTo>
                <a:lnTo>
                  <a:pt x="1857" y="535"/>
                </a:lnTo>
                <a:lnTo>
                  <a:pt x="9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7" name="Freeform 19"/>
          <p:cNvSpPr>
            <a:spLocks noEditPoints="1"/>
          </p:cNvSpPr>
          <p:nvPr/>
        </p:nvSpPr>
        <p:spPr bwMode="auto">
          <a:xfrm>
            <a:off x="6464440" y="4427319"/>
            <a:ext cx="916075" cy="1058725"/>
          </a:xfrm>
          <a:custGeom>
            <a:avLst/>
            <a:gdLst>
              <a:gd name="T0" fmla="*/ 1089 w 2177"/>
              <a:gd name="T1" fmla="*/ 0 h 2516"/>
              <a:gd name="T2" fmla="*/ 0 w 2177"/>
              <a:gd name="T3" fmla="*/ 627 h 2516"/>
              <a:gd name="T4" fmla="*/ 0 w 2177"/>
              <a:gd name="T5" fmla="*/ 1889 h 2516"/>
              <a:gd name="T6" fmla="*/ 1089 w 2177"/>
              <a:gd name="T7" fmla="*/ 2516 h 2516"/>
              <a:gd name="T8" fmla="*/ 2177 w 2177"/>
              <a:gd name="T9" fmla="*/ 1889 h 2516"/>
              <a:gd name="T10" fmla="*/ 2177 w 2177"/>
              <a:gd name="T11" fmla="*/ 627 h 2516"/>
              <a:gd name="T12" fmla="*/ 1089 w 2177"/>
              <a:gd name="T13" fmla="*/ 0 h 2516"/>
              <a:gd name="T14" fmla="*/ 2087 w 2177"/>
              <a:gd name="T15" fmla="*/ 1836 h 2516"/>
              <a:gd name="T16" fmla="*/ 1089 w 2177"/>
              <a:gd name="T17" fmla="*/ 2410 h 2516"/>
              <a:gd name="T18" fmla="*/ 92 w 2177"/>
              <a:gd name="T19" fmla="*/ 1836 h 2516"/>
              <a:gd name="T20" fmla="*/ 92 w 2177"/>
              <a:gd name="T21" fmla="*/ 680 h 2516"/>
              <a:gd name="T22" fmla="*/ 1089 w 2177"/>
              <a:gd name="T23" fmla="*/ 106 h 2516"/>
              <a:gd name="T24" fmla="*/ 2087 w 2177"/>
              <a:gd name="T25" fmla="*/ 680 h 2516"/>
              <a:gd name="T26" fmla="*/ 2087 w 2177"/>
              <a:gd name="T27" fmla="*/ 1836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77" h="2516">
                <a:moveTo>
                  <a:pt x="1089" y="0"/>
                </a:moveTo>
                <a:lnTo>
                  <a:pt x="0" y="627"/>
                </a:lnTo>
                <a:lnTo>
                  <a:pt x="0" y="1889"/>
                </a:lnTo>
                <a:lnTo>
                  <a:pt x="1089" y="2516"/>
                </a:lnTo>
                <a:lnTo>
                  <a:pt x="2177" y="1889"/>
                </a:lnTo>
                <a:lnTo>
                  <a:pt x="2177" y="627"/>
                </a:lnTo>
                <a:lnTo>
                  <a:pt x="1089" y="0"/>
                </a:lnTo>
                <a:close/>
                <a:moveTo>
                  <a:pt x="2087" y="1836"/>
                </a:moveTo>
                <a:lnTo>
                  <a:pt x="1089" y="2410"/>
                </a:lnTo>
                <a:lnTo>
                  <a:pt x="92" y="1836"/>
                </a:lnTo>
                <a:lnTo>
                  <a:pt x="92" y="680"/>
                </a:lnTo>
                <a:lnTo>
                  <a:pt x="1089" y="106"/>
                </a:lnTo>
                <a:lnTo>
                  <a:pt x="2087" y="680"/>
                </a:lnTo>
                <a:lnTo>
                  <a:pt x="2087" y="1836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8" name="Freeform 47"/>
          <p:cNvSpPr>
            <a:spLocks noEditPoints="1"/>
          </p:cNvSpPr>
          <p:nvPr/>
        </p:nvSpPr>
        <p:spPr bwMode="auto">
          <a:xfrm>
            <a:off x="6768098" y="4767189"/>
            <a:ext cx="309576" cy="378986"/>
          </a:xfrm>
          <a:custGeom>
            <a:avLst/>
            <a:gdLst>
              <a:gd name="T0" fmla="*/ 144 w 289"/>
              <a:gd name="T1" fmla="*/ 145 h 353"/>
              <a:gd name="T2" fmla="*/ 144 w 289"/>
              <a:gd name="T3" fmla="*/ 129 h 353"/>
              <a:gd name="T4" fmla="*/ 40 w 289"/>
              <a:gd name="T5" fmla="*/ 137 h 353"/>
              <a:gd name="T6" fmla="*/ 273 w 289"/>
              <a:gd name="T7" fmla="*/ 32 h 353"/>
              <a:gd name="T8" fmla="*/ 232 w 289"/>
              <a:gd name="T9" fmla="*/ 8 h 353"/>
              <a:gd name="T10" fmla="*/ 216 w 289"/>
              <a:gd name="T11" fmla="*/ 8 h 353"/>
              <a:gd name="T12" fmla="*/ 200 w 289"/>
              <a:gd name="T13" fmla="*/ 32 h 353"/>
              <a:gd name="T14" fmla="*/ 192 w 289"/>
              <a:gd name="T15" fmla="*/ 0 h 353"/>
              <a:gd name="T16" fmla="*/ 184 w 289"/>
              <a:gd name="T17" fmla="*/ 32 h 353"/>
              <a:gd name="T18" fmla="*/ 168 w 289"/>
              <a:gd name="T19" fmla="*/ 8 h 353"/>
              <a:gd name="T20" fmla="*/ 152 w 289"/>
              <a:gd name="T21" fmla="*/ 8 h 353"/>
              <a:gd name="T22" fmla="*/ 136 w 289"/>
              <a:gd name="T23" fmla="*/ 32 h 353"/>
              <a:gd name="T24" fmla="*/ 128 w 289"/>
              <a:gd name="T25" fmla="*/ 0 h 353"/>
              <a:gd name="T26" fmla="*/ 120 w 289"/>
              <a:gd name="T27" fmla="*/ 32 h 353"/>
              <a:gd name="T28" fmla="*/ 104 w 289"/>
              <a:gd name="T29" fmla="*/ 8 h 353"/>
              <a:gd name="T30" fmla="*/ 88 w 289"/>
              <a:gd name="T31" fmla="*/ 8 h 353"/>
              <a:gd name="T32" fmla="*/ 72 w 289"/>
              <a:gd name="T33" fmla="*/ 32 h 353"/>
              <a:gd name="T34" fmla="*/ 64 w 289"/>
              <a:gd name="T35" fmla="*/ 0 h 353"/>
              <a:gd name="T36" fmla="*/ 56 w 289"/>
              <a:gd name="T37" fmla="*/ 32 h 353"/>
              <a:gd name="T38" fmla="*/ 0 w 289"/>
              <a:gd name="T39" fmla="*/ 48 h 353"/>
              <a:gd name="T40" fmla="*/ 16 w 289"/>
              <a:gd name="T41" fmla="*/ 353 h 353"/>
              <a:gd name="T42" fmla="*/ 289 w 289"/>
              <a:gd name="T43" fmla="*/ 337 h 353"/>
              <a:gd name="T44" fmla="*/ 273 w 289"/>
              <a:gd name="T45" fmla="*/ 32 h 353"/>
              <a:gd name="T46" fmla="*/ 16 w 289"/>
              <a:gd name="T47" fmla="*/ 289 h 353"/>
              <a:gd name="T48" fmla="*/ 16 w 289"/>
              <a:gd name="T49" fmla="*/ 337 h 353"/>
              <a:gd name="T50" fmla="*/ 88 w 289"/>
              <a:gd name="T51" fmla="*/ 337 h 353"/>
              <a:gd name="T52" fmla="*/ 16 w 289"/>
              <a:gd name="T53" fmla="*/ 48 h 353"/>
              <a:gd name="T54" fmla="*/ 56 w 289"/>
              <a:gd name="T55" fmla="*/ 72 h 353"/>
              <a:gd name="T56" fmla="*/ 72 w 289"/>
              <a:gd name="T57" fmla="*/ 72 h 353"/>
              <a:gd name="T58" fmla="*/ 88 w 289"/>
              <a:gd name="T59" fmla="*/ 48 h 353"/>
              <a:gd name="T60" fmla="*/ 96 w 289"/>
              <a:gd name="T61" fmla="*/ 80 h 353"/>
              <a:gd name="T62" fmla="*/ 104 w 289"/>
              <a:gd name="T63" fmla="*/ 48 h 353"/>
              <a:gd name="T64" fmla="*/ 120 w 289"/>
              <a:gd name="T65" fmla="*/ 72 h 353"/>
              <a:gd name="T66" fmla="*/ 136 w 289"/>
              <a:gd name="T67" fmla="*/ 72 h 353"/>
              <a:gd name="T68" fmla="*/ 152 w 289"/>
              <a:gd name="T69" fmla="*/ 48 h 353"/>
              <a:gd name="T70" fmla="*/ 160 w 289"/>
              <a:gd name="T71" fmla="*/ 80 h 353"/>
              <a:gd name="T72" fmla="*/ 168 w 289"/>
              <a:gd name="T73" fmla="*/ 48 h 353"/>
              <a:gd name="T74" fmla="*/ 184 w 289"/>
              <a:gd name="T75" fmla="*/ 72 h 353"/>
              <a:gd name="T76" fmla="*/ 200 w 289"/>
              <a:gd name="T77" fmla="*/ 72 h 353"/>
              <a:gd name="T78" fmla="*/ 216 w 289"/>
              <a:gd name="T79" fmla="*/ 48 h 353"/>
              <a:gd name="T80" fmla="*/ 224 w 289"/>
              <a:gd name="T81" fmla="*/ 80 h 353"/>
              <a:gd name="T82" fmla="*/ 232 w 289"/>
              <a:gd name="T83" fmla="*/ 48 h 353"/>
              <a:gd name="T84" fmla="*/ 273 w 289"/>
              <a:gd name="T85" fmla="*/ 337 h 353"/>
              <a:gd name="T86" fmla="*/ 48 w 289"/>
              <a:gd name="T87" fmla="*/ 193 h 353"/>
              <a:gd name="T88" fmla="*/ 249 w 289"/>
              <a:gd name="T89" fmla="*/ 185 h 353"/>
              <a:gd name="T90" fmla="*/ 48 w 289"/>
              <a:gd name="T91" fmla="*/ 177 h 353"/>
              <a:gd name="T92" fmla="*/ 192 w 289"/>
              <a:gd name="T93" fmla="*/ 225 h 353"/>
              <a:gd name="T94" fmla="*/ 40 w 289"/>
              <a:gd name="T95" fmla="*/ 233 h 353"/>
              <a:gd name="T96" fmla="*/ 192 w 289"/>
              <a:gd name="T97" fmla="*/ 241 h 353"/>
              <a:gd name="T98" fmla="*/ 192 w 289"/>
              <a:gd name="T99" fmla="*/ 225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89" h="353">
                <a:moveTo>
                  <a:pt x="48" y="145"/>
                </a:moveTo>
                <a:cubicBezTo>
                  <a:pt x="144" y="145"/>
                  <a:pt x="144" y="145"/>
                  <a:pt x="144" y="145"/>
                </a:cubicBezTo>
                <a:cubicBezTo>
                  <a:pt x="149" y="145"/>
                  <a:pt x="152" y="141"/>
                  <a:pt x="152" y="137"/>
                </a:cubicBezTo>
                <a:cubicBezTo>
                  <a:pt x="152" y="132"/>
                  <a:pt x="149" y="129"/>
                  <a:pt x="144" y="129"/>
                </a:cubicBezTo>
                <a:cubicBezTo>
                  <a:pt x="48" y="129"/>
                  <a:pt x="48" y="129"/>
                  <a:pt x="48" y="129"/>
                </a:cubicBezTo>
                <a:cubicBezTo>
                  <a:pt x="43" y="129"/>
                  <a:pt x="40" y="132"/>
                  <a:pt x="40" y="137"/>
                </a:cubicBezTo>
                <a:cubicBezTo>
                  <a:pt x="40" y="141"/>
                  <a:pt x="43" y="145"/>
                  <a:pt x="48" y="145"/>
                </a:cubicBezTo>
                <a:moveTo>
                  <a:pt x="273" y="32"/>
                </a:moveTo>
                <a:cubicBezTo>
                  <a:pt x="232" y="32"/>
                  <a:pt x="232" y="32"/>
                  <a:pt x="232" y="32"/>
                </a:cubicBezTo>
                <a:cubicBezTo>
                  <a:pt x="232" y="8"/>
                  <a:pt x="232" y="8"/>
                  <a:pt x="232" y="8"/>
                </a:cubicBezTo>
                <a:cubicBezTo>
                  <a:pt x="232" y="4"/>
                  <a:pt x="229" y="0"/>
                  <a:pt x="224" y="0"/>
                </a:cubicBezTo>
                <a:cubicBezTo>
                  <a:pt x="220" y="0"/>
                  <a:pt x="216" y="4"/>
                  <a:pt x="216" y="8"/>
                </a:cubicBezTo>
                <a:cubicBezTo>
                  <a:pt x="216" y="32"/>
                  <a:pt x="216" y="32"/>
                  <a:pt x="216" y="32"/>
                </a:cubicBezTo>
                <a:cubicBezTo>
                  <a:pt x="200" y="32"/>
                  <a:pt x="200" y="32"/>
                  <a:pt x="200" y="32"/>
                </a:cubicBezTo>
                <a:cubicBezTo>
                  <a:pt x="200" y="8"/>
                  <a:pt x="200" y="8"/>
                  <a:pt x="200" y="8"/>
                </a:cubicBezTo>
                <a:cubicBezTo>
                  <a:pt x="200" y="4"/>
                  <a:pt x="197" y="0"/>
                  <a:pt x="192" y="0"/>
                </a:cubicBezTo>
                <a:cubicBezTo>
                  <a:pt x="188" y="0"/>
                  <a:pt x="184" y="4"/>
                  <a:pt x="184" y="8"/>
                </a:cubicBezTo>
                <a:cubicBezTo>
                  <a:pt x="184" y="32"/>
                  <a:pt x="184" y="32"/>
                  <a:pt x="184" y="32"/>
                </a:cubicBezTo>
                <a:cubicBezTo>
                  <a:pt x="168" y="32"/>
                  <a:pt x="168" y="32"/>
                  <a:pt x="168" y="32"/>
                </a:cubicBezTo>
                <a:cubicBezTo>
                  <a:pt x="168" y="8"/>
                  <a:pt x="168" y="8"/>
                  <a:pt x="168" y="8"/>
                </a:cubicBezTo>
                <a:cubicBezTo>
                  <a:pt x="168" y="4"/>
                  <a:pt x="165" y="0"/>
                  <a:pt x="160" y="0"/>
                </a:cubicBezTo>
                <a:cubicBezTo>
                  <a:pt x="156" y="0"/>
                  <a:pt x="152" y="4"/>
                  <a:pt x="152" y="8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36" y="32"/>
                  <a:pt x="136" y="32"/>
                  <a:pt x="136" y="32"/>
                </a:cubicBezTo>
                <a:cubicBezTo>
                  <a:pt x="136" y="8"/>
                  <a:pt x="136" y="8"/>
                  <a:pt x="136" y="8"/>
                </a:cubicBezTo>
                <a:cubicBezTo>
                  <a:pt x="136" y="4"/>
                  <a:pt x="133" y="0"/>
                  <a:pt x="128" y="0"/>
                </a:cubicBezTo>
                <a:cubicBezTo>
                  <a:pt x="124" y="0"/>
                  <a:pt x="120" y="4"/>
                  <a:pt x="120" y="8"/>
                </a:cubicBezTo>
                <a:cubicBezTo>
                  <a:pt x="120" y="32"/>
                  <a:pt x="120" y="32"/>
                  <a:pt x="120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4"/>
                  <a:pt x="100" y="0"/>
                  <a:pt x="96" y="0"/>
                </a:cubicBezTo>
                <a:cubicBezTo>
                  <a:pt x="92" y="0"/>
                  <a:pt x="88" y="4"/>
                  <a:pt x="88" y="8"/>
                </a:cubicBezTo>
                <a:cubicBezTo>
                  <a:pt x="88" y="32"/>
                  <a:pt x="88" y="32"/>
                  <a:pt x="88" y="32"/>
                </a:cubicBezTo>
                <a:cubicBezTo>
                  <a:pt x="72" y="32"/>
                  <a:pt x="72" y="32"/>
                  <a:pt x="72" y="32"/>
                </a:cubicBezTo>
                <a:cubicBezTo>
                  <a:pt x="72" y="8"/>
                  <a:pt x="72" y="8"/>
                  <a:pt x="72" y="8"/>
                </a:cubicBezTo>
                <a:cubicBezTo>
                  <a:pt x="72" y="4"/>
                  <a:pt x="68" y="0"/>
                  <a:pt x="64" y="0"/>
                </a:cubicBezTo>
                <a:cubicBezTo>
                  <a:pt x="59" y="0"/>
                  <a:pt x="56" y="4"/>
                  <a:pt x="56" y="8"/>
                </a:cubicBezTo>
                <a:cubicBezTo>
                  <a:pt x="56" y="32"/>
                  <a:pt x="56" y="32"/>
                  <a:pt x="56" y="32"/>
                </a:cubicBez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39"/>
                  <a:pt x="0" y="48"/>
                </a:cubicBezTo>
                <a:cubicBezTo>
                  <a:pt x="0" y="337"/>
                  <a:pt x="0" y="337"/>
                  <a:pt x="0" y="337"/>
                </a:cubicBezTo>
                <a:cubicBezTo>
                  <a:pt x="0" y="346"/>
                  <a:pt x="7" y="353"/>
                  <a:pt x="16" y="353"/>
                </a:cubicBezTo>
                <a:cubicBezTo>
                  <a:pt x="273" y="353"/>
                  <a:pt x="273" y="353"/>
                  <a:pt x="273" y="353"/>
                </a:cubicBezTo>
                <a:cubicBezTo>
                  <a:pt x="281" y="353"/>
                  <a:pt x="289" y="346"/>
                  <a:pt x="289" y="337"/>
                </a:cubicBezTo>
                <a:cubicBezTo>
                  <a:pt x="289" y="48"/>
                  <a:pt x="289" y="48"/>
                  <a:pt x="289" y="48"/>
                </a:cubicBezTo>
                <a:cubicBezTo>
                  <a:pt x="289" y="39"/>
                  <a:pt x="281" y="32"/>
                  <a:pt x="273" y="32"/>
                </a:cubicBezTo>
                <a:moveTo>
                  <a:pt x="16" y="337"/>
                </a:moveTo>
                <a:cubicBezTo>
                  <a:pt x="16" y="289"/>
                  <a:pt x="16" y="289"/>
                  <a:pt x="16" y="289"/>
                </a:cubicBezTo>
                <a:cubicBezTo>
                  <a:pt x="64" y="337"/>
                  <a:pt x="64" y="337"/>
                  <a:pt x="64" y="337"/>
                </a:cubicBezTo>
                <a:lnTo>
                  <a:pt x="16" y="337"/>
                </a:lnTo>
                <a:close/>
                <a:moveTo>
                  <a:pt x="273" y="337"/>
                </a:moveTo>
                <a:cubicBezTo>
                  <a:pt x="88" y="337"/>
                  <a:pt x="88" y="337"/>
                  <a:pt x="88" y="337"/>
                </a:cubicBezTo>
                <a:cubicBezTo>
                  <a:pt x="16" y="265"/>
                  <a:pt x="16" y="265"/>
                  <a:pt x="16" y="265"/>
                </a:cubicBezTo>
                <a:cubicBezTo>
                  <a:pt x="16" y="48"/>
                  <a:pt x="16" y="48"/>
                  <a:pt x="16" y="48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72"/>
                  <a:pt x="56" y="72"/>
                  <a:pt x="56" y="72"/>
                </a:cubicBezTo>
                <a:cubicBezTo>
                  <a:pt x="56" y="77"/>
                  <a:pt x="59" y="80"/>
                  <a:pt x="64" y="80"/>
                </a:cubicBezTo>
                <a:cubicBezTo>
                  <a:pt x="68" y="80"/>
                  <a:pt x="72" y="77"/>
                  <a:pt x="72" y="72"/>
                </a:cubicBezTo>
                <a:cubicBezTo>
                  <a:pt x="72" y="48"/>
                  <a:pt x="72" y="48"/>
                  <a:pt x="72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88" y="72"/>
                  <a:pt x="88" y="72"/>
                  <a:pt x="88" y="72"/>
                </a:cubicBezTo>
                <a:cubicBezTo>
                  <a:pt x="88" y="77"/>
                  <a:pt x="92" y="80"/>
                  <a:pt x="96" y="80"/>
                </a:cubicBezTo>
                <a:cubicBezTo>
                  <a:pt x="100" y="80"/>
                  <a:pt x="104" y="77"/>
                  <a:pt x="104" y="72"/>
                </a:cubicBezTo>
                <a:cubicBezTo>
                  <a:pt x="104" y="48"/>
                  <a:pt x="104" y="48"/>
                  <a:pt x="104" y="48"/>
                </a:cubicBezTo>
                <a:cubicBezTo>
                  <a:pt x="120" y="48"/>
                  <a:pt x="120" y="48"/>
                  <a:pt x="120" y="48"/>
                </a:cubicBezTo>
                <a:cubicBezTo>
                  <a:pt x="120" y="72"/>
                  <a:pt x="120" y="72"/>
                  <a:pt x="120" y="72"/>
                </a:cubicBezTo>
                <a:cubicBezTo>
                  <a:pt x="120" y="77"/>
                  <a:pt x="124" y="80"/>
                  <a:pt x="128" y="80"/>
                </a:cubicBezTo>
                <a:cubicBezTo>
                  <a:pt x="133" y="80"/>
                  <a:pt x="136" y="77"/>
                  <a:pt x="136" y="72"/>
                </a:cubicBezTo>
                <a:cubicBezTo>
                  <a:pt x="136" y="48"/>
                  <a:pt x="136" y="48"/>
                  <a:pt x="136" y="48"/>
                </a:cubicBezTo>
                <a:cubicBezTo>
                  <a:pt x="152" y="48"/>
                  <a:pt x="152" y="48"/>
                  <a:pt x="152" y="48"/>
                </a:cubicBezTo>
                <a:cubicBezTo>
                  <a:pt x="152" y="72"/>
                  <a:pt x="152" y="72"/>
                  <a:pt x="152" y="72"/>
                </a:cubicBezTo>
                <a:cubicBezTo>
                  <a:pt x="152" y="77"/>
                  <a:pt x="156" y="80"/>
                  <a:pt x="160" y="80"/>
                </a:cubicBezTo>
                <a:cubicBezTo>
                  <a:pt x="165" y="80"/>
                  <a:pt x="168" y="77"/>
                  <a:pt x="168" y="72"/>
                </a:cubicBezTo>
                <a:cubicBezTo>
                  <a:pt x="168" y="48"/>
                  <a:pt x="168" y="48"/>
                  <a:pt x="168" y="48"/>
                </a:cubicBezTo>
                <a:cubicBezTo>
                  <a:pt x="184" y="48"/>
                  <a:pt x="184" y="48"/>
                  <a:pt x="184" y="48"/>
                </a:cubicBezTo>
                <a:cubicBezTo>
                  <a:pt x="184" y="72"/>
                  <a:pt x="184" y="72"/>
                  <a:pt x="184" y="72"/>
                </a:cubicBezTo>
                <a:cubicBezTo>
                  <a:pt x="184" y="77"/>
                  <a:pt x="188" y="80"/>
                  <a:pt x="192" y="80"/>
                </a:cubicBezTo>
                <a:cubicBezTo>
                  <a:pt x="197" y="80"/>
                  <a:pt x="200" y="77"/>
                  <a:pt x="200" y="72"/>
                </a:cubicBezTo>
                <a:cubicBezTo>
                  <a:pt x="200" y="48"/>
                  <a:pt x="200" y="48"/>
                  <a:pt x="200" y="48"/>
                </a:cubicBezTo>
                <a:cubicBezTo>
                  <a:pt x="216" y="48"/>
                  <a:pt x="216" y="48"/>
                  <a:pt x="216" y="48"/>
                </a:cubicBezTo>
                <a:cubicBezTo>
                  <a:pt x="216" y="72"/>
                  <a:pt x="216" y="72"/>
                  <a:pt x="216" y="72"/>
                </a:cubicBezTo>
                <a:cubicBezTo>
                  <a:pt x="216" y="77"/>
                  <a:pt x="220" y="80"/>
                  <a:pt x="224" y="80"/>
                </a:cubicBezTo>
                <a:cubicBezTo>
                  <a:pt x="229" y="80"/>
                  <a:pt x="232" y="77"/>
                  <a:pt x="232" y="72"/>
                </a:cubicBezTo>
                <a:cubicBezTo>
                  <a:pt x="232" y="48"/>
                  <a:pt x="232" y="48"/>
                  <a:pt x="232" y="48"/>
                </a:cubicBezTo>
                <a:cubicBezTo>
                  <a:pt x="273" y="48"/>
                  <a:pt x="273" y="48"/>
                  <a:pt x="273" y="48"/>
                </a:cubicBezTo>
                <a:lnTo>
                  <a:pt x="273" y="337"/>
                </a:lnTo>
                <a:close/>
                <a:moveTo>
                  <a:pt x="40" y="185"/>
                </a:moveTo>
                <a:cubicBezTo>
                  <a:pt x="40" y="189"/>
                  <a:pt x="43" y="193"/>
                  <a:pt x="48" y="193"/>
                </a:cubicBezTo>
                <a:cubicBezTo>
                  <a:pt x="241" y="193"/>
                  <a:pt x="241" y="193"/>
                  <a:pt x="241" y="193"/>
                </a:cubicBezTo>
                <a:cubicBezTo>
                  <a:pt x="245" y="193"/>
                  <a:pt x="249" y="189"/>
                  <a:pt x="249" y="185"/>
                </a:cubicBezTo>
                <a:cubicBezTo>
                  <a:pt x="249" y="180"/>
                  <a:pt x="245" y="177"/>
                  <a:pt x="241" y="177"/>
                </a:cubicBezTo>
                <a:cubicBezTo>
                  <a:pt x="48" y="177"/>
                  <a:pt x="48" y="177"/>
                  <a:pt x="48" y="177"/>
                </a:cubicBezTo>
                <a:cubicBezTo>
                  <a:pt x="43" y="177"/>
                  <a:pt x="40" y="180"/>
                  <a:pt x="40" y="185"/>
                </a:cubicBezTo>
                <a:moveTo>
                  <a:pt x="192" y="225"/>
                </a:moveTo>
                <a:cubicBezTo>
                  <a:pt x="48" y="225"/>
                  <a:pt x="48" y="225"/>
                  <a:pt x="48" y="225"/>
                </a:cubicBezTo>
                <a:cubicBezTo>
                  <a:pt x="43" y="225"/>
                  <a:pt x="40" y="228"/>
                  <a:pt x="40" y="233"/>
                </a:cubicBezTo>
                <a:cubicBezTo>
                  <a:pt x="40" y="237"/>
                  <a:pt x="43" y="241"/>
                  <a:pt x="48" y="241"/>
                </a:cubicBezTo>
                <a:cubicBezTo>
                  <a:pt x="192" y="241"/>
                  <a:pt x="192" y="241"/>
                  <a:pt x="192" y="241"/>
                </a:cubicBezTo>
                <a:cubicBezTo>
                  <a:pt x="197" y="241"/>
                  <a:pt x="200" y="237"/>
                  <a:pt x="200" y="233"/>
                </a:cubicBezTo>
                <a:cubicBezTo>
                  <a:pt x="200" y="228"/>
                  <a:pt x="197" y="225"/>
                  <a:pt x="192" y="22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9" name="Freeform 16"/>
          <p:cNvSpPr/>
          <p:nvPr/>
        </p:nvSpPr>
        <p:spPr bwMode="auto">
          <a:xfrm>
            <a:off x="7255630" y="3224091"/>
            <a:ext cx="781420" cy="902188"/>
          </a:xfrm>
          <a:custGeom>
            <a:avLst/>
            <a:gdLst>
              <a:gd name="T0" fmla="*/ 928 w 1857"/>
              <a:gd name="T1" fmla="*/ 0 h 2144"/>
              <a:gd name="T2" fmla="*/ 0 w 1857"/>
              <a:gd name="T3" fmla="*/ 535 h 2144"/>
              <a:gd name="T4" fmla="*/ 0 w 1857"/>
              <a:gd name="T5" fmla="*/ 1609 h 2144"/>
              <a:gd name="T6" fmla="*/ 928 w 1857"/>
              <a:gd name="T7" fmla="*/ 2144 h 2144"/>
              <a:gd name="T8" fmla="*/ 1857 w 1857"/>
              <a:gd name="T9" fmla="*/ 1609 h 2144"/>
              <a:gd name="T10" fmla="*/ 1857 w 1857"/>
              <a:gd name="T11" fmla="*/ 535 h 2144"/>
              <a:gd name="T12" fmla="*/ 928 w 1857"/>
              <a:gd name="T13" fmla="*/ 0 h 2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57" h="2144">
                <a:moveTo>
                  <a:pt x="928" y="0"/>
                </a:moveTo>
                <a:lnTo>
                  <a:pt x="0" y="535"/>
                </a:lnTo>
                <a:lnTo>
                  <a:pt x="0" y="1609"/>
                </a:lnTo>
                <a:lnTo>
                  <a:pt x="928" y="2144"/>
                </a:lnTo>
                <a:lnTo>
                  <a:pt x="1857" y="1609"/>
                </a:lnTo>
                <a:lnTo>
                  <a:pt x="1857" y="535"/>
                </a:lnTo>
                <a:lnTo>
                  <a:pt x="9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0" name="Freeform 19"/>
          <p:cNvSpPr>
            <a:spLocks noEditPoints="1"/>
          </p:cNvSpPr>
          <p:nvPr/>
        </p:nvSpPr>
        <p:spPr bwMode="auto">
          <a:xfrm>
            <a:off x="7187921" y="3145822"/>
            <a:ext cx="916075" cy="1058725"/>
          </a:xfrm>
          <a:custGeom>
            <a:avLst/>
            <a:gdLst>
              <a:gd name="T0" fmla="*/ 1089 w 2177"/>
              <a:gd name="T1" fmla="*/ 0 h 2516"/>
              <a:gd name="T2" fmla="*/ 0 w 2177"/>
              <a:gd name="T3" fmla="*/ 627 h 2516"/>
              <a:gd name="T4" fmla="*/ 0 w 2177"/>
              <a:gd name="T5" fmla="*/ 1889 h 2516"/>
              <a:gd name="T6" fmla="*/ 1089 w 2177"/>
              <a:gd name="T7" fmla="*/ 2516 h 2516"/>
              <a:gd name="T8" fmla="*/ 2177 w 2177"/>
              <a:gd name="T9" fmla="*/ 1889 h 2516"/>
              <a:gd name="T10" fmla="*/ 2177 w 2177"/>
              <a:gd name="T11" fmla="*/ 627 h 2516"/>
              <a:gd name="T12" fmla="*/ 1089 w 2177"/>
              <a:gd name="T13" fmla="*/ 0 h 2516"/>
              <a:gd name="T14" fmla="*/ 2087 w 2177"/>
              <a:gd name="T15" fmla="*/ 1836 h 2516"/>
              <a:gd name="T16" fmla="*/ 1089 w 2177"/>
              <a:gd name="T17" fmla="*/ 2410 h 2516"/>
              <a:gd name="T18" fmla="*/ 92 w 2177"/>
              <a:gd name="T19" fmla="*/ 1836 h 2516"/>
              <a:gd name="T20" fmla="*/ 92 w 2177"/>
              <a:gd name="T21" fmla="*/ 680 h 2516"/>
              <a:gd name="T22" fmla="*/ 1089 w 2177"/>
              <a:gd name="T23" fmla="*/ 106 h 2516"/>
              <a:gd name="T24" fmla="*/ 2087 w 2177"/>
              <a:gd name="T25" fmla="*/ 680 h 2516"/>
              <a:gd name="T26" fmla="*/ 2087 w 2177"/>
              <a:gd name="T27" fmla="*/ 1836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77" h="2516">
                <a:moveTo>
                  <a:pt x="1089" y="0"/>
                </a:moveTo>
                <a:lnTo>
                  <a:pt x="0" y="627"/>
                </a:lnTo>
                <a:lnTo>
                  <a:pt x="0" y="1889"/>
                </a:lnTo>
                <a:lnTo>
                  <a:pt x="1089" y="2516"/>
                </a:lnTo>
                <a:lnTo>
                  <a:pt x="2177" y="1889"/>
                </a:lnTo>
                <a:lnTo>
                  <a:pt x="2177" y="627"/>
                </a:lnTo>
                <a:lnTo>
                  <a:pt x="1089" y="0"/>
                </a:lnTo>
                <a:close/>
                <a:moveTo>
                  <a:pt x="2087" y="1836"/>
                </a:moveTo>
                <a:lnTo>
                  <a:pt x="1089" y="2410"/>
                </a:lnTo>
                <a:lnTo>
                  <a:pt x="92" y="1836"/>
                </a:lnTo>
                <a:lnTo>
                  <a:pt x="92" y="680"/>
                </a:lnTo>
                <a:lnTo>
                  <a:pt x="1089" y="106"/>
                </a:lnTo>
                <a:lnTo>
                  <a:pt x="2087" y="680"/>
                </a:lnTo>
                <a:lnTo>
                  <a:pt x="2087" y="1836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9" name="Freeform 48"/>
          <p:cNvSpPr>
            <a:spLocks noEditPoints="1"/>
          </p:cNvSpPr>
          <p:nvPr/>
        </p:nvSpPr>
        <p:spPr bwMode="auto">
          <a:xfrm>
            <a:off x="7475484" y="3478178"/>
            <a:ext cx="378987" cy="380374"/>
          </a:xfrm>
          <a:custGeom>
            <a:avLst/>
            <a:gdLst>
              <a:gd name="T0" fmla="*/ 176 w 353"/>
              <a:gd name="T1" fmla="*/ 0 h 354"/>
              <a:gd name="T2" fmla="*/ 0 w 353"/>
              <a:gd name="T3" fmla="*/ 177 h 354"/>
              <a:gd name="T4" fmla="*/ 176 w 353"/>
              <a:gd name="T5" fmla="*/ 354 h 354"/>
              <a:gd name="T6" fmla="*/ 353 w 353"/>
              <a:gd name="T7" fmla="*/ 177 h 354"/>
              <a:gd name="T8" fmla="*/ 176 w 353"/>
              <a:gd name="T9" fmla="*/ 0 h 354"/>
              <a:gd name="T10" fmla="*/ 176 w 353"/>
              <a:gd name="T11" fmla="*/ 16 h 354"/>
              <a:gd name="T12" fmla="*/ 284 w 353"/>
              <a:gd name="T13" fmla="*/ 58 h 354"/>
              <a:gd name="T14" fmla="*/ 244 w 353"/>
              <a:gd name="T15" fmla="*/ 98 h 354"/>
              <a:gd name="T16" fmla="*/ 176 w 353"/>
              <a:gd name="T17" fmla="*/ 73 h 354"/>
              <a:gd name="T18" fmla="*/ 108 w 353"/>
              <a:gd name="T19" fmla="*/ 98 h 354"/>
              <a:gd name="T20" fmla="*/ 69 w 353"/>
              <a:gd name="T21" fmla="*/ 58 h 354"/>
              <a:gd name="T22" fmla="*/ 176 w 353"/>
              <a:gd name="T23" fmla="*/ 16 h 354"/>
              <a:gd name="T24" fmla="*/ 264 w 353"/>
              <a:gd name="T25" fmla="*/ 177 h 354"/>
              <a:gd name="T26" fmla="*/ 176 w 353"/>
              <a:gd name="T27" fmla="*/ 265 h 354"/>
              <a:gd name="T28" fmla="*/ 88 w 353"/>
              <a:gd name="T29" fmla="*/ 177 h 354"/>
              <a:gd name="T30" fmla="*/ 176 w 353"/>
              <a:gd name="T31" fmla="*/ 89 h 354"/>
              <a:gd name="T32" fmla="*/ 264 w 353"/>
              <a:gd name="T33" fmla="*/ 177 h 354"/>
              <a:gd name="T34" fmla="*/ 16 w 353"/>
              <a:gd name="T35" fmla="*/ 177 h 354"/>
              <a:gd name="T36" fmla="*/ 57 w 353"/>
              <a:gd name="T37" fmla="*/ 69 h 354"/>
              <a:gd name="T38" fmla="*/ 97 w 353"/>
              <a:gd name="T39" fmla="*/ 109 h 354"/>
              <a:gd name="T40" fmla="*/ 72 w 353"/>
              <a:gd name="T41" fmla="*/ 177 h 354"/>
              <a:gd name="T42" fmla="*/ 97 w 353"/>
              <a:gd name="T43" fmla="*/ 245 h 354"/>
              <a:gd name="T44" fmla="*/ 57 w 353"/>
              <a:gd name="T45" fmla="*/ 285 h 354"/>
              <a:gd name="T46" fmla="*/ 16 w 353"/>
              <a:gd name="T47" fmla="*/ 177 h 354"/>
              <a:gd name="T48" fmla="*/ 176 w 353"/>
              <a:gd name="T49" fmla="*/ 338 h 354"/>
              <a:gd name="T50" fmla="*/ 69 w 353"/>
              <a:gd name="T51" fmla="*/ 296 h 354"/>
              <a:gd name="T52" fmla="*/ 108 w 353"/>
              <a:gd name="T53" fmla="*/ 256 h 354"/>
              <a:gd name="T54" fmla="*/ 176 w 353"/>
              <a:gd name="T55" fmla="*/ 281 h 354"/>
              <a:gd name="T56" fmla="*/ 244 w 353"/>
              <a:gd name="T57" fmla="*/ 256 h 354"/>
              <a:gd name="T58" fmla="*/ 284 w 353"/>
              <a:gd name="T59" fmla="*/ 296 h 354"/>
              <a:gd name="T60" fmla="*/ 176 w 353"/>
              <a:gd name="T61" fmla="*/ 338 h 354"/>
              <a:gd name="T62" fmla="*/ 295 w 353"/>
              <a:gd name="T63" fmla="*/ 285 h 354"/>
              <a:gd name="T64" fmla="*/ 255 w 353"/>
              <a:gd name="T65" fmla="*/ 245 h 354"/>
              <a:gd name="T66" fmla="*/ 281 w 353"/>
              <a:gd name="T67" fmla="*/ 177 h 354"/>
              <a:gd name="T68" fmla="*/ 255 w 353"/>
              <a:gd name="T69" fmla="*/ 109 h 354"/>
              <a:gd name="T70" fmla="*/ 295 w 353"/>
              <a:gd name="T71" fmla="*/ 69 h 354"/>
              <a:gd name="T72" fmla="*/ 337 w 353"/>
              <a:gd name="T73" fmla="*/ 177 h 354"/>
              <a:gd name="T74" fmla="*/ 295 w 353"/>
              <a:gd name="T75" fmla="*/ 285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53" h="354">
                <a:moveTo>
                  <a:pt x="176" y="0"/>
                </a:moveTo>
                <a:cubicBezTo>
                  <a:pt x="79" y="0"/>
                  <a:pt x="0" y="79"/>
                  <a:pt x="0" y="177"/>
                </a:cubicBezTo>
                <a:cubicBezTo>
                  <a:pt x="0" y="275"/>
                  <a:pt x="79" y="354"/>
                  <a:pt x="176" y="354"/>
                </a:cubicBezTo>
                <a:cubicBezTo>
                  <a:pt x="274" y="354"/>
                  <a:pt x="353" y="275"/>
                  <a:pt x="353" y="177"/>
                </a:cubicBezTo>
                <a:cubicBezTo>
                  <a:pt x="353" y="79"/>
                  <a:pt x="274" y="0"/>
                  <a:pt x="176" y="0"/>
                </a:cubicBezTo>
                <a:moveTo>
                  <a:pt x="176" y="16"/>
                </a:moveTo>
                <a:cubicBezTo>
                  <a:pt x="218" y="16"/>
                  <a:pt x="255" y="32"/>
                  <a:pt x="284" y="58"/>
                </a:cubicBezTo>
                <a:cubicBezTo>
                  <a:pt x="244" y="98"/>
                  <a:pt x="244" y="98"/>
                  <a:pt x="244" y="98"/>
                </a:cubicBezTo>
                <a:cubicBezTo>
                  <a:pt x="226" y="82"/>
                  <a:pt x="202" y="73"/>
                  <a:pt x="176" y="73"/>
                </a:cubicBezTo>
                <a:cubicBezTo>
                  <a:pt x="150" y="73"/>
                  <a:pt x="127" y="82"/>
                  <a:pt x="108" y="98"/>
                </a:cubicBezTo>
                <a:cubicBezTo>
                  <a:pt x="69" y="58"/>
                  <a:pt x="69" y="58"/>
                  <a:pt x="69" y="58"/>
                </a:cubicBezTo>
                <a:cubicBezTo>
                  <a:pt x="97" y="32"/>
                  <a:pt x="135" y="16"/>
                  <a:pt x="176" y="16"/>
                </a:cubicBezTo>
                <a:moveTo>
                  <a:pt x="264" y="177"/>
                </a:moveTo>
                <a:cubicBezTo>
                  <a:pt x="264" y="226"/>
                  <a:pt x="225" y="265"/>
                  <a:pt x="176" y="265"/>
                </a:cubicBezTo>
                <a:cubicBezTo>
                  <a:pt x="127" y="265"/>
                  <a:pt x="88" y="226"/>
                  <a:pt x="88" y="177"/>
                </a:cubicBezTo>
                <a:cubicBezTo>
                  <a:pt x="88" y="128"/>
                  <a:pt x="127" y="89"/>
                  <a:pt x="176" y="89"/>
                </a:cubicBezTo>
                <a:cubicBezTo>
                  <a:pt x="225" y="89"/>
                  <a:pt x="264" y="128"/>
                  <a:pt x="264" y="177"/>
                </a:cubicBezTo>
                <a:moveTo>
                  <a:pt x="16" y="177"/>
                </a:moveTo>
                <a:cubicBezTo>
                  <a:pt x="16" y="136"/>
                  <a:pt x="31" y="98"/>
                  <a:pt x="57" y="69"/>
                </a:cubicBezTo>
                <a:cubicBezTo>
                  <a:pt x="97" y="109"/>
                  <a:pt x="97" y="109"/>
                  <a:pt x="97" y="109"/>
                </a:cubicBezTo>
                <a:cubicBezTo>
                  <a:pt x="81" y="127"/>
                  <a:pt x="72" y="151"/>
                  <a:pt x="72" y="177"/>
                </a:cubicBezTo>
                <a:cubicBezTo>
                  <a:pt x="72" y="203"/>
                  <a:pt x="81" y="227"/>
                  <a:pt x="97" y="245"/>
                </a:cubicBezTo>
                <a:cubicBezTo>
                  <a:pt x="57" y="285"/>
                  <a:pt x="57" y="285"/>
                  <a:pt x="57" y="285"/>
                </a:cubicBezTo>
                <a:cubicBezTo>
                  <a:pt x="31" y="256"/>
                  <a:pt x="16" y="218"/>
                  <a:pt x="16" y="177"/>
                </a:cubicBezTo>
                <a:moveTo>
                  <a:pt x="176" y="338"/>
                </a:moveTo>
                <a:cubicBezTo>
                  <a:pt x="135" y="338"/>
                  <a:pt x="97" y="322"/>
                  <a:pt x="69" y="29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127" y="272"/>
                  <a:pt x="150" y="281"/>
                  <a:pt x="176" y="281"/>
                </a:cubicBezTo>
                <a:cubicBezTo>
                  <a:pt x="202" y="281"/>
                  <a:pt x="226" y="272"/>
                  <a:pt x="244" y="256"/>
                </a:cubicBezTo>
                <a:cubicBezTo>
                  <a:pt x="284" y="296"/>
                  <a:pt x="284" y="296"/>
                  <a:pt x="284" y="296"/>
                </a:cubicBezTo>
                <a:cubicBezTo>
                  <a:pt x="255" y="322"/>
                  <a:pt x="218" y="338"/>
                  <a:pt x="176" y="338"/>
                </a:cubicBezTo>
                <a:moveTo>
                  <a:pt x="295" y="285"/>
                </a:moveTo>
                <a:cubicBezTo>
                  <a:pt x="255" y="245"/>
                  <a:pt x="255" y="245"/>
                  <a:pt x="255" y="245"/>
                </a:cubicBezTo>
                <a:cubicBezTo>
                  <a:pt x="271" y="227"/>
                  <a:pt x="281" y="203"/>
                  <a:pt x="281" y="177"/>
                </a:cubicBezTo>
                <a:cubicBezTo>
                  <a:pt x="281" y="151"/>
                  <a:pt x="271" y="127"/>
                  <a:pt x="255" y="109"/>
                </a:cubicBezTo>
                <a:cubicBezTo>
                  <a:pt x="295" y="69"/>
                  <a:pt x="295" y="69"/>
                  <a:pt x="295" y="69"/>
                </a:cubicBezTo>
                <a:cubicBezTo>
                  <a:pt x="321" y="98"/>
                  <a:pt x="337" y="136"/>
                  <a:pt x="337" y="177"/>
                </a:cubicBezTo>
                <a:cubicBezTo>
                  <a:pt x="337" y="218"/>
                  <a:pt x="321" y="256"/>
                  <a:pt x="295" y="28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7" name="Freeform 19"/>
          <p:cNvSpPr>
            <a:spLocks noEditPoints="1"/>
          </p:cNvSpPr>
          <p:nvPr/>
        </p:nvSpPr>
        <p:spPr bwMode="auto">
          <a:xfrm>
            <a:off x="4811486" y="1864325"/>
            <a:ext cx="916075" cy="1058725"/>
          </a:xfrm>
          <a:custGeom>
            <a:avLst/>
            <a:gdLst>
              <a:gd name="T0" fmla="*/ 1089 w 2177"/>
              <a:gd name="T1" fmla="*/ 0 h 2516"/>
              <a:gd name="T2" fmla="*/ 0 w 2177"/>
              <a:gd name="T3" fmla="*/ 627 h 2516"/>
              <a:gd name="T4" fmla="*/ 0 w 2177"/>
              <a:gd name="T5" fmla="*/ 1889 h 2516"/>
              <a:gd name="T6" fmla="*/ 1089 w 2177"/>
              <a:gd name="T7" fmla="*/ 2516 h 2516"/>
              <a:gd name="T8" fmla="*/ 2177 w 2177"/>
              <a:gd name="T9" fmla="*/ 1889 h 2516"/>
              <a:gd name="T10" fmla="*/ 2177 w 2177"/>
              <a:gd name="T11" fmla="*/ 627 h 2516"/>
              <a:gd name="T12" fmla="*/ 1089 w 2177"/>
              <a:gd name="T13" fmla="*/ 0 h 2516"/>
              <a:gd name="T14" fmla="*/ 2087 w 2177"/>
              <a:gd name="T15" fmla="*/ 1836 h 2516"/>
              <a:gd name="T16" fmla="*/ 1089 w 2177"/>
              <a:gd name="T17" fmla="*/ 2410 h 2516"/>
              <a:gd name="T18" fmla="*/ 92 w 2177"/>
              <a:gd name="T19" fmla="*/ 1836 h 2516"/>
              <a:gd name="T20" fmla="*/ 92 w 2177"/>
              <a:gd name="T21" fmla="*/ 680 h 2516"/>
              <a:gd name="T22" fmla="*/ 1089 w 2177"/>
              <a:gd name="T23" fmla="*/ 106 h 2516"/>
              <a:gd name="T24" fmla="*/ 2087 w 2177"/>
              <a:gd name="T25" fmla="*/ 680 h 2516"/>
              <a:gd name="T26" fmla="*/ 2087 w 2177"/>
              <a:gd name="T27" fmla="*/ 1836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77" h="2516">
                <a:moveTo>
                  <a:pt x="1089" y="0"/>
                </a:moveTo>
                <a:lnTo>
                  <a:pt x="0" y="627"/>
                </a:lnTo>
                <a:lnTo>
                  <a:pt x="0" y="1889"/>
                </a:lnTo>
                <a:lnTo>
                  <a:pt x="1089" y="2516"/>
                </a:lnTo>
                <a:lnTo>
                  <a:pt x="2177" y="1889"/>
                </a:lnTo>
                <a:lnTo>
                  <a:pt x="2177" y="627"/>
                </a:lnTo>
                <a:lnTo>
                  <a:pt x="1089" y="0"/>
                </a:lnTo>
                <a:close/>
                <a:moveTo>
                  <a:pt x="2087" y="1836"/>
                </a:moveTo>
                <a:lnTo>
                  <a:pt x="1089" y="2410"/>
                </a:lnTo>
                <a:lnTo>
                  <a:pt x="92" y="1836"/>
                </a:lnTo>
                <a:lnTo>
                  <a:pt x="92" y="680"/>
                </a:lnTo>
                <a:lnTo>
                  <a:pt x="1089" y="106"/>
                </a:lnTo>
                <a:lnTo>
                  <a:pt x="2087" y="680"/>
                </a:lnTo>
                <a:lnTo>
                  <a:pt x="2087" y="1836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6" name="Freeform 16"/>
          <p:cNvSpPr/>
          <p:nvPr/>
        </p:nvSpPr>
        <p:spPr bwMode="auto">
          <a:xfrm>
            <a:off x="4879234" y="1942593"/>
            <a:ext cx="781420" cy="902189"/>
          </a:xfrm>
          <a:custGeom>
            <a:avLst/>
            <a:gdLst>
              <a:gd name="T0" fmla="*/ 928 w 1857"/>
              <a:gd name="T1" fmla="*/ 0 h 2144"/>
              <a:gd name="T2" fmla="*/ 0 w 1857"/>
              <a:gd name="T3" fmla="*/ 535 h 2144"/>
              <a:gd name="T4" fmla="*/ 0 w 1857"/>
              <a:gd name="T5" fmla="*/ 1609 h 2144"/>
              <a:gd name="T6" fmla="*/ 928 w 1857"/>
              <a:gd name="T7" fmla="*/ 2144 h 2144"/>
              <a:gd name="T8" fmla="*/ 1857 w 1857"/>
              <a:gd name="T9" fmla="*/ 1609 h 2144"/>
              <a:gd name="T10" fmla="*/ 1857 w 1857"/>
              <a:gd name="T11" fmla="*/ 535 h 2144"/>
              <a:gd name="T12" fmla="*/ 928 w 1857"/>
              <a:gd name="T13" fmla="*/ 0 h 2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57" h="2144">
                <a:moveTo>
                  <a:pt x="928" y="0"/>
                </a:moveTo>
                <a:lnTo>
                  <a:pt x="0" y="535"/>
                </a:lnTo>
                <a:lnTo>
                  <a:pt x="0" y="1609"/>
                </a:lnTo>
                <a:lnTo>
                  <a:pt x="928" y="2144"/>
                </a:lnTo>
                <a:lnTo>
                  <a:pt x="1857" y="1609"/>
                </a:lnTo>
                <a:lnTo>
                  <a:pt x="1857" y="535"/>
                </a:lnTo>
                <a:lnTo>
                  <a:pt x="92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0" name="Freeform 49"/>
          <p:cNvSpPr>
            <a:spLocks noEditPoints="1"/>
          </p:cNvSpPr>
          <p:nvPr/>
        </p:nvSpPr>
        <p:spPr bwMode="auto">
          <a:xfrm>
            <a:off x="5080724" y="2204888"/>
            <a:ext cx="378987" cy="347056"/>
          </a:xfrm>
          <a:custGeom>
            <a:avLst/>
            <a:gdLst>
              <a:gd name="T0" fmla="*/ 96 w 353"/>
              <a:gd name="T1" fmla="*/ 121 h 322"/>
              <a:gd name="T2" fmla="*/ 72 w 353"/>
              <a:gd name="T3" fmla="*/ 145 h 322"/>
              <a:gd name="T4" fmla="*/ 96 w 353"/>
              <a:gd name="T5" fmla="*/ 169 h 322"/>
              <a:gd name="T6" fmla="*/ 120 w 353"/>
              <a:gd name="T7" fmla="*/ 145 h 322"/>
              <a:gd name="T8" fmla="*/ 96 w 353"/>
              <a:gd name="T9" fmla="*/ 121 h 322"/>
              <a:gd name="T10" fmla="*/ 176 w 353"/>
              <a:gd name="T11" fmla="*/ 121 h 322"/>
              <a:gd name="T12" fmla="*/ 152 w 353"/>
              <a:gd name="T13" fmla="*/ 145 h 322"/>
              <a:gd name="T14" fmla="*/ 176 w 353"/>
              <a:gd name="T15" fmla="*/ 169 h 322"/>
              <a:gd name="T16" fmla="*/ 200 w 353"/>
              <a:gd name="T17" fmla="*/ 145 h 322"/>
              <a:gd name="T18" fmla="*/ 176 w 353"/>
              <a:gd name="T19" fmla="*/ 121 h 322"/>
              <a:gd name="T20" fmla="*/ 176 w 353"/>
              <a:gd name="T21" fmla="*/ 0 h 322"/>
              <a:gd name="T22" fmla="*/ 0 w 353"/>
              <a:gd name="T23" fmla="*/ 145 h 322"/>
              <a:gd name="T24" fmla="*/ 50 w 353"/>
              <a:gd name="T25" fmla="*/ 246 h 322"/>
              <a:gd name="T26" fmla="*/ 32 w 353"/>
              <a:gd name="T27" fmla="*/ 322 h 322"/>
              <a:gd name="T28" fmla="*/ 127 w 353"/>
              <a:gd name="T29" fmla="*/ 284 h 322"/>
              <a:gd name="T30" fmla="*/ 176 w 353"/>
              <a:gd name="T31" fmla="*/ 289 h 322"/>
              <a:gd name="T32" fmla="*/ 353 w 353"/>
              <a:gd name="T33" fmla="*/ 145 h 322"/>
              <a:gd name="T34" fmla="*/ 176 w 353"/>
              <a:gd name="T35" fmla="*/ 0 h 322"/>
              <a:gd name="T36" fmla="*/ 176 w 353"/>
              <a:gd name="T37" fmla="*/ 273 h 322"/>
              <a:gd name="T38" fmla="*/ 130 w 353"/>
              <a:gd name="T39" fmla="*/ 268 h 322"/>
              <a:gd name="T40" fmla="*/ 127 w 353"/>
              <a:gd name="T41" fmla="*/ 268 h 322"/>
              <a:gd name="T42" fmla="*/ 121 w 353"/>
              <a:gd name="T43" fmla="*/ 269 h 322"/>
              <a:gd name="T44" fmla="*/ 54 w 353"/>
              <a:gd name="T45" fmla="*/ 295 h 322"/>
              <a:gd name="T46" fmla="*/ 65 w 353"/>
              <a:gd name="T47" fmla="*/ 249 h 322"/>
              <a:gd name="T48" fmla="*/ 60 w 353"/>
              <a:gd name="T49" fmla="*/ 233 h 322"/>
              <a:gd name="T50" fmla="*/ 16 w 353"/>
              <a:gd name="T51" fmla="*/ 145 h 322"/>
              <a:gd name="T52" fmla="*/ 176 w 353"/>
              <a:gd name="T53" fmla="*/ 17 h 322"/>
              <a:gd name="T54" fmla="*/ 337 w 353"/>
              <a:gd name="T55" fmla="*/ 145 h 322"/>
              <a:gd name="T56" fmla="*/ 176 w 353"/>
              <a:gd name="T57" fmla="*/ 273 h 322"/>
              <a:gd name="T58" fmla="*/ 256 w 353"/>
              <a:gd name="T59" fmla="*/ 121 h 322"/>
              <a:gd name="T60" fmla="*/ 232 w 353"/>
              <a:gd name="T61" fmla="*/ 145 h 322"/>
              <a:gd name="T62" fmla="*/ 256 w 353"/>
              <a:gd name="T63" fmla="*/ 169 h 322"/>
              <a:gd name="T64" fmla="*/ 281 w 353"/>
              <a:gd name="T65" fmla="*/ 145 h 322"/>
              <a:gd name="T66" fmla="*/ 256 w 353"/>
              <a:gd name="T67" fmla="*/ 121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3" h="322">
                <a:moveTo>
                  <a:pt x="96" y="121"/>
                </a:moveTo>
                <a:cubicBezTo>
                  <a:pt x="83" y="121"/>
                  <a:pt x="72" y="132"/>
                  <a:pt x="72" y="145"/>
                </a:cubicBezTo>
                <a:cubicBezTo>
                  <a:pt x="72" y="158"/>
                  <a:pt x="83" y="169"/>
                  <a:pt x="96" y="169"/>
                </a:cubicBezTo>
                <a:cubicBezTo>
                  <a:pt x="109" y="169"/>
                  <a:pt x="120" y="158"/>
                  <a:pt x="120" y="145"/>
                </a:cubicBezTo>
                <a:cubicBezTo>
                  <a:pt x="120" y="132"/>
                  <a:pt x="109" y="121"/>
                  <a:pt x="96" y="121"/>
                </a:cubicBezTo>
                <a:moveTo>
                  <a:pt x="176" y="121"/>
                </a:moveTo>
                <a:cubicBezTo>
                  <a:pt x="163" y="121"/>
                  <a:pt x="152" y="132"/>
                  <a:pt x="152" y="145"/>
                </a:cubicBezTo>
                <a:cubicBezTo>
                  <a:pt x="152" y="158"/>
                  <a:pt x="163" y="169"/>
                  <a:pt x="176" y="169"/>
                </a:cubicBezTo>
                <a:cubicBezTo>
                  <a:pt x="189" y="169"/>
                  <a:pt x="200" y="158"/>
                  <a:pt x="200" y="145"/>
                </a:cubicBezTo>
                <a:cubicBezTo>
                  <a:pt x="200" y="132"/>
                  <a:pt x="189" y="121"/>
                  <a:pt x="176" y="121"/>
                </a:cubicBezTo>
                <a:moveTo>
                  <a:pt x="176" y="0"/>
                </a:moveTo>
                <a:cubicBezTo>
                  <a:pt x="79" y="0"/>
                  <a:pt x="0" y="65"/>
                  <a:pt x="0" y="145"/>
                </a:cubicBezTo>
                <a:cubicBezTo>
                  <a:pt x="0" y="184"/>
                  <a:pt x="19" y="220"/>
                  <a:pt x="50" y="246"/>
                </a:cubicBezTo>
                <a:cubicBezTo>
                  <a:pt x="32" y="322"/>
                  <a:pt x="32" y="322"/>
                  <a:pt x="32" y="322"/>
                </a:cubicBezTo>
                <a:cubicBezTo>
                  <a:pt x="127" y="284"/>
                  <a:pt x="127" y="284"/>
                  <a:pt x="127" y="284"/>
                </a:cubicBezTo>
                <a:cubicBezTo>
                  <a:pt x="142" y="287"/>
                  <a:pt x="159" y="289"/>
                  <a:pt x="176" y="289"/>
                </a:cubicBezTo>
                <a:cubicBezTo>
                  <a:pt x="274" y="289"/>
                  <a:pt x="353" y="225"/>
                  <a:pt x="353" y="145"/>
                </a:cubicBezTo>
                <a:cubicBezTo>
                  <a:pt x="353" y="65"/>
                  <a:pt x="274" y="0"/>
                  <a:pt x="176" y="0"/>
                </a:cubicBezTo>
                <a:moveTo>
                  <a:pt x="176" y="273"/>
                </a:moveTo>
                <a:cubicBezTo>
                  <a:pt x="161" y="273"/>
                  <a:pt x="145" y="272"/>
                  <a:pt x="130" y="268"/>
                </a:cubicBezTo>
                <a:cubicBezTo>
                  <a:pt x="129" y="268"/>
                  <a:pt x="128" y="268"/>
                  <a:pt x="127" y="268"/>
                </a:cubicBezTo>
                <a:cubicBezTo>
                  <a:pt x="125" y="268"/>
                  <a:pt x="123" y="268"/>
                  <a:pt x="121" y="269"/>
                </a:cubicBezTo>
                <a:cubicBezTo>
                  <a:pt x="54" y="295"/>
                  <a:pt x="54" y="295"/>
                  <a:pt x="54" y="295"/>
                </a:cubicBezTo>
                <a:cubicBezTo>
                  <a:pt x="65" y="249"/>
                  <a:pt x="65" y="249"/>
                  <a:pt x="65" y="249"/>
                </a:cubicBezTo>
                <a:cubicBezTo>
                  <a:pt x="67" y="243"/>
                  <a:pt x="65" y="237"/>
                  <a:pt x="60" y="233"/>
                </a:cubicBezTo>
                <a:cubicBezTo>
                  <a:pt x="31" y="209"/>
                  <a:pt x="16" y="178"/>
                  <a:pt x="16" y="145"/>
                </a:cubicBezTo>
                <a:cubicBezTo>
                  <a:pt x="16" y="74"/>
                  <a:pt x="88" y="17"/>
                  <a:pt x="176" y="17"/>
                </a:cubicBezTo>
                <a:cubicBezTo>
                  <a:pt x="265" y="17"/>
                  <a:pt x="337" y="74"/>
                  <a:pt x="337" y="145"/>
                </a:cubicBezTo>
                <a:cubicBezTo>
                  <a:pt x="337" y="216"/>
                  <a:pt x="265" y="273"/>
                  <a:pt x="176" y="273"/>
                </a:cubicBezTo>
                <a:moveTo>
                  <a:pt x="256" y="121"/>
                </a:moveTo>
                <a:cubicBezTo>
                  <a:pt x="243" y="121"/>
                  <a:pt x="232" y="132"/>
                  <a:pt x="232" y="145"/>
                </a:cubicBezTo>
                <a:cubicBezTo>
                  <a:pt x="232" y="158"/>
                  <a:pt x="243" y="169"/>
                  <a:pt x="256" y="169"/>
                </a:cubicBezTo>
                <a:cubicBezTo>
                  <a:pt x="270" y="169"/>
                  <a:pt x="281" y="158"/>
                  <a:pt x="281" y="145"/>
                </a:cubicBezTo>
                <a:cubicBezTo>
                  <a:pt x="281" y="132"/>
                  <a:pt x="270" y="121"/>
                  <a:pt x="256" y="12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pic>
        <p:nvPicPr>
          <p:cNvPr id="15" name="图片 14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company history</a:t>
            </a:r>
            <a:endParaRPr lang="en-US" dirty="0"/>
          </a:p>
        </p:txBody>
      </p:sp>
      <p:sp>
        <p:nvSpPr>
          <p:cNvPr id="37" name="Freeform 36"/>
          <p:cNvSpPr/>
          <p:nvPr/>
        </p:nvSpPr>
        <p:spPr>
          <a:xfrm rot="10800000">
            <a:off x="7297332" y="3727187"/>
            <a:ext cx="271732" cy="112891"/>
          </a:xfrm>
          <a:custGeom>
            <a:avLst/>
            <a:gdLst>
              <a:gd name="connsiteX0" fmla="*/ 359495 w 718990"/>
              <a:gd name="connsiteY0" fmla="*/ 0 h 206860"/>
              <a:gd name="connsiteX1" fmla="*/ 718990 w 718990"/>
              <a:gd name="connsiteY1" fmla="*/ 206860 h 206860"/>
              <a:gd name="connsiteX2" fmla="*/ 0 w 718990"/>
              <a:gd name="connsiteY2" fmla="*/ 206860 h 206860"/>
              <a:gd name="connsiteX3" fmla="*/ 359495 w 718990"/>
              <a:gd name="connsiteY3" fmla="*/ 0 h 20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990" h="206860">
                <a:moveTo>
                  <a:pt x="359495" y="0"/>
                </a:moveTo>
                <a:lnTo>
                  <a:pt x="718990" y="206860"/>
                </a:lnTo>
                <a:lnTo>
                  <a:pt x="0" y="206860"/>
                </a:lnTo>
                <a:lnTo>
                  <a:pt x="35949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6" name="Freeform 35"/>
          <p:cNvSpPr/>
          <p:nvPr/>
        </p:nvSpPr>
        <p:spPr>
          <a:xfrm flipV="1">
            <a:off x="6076408" y="3163602"/>
            <a:ext cx="2687081" cy="443578"/>
          </a:xfrm>
          <a:custGeom>
            <a:avLst/>
            <a:gdLst>
              <a:gd name="connsiteX0" fmla="*/ 0 w 5374161"/>
              <a:gd name="connsiteY0" fmla="*/ 0 h 887156"/>
              <a:gd name="connsiteX1" fmla="*/ 4970105 w 5374161"/>
              <a:gd name="connsiteY1" fmla="*/ 0 h 887156"/>
              <a:gd name="connsiteX2" fmla="*/ 5374161 w 5374161"/>
              <a:gd name="connsiteY2" fmla="*/ 443578 h 887156"/>
              <a:gd name="connsiteX3" fmla="*/ 4970105 w 5374161"/>
              <a:gd name="connsiteY3" fmla="*/ 887156 h 887156"/>
              <a:gd name="connsiteX4" fmla="*/ 3073076 w 5374161"/>
              <a:gd name="connsiteY4" fmla="*/ 887156 h 887156"/>
              <a:gd name="connsiteX5" fmla="*/ 2713581 w 5374161"/>
              <a:gd name="connsiteY5" fmla="*/ 680296 h 887156"/>
              <a:gd name="connsiteX6" fmla="*/ 2354086 w 5374161"/>
              <a:gd name="connsiteY6" fmla="*/ 887156 h 887156"/>
              <a:gd name="connsiteX7" fmla="*/ 0 w 5374161"/>
              <a:gd name="connsiteY7" fmla="*/ 887156 h 887156"/>
              <a:gd name="connsiteX8" fmla="*/ 404055 w 5374161"/>
              <a:gd name="connsiteY8" fmla="*/ 443578 h 887156"/>
              <a:gd name="connsiteX9" fmla="*/ 0 w 5374161"/>
              <a:gd name="connsiteY9" fmla="*/ 0 h 88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74161" h="887156">
                <a:moveTo>
                  <a:pt x="0" y="0"/>
                </a:moveTo>
                <a:lnTo>
                  <a:pt x="4970105" y="0"/>
                </a:lnTo>
                <a:lnTo>
                  <a:pt x="5374161" y="443578"/>
                </a:lnTo>
                <a:lnTo>
                  <a:pt x="4970105" y="887156"/>
                </a:lnTo>
                <a:lnTo>
                  <a:pt x="3073076" y="887156"/>
                </a:lnTo>
                <a:lnTo>
                  <a:pt x="2713581" y="680296"/>
                </a:lnTo>
                <a:lnTo>
                  <a:pt x="2354086" y="887156"/>
                </a:lnTo>
                <a:lnTo>
                  <a:pt x="0" y="887156"/>
                </a:lnTo>
                <a:lnTo>
                  <a:pt x="404055" y="4435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7" name="Freeform 16"/>
          <p:cNvSpPr/>
          <p:nvPr/>
        </p:nvSpPr>
        <p:spPr bwMode="auto">
          <a:xfrm rot="10800000">
            <a:off x="1948541" y="3727187"/>
            <a:ext cx="271732" cy="112891"/>
          </a:xfrm>
          <a:custGeom>
            <a:avLst/>
            <a:gdLst>
              <a:gd name="connsiteX0" fmla="*/ 359495 w 718990"/>
              <a:gd name="connsiteY0" fmla="*/ 0 h 206860"/>
              <a:gd name="connsiteX1" fmla="*/ 718990 w 718990"/>
              <a:gd name="connsiteY1" fmla="*/ 206860 h 206860"/>
              <a:gd name="connsiteX2" fmla="*/ 0 w 718990"/>
              <a:gd name="connsiteY2" fmla="*/ 206860 h 206860"/>
              <a:gd name="connsiteX3" fmla="*/ 359495 w 718990"/>
              <a:gd name="connsiteY3" fmla="*/ 0 h 20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990" h="206860">
                <a:moveTo>
                  <a:pt x="359495" y="0"/>
                </a:moveTo>
                <a:lnTo>
                  <a:pt x="718990" y="206860"/>
                </a:lnTo>
                <a:lnTo>
                  <a:pt x="0" y="206860"/>
                </a:lnTo>
                <a:lnTo>
                  <a:pt x="3594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noAutofit/>
          </a:bodyPr>
          <a:lstStyle/>
          <a:p>
            <a:endParaRPr lang="en-US" sz="900"/>
          </a:p>
        </p:txBody>
      </p:sp>
      <p:sp>
        <p:nvSpPr>
          <p:cNvPr id="16" name="Freeform 15"/>
          <p:cNvSpPr/>
          <p:nvPr/>
        </p:nvSpPr>
        <p:spPr bwMode="auto">
          <a:xfrm flipV="1">
            <a:off x="838200" y="3163602"/>
            <a:ext cx="2715871" cy="443578"/>
          </a:xfrm>
          <a:custGeom>
            <a:avLst/>
            <a:gdLst>
              <a:gd name="connsiteX0" fmla="*/ 0 w 5431742"/>
              <a:gd name="connsiteY0" fmla="*/ 0 h 887156"/>
              <a:gd name="connsiteX1" fmla="*/ 4988164 w 5431742"/>
              <a:gd name="connsiteY1" fmla="*/ 0 h 887156"/>
              <a:gd name="connsiteX2" fmla="*/ 5431742 w 5431742"/>
              <a:gd name="connsiteY2" fmla="*/ 443578 h 887156"/>
              <a:gd name="connsiteX3" fmla="*/ 4988164 w 5431742"/>
              <a:gd name="connsiteY3" fmla="*/ 887156 h 887156"/>
              <a:gd name="connsiteX4" fmla="*/ 2851907 w 5431742"/>
              <a:gd name="connsiteY4" fmla="*/ 887156 h 887156"/>
              <a:gd name="connsiteX5" fmla="*/ 2492412 w 5431742"/>
              <a:gd name="connsiteY5" fmla="*/ 680296 h 887156"/>
              <a:gd name="connsiteX6" fmla="*/ 2132917 w 5431742"/>
              <a:gd name="connsiteY6" fmla="*/ 887156 h 887156"/>
              <a:gd name="connsiteX7" fmla="*/ 0 w 5431742"/>
              <a:gd name="connsiteY7" fmla="*/ 887156 h 887156"/>
              <a:gd name="connsiteX8" fmla="*/ 0 w 5431742"/>
              <a:gd name="connsiteY8" fmla="*/ 0 h 88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31742" h="887156">
                <a:moveTo>
                  <a:pt x="0" y="0"/>
                </a:moveTo>
                <a:lnTo>
                  <a:pt x="4988164" y="0"/>
                </a:lnTo>
                <a:lnTo>
                  <a:pt x="5431742" y="443578"/>
                </a:lnTo>
                <a:lnTo>
                  <a:pt x="4988164" y="887156"/>
                </a:lnTo>
                <a:lnTo>
                  <a:pt x="2851907" y="887156"/>
                </a:lnTo>
                <a:lnTo>
                  <a:pt x="2492412" y="680296"/>
                </a:lnTo>
                <a:lnTo>
                  <a:pt x="2132917" y="887156"/>
                </a:lnTo>
                <a:lnTo>
                  <a:pt x="0" y="8871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noAutofit/>
          </a:bodyPr>
          <a:lstStyle/>
          <a:p>
            <a:endParaRPr lang="en-US" sz="900"/>
          </a:p>
        </p:txBody>
      </p:sp>
      <p:sp>
        <p:nvSpPr>
          <p:cNvPr id="34" name="Freeform 33"/>
          <p:cNvSpPr/>
          <p:nvPr/>
        </p:nvSpPr>
        <p:spPr bwMode="auto">
          <a:xfrm rot="10800000">
            <a:off x="4622936" y="3727187"/>
            <a:ext cx="271732" cy="112891"/>
          </a:xfrm>
          <a:custGeom>
            <a:avLst/>
            <a:gdLst>
              <a:gd name="connsiteX0" fmla="*/ 359495 w 718990"/>
              <a:gd name="connsiteY0" fmla="*/ 0 h 206860"/>
              <a:gd name="connsiteX1" fmla="*/ 718990 w 718990"/>
              <a:gd name="connsiteY1" fmla="*/ 206860 h 206860"/>
              <a:gd name="connsiteX2" fmla="*/ 0 w 718990"/>
              <a:gd name="connsiteY2" fmla="*/ 206860 h 206860"/>
              <a:gd name="connsiteX3" fmla="*/ 359495 w 718990"/>
              <a:gd name="connsiteY3" fmla="*/ 0 h 20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990" h="206860">
                <a:moveTo>
                  <a:pt x="359495" y="0"/>
                </a:moveTo>
                <a:lnTo>
                  <a:pt x="718990" y="206860"/>
                </a:lnTo>
                <a:lnTo>
                  <a:pt x="0" y="206860"/>
                </a:lnTo>
                <a:lnTo>
                  <a:pt x="3594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noAutofit/>
          </a:bodyPr>
          <a:lstStyle/>
          <a:p>
            <a:endParaRPr lang="en-US" sz="900"/>
          </a:p>
        </p:txBody>
      </p:sp>
      <p:sp>
        <p:nvSpPr>
          <p:cNvPr id="33" name="Freeform 32"/>
          <p:cNvSpPr/>
          <p:nvPr/>
        </p:nvSpPr>
        <p:spPr bwMode="auto">
          <a:xfrm flipV="1">
            <a:off x="3457304" y="3163602"/>
            <a:ext cx="2687081" cy="443578"/>
          </a:xfrm>
          <a:custGeom>
            <a:avLst/>
            <a:gdLst>
              <a:gd name="connsiteX0" fmla="*/ 0 w 5374161"/>
              <a:gd name="connsiteY0" fmla="*/ 0 h 887156"/>
              <a:gd name="connsiteX1" fmla="*/ 4970106 w 5374161"/>
              <a:gd name="connsiteY1" fmla="*/ 0 h 887156"/>
              <a:gd name="connsiteX2" fmla="*/ 5374161 w 5374161"/>
              <a:gd name="connsiteY2" fmla="*/ 443578 h 887156"/>
              <a:gd name="connsiteX3" fmla="*/ 4970106 w 5374161"/>
              <a:gd name="connsiteY3" fmla="*/ 887156 h 887156"/>
              <a:gd name="connsiteX4" fmla="*/ 2962491 w 5374161"/>
              <a:gd name="connsiteY4" fmla="*/ 887156 h 887156"/>
              <a:gd name="connsiteX5" fmla="*/ 2602996 w 5374161"/>
              <a:gd name="connsiteY5" fmla="*/ 680296 h 887156"/>
              <a:gd name="connsiteX6" fmla="*/ 2243501 w 5374161"/>
              <a:gd name="connsiteY6" fmla="*/ 887156 h 887156"/>
              <a:gd name="connsiteX7" fmla="*/ 0 w 5374161"/>
              <a:gd name="connsiteY7" fmla="*/ 887156 h 887156"/>
              <a:gd name="connsiteX8" fmla="*/ 404056 w 5374161"/>
              <a:gd name="connsiteY8" fmla="*/ 443578 h 887156"/>
              <a:gd name="connsiteX9" fmla="*/ 0 w 5374161"/>
              <a:gd name="connsiteY9" fmla="*/ 0 h 88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74161" h="887156">
                <a:moveTo>
                  <a:pt x="0" y="0"/>
                </a:moveTo>
                <a:lnTo>
                  <a:pt x="4970106" y="0"/>
                </a:lnTo>
                <a:lnTo>
                  <a:pt x="5374161" y="443578"/>
                </a:lnTo>
                <a:lnTo>
                  <a:pt x="4970106" y="887156"/>
                </a:lnTo>
                <a:lnTo>
                  <a:pt x="2962491" y="887156"/>
                </a:lnTo>
                <a:lnTo>
                  <a:pt x="2602996" y="680296"/>
                </a:lnTo>
                <a:lnTo>
                  <a:pt x="2243501" y="887156"/>
                </a:lnTo>
                <a:lnTo>
                  <a:pt x="0" y="887156"/>
                </a:lnTo>
                <a:lnTo>
                  <a:pt x="404056" y="4435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noAutofit/>
          </a:bodyPr>
          <a:lstStyle/>
          <a:p>
            <a:endParaRPr lang="en-US" sz="900"/>
          </a:p>
        </p:txBody>
      </p:sp>
      <p:sp>
        <p:nvSpPr>
          <p:cNvPr id="40" name="Freeform 39"/>
          <p:cNvSpPr/>
          <p:nvPr/>
        </p:nvSpPr>
        <p:spPr bwMode="auto">
          <a:xfrm rot="10800000">
            <a:off x="9982987" y="3734371"/>
            <a:ext cx="249214" cy="103535"/>
          </a:xfrm>
          <a:custGeom>
            <a:avLst/>
            <a:gdLst>
              <a:gd name="connsiteX0" fmla="*/ 359494 w 718988"/>
              <a:gd name="connsiteY0" fmla="*/ 0 h 206860"/>
              <a:gd name="connsiteX1" fmla="*/ 718988 w 718988"/>
              <a:gd name="connsiteY1" fmla="*/ 206860 h 206860"/>
              <a:gd name="connsiteX2" fmla="*/ 0 w 718988"/>
              <a:gd name="connsiteY2" fmla="*/ 206860 h 206860"/>
              <a:gd name="connsiteX3" fmla="*/ 359494 w 718988"/>
              <a:gd name="connsiteY3" fmla="*/ 0 h 20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988" h="206860">
                <a:moveTo>
                  <a:pt x="359494" y="0"/>
                </a:moveTo>
                <a:lnTo>
                  <a:pt x="718988" y="206860"/>
                </a:lnTo>
                <a:lnTo>
                  <a:pt x="0" y="206860"/>
                </a:lnTo>
                <a:lnTo>
                  <a:pt x="35949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noAutofit/>
          </a:bodyPr>
          <a:lstStyle/>
          <a:p>
            <a:endParaRPr lang="en-US" sz="900"/>
          </a:p>
        </p:txBody>
      </p:sp>
      <p:sp>
        <p:nvSpPr>
          <p:cNvPr id="39" name="Freeform 38"/>
          <p:cNvSpPr/>
          <p:nvPr/>
        </p:nvSpPr>
        <p:spPr bwMode="auto">
          <a:xfrm flipV="1">
            <a:off x="8666720" y="3163602"/>
            <a:ext cx="2687080" cy="443578"/>
          </a:xfrm>
          <a:custGeom>
            <a:avLst/>
            <a:gdLst>
              <a:gd name="connsiteX0" fmla="*/ 0 w 5374160"/>
              <a:gd name="connsiteY0" fmla="*/ 0 h 887156"/>
              <a:gd name="connsiteX1" fmla="*/ 4970106 w 5374160"/>
              <a:gd name="connsiteY1" fmla="*/ 0 h 887156"/>
              <a:gd name="connsiteX2" fmla="*/ 5374160 w 5374160"/>
              <a:gd name="connsiteY2" fmla="*/ 443578 h 887156"/>
              <a:gd name="connsiteX3" fmla="*/ 4970106 w 5374160"/>
              <a:gd name="connsiteY3" fmla="*/ 887156 h 887156"/>
              <a:gd name="connsiteX4" fmla="*/ 3241242 w 5374160"/>
              <a:gd name="connsiteY4" fmla="*/ 887156 h 887156"/>
              <a:gd name="connsiteX5" fmla="*/ 2881748 w 5374160"/>
              <a:gd name="connsiteY5" fmla="*/ 680296 h 887156"/>
              <a:gd name="connsiteX6" fmla="*/ 2522254 w 5374160"/>
              <a:gd name="connsiteY6" fmla="*/ 887156 h 887156"/>
              <a:gd name="connsiteX7" fmla="*/ 0 w 5374160"/>
              <a:gd name="connsiteY7" fmla="*/ 887156 h 887156"/>
              <a:gd name="connsiteX8" fmla="*/ 404056 w 5374160"/>
              <a:gd name="connsiteY8" fmla="*/ 443578 h 887156"/>
              <a:gd name="connsiteX9" fmla="*/ 0 w 5374160"/>
              <a:gd name="connsiteY9" fmla="*/ 0 h 88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74160" h="887156">
                <a:moveTo>
                  <a:pt x="0" y="0"/>
                </a:moveTo>
                <a:lnTo>
                  <a:pt x="4970106" y="0"/>
                </a:lnTo>
                <a:lnTo>
                  <a:pt x="5374160" y="443578"/>
                </a:lnTo>
                <a:lnTo>
                  <a:pt x="4970106" y="887156"/>
                </a:lnTo>
                <a:lnTo>
                  <a:pt x="3241242" y="887156"/>
                </a:lnTo>
                <a:lnTo>
                  <a:pt x="2881748" y="680296"/>
                </a:lnTo>
                <a:lnTo>
                  <a:pt x="2522254" y="887156"/>
                </a:lnTo>
                <a:lnTo>
                  <a:pt x="0" y="887156"/>
                </a:lnTo>
                <a:lnTo>
                  <a:pt x="404056" y="4435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noAutofit/>
          </a:bodyPr>
          <a:lstStyle/>
          <a:p>
            <a:endParaRPr lang="en-US" sz="900"/>
          </a:p>
        </p:txBody>
      </p:sp>
      <p:sp>
        <p:nvSpPr>
          <p:cNvPr id="63" name="Freeform 15"/>
          <p:cNvSpPr/>
          <p:nvPr/>
        </p:nvSpPr>
        <p:spPr bwMode="auto">
          <a:xfrm>
            <a:off x="1562912" y="1823844"/>
            <a:ext cx="1042658" cy="1203628"/>
          </a:xfrm>
          <a:custGeom>
            <a:avLst/>
            <a:gdLst>
              <a:gd name="T0" fmla="*/ 1573 w 3148"/>
              <a:gd name="T1" fmla="*/ 0 h 3634"/>
              <a:gd name="T2" fmla="*/ 0 w 3148"/>
              <a:gd name="T3" fmla="*/ 904 h 3634"/>
              <a:gd name="T4" fmla="*/ 0 w 3148"/>
              <a:gd name="T5" fmla="*/ 2730 h 3634"/>
              <a:gd name="T6" fmla="*/ 1573 w 3148"/>
              <a:gd name="T7" fmla="*/ 3634 h 3634"/>
              <a:gd name="T8" fmla="*/ 3148 w 3148"/>
              <a:gd name="T9" fmla="*/ 2730 h 3634"/>
              <a:gd name="T10" fmla="*/ 3148 w 3148"/>
              <a:gd name="T11" fmla="*/ 904 h 3634"/>
              <a:gd name="T12" fmla="*/ 1573 w 3148"/>
              <a:gd name="T13" fmla="*/ 0 h 3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48" h="3634">
                <a:moveTo>
                  <a:pt x="1573" y="0"/>
                </a:moveTo>
                <a:lnTo>
                  <a:pt x="0" y="904"/>
                </a:lnTo>
                <a:lnTo>
                  <a:pt x="0" y="2730"/>
                </a:lnTo>
                <a:lnTo>
                  <a:pt x="1573" y="3634"/>
                </a:lnTo>
                <a:lnTo>
                  <a:pt x="3148" y="2730"/>
                </a:lnTo>
                <a:lnTo>
                  <a:pt x="3148" y="904"/>
                </a:lnTo>
                <a:lnTo>
                  <a:pt x="15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64" name="Freeform 21"/>
          <p:cNvSpPr>
            <a:spLocks noEditPoints="1"/>
          </p:cNvSpPr>
          <p:nvPr/>
        </p:nvSpPr>
        <p:spPr bwMode="auto">
          <a:xfrm>
            <a:off x="1500975" y="1751308"/>
            <a:ext cx="1166863" cy="1348699"/>
          </a:xfrm>
          <a:custGeom>
            <a:avLst/>
            <a:gdLst>
              <a:gd name="T0" fmla="*/ 1760 w 3523"/>
              <a:gd name="T1" fmla="*/ 0 h 4072"/>
              <a:gd name="T2" fmla="*/ 0 w 3523"/>
              <a:gd name="T3" fmla="*/ 1015 h 4072"/>
              <a:gd name="T4" fmla="*/ 0 w 3523"/>
              <a:gd name="T5" fmla="*/ 3057 h 4072"/>
              <a:gd name="T6" fmla="*/ 1760 w 3523"/>
              <a:gd name="T7" fmla="*/ 4072 h 4072"/>
              <a:gd name="T8" fmla="*/ 3523 w 3523"/>
              <a:gd name="T9" fmla="*/ 3057 h 4072"/>
              <a:gd name="T10" fmla="*/ 3523 w 3523"/>
              <a:gd name="T11" fmla="*/ 1015 h 4072"/>
              <a:gd name="T12" fmla="*/ 1760 w 3523"/>
              <a:gd name="T13" fmla="*/ 0 h 4072"/>
              <a:gd name="T14" fmla="*/ 3431 w 3523"/>
              <a:gd name="T15" fmla="*/ 3004 h 4072"/>
              <a:gd name="T16" fmla="*/ 1760 w 3523"/>
              <a:gd name="T17" fmla="*/ 3964 h 4072"/>
              <a:gd name="T18" fmla="*/ 92 w 3523"/>
              <a:gd name="T19" fmla="*/ 3004 h 4072"/>
              <a:gd name="T20" fmla="*/ 92 w 3523"/>
              <a:gd name="T21" fmla="*/ 1068 h 4072"/>
              <a:gd name="T22" fmla="*/ 1760 w 3523"/>
              <a:gd name="T23" fmla="*/ 108 h 4072"/>
              <a:gd name="T24" fmla="*/ 3431 w 3523"/>
              <a:gd name="T25" fmla="*/ 1068 h 4072"/>
              <a:gd name="T26" fmla="*/ 3431 w 3523"/>
              <a:gd name="T27" fmla="*/ 3004 h 4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523" h="4072">
                <a:moveTo>
                  <a:pt x="1760" y="0"/>
                </a:moveTo>
                <a:lnTo>
                  <a:pt x="0" y="1015"/>
                </a:lnTo>
                <a:lnTo>
                  <a:pt x="0" y="3057"/>
                </a:lnTo>
                <a:lnTo>
                  <a:pt x="1760" y="4072"/>
                </a:lnTo>
                <a:lnTo>
                  <a:pt x="3523" y="3057"/>
                </a:lnTo>
                <a:lnTo>
                  <a:pt x="3523" y="1015"/>
                </a:lnTo>
                <a:lnTo>
                  <a:pt x="1760" y="0"/>
                </a:lnTo>
                <a:close/>
                <a:moveTo>
                  <a:pt x="3431" y="3004"/>
                </a:moveTo>
                <a:lnTo>
                  <a:pt x="1760" y="3964"/>
                </a:lnTo>
                <a:lnTo>
                  <a:pt x="92" y="3004"/>
                </a:lnTo>
                <a:lnTo>
                  <a:pt x="92" y="1068"/>
                </a:lnTo>
                <a:lnTo>
                  <a:pt x="1760" y="108"/>
                </a:lnTo>
                <a:lnTo>
                  <a:pt x="3431" y="1068"/>
                </a:lnTo>
                <a:lnTo>
                  <a:pt x="3431" y="3004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69" name="Freeform 24"/>
          <p:cNvSpPr>
            <a:spLocks noEditPoints="1"/>
          </p:cNvSpPr>
          <p:nvPr/>
        </p:nvSpPr>
        <p:spPr bwMode="auto">
          <a:xfrm>
            <a:off x="1848544" y="2127001"/>
            <a:ext cx="471342" cy="473063"/>
          </a:xfrm>
          <a:custGeom>
            <a:avLst/>
            <a:gdLst>
              <a:gd name="T0" fmla="*/ 193 w 353"/>
              <a:gd name="T1" fmla="*/ 96 h 353"/>
              <a:gd name="T2" fmla="*/ 225 w 353"/>
              <a:gd name="T3" fmla="*/ 32 h 353"/>
              <a:gd name="T4" fmla="*/ 160 w 353"/>
              <a:gd name="T5" fmla="*/ 0 h 353"/>
              <a:gd name="T6" fmla="*/ 128 w 353"/>
              <a:gd name="T7" fmla="*/ 64 h 353"/>
              <a:gd name="T8" fmla="*/ 144 w 353"/>
              <a:gd name="T9" fmla="*/ 32 h 353"/>
              <a:gd name="T10" fmla="*/ 193 w 353"/>
              <a:gd name="T11" fmla="*/ 16 h 353"/>
              <a:gd name="T12" fmla="*/ 209 w 353"/>
              <a:gd name="T13" fmla="*/ 64 h 353"/>
              <a:gd name="T14" fmla="*/ 160 w 353"/>
              <a:gd name="T15" fmla="*/ 80 h 353"/>
              <a:gd name="T16" fmla="*/ 144 w 353"/>
              <a:gd name="T17" fmla="*/ 32 h 353"/>
              <a:gd name="T18" fmla="*/ 56 w 353"/>
              <a:gd name="T19" fmla="*/ 233 h 353"/>
              <a:gd name="T20" fmla="*/ 168 w 353"/>
              <a:gd name="T21" fmla="*/ 176 h 353"/>
              <a:gd name="T22" fmla="*/ 176 w 353"/>
              <a:gd name="T23" fmla="*/ 241 h 353"/>
              <a:gd name="T24" fmla="*/ 185 w 353"/>
              <a:gd name="T25" fmla="*/ 176 h 353"/>
              <a:gd name="T26" fmla="*/ 297 w 353"/>
              <a:gd name="T27" fmla="*/ 233 h 353"/>
              <a:gd name="T28" fmla="*/ 313 w 353"/>
              <a:gd name="T29" fmla="*/ 233 h 353"/>
              <a:gd name="T30" fmla="*/ 305 w 353"/>
              <a:gd name="T31" fmla="*/ 160 h 353"/>
              <a:gd name="T32" fmla="*/ 185 w 353"/>
              <a:gd name="T33" fmla="*/ 120 h 353"/>
              <a:gd name="T34" fmla="*/ 168 w 353"/>
              <a:gd name="T35" fmla="*/ 120 h 353"/>
              <a:gd name="T36" fmla="*/ 48 w 353"/>
              <a:gd name="T37" fmla="*/ 160 h 353"/>
              <a:gd name="T38" fmla="*/ 40 w 353"/>
              <a:gd name="T39" fmla="*/ 233 h 353"/>
              <a:gd name="T40" fmla="*/ 64 w 353"/>
              <a:gd name="T41" fmla="*/ 257 h 353"/>
              <a:gd name="T42" fmla="*/ 0 w 353"/>
              <a:gd name="T43" fmla="*/ 289 h 353"/>
              <a:gd name="T44" fmla="*/ 32 w 353"/>
              <a:gd name="T45" fmla="*/ 353 h 353"/>
              <a:gd name="T46" fmla="*/ 96 w 353"/>
              <a:gd name="T47" fmla="*/ 321 h 353"/>
              <a:gd name="T48" fmla="*/ 64 w 353"/>
              <a:gd name="T49" fmla="*/ 257 h 353"/>
              <a:gd name="T50" fmla="*/ 64 w 353"/>
              <a:gd name="T51" fmla="*/ 337 h 353"/>
              <a:gd name="T52" fmla="*/ 16 w 353"/>
              <a:gd name="T53" fmla="*/ 321 h 353"/>
              <a:gd name="T54" fmla="*/ 32 w 353"/>
              <a:gd name="T55" fmla="*/ 273 h 353"/>
              <a:gd name="T56" fmla="*/ 80 w 353"/>
              <a:gd name="T57" fmla="*/ 289 h 353"/>
              <a:gd name="T58" fmla="*/ 321 w 353"/>
              <a:gd name="T59" fmla="*/ 257 h 353"/>
              <a:gd name="T60" fmla="*/ 257 w 353"/>
              <a:gd name="T61" fmla="*/ 289 h 353"/>
              <a:gd name="T62" fmla="*/ 289 w 353"/>
              <a:gd name="T63" fmla="*/ 353 h 353"/>
              <a:gd name="T64" fmla="*/ 353 w 353"/>
              <a:gd name="T65" fmla="*/ 321 h 353"/>
              <a:gd name="T66" fmla="*/ 321 w 353"/>
              <a:gd name="T67" fmla="*/ 257 h 353"/>
              <a:gd name="T68" fmla="*/ 321 w 353"/>
              <a:gd name="T69" fmla="*/ 337 h 353"/>
              <a:gd name="T70" fmla="*/ 273 w 353"/>
              <a:gd name="T71" fmla="*/ 321 h 353"/>
              <a:gd name="T72" fmla="*/ 289 w 353"/>
              <a:gd name="T73" fmla="*/ 273 h 353"/>
              <a:gd name="T74" fmla="*/ 337 w 353"/>
              <a:gd name="T75" fmla="*/ 289 h 353"/>
              <a:gd name="T76" fmla="*/ 193 w 353"/>
              <a:gd name="T77" fmla="*/ 257 h 353"/>
              <a:gd name="T78" fmla="*/ 128 w 353"/>
              <a:gd name="T79" fmla="*/ 289 h 353"/>
              <a:gd name="T80" fmla="*/ 160 w 353"/>
              <a:gd name="T81" fmla="*/ 353 h 353"/>
              <a:gd name="T82" fmla="*/ 225 w 353"/>
              <a:gd name="T83" fmla="*/ 321 h 353"/>
              <a:gd name="T84" fmla="*/ 193 w 353"/>
              <a:gd name="T85" fmla="*/ 257 h 353"/>
              <a:gd name="T86" fmla="*/ 193 w 353"/>
              <a:gd name="T87" fmla="*/ 337 h 353"/>
              <a:gd name="T88" fmla="*/ 144 w 353"/>
              <a:gd name="T89" fmla="*/ 321 h 353"/>
              <a:gd name="T90" fmla="*/ 160 w 353"/>
              <a:gd name="T91" fmla="*/ 273 h 353"/>
              <a:gd name="T92" fmla="*/ 209 w 353"/>
              <a:gd name="T93" fmla="*/ 289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53" h="353">
                <a:moveTo>
                  <a:pt x="160" y="96"/>
                </a:moveTo>
                <a:cubicBezTo>
                  <a:pt x="193" y="96"/>
                  <a:pt x="193" y="96"/>
                  <a:pt x="193" y="96"/>
                </a:cubicBezTo>
                <a:cubicBezTo>
                  <a:pt x="210" y="96"/>
                  <a:pt x="225" y="82"/>
                  <a:pt x="225" y="64"/>
                </a:cubicBezTo>
                <a:cubicBezTo>
                  <a:pt x="225" y="32"/>
                  <a:pt x="225" y="32"/>
                  <a:pt x="225" y="32"/>
                </a:cubicBezTo>
                <a:cubicBezTo>
                  <a:pt x="225" y="14"/>
                  <a:pt x="210" y="0"/>
                  <a:pt x="193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43" y="0"/>
                  <a:pt x="128" y="14"/>
                  <a:pt x="128" y="32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8" y="82"/>
                  <a:pt x="143" y="96"/>
                  <a:pt x="160" y="96"/>
                </a:cubicBezTo>
                <a:moveTo>
                  <a:pt x="144" y="32"/>
                </a:moveTo>
                <a:cubicBezTo>
                  <a:pt x="144" y="23"/>
                  <a:pt x="152" y="16"/>
                  <a:pt x="160" y="16"/>
                </a:cubicBezTo>
                <a:cubicBezTo>
                  <a:pt x="193" y="16"/>
                  <a:pt x="193" y="16"/>
                  <a:pt x="193" y="16"/>
                </a:cubicBezTo>
                <a:cubicBezTo>
                  <a:pt x="201" y="16"/>
                  <a:pt x="209" y="23"/>
                  <a:pt x="209" y="32"/>
                </a:cubicBezTo>
                <a:cubicBezTo>
                  <a:pt x="209" y="64"/>
                  <a:pt x="209" y="64"/>
                  <a:pt x="209" y="64"/>
                </a:cubicBezTo>
                <a:cubicBezTo>
                  <a:pt x="209" y="73"/>
                  <a:pt x="201" y="80"/>
                  <a:pt x="193" y="80"/>
                </a:cubicBezTo>
                <a:cubicBezTo>
                  <a:pt x="160" y="80"/>
                  <a:pt x="160" y="80"/>
                  <a:pt x="160" y="80"/>
                </a:cubicBezTo>
                <a:cubicBezTo>
                  <a:pt x="152" y="80"/>
                  <a:pt x="144" y="73"/>
                  <a:pt x="144" y="64"/>
                </a:cubicBezTo>
                <a:lnTo>
                  <a:pt x="144" y="32"/>
                </a:lnTo>
                <a:close/>
                <a:moveTo>
                  <a:pt x="48" y="241"/>
                </a:moveTo>
                <a:cubicBezTo>
                  <a:pt x="52" y="241"/>
                  <a:pt x="56" y="237"/>
                  <a:pt x="56" y="233"/>
                </a:cubicBezTo>
                <a:cubicBezTo>
                  <a:pt x="56" y="176"/>
                  <a:pt x="56" y="176"/>
                  <a:pt x="56" y="176"/>
                </a:cubicBezTo>
                <a:cubicBezTo>
                  <a:pt x="168" y="176"/>
                  <a:pt x="168" y="176"/>
                  <a:pt x="168" y="176"/>
                </a:cubicBezTo>
                <a:cubicBezTo>
                  <a:pt x="168" y="233"/>
                  <a:pt x="168" y="233"/>
                  <a:pt x="168" y="233"/>
                </a:cubicBezTo>
                <a:cubicBezTo>
                  <a:pt x="168" y="237"/>
                  <a:pt x="172" y="241"/>
                  <a:pt x="176" y="241"/>
                </a:cubicBezTo>
                <a:cubicBezTo>
                  <a:pt x="181" y="241"/>
                  <a:pt x="185" y="237"/>
                  <a:pt x="185" y="233"/>
                </a:cubicBezTo>
                <a:cubicBezTo>
                  <a:pt x="185" y="176"/>
                  <a:pt x="185" y="176"/>
                  <a:pt x="185" y="176"/>
                </a:cubicBezTo>
                <a:cubicBezTo>
                  <a:pt x="297" y="176"/>
                  <a:pt x="297" y="176"/>
                  <a:pt x="297" y="176"/>
                </a:cubicBezTo>
                <a:cubicBezTo>
                  <a:pt x="297" y="233"/>
                  <a:pt x="297" y="233"/>
                  <a:pt x="297" y="233"/>
                </a:cubicBezTo>
                <a:cubicBezTo>
                  <a:pt x="297" y="237"/>
                  <a:pt x="301" y="241"/>
                  <a:pt x="305" y="241"/>
                </a:cubicBezTo>
                <a:cubicBezTo>
                  <a:pt x="309" y="241"/>
                  <a:pt x="313" y="237"/>
                  <a:pt x="313" y="233"/>
                </a:cubicBezTo>
                <a:cubicBezTo>
                  <a:pt x="313" y="168"/>
                  <a:pt x="313" y="168"/>
                  <a:pt x="313" y="168"/>
                </a:cubicBezTo>
                <a:cubicBezTo>
                  <a:pt x="313" y="164"/>
                  <a:pt x="309" y="160"/>
                  <a:pt x="305" y="160"/>
                </a:cubicBezTo>
                <a:cubicBezTo>
                  <a:pt x="185" y="160"/>
                  <a:pt x="185" y="160"/>
                  <a:pt x="185" y="160"/>
                </a:cubicBezTo>
                <a:cubicBezTo>
                  <a:pt x="185" y="120"/>
                  <a:pt x="185" y="120"/>
                  <a:pt x="185" y="120"/>
                </a:cubicBezTo>
                <a:cubicBezTo>
                  <a:pt x="185" y="116"/>
                  <a:pt x="181" y="112"/>
                  <a:pt x="176" y="112"/>
                </a:cubicBezTo>
                <a:cubicBezTo>
                  <a:pt x="172" y="112"/>
                  <a:pt x="168" y="116"/>
                  <a:pt x="168" y="120"/>
                </a:cubicBezTo>
                <a:cubicBezTo>
                  <a:pt x="168" y="160"/>
                  <a:pt x="168" y="160"/>
                  <a:pt x="168" y="160"/>
                </a:cubicBezTo>
                <a:cubicBezTo>
                  <a:pt x="48" y="160"/>
                  <a:pt x="48" y="160"/>
                  <a:pt x="48" y="160"/>
                </a:cubicBezTo>
                <a:cubicBezTo>
                  <a:pt x="44" y="160"/>
                  <a:pt x="40" y="164"/>
                  <a:pt x="40" y="168"/>
                </a:cubicBezTo>
                <a:cubicBezTo>
                  <a:pt x="40" y="233"/>
                  <a:pt x="40" y="233"/>
                  <a:pt x="40" y="233"/>
                </a:cubicBezTo>
                <a:cubicBezTo>
                  <a:pt x="40" y="237"/>
                  <a:pt x="44" y="241"/>
                  <a:pt x="48" y="241"/>
                </a:cubicBezTo>
                <a:moveTo>
                  <a:pt x="64" y="257"/>
                </a:moveTo>
                <a:cubicBezTo>
                  <a:pt x="32" y="257"/>
                  <a:pt x="32" y="257"/>
                  <a:pt x="32" y="257"/>
                </a:cubicBezTo>
                <a:cubicBezTo>
                  <a:pt x="14" y="257"/>
                  <a:pt x="0" y="271"/>
                  <a:pt x="0" y="289"/>
                </a:cubicBezTo>
                <a:cubicBezTo>
                  <a:pt x="0" y="321"/>
                  <a:pt x="0" y="321"/>
                  <a:pt x="0" y="321"/>
                </a:cubicBezTo>
                <a:cubicBezTo>
                  <a:pt x="0" y="339"/>
                  <a:pt x="14" y="353"/>
                  <a:pt x="32" y="353"/>
                </a:cubicBezTo>
                <a:cubicBezTo>
                  <a:pt x="64" y="353"/>
                  <a:pt x="64" y="353"/>
                  <a:pt x="64" y="353"/>
                </a:cubicBezTo>
                <a:cubicBezTo>
                  <a:pt x="82" y="353"/>
                  <a:pt x="96" y="339"/>
                  <a:pt x="96" y="321"/>
                </a:cubicBezTo>
                <a:cubicBezTo>
                  <a:pt x="96" y="289"/>
                  <a:pt x="96" y="289"/>
                  <a:pt x="96" y="289"/>
                </a:cubicBezTo>
                <a:cubicBezTo>
                  <a:pt x="96" y="271"/>
                  <a:pt x="82" y="257"/>
                  <a:pt x="64" y="257"/>
                </a:cubicBezTo>
                <a:moveTo>
                  <a:pt x="80" y="321"/>
                </a:moveTo>
                <a:cubicBezTo>
                  <a:pt x="80" y="330"/>
                  <a:pt x="73" y="337"/>
                  <a:pt x="64" y="337"/>
                </a:cubicBezTo>
                <a:cubicBezTo>
                  <a:pt x="32" y="337"/>
                  <a:pt x="32" y="337"/>
                  <a:pt x="32" y="337"/>
                </a:cubicBezTo>
                <a:cubicBezTo>
                  <a:pt x="23" y="337"/>
                  <a:pt x="16" y="330"/>
                  <a:pt x="16" y="321"/>
                </a:cubicBezTo>
                <a:cubicBezTo>
                  <a:pt x="16" y="289"/>
                  <a:pt x="16" y="289"/>
                  <a:pt x="16" y="289"/>
                </a:cubicBezTo>
                <a:cubicBezTo>
                  <a:pt x="16" y="280"/>
                  <a:pt x="23" y="273"/>
                  <a:pt x="32" y="273"/>
                </a:cubicBezTo>
                <a:cubicBezTo>
                  <a:pt x="64" y="273"/>
                  <a:pt x="64" y="273"/>
                  <a:pt x="64" y="273"/>
                </a:cubicBezTo>
                <a:cubicBezTo>
                  <a:pt x="73" y="273"/>
                  <a:pt x="80" y="280"/>
                  <a:pt x="80" y="289"/>
                </a:cubicBezTo>
                <a:lnTo>
                  <a:pt x="80" y="321"/>
                </a:lnTo>
                <a:close/>
                <a:moveTo>
                  <a:pt x="321" y="257"/>
                </a:moveTo>
                <a:cubicBezTo>
                  <a:pt x="289" y="257"/>
                  <a:pt x="289" y="257"/>
                  <a:pt x="289" y="257"/>
                </a:cubicBezTo>
                <a:cubicBezTo>
                  <a:pt x="271" y="257"/>
                  <a:pt x="257" y="271"/>
                  <a:pt x="257" y="289"/>
                </a:cubicBezTo>
                <a:cubicBezTo>
                  <a:pt x="257" y="321"/>
                  <a:pt x="257" y="321"/>
                  <a:pt x="257" y="321"/>
                </a:cubicBezTo>
                <a:cubicBezTo>
                  <a:pt x="257" y="339"/>
                  <a:pt x="271" y="353"/>
                  <a:pt x="289" y="353"/>
                </a:cubicBezTo>
                <a:cubicBezTo>
                  <a:pt x="321" y="353"/>
                  <a:pt x="321" y="353"/>
                  <a:pt x="321" y="353"/>
                </a:cubicBezTo>
                <a:cubicBezTo>
                  <a:pt x="339" y="353"/>
                  <a:pt x="353" y="339"/>
                  <a:pt x="353" y="321"/>
                </a:cubicBezTo>
                <a:cubicBezTo>
                  <a:pt x="353" y="289"/>
                  <a:pt x="353" y="289"/>
                  <a:pt x="353" y="289"/>
                </a:cubicBezTo>
                <a:cubicBezTo>
                  <a:pt x="353" y="271"/>
                  <a:pt x="339" y="257"/>
                  <a:pt x="321" y="257"/>
                </a:cubicBezTo>
                <a:moveTo>
                  <a:pt x="337" y="321"/>
                </a:moveTo>
                <a:cubicBezTo>
                  <a:pt x="337" y="330"/>
                  <a:pt x="330" y="337"/>
                  <a:pt x="321" y="337"/>
                </a:cubicBezTo>
                <a:cubicBezTo>
                  <a:pt x="289" y="337"/>
                  <a:pt x="289" y="337"/>
                  <a:pt x="289" y="337"/>
                </a:cubicBezTo>
                <a:cubicBezTo>
                  <a:pt x="280" y="337"/>
                  <a:pt x="273" y="330"/>
                  <a:pt x="273" y="321"/>
                </a:cubicBezTo>
                <a:cubicBezTo>
                  <a:pt x="273" y="289"/>
                  <a:pt x="273" y="289"/>
                  <a:pt x="273" y="289"/>
                </a:cubicBezTo>
                <a:cubicBezTo>
                  <a:pt x="273" y="280"/>
                  <a:pt x="280" y="273"/>
                  <a:pt x="289" y="273"/>
                </a:cubicBezTo>
                <a:cubicBezTo>
                  <a:pt x="321" y="273"/>
                  <a:pt x="321" y="273"/>
                  <a:pt x="321" y="273"/>
                </a:cubicBezTo>
                <a:cubicBezTo>
                  <a:pt x="330" y="273"/>
                  <a:pt x="337" y="280"/>
                  <a:pt x="337" y="289"/>
                </a:cubicBezTo>
                <a:lnTo>
                  <a:pt x="337" y="321"/>
                </a:lnTo>
                <a:close/>
                <a:moveTo>
                  <a:pt x="193" y="257"/>
                </a:moveTo>
                <a:cubicBezTo>
                  <a:pt x="160" y="257"/>
                  <a:pt x="160" y="257"/>
                  <a:pt x="160" y="257"/>
                </a:cubicBezTo>
                <a:cubicBezTo>
                  <a:pt x="143" y="257"/>
                  <a:pt x="128" y="271"/>
                  <a:pt x="128" y="289"/>
                </a:cubicBezTo>
                <a:cubicBezTo>
                  <a:pt x="128" y="321"/>
                  <a:pt x="128" y="321"/>
                  <a:pt x="128" y="321"/>
                </a:cubicBezTo>
                <a:cubicBezTo>
                  <a:pt x="128" y="339"/>
                  <a:pt x="143" y="353"/>
                  <a:pt x="160" y="353"/>
                </a:cubicBezTo>
                <a:cubicBezTo>
                  <a:pt x="193" y="353"/>
                  <a:pt x="193" y="353"/>
                  <a:pt x="193" y="353"/>
                </a:cubicBezTo>
                <a:cubicBezTo>
                  <a:pt x="210" y="353"/>
                  <a:pt x="225" y="339"/>
                  <a:pt x="225" y="321"/>
                </a:cubicBezTo>
                <a:cubicBezTo>
                  <a:pt x="225" y="289"/>
                  <a:pt x="225" y="289"/>
                  <a:pt x="225" y="289"/>
                </a:cubicBezTo>
                <a:cubicBezTo>
                  <a:pt x="225" y="271"/>
                  <a:pt x="210" y="257"/>
                  <a:pt x="193" y="257"/>
                </a:cubicBezTo>
                <a:moveTo>
                  <a:pt x="209" y="321"/>
                </a:moveTo>
                <a:cubicBezTo>
                  <a:pt x="209" y="330"/>
                  <a:pt x="201" y="337"/>
                  <a:pt x="193" y="337"/>
                </a:cubicBezTo>
                <a:cubicBezTo>
                  <a:pt x="160" y="337"/>
                  <a:pt x="160" y="337"/>
                  <a:pt x="160" y="337"/>
                </a:cubicBezTo>
                <a:cubicBezTo>
                  <a:pt x="152" y="337"/>
                  <a:pt x="144" y="330"/>
                  <a:pt x="144" y="321"/>
                </a:cubicBezTo>
                <a:cubicBezTo>
                  <a:pt x="144" y="289"/>
                  <a:pt x="144" y="289"/>
                  <a:pt x="144" y="289"/>
                </a:cubicBezTo>
                <a:cubicBezTo>
                  <a:pt x="144" y="280"/>
                  <a:pt x="152" y="273"/>
                  <a:pt x="160" y="273"/>
                </a:cubicBezTo>
                <a:cubicBezTo>
                  <a:pt x="193" y="273"/>
                  <a:pt x="193" y="273"/>
                  <a:pt x="193" y="273"/>
                </a:cubicBezTo>
                <a:cubicBezTo>
                  <a:pt x="201" y="273"/>
                  <a:pt x="209" y="280"/>
                  <a:pt x="209" y="289"/>
                </a:cubicBezTo>
                <a:lnTo>
                  <a:pt x="209" y="3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7" name="Freeform 15"/>
          <p:cNvSpPr/>
          <p:nvPr/>
        </p:nvSpPr>
        <p:spPr bwMode="auto">
          <a:xfrm>
            <a:off x="4237308" y="1823844"/>
            <a:ext cx="1042658" cy="1203628"/>
          </a:xfrm>
          <a:custGeom>
            <a:avLst/>
            <a:gdLst>
              <a:gd name="T0" fmla="*/ 1573 w 3148"/>
              <a:gd name="T1" fmla="*/ 0 h 3634"/>
              <a:gd name="T2" fmla="*/ 0 w 3148"/>
              <a:gd name="T3" fmla="*/ 904 h 3634"/>
              <a:gd name="T4" fmla="*/ 0 w 3148"/>
              <a:gd name="T5" fmla="*/ 2730 h 3634"/>
              <a:gd name="T6" fmla="*/ 1573 w 3148"/>
              <a:gd name="T7" fmla="*/ 3634 h 3634"/>
              <a:gd name="T8" fmla="*/ 3148 w 3148"/>
              <a:gd name="T9" fmla="*/ 2730 h 3634"/>
              <a:gd name="T10" fmla="*/ 3148 w 3148"/>
              <a:gd name="T11" fmla="*/ 904 h 3634"/>
              <a:gd name="T12" fmla="*/ 1573 w 3148"/>
              <a:gd name="T13" fmla="*/ 0 h 3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48" h="3634">
                <a:moveTo>
                  <a:pt x="1573" y="0"/>
                </a:moveTo>
                <a:lnTo>
                  <a:pt x="0" y="904"/>
                </a:lnTo>
                <a:lnTo>
                  <a:pt x="0" y="2730"/>
                </a:lnTo>
                <a:lnTo>
                  <a:pt x="1573" y="3634"/>
                </a:lnTo>
                <a:lnTo>
                  <a:pt x="3148" y="2730"/>
                </a:lnTo>
                <a:lnTo>
                  <a:pt x="3148" y="904"/>
                </a:lnTo>
                <a:lnTo>
                  <a:pt x="157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8" name="Freeform 21"/>
          <p:cNvSpPr>
            <a:spLocks noEditPoints="1"/>
          </p:cNvSpPr>
          <p:nvPr/>
        </p:nvSpPr>
        <p:spPr bwMode="auto">
          <a:xfrm>
            <a:off x="4175371" y="1751308"/>
            <a:ext cx="1166863" cy="1348699"/>
          </a:xfrm>
          <a:custGeom>
            <a:avLst/>
            <a:gdLst>
              <a:gd name="T0" fmla="*/ 1760 w 3523"/>
              <a:gd name="T1" fmla="*/ 0 h 4072"/>
              <a:gd name="T2" fmla="*/ 0 w 3523"/>
              <a:gd name="T3" fmla="*/ 1015 h 4072"/>
              <a:gd name="T4" fmla="*/ 0 w 3523"/>
              <a:gd name="T5" fmla="*/ 3057 h 4072"/>
              <a:gd name="T6" fmla="*/ 1760 w 3523"/>
              <a:gd name="T7" fmla="*/ 4072 h 4072"/>
              <a:gd name="T8" fmla="*/ 3523 w 3523"/>
              <a:gd name="T9" fmla="*/ 3057 h 4072"/>
              <a:gd name="T10" fmla="*/ 3523 w 3523"/>
              <a:gd name="T11" fmla="*/ 1015 h 4072"/>
              <a:gd name="T12" fmla="*/ 1760 w 3523"/>
              <a:gd name="T13" fmla="*/ 0 h 4072"/>
              <a:gd name="T14" fmla="*/ 3431 w 3523"/>
              <a:gd name="T15" fmla="*/ 3004 h 4072"/>
              <a:gd name="T16" fmla="*/ 1760 w 3523"/>
              <a:gd name="T17" fmla="*/ 3964 h 4072"/>
              <a:gd name="T18" fmla="*/ 92 w 3523"/>
              <a:gd name="T19" fmla="*/ 3004 h 4072"/>
              <a:gd name="T20" fmla="*/ 92 w 3523"/>
              <a:gd name="T21" fmla="*/ 1068 h 4072"/>
              <a:gd name="T22" fmla="*/ 1760 w 3523"/>
              <a:gd name="T23" fmla="*/ 108 h 4072"/>
              <a:gd name="T24" fmla="*/ 3431 w 3523"/>
              <a:gd name="T25" fmla="*/ 1068 h 4072"/>
              <a:gd name="T26" fmla="*/ 3431 w 3523"/>
              <a:gd name="T27" fmla="*/ 3004 h 4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523" h="4072">
                <a:moveTo>
                  <a:pt x="1760" y="0"/>
                </a:moveTo>
                <a:lnTo>
                  <a:pt x="0" y="1015"/>
                </a:lnTo>
                <a:lnTo>
                  <a:pt x="0" y="3057"/>
                </a:lnTo>
                <a:lnTo>
                  <a:pt x="1760" y="4072"/>
                </a:lnTo>
                <a:lnTo>
                  <a:pt x="3523" y="3057"/>
                </a:lnTo>
                <a:lnTo>
                  <a:pt x="3523" y="1015"/>
                </a:lnTo>
                <a:lnTo>
                  <a:pt x="1760" y="0"/>
                </a:lnTo>
                <a:close/>
                <a:moveTo>
                  <a:pt x="3431" y="3004"/>
                </a:moveTo>
                <a:lnTo>
                  <a:pt x="1760" y="3964"/>
                </a:lnTo>
                <a:lnTo>
                  <a:pt x="92" y="3004"/>
                </a:lnTo>
                <a:lnTo>
                  <a:pt x="92" y="1068"/>
                </a:lnTo>
                <a:lnTo>
                  <a:pt x="1760" y="108"/>
                </a:lnTo>
                <a:lnTo>
                  <a:pt x="3431" y="1068"/>
                </a:lnTo>
                <a:lnTo>
                  <a:pt x="3431" y="3004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70" name="Freeform 17"/>
          <p:cNvSpPr>
            <a:spLocks noEditPoints="1"/>
          </p:cNvSpPr>
          <p:nvPr/>
        </p:nvSpPr>
        <p:spPr bwMode="auto">
          <a:xfrm>
            <a:off x="4521054" y="2178022"/>
            <a:ext cx="473063" cy="473063"/>
          </a:xfrm>
          <a:custGeom>
            <a:avLst/>
            <a:gdLst>
              <a:gd name="T0" fmla="*/ 305 w 353"/>
              <a:gd name="T1" fmla="*/ 24 h 353"/>
              <a:gd name="T2" fmla="*/ 256 w 353"/>
              <a:gd name="T3" fmla="*/ 24 h 353"/>
              <a:gd name="T4" fmla="*/ 133 w 353"/>
              <a:gd name="T5" fmla="*/ 67 h 353"/>
              <a:gd name="T6" fmla="*/ 0 w 353"/>
              <a:gd name="T7" fmla="*/ 96 h 353"/>
              <a:gd name="T8" fmla="*/ 16 w 353"/>
              <a:gd name="T9" fmla="*/ 225 h 353"/>
              <a:gd name="T10" fmla="*/ 96 w 353"/>
              <a:gd name="T11" fmla="*/ 347 h 353"/>
              <a:gd name="T12" fmla="*/ 104 w 353"/>
              <a:gd name="T13" fmla="*/ 353 h 353"/>
              <a:gd name="T14" fmla="*/ 176 w 353"/>
              <a:gd name="T15" fmla="*/ 345 h 353"/>
              <a:gd name="T16" fmla="*/ 176 w 353"/>
              <a:gd name="T17" fmla="*/ 343 h 353"/>
              <a:gd name="T18" fmla="*/ 256 w 353"/>
              <a:gd name="T19" fmla="*/ 275 h 353"/>
              <a:gd name="T20" fmla="*/ 281 w 353"/>
              <a:gd name="T21" fmla="*/ 305 h 353"/>
              <a:gd name="T22" fmla="*/ 305 w 353"/>
              <a:gd name="T23" fmla="*/ 200 h 353"/>
              <a:gd name="T24" fmla="*/ 305 w 353"/>
              <a:gd name="T25" fmla="*/ 104 h 353"/>
              <a:gd name="T26" fmla="*/ 16 w 353"/>
              <a:gd name="T27" fmla="*/ 176 h 353"/>
              <a:gd name="T28" fmla="*/ 64 w 353"/>
              <a:gd name="T29" fmla="*/ 168 h 353"/>
              <a:gd name="T30" fmla="*/ 16 w 353"/>
              <a:gd name="T31" fmla="*/ 160 h 353"/>
              <a:gd name="T32" fmla="*/ 40 w 353"/>
              <a:gd name="T33" fmla="*/ 144 h 353"/>
              <a:gd name="T34" fmla="*/ 40 w 353"/>
              <a:gd name="T35" fmla="*/ 128 h 353"/>
              <a:gd name="T36" fmla="*/ 16 w 353"/>
              <a:gd name="T37" fmla="*/ 96 h 353"/>
              <a:gd name="T38" fmla="*/ 128 w 353"/>
              <a:gd name="T39" fmla="*/ 221 h 353"/>
              <a:gd name="T40" fmla="*/ 103 w 353"/>
              <a:gd name="T41" fmla="*/ 305 h 353"/>
              <a:gd name="T42" fmla="*/ 133 w 353"/>
              <a:gd name="T43" fmla="*/ 238 h 353"/>
              <a:gd name="T44" fmla="*/ 151 w 353"/>
              <a:gd name="T45" fmla="*/ 305 h 353"/>
              <a:gd name="T46" fmla="*/ 155 w 353"/>
              <a:gd name="T47" fmla="*/ 321 h 353"/>
              <a:gd name="T48" fmla="*/ 110 w 353"/>
              <a:gd name="T49" fmla="*/ 337 h 353"/>
              <a:gd name="T50" fmla="*/ 155 w 353"/>
              <a:gd name="T51" fmla="*/ 321 h 353"/>
              <a:gd name="T52" fmla="*/ 144 w 353"/>
              <a:gd name="T53" fmla="*/ 224 h 353"/>
              <a:gd name="T54" fmla="*/ 256 w 353"/>
              <a:gd name="T55" fmla="*/ 47 h 353"/>
              <a:gd name="T56" fmla="*/ 289 w 353"/>
              <a:gd name="T57" fmla="*/ 281 h 353"/>
              <a:gd name="T58" fmla="*/ 273 w 353"/>
              <a:gd name="T59" fmla="*/ 281 h 353"/>
              <a:gd name="T60" fmla="*/ 281 w 353"/>
              <a:gd name="T61" fmla="*/ 16 h 353"/>
              <a:gd name="T62" fmla="*/ 289 w 353"/>
              <a:gd name="T63" fmla="*/ 281 h 353"/>
              <a:gd name="T64" fmla="*/ 305 w 353"/>
              <a:gd name="T65" fmla="*/ 120 h 353"/>
              <a:gd name="T66" fmla="*/ 305 w 353"/>
              <a:gd name="T67" fmla="*/ 184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3" h="353">
                <a:moveTo>
                  <a:pt x="305" y="104"/>
                </a:moveTo>
                <a:cubicBezTo>
                  <a:pt x="305" y="24"/>
                  <a:pt x="305" y="24"/>
                  <a:pt x="305" y="24"/>
                </a:cubicBezTo>
                <a:cubicBezTo>
                  <a:pt x="305" y="11"/>
                  <a:pt x="294" y="0"/>
                  <a:pt x="281" y="0"/>
                </a:cubicBezTo>
                <a:cubicBezTo>
                  <a:pt x="267" y="0"/>
                  <a:pt x="256" y="11"/>
                  <a:pt x="256" y="24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133" y="67"/>
                  <a:pt x="133" y="67"/>
                  <a:pt x="133" y="67"/>
                </a:cubicBezTo>
                <a:cubicBezTo>
                  <a:pt x="16" y="80"/>
                  <a:pt x="16" y="80"/>
                  <a:pt x="16" y="80"/>
                </a:cubicBezTo>
                <a:cubicBezTo>
                  <a:pt x="7" y="80"/>
                  <a:pt x="0" y="87"/>
                  <a:pt x="0" y="96"/>
                </a:cubicBezTo>
                <a:cubicBezTo>
                  <a:pt x="0" y="208"/>
                  <a:pt x="0" y="208"/>
                  <a:pt x="0" y="208"/>
                </a:cubicBezTo>
                <a:cubicBezTo>
                  <a:pt x="0" y="217"/>
                  <a:pt x="7" y="225"/>
                  <a:pt x="16" y="225"/>
                </a:cubicBezTo>
                <a:cubicBezTo>
                  <a:pt x="70" y="231"/>
                  <a:pt x="70" y="231"/>
                  <a:pt x="70" y="231"/>
                </a:cubicBezTo>
                <a:cubicBezTo>
                  <a:pt x="96" y="347"/>
                  <a:pt x="96" y="347"/>
                  <a:pt x="96" y="347"/>
                </a:cubicBezTo>
                <a:cubicBezTo>
                  <a:pt x="96" y="347"/>
                  <a:pt x="96" y="347"/>
                  <a:pt x="96" y="347"/>
                </a:cubicBezTo>
                <a:cubicBezTo>
                  <a:pt x="97" y="350"/>
                  <a:pt x="100" y="353"/>
                  <a:pt x="104" y="353"/>
                </a:cubicBezTo>
                <a:cubicBezTo>
                  <a:pt x="168" y="353"/>
                  <a:pt x="168" y="353"/>
                  <a:pt x="168" y="353"/>
                </a:cubicBezTo>
                <a:cubicBezTo>
                  <a:pt x="173" y="353"/>
                  <a:pt x="176" y="349"/>
                  <a:pt x="176" y="345"/>
                </a:cubicBezTo>
                <a:cubicBezTo>
                  <a:pt x="176" y="344"/>
                  <a:pt x="176" y="344"/>
                  <a:pt x="176" y="343"/>
                </a:cubicBezTo>
                <a:cubicBezTo>
                  <a:pt x="176" y="343"/>
                  <a:pt x="176" y="343"/>
                  <a:pt x="176" y="343"/>
                </a:cubicBezTo>
                <a:cubicBezTo>
                  <a:pt x="154" y="244"/>
                  <a:pt x="154" y="244"/>
                  <a:pt x="154" y="244"/>
                </a:cubicBezTo>
                <a:cubicBezTo>
                  <a:pt x="256" y="275"/>
                  <a:pt x="256" y="275"/>
                  <a:pt x="256" y="275"/>
                </a:cubicBezTo>
                <a:cubicBezTo>
                  <a:pt x="256" y="281"/>
                  <a:pt x="256" y="281"/>
                  <a:pt x="256" y="281"/>
                </a:cubicBezTo>
                <a:cubicBezTo>
                  <a:pt x="256" y="294"/>
                  <a:pt x="267" y="305"/>
                  <a:pt x="281" y="305"/>
                </a:cubicBezTo>
                <a:cubicBezTo>
                  <a:pt x="294" y="305"/>
                  <a:pt x="305" y="294"/>
                  <a:pt x="305" y="281"/>
                </a:cubicBezTo>
                <a:cubicBezTo>
                  <a:pt x="305" y="200"/>
                  <a:pt x="305" y="200"/>
                  <a:pt x="305" y="200"/>
                </a:cubicBezTo>
                <a:cubicBezTo>
                  <a:pt x="331" y="200"/>
                  <a:pt x="353" y="179"/>
                  <a:pt x="353" y="152"/>
                </a:cubicBezTo>
                <a:cubicBezTo>
                  <a:pt x="353" y="126"/>
                  <a:pt x="331" y="104"/>
                  <a:pt x="305" y="104"/>
                </a:cubicBezTo>
                <a:moveTo>
                  <a:pt x="16" y="208"/>
                </a:moveTo>
                <a:cubicBezTo>
                  <a:pt x="16" y="176"/>
                  <a:pt x="16" y="176"/>
                  <a:pt x="16" y="176"/>
                </a:cubicBezTo>
                <a:cubicBezTo>
                  <a:pt x="56" y="176"/>
                  <a:pt x="56" y="176"/>
                  <a:pt x="56" y="176"/>
                </a:cubicBezTo>
                <a:cubicBezTo>
                  <a:pt x="60" y="176"/>
                  <a:pt x="64" y="173"/>
                  <a:pt x="64" y="168"/>
                </a:cubicBezTo>
                <a:cubicBezTo>
                  <a:pt x="64" y="164"/>
                  <a:pt x="60" y="160"/>
                  <a:pt x="56" y="160"/>
                </a:cubicBezTo>
                <a:cubicBezTo>
                  <a:pt x="16" y="160"/>
                  <a:pt x="16" y="160"/>
                  <a:pt x="16" y="160"/>
                </a:cubicBezTo>
                <a:cubicBezTo>
                  <a:pt x="16" y="144"/>
                  <a:pt x="16" y="144"/>
                  <a:pt x="16" y="144"/>
                </a:cubicBezTo>
                <a:cubicBezTo>
                  <a:pt x="40" y="144"/>
                  <a:pt x="40" y="144"/>
                  <a:pt x="40" y="144"/>
                </a:cubicBezTo>
                <a:cubicBezTo>
                  <a:pt x="44" y="144"/>
                  <a:pt x="48" y="141"/>
                  <a:pt x="48" y="136"/>
                </a:cubicBezTo>
                <a:cubicBezTo>
                  <a:pt x="48" y="132"/>
                  <a:pt x="44" y="128"/>
                  <a:pt x="40" y="128"/>
                </a:cubicBezTo>
                <a:cubicBezTo>
                  <a:pt x="16" y="128"/>
                  <a:pt x="16" y="128"/>
                  <a:pt x="16" y="128"/>
                </a:cubicBezTo>
                <a:cubicBezTo>
                  <a:pt x="16" y="96"/>
                  <a:pt x="16" y="96"/>
                  <a:pt x="16" y="96"/>
                </a:cubicBezTo>
                <a:cubicBezTo>
                  <a:pt x="128" y="84"/>
                  <a:pt x="128" y="84"/>
                  <a:pt x="128" y="84"/>
                </a:cubicBezTo>
                <a:cubicBezTo>
                  <a:pt x="128" y="221"/>
                  <a:pt x="128" y="221"/>
                  <a:pt x="128" y="221"/>
                </a:cubicBezTo>
                <a:lnTo>
                  <a:pt x="16" y="208"/>
                </a:lnTo>
                <a:close/>
                <a:moveTo>
                  <a:pt x="103" y="305"/>
                </a:moveTo>
                <a:cubicBezTo>
                  <a:pt x="87" y="232"/>
                  <a:pt x="87" y="232"/>
                  <a:pt x="87" y="232"/>
                </a:cubicBezTo>
                <a:cubicBezTo>
                  <a:pt x="133" y="238"/>
                  <a:pt x="133" y="238"/>
                  <a:pt x="133" y="238"/>
                </a:cubicBezTo>
                <a:cubicBezTo>
                  <a:pt x="136" y="238"/>
                  <a:pt x="136" y="238"/>
                  <a:pt x="136" y="238"/>
                </a:cubicBezTo>
                <a:cubicBezTo>
                  <a:pt x="151" y="305"/>
                  <a:pt x="151" y="305"/>
                  <a:pt x="151" y="305"/>
                </a:cubicBezTo>
                <a:lnTo>
                  <a:pt x="103" y="305"/>
                </a:lnTo>
                <a:close/>
                <a:moveTo>
                  <a:pt x="155" y="321"/>
                </a:moveTo>
                <a:cubicBezTo>
                  <a:pt x="158" y="337"/>
                  <a:pt x="158" y="337"/>
                  <a:pt x="158" y="337"/>
                </a:cubicBezTo>
                <a:cubicBezTo>
                  <a:pt x="110" y="337"/>
                  <a:pt x="110" y="337"/>
                  <a:pt x="110" y="337"/>
                </a:cubicBezTo>
                <a:cubicBezTo>
                  <a:pt x="107" y="321"/>
                  <a:pt x="107" y="321"/>
                  <a:pt x="107" y="321"/>
                </a:cubicBezTo>
                <a:lnTo>
                  <a:pt x="155" y="321"/>
                </a:lnTo>
                <a:close/>
                <a:moveTo>
                  <a:pt x="256" y="258"/>
                </a:moveTo>
                <a:cubicBezTo>
                  <a:pt x="144" y="224"/>
                  <a:pt x="144" y="224"/>
                  <a:pt x="144" y="224"/>
                </a:cubicBezTo>
                <a:cubicBezTo>
                  <a:pt x="144" y="80"/>
                  <a:pt x="144" y="80"/>
                  <a:pt x="144" y="80"/>
                </a:cubicBezTo>
                <a:cubicBezTo>
                  <a:pt x="256" y="47"/>
                  <a:pt x="256" y="47"/>
                  <a:pt x="256" y="47"/>
                </a:cubicBezTo>
                <a:lnTo>
                  <a:pt x="256" y="258"/>
                </a:lnTo>
                <a:close/>
                <a:moveTo>
                  <a:pt x="289" y="281"/>
                </a:moveTo>
                <a:cubicBezTo>
                  <a:pt x="289" y="285"/>
                  <a:pt x="285" y="289"/>
                  <a:pt x="281" y="289"/>
                </a:cubicBezTo>
                <a:cubicBezTo>
                  <a:pt x="276" y="289"/>
                  <a:pt x="273" y="285"/>
                  <a:pt x="273" y="281"/>
                </a:cubicBezTo>
                <a:cubicBezTo>
                  <a:pt x="273" y="24"/>
                  <a:pt x="273" y="24"/>
                  <a:pt x="273" y="24"/>
                </a:cubicBezTo>
                <a:cubicBezTo>
                  <a:pt x="273" y="19"/>
                  <a:pt x="276" y="16"/>
                  <a:pt x="281" y="16"/>
                </a:cubicBezTo>
                <a:cubicBezTo>
                  <a:pt x="285" y="16"/>
                  <a:pt x="289" y="19"/>
                  <a:pt x="289" y="24"/>
                </a:cubicBezTo>
                <a:lnTo>
                  <a:pt x="289" y="281"/>
                </a:lnTo>
                <a:close/>
                <a:moveTo>
                  <a:pt x="305" y="184"/>
                </a:moveTo>
                <a:cubicBezTo>
                  <a:pt x="305" y="120"/>
                  <a:pt x="305" y="120"/>
                  <a:pt x="305" y="120"/>
                </a:cubicBezTo>
                <a:cubicBezTo>
                  <a:pt x="322" y="120"/>
                  <a:pt x="337" y="135"/>
                  <a:pt x="337" y="152"/>
                </a:cubicBezTo>
                <a:cubicBezTo>
                  <a:pt x="337" y="170"/>
                  <a:pt x="322" y="184"/>
                  <a:pt x="305" y="18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0" name="Freeform 15"/>
          <p:cNvSpPr/>
          <p:nvPr/>
        </p:nvSpPr>
        <p:spPr bwMode="auto">
          <a:xfrm>
            <a:off x="9586100" y="1823844"/>
            <a:ext cx="1042658" cy="1203628"/>
          </a:xfrm>
          <a:custGeom>
            <a:avLst/>
            <a:gdLst>
              <a:gd name="T0" fmla="*/ 1573 w 3148"/>
              <a:gd name="T1" fmla="*/ 0 h 3634"/>
              <a:gd name="T2" fmla="*/ 0 w 3148"/>
              <a:gd name="T3" fmla="*/ 904 h 3634"/>
              <a:gd name="T4" fmla="*/ 0 w 3148"/>
              <a:gd name="T5" fmla="*/ 2730 h 3634"/>
              <a:gd name="T6" fmla="*/ 1573 w 3148"/>
              <a:gd name="T7" fmla="*/ 3634 h 3634"/>
              <a:gd name="T8" fmla="*/ 3148 w 3148"/>
              <a:gd name="T9" fmla="*/ 2730 h 3634"/>
              <a:gd name="T10" fmla="*/ 3148 w 3148"/>
              <a:gd name="T11" fmla="*/ 904 h 3634"/>
              <a:gd name="T12" fmla="*/ 1573 w 3148"/>
              <a:gd name="T13" fmla="*/ 0 h 3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48" h="3634">
                <a:moveTo>
                  <a:pt x="1573" y="0"/>
                </a:moveTo>
                <a:lnTo>
                  <a:pt x="0" y="904"/>
                </a:lnTo>
                <a:lnTo>
                  <a:pt x="0" y="2730"/>
                </a:lnTo>
                <a:lnTo>
                  <a:pt x="1573" y="3634"/>
                </a:lnTo>
                <a:lnTo>
                  <a:pt x="3148" y="2730"/>
                </a:lnTo>
                <a:lnTo>
                  <a:pt x="3148" y="904"/>
                </a:lnTo>
                <a:lnTo>
                  <a:pt x="15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1" name="Freeform 21"/>
          <p:cNvSpPr>
            <a:spLocks noEditPoints="1"/>
          </p:cNvSpPr>
          <p:nvPr/>
        </p:nvSpPr>
        <p:spPr bwMode="auto">
          <a:xfrm>
            <a:off x="9524163" y="1751308"/>
            <a:ext cx="1166863" cy="1348699"/>
          </a:xfrm>
          <a:custGeom>
            <a:avLst/>
            <a:gdLst>
              <a:gd name="T0" fmla="*/ 1760 w 3523"/>
              <a:gd name="T1" fmla="*/ 0 h 4072"/>
              <a:gd name="T2" fmla="*/ 0 w 3523"/>
              <a:gd name="T3" fmla="*/ 1015 h 4072"/>
              <a:gd name="T4" fmla="*/ 0 w 3523"/>
              <a:gd name="T5" fmla="*/ 3057 h 4072"/>
              <a:gd name="T6" fmla="*/ 1760 w 3523"/>
              <a:gd name="T7" fmla="*/ 4072 h 4072"/>
              <a:gd name="T8" fmla="*/ 3523 w 3523"/>
              <a:gd name="T9" fmla="*/ 3057 h 4072"/>
              <a:gd name="T10" fmla="*/ 3523 w 3523"/>
              <a:gd name="T11" fmla="*/ 1015 h 4072"/>
              <a:gd name="T12" fmla="*/ 1760 w 3523"/>
              <a:gd name="T13" fmla="*/ 0 h 4072"/>
              <a:gd name="T14" fmla="*/ 3431 w 3523"/>
              <a:gd name="T15" fmla="*/ 3004 h 4072"/>
              <a:gd name="T16" fmla="*/ 1760 w 3523"/>
              <a:gd name="T17" fmla="*/ 3964 h 4072"/>
              <a:gd name="T18" fmla="*/ 92 w 3523"/>
              <a:gd name="T19" fmla="*/ 3004 h 4072"/>
              <a:gd name="T20" fmla="*/ 92 w 3523"/>
              <a:gd name="T21" fmla="*/ 1068 h 4072"/>
              <a:gd name="T22" fmla="*/ 1760 w 3523"/>
              <a:gd name="T23" fmla="*/ 108 h 4072"/>
              <a:gd name="T24" fmla="*/ 3431 w 3523"/>
              <a:gd name="T25" fmla="*/ 1068 h 4072"/>
              <a:gd name="T26" fmla="*/ 3431 w 3523"/>
              <a:gd name="T27" fmla="*/ 3004 h 4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523" h="4072">
                <a:moveTo>
                  <a:pt x="1760" y="0"/>
                </a:moveTo>
                <a:lnTo>
                  <a:pt x="0" y="1015"/>
                </a:lnTo>
                <a:lnTo>
                  <a:pt x="0" y="3057"/>
                </a:lnTo>
                <a:lnTo>
                  <a:pt x="1760" y="4072"/>
                </a:lnTo>
                <a:lnTo>
                  <a:pt x="3523" y="3057"/>
                </a:lnTo>
                <a:lnTo>
                  <a:pt x="3523" y="1015"/>
                </a:lnTo>
                <a:lnTo>
                  <a:pt x="1760" y="0"/>
                </a:lnTo>
                <a:close/>
                <a:moveTo>
                  <a:pt x="3431" y="3004"/>
                </a:moveTo>
                <a:lnTo>
                  <a:pt x="1760" y="3964"/>
                </a:lnTo>
                <a:lnTo>
                  <a:pt x="92" y="3004"/>
                </a:lnTo>
                <a:lnTo>
                  <a:pt x="92" y="1068"/>
                </a:lnTo>
                <a:lnTo>
                  <a:pt x="1760" y="108"/>
                </a:lnTo>
                <a:lnTo>
                  <a:pt x="3431" y="1068"/>
                </a:lnTo>
                <a:lnTo>
                  <a:pt x="3431" y="3004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71" name="Freeform 44"/>
          <p:cNvSpPr>
            <a:spLocks noEditPoints="1"/>
          </p:cNvSpPr>
          <p:nvPr/>
        </p:nvSpPr>
        <p:spPr bwMode="auto">
          <a:xfrm>
            <a:off x="9852230" y="2226711"/>
            <a:ext cx="510346" cy="372515"/>
          </a:xfrm>
          <a:custGeom>
            <a:avLst/>
            <a:gdLst>
              <a:gd name="T0" fmla="*/ 64 w 353"/>
              <a:gd name="T1" fmla="*/ 104 h 257"/>
              <a:gd name="T2" fmla="*/ 96 w 353"/>
              <a:gd name="T3" fmla="*/ 104 h 257"/>
              <a:gd name="T4" fmla="*/ 281 w 353"/>
              <a:gd name="T5" fmla="*/ 16 h 257"/>
              <a:gd name="T6" fmla="*/ 72 w 353"/>
              <a:gd name="T7" fmla="*/ 0 h 257"/>
              <a:gd name="T8" fmla="*/ 40 w 353"/>
              <a:gd name="T9" fmla="*/ 48 h 257"/>
              <a:gd name="T10" fmla="*/ 313 w 353"/>
              <a:gd name="T11" fmla="*/ 32 h 257"/>
              <a:gd name="T12" fmla="*/ 40 w 353"/>
              <a:gd name="T13" fmla="*/ 48 h 257"/>
              <a:gd name="T14" fmla="*/ 0 w 353"/>
              <a:gd name="T15" fmla="*/ 80 h 257"/>
              <a:gd name="T16" fmla="*/ 337 w 353"/>
              <a:gd name="T17" fmla="*/ 257 h 257"/>
              <a:gd name="T18" fmla="*/ 337 w 353"/>
              <a:gd name="T19" fmla="*/ 64 h 257"/>
              <a:gd name="T20" fmla="*/ 24 w 353"/>
              <a:gd name="T21" fmla="*/ 96 h 257"/>
              <a:gd name="T22" fmla="*/ 24 w 353"/>
              <a:gd name="T23" fmla="*/ 241 h 257"/>
              <a:gd name="T24" fmla="*/ 32 w 353"/>
              <a:gd name="T25" fmla="*/ 233 h 257"/>
              <a:gd name="T26" fmla="*/ 321 w 353"/>
              <a:gd name="T27" fmla="*/ 233 h 257"/>
              <a:gd name="T28" fmla="*/ 329 w 353"/>
              <a:gd name="T29" fmla="*/ 241 h 257"/>
              <a:gd name="T30" fmla="*/ 305 w 353"/>
              <a:gd name="T31" fmla="*/ 233 h 257"/>
              <a:gd name="T32" fmla="*/ 48 w 353"/>
              <a:gd name="T33" fmla="*/ 233 h 257"/>
              <a:gd name="T34" fmla="*/ 16 w 353"/>
              <a:gd name="T35" fmla="*/ 111 h 257"/>
              <a:gd name="T36" fmla="*/ 47 w 353"/>
              <a:gd name="T37" fmla="*/ 80 h 257"/>
              <a:gd name="T38" fmla="*/ 329 w 353"/>
              <a:gd name="T39" fmla="*/ 112 h 257"/>
              <a:gd name="T40" fmla="*/ 329 w 353"/>
              <a:gd name="T41" fmla="*/ 96 h 257"/>
              <a:gd name="T42" fmla="*/ 337 w 353"/>
              <a:gd name="T43" fmla="*/ 88 h 257"/>
              <a:gd name="T44" fmla="*/ 265 w 353"/>
              <a:gd name="T45" fmla="*/ 209 h 257"/>
              <a:gd name="T46" fmla="*/ 281 w 353"/>
              <a:gd name="T47" fmla="*/ 225 h 257"/>
              <a:gd name="T48" fmla="*/ 176 w 353"/>
              <a:gd name="T49" fmla="*/ 96 h 257"/>
              <a:gd name="T50" fmla="*/ 241 w 353"/>
              <a:gd name="T51" fmla="*/ 160 h 257"/>
              <a:gd name="T52" fmla="*/ 197 w 353"/>
              <a:gd name="T53" fmla="*/ 195 h 257"/>
              <a:gd name="T54" fmla="*/ 180 w 353"/>
              <a:gd name="T55" fmla="*/ 209 h 257"/>
              <a:gd name="T56" fmla="*/ 164 w 353"/>
              <a:gd name="T57" fmla="*/ 199 h 257"/>
              <a:gd name="T58" fmla="*/ 148 w 353"/>
              <a:gd name="T59" fmla="*/ 176 h 257"/>
              <a:gd name="T60" fmla="*/ 173 w 353"/>
              <a:gd name="T61" fmla="*/ 191 h 257"/>
              <a:gd name="T62" fmla="*/ 158 w 353"/>
              <a:gd name="T63" fmla="*/ 158 h 257"/>
              <a:gd name="T64" fmla="*/ 152 w 353"/>
              <a:gd name="T65" fmla="*/ 132 h 257"/>
              <a:gd name="T66" fmla="*/ 173 w 353"/>
              <a:gd name="T67" fmla="*/ 120 h 257"/>
              <a:gd name="T68" fmla="*/ 180 w 353"/>
              <a:gd name="T69" fmla="*/ 120 h 257"/>
              <a:gd name="T70" fmla="*/ 201 w 353"/>
              <a:gd name="T71" fmla="*/ 131 h 257"/>
              <a:gd name="T72" fmla="*/ 187 w 353"/>
              <a:gd name="T73" fmla="*/ 132 h 257"/>
              <a:gd name="T74" fmla="*/ 188 w 353"/>
              <a:gd name="T75" fmla="*/ 155 h 257"/>
              <a:gd name="T76" fmla="*/ 204 w 353"/>
              <a:gd name="T77" fmla="*/ 177 h 257"/>
              <a:gd name="T78" fmla="*/ 184 w 353"/>
              <a:gd name="T79" fmla="*/ 167 h 257"/>
              <a:gd name="T80" fmla="*/ 188 w 353"/>
              <a:gd name="T81" fmla="*/ 188 h 257"/>
              <a:gd name="T82" fmla="*/ 188 w 353"/>
              <a:gd name="T83" fmla="*/ 170 h 257"/>
              <a:gd name="T84" fmla="*/ 166 w 353"/>
              <a:gd name="T85" fmla="*/ 148 h 257"/>
              <a:gd name="T86" fmla="*/ 173 w 353"/>
              <a:gd name="T87" fmla="*/ 129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53" h="257">
                <a:moveTo>
                  <a:pt x="88" y="96"/>
                </a:moveTo>
                <a:cubicBezTo>
                  <a:pt x="72" y="96"/>
                  <a:pt x="72" y="96"/>
                  <a:pt x="72" y="96"/>
                </a:cubicBezTo>
                <a:cubicBezTo>
                  <a:pt x="68" y="96"/>
                  <a:pt x="64" y="100"/>
                  <a:pt x="64" y="104"/>
                </a:cubicBezTo>
                <a:cubicBezTo>
                  <a:pt x="64" y="109"/>
                  <a:pt x="68" y="112"/>
                  <a:pt x="72" y="112"/>
                </a:cubicBezTo>
                <a:cubicBezTo>
                  <a:pt x="88" y="112"/>
                  <a:pt x="88" y="112"/>
                  <a:pt x="88" y="112"/>
                </a:cubicBezTo>
                <a:cubicBezTo>
                  <a:pt x="93" y="112"/>
                  <a:pt x="96" y="109"/>
                  <a:pt x="96" y="104"/>
                </a:cubicBezTo>
                <a:cubicBezTo>
                  <a:pt x="96" y="100"/>
                  <a:pt x="93" y="96"/>
                  <a:pt x="88" y="96"/>
                </a:cubicBezTo>
                <a:moveTo>
                  <a:pt x="72" y="16"/>
                </a:moveTo>
                <a:cubicBezTo>
                  <a:pt x="281" y="16"/>
                  <a:pt x="281" y="16"/>
                  <a:pt x="281" y="16"/>
                </a:cubicBezTo>
                <a:cubicBezTo>
                  <a:pt x="285" y="16"/>
                  <a:pt x="289" y="12"/>
                  <a:pt x="289" y="8"/>
                </a:cubicBezTo>
                <a:cubicBezTo>
                  <a:pt x="289" y="4"/>
                  <a:pt x="285" y="0"/>
                  <a:pt x="28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68" y="0"/>
                  <a:pt x="64" y="4"/>
                  <a:pt x="64" y="8"/>
                </a:cubicBezTo>
                <a:cubicBezTo>
                  <a:pt x="64" y="12"/>
                  <a:pt x="68" y="16"/>
                  <a:pt x="72" y="16"/>
                </a:cubicBezTo>
                <a:moveTo>
                  <a:pt x="40" y="48"/>
                </a:moveTo>
                <a:cubicBezTo>
                  <a:pt x="313" y="48"/>
                  <a:pt x="313" y="48"/>
                  <a:pt x="313" y="48"/>
                </a:cubicBezTo>
                <a:cubicBezTo>
                  <a:pt x="317" y="48"/>
                  <a:pt x="321" y="45"/>
                  <a:pt x="321" y="40"/>
                </a:cubicBezTo>
                <a:cubicBezTo>
                  <a:pt x="321" y="36"/>
                  <a:pt x="317" y="32"/>
                  <a:pt x="313" y="32"/>
                </a:cubicBezTo>
                <a:cubicBezTo>
                  <a:pt x="40" y="32"/>
                  <a:pt x="40" y="32"/>
                  <a:pt x="40" y="32"/>
                </a:cubicBezTo>
                <a:cubicBezTo>
                  <a:pt x="36" y="32"/>
                  <a:pt x="32" y="36"/>
                  <a:pt x="32" y="40"/>
                </a:cubicBezTo>
                <a:cubicBezTo>
                  <a:pt x="32" y="45"/>
                  <a:pt x="36" y="48"/>
                  <a:pt x="40" y="48"/>
                </a:cubicBezTo>
                <a:moveTo>
                  <a:pt x="337" y="64"/>
                </a:moveTo>
                <a:cubicBezTo>
                  <a:pt x="16" y="64"/>
                  <a:pt x="16" y="64"/>
                  <a:pt x="16" y="64"/>
                </a:cubicBezTo>
                <a:cubicBezTo>
                  <a:pt x="7" y="64"/>
                  <a:pt x="0" y="71"/>
                  <a:pt x="0" y="80"/>
                </a:cubicBezTo>
                <a:cubicBezTo>
                  <a:pt x="0" y="241"/>
                  <a:pt x="0" y="241"/>
                  <a:pt x="0" y="241"/>
                </a:cubicBezTo>
                <a:cubicBezTo>
                  <a:pt x="0" y="250"/>
                  <a:pt x="7" y="257"/>
                  <a:pt x="16" y="257"/>
                </a:cubicBezTo>
                <a:cubicBezTo>
                  <a:pt x="337" y="257"/>
                  <a:pt x="337" y="257"/>
                  <a:pt x="337" y="257"/>
                </a:cubicBezTo>
                <a:cubicBezTo>
                  <a:pt x="346" y="257"/>
                  <a:pt x="353" y="250"/>
                  <a:pt x="353" y="241"/>
                </a:cubicBezTo>
                <a:cubicBezTo>
                  <a:pt x="353" y="80"/>
                  <a:pt x="353" y="80"/>
                  <a:pt x="353" y="80"/>
                </a:cubicBezTo>
                <a:cubicBezTo>
                  <a:pt x="353" y="71"/>
                  <a:pt x="346" y="64"/>
                  <a:pt x="337" y="64"/>
                </a:cubicBezTo>
                <a:moveTo>
                  <a:pt x="24" y="80"/>
                </a:moveTo>
                <a:cubicBezTo>
                  <a:pt x="28" y="80"/>
                  <a:pt x="32" y="84"/>
                  <a:pt x="32" y="88"/>
                </a:cubicBezTo>
                <a:cubicBezTo>
                  <a:pt x="32" y="93"/>
                  <a:pt x="28" y="96"/>
                  <a:pt x="24" y="96"/>
                </a:cubicBezTo>
                <a:cubicBezTo>
                  <a:pt x="20" y="96"/>
                  <a:pt x="16" y="93"/>
                  <a:pt x="16" y="88"/>
                </a:cubicBezTo>
                <a:cubicBezTo>
                  <a:pt x="16" y="84"/>
                  <a:pt x="20" y="80"/>
                  <a:pt x="24" y="80"/>
                </a:cubicBezTo>
                <a:moveTo>
                  <a:pt x="24" y="241"/>
                </a:moveTo>
                <a:cubicBezTo>
                  <a:pt x="20" y="241"/>
                  <a:pt x="16" y="237"/>
                  <a:pt x="16" y="233"/>
                </a:cubicBezTo>
                <a:cubicBezTo>
                  <a:pt x="16" y="228"/>
                  <a:pt x="20" y="225"/>
                  <a:pt x="24" y="225"/>
                </a:cubicBezTo>
                <a:cubicBezTo>
                  <a:pt x="28" y="225"/>
                  <a:pt x="32" y="228"/>
                  <a:pt x="32" y="233"/>
                </a:cubicBezTo>
                <a:cubicBezTo>
                  <a:pt x="32" y="237"/>
                  <a:pt x="28" y="241"/>
                  <a:pt x="24" y="241"/>
                </a:cubicBezTo>
                <a:moveTo>
                  <a:pt x="329" y="241"/>
                </a:moveTo>
                <a:cubicBezTo>
                  <a:pt x="325" y="241"/>
                  <a:pt x="321" y="237"/>
                  <a:pt x="321" y="233"/>
                </a:cubicBezTo>
                <a:cubicBezTo>
                  <a:pt x="321" y="228"/>
                  <a:pt x="325" y="225"/>
                  <a:pt x="329" y="225"/>
                </a:cubicBezTo>
                <a:cubicBezTo>
                  <a:pt x="333" y="225"/>
                  <a:pt x="337" y="228"/>
                  <a:pt x="337" y="233"/>
                </a:cubicBezTo>
                <a:cubicBezTo>
                  <a:pt x="337" y="237"/>
                  <a:pt x="333" y="241"/>
                  <a:pt x="329" y="241"/>
                </a:cubicBezTo>
                <a:moveTo>
                  <a:pt x="337" y="210"/>
                </a:moveTo>
                <a:cubicBezTo>
                  <a:pt x="335" y="209"/>
                  <a:pt x="332" y="209"/>
                  <a:pt x="329" y="209"/>
                </a:cubicBezTo>
                <a:cubicBezTo>
                  <a:pt x="316" y="209"/>
                  <a:pt x="305" y="219"/>
                  <a:pt x="305" y="233"/>
                </a:cubicBezTo>
                <a:cubicBezTo>
                  <a:pt x="305" y="236"/>
                  <a:pt x="306" y="238"/>
                  <a:pt x="306" y="241"/>
                </a:cubicBezTo>
                <a:cubicBezTo>
                  <a:pt x="47" y="241"/>
                  <a:pt x="47" y="241"/>
                  <a:pt x="47" y="241"/>
                </a:cubicBezTo>
                <a:cubicBezTo>
                  <a:pt x="47" y="238"/>
                  <a:pt x="48" y="236"/>
                  <a:pt x="48" y="233"/>
                </a:cubicBezTo>
                <a:cubicBezTo>
                  <a:pt x="48" y="219"/>
                  <a:pt x="37" y="209"/>
                  <a:pt x="24" y="209"/>
                </a:cubicBezTo>
                <a:cubicBezTo>
                  <a:pt x="21" y="209"/>
                  <a:pt x="18" y="209"/>
                  <a:pt x="16" y="210"/>
                </a:cubicBezTo>
                <a:cubicBezTo>
                  <a:pt x="16" y="111"/>
                  <a:pt x="16" y="111"/>
                  <a:pt x="16" y="111"/>
                </a:cubicBezTo>
                <a:cubicBezTo>
                  <a:pt x="18" y="112"/>
                  <a:pt x="21" y="112"/>
                  <a:pt x="24" y="112"/>
                </a:cubicBezTo>
                <a:cubicBezTo>
                  <a:pt x="37" y="112"/>
                  <a:pt x="48" y="102"/>
                  <a:pt x="48" y="88"/>
                </a:cubicBezTo>
                <a:cubicBezTo>
                  <a:pt x="48" y="85"/>
                  <a:pt x="47" y="83"/>
                  <a:pt x="47" y="80"/>
                </a:cubicBezTo>
                <a:cubicBezTo>
                  <a:pt x="306" y="80"/>
                  <a:pt x="306" y="80"/>
                  <a:pt x="306" y="80"/>
                </a:cubicBezTo>
                <a:cubicBezTo>
                  <a:pt x="306" y="83"/>
                  <a:pt x="305" y="85"/>
                  <a:pt x="305" y="88"/>
                </a:cubicBezTo>
                <a:cubicBezTo>
                  <a:pt x="305" y="102"/>
                  <a:pt x="316" y="112"/>
                  <a:pt x="329" y="112"/>
                </a:cubicBezTo>
                <a:cubicBezTo>
                  <a:pt x="332" y="112"/>
                  <a:pt x="335" y="112"/>
                  <a:pt x="337" y="111"/>
                </a:cubicBezTo>
                <a:lnTo>
                  <a:pt x="337" y="210"/>
                </a:lnTo>
                <a:close/>
                <a:moveTo>
                  <a:pt x="329" y="96"/>
                </a:moveTo>
                <a:cubicBezTo>
                  <a:pt x="325" y="96"/>
                  <a:pt x="321" y="93"/>
                  <a:pt x="321" y="88"/>
                </a:cubicBezTo>
                <a:cubicBezTo>
                  <a:pt x="321" y="84"/>
                  <a:pt x="325" y="80"/>
                  <a:pt x="329" y="80"/>
                </a:cubicBezTo>
                <a:cubicBezTo>
                  <a:pt x="333" y="80"/>
                  <a:pt x="337" y="84"/>
                  <a:pt x="337" y="88"/>
                </a:cubicBezTo>
                <a:cubicBezTo>
                  <a:pt x="337" y="93"/>
                  <a:pt x="333" y="96"/>
                  <a:pt x="329" y="96"/>
                </a:cubicBezTo>
                <a:moveTo>
                  <a:pt x="281" y="209"/>
                </a:moveTo>
                <a:cubicBezTo>
                  <a:pt x="265" y="209"/>
                  <a:pt x="265" y="209"/>
                  <a:pt x="265" y="209"/>
                </a:cubicBezTo>
                <a:cubicBezTo>
                  <a:pt x="260" y="209"/>
                  <a:pt x="257" y="212"/>
                  <a:pt x="257" y="217"/>
                </a:cubicBezTo>
                <a:cubicBezTo>
                  <a:pt x="257" y="221"/>
                  <a:pt x="260" y="225"/>
                  <a:pt x="265" y="225"/>
                </a:cubicBezTo>
                <a:cubicBezTo>
                  <a:pt x="281" y="225"/>
                  <a:pt x="281" y="225"/>
                  <a:pt x="281" y="225"/>
                </a:cubicBezTo>
                <a:cubicBezTo>
                  <a:pt x="285" y="225"/>
                  <a:pt x="289" y="221"/>
                  <a:pt x="289" y="217"/>
                </a:cubicBezTo>
                <a:cubicBezTo>
                  <a:pt x="289" y="212"/>
                  <a:pt x="285" y="209"/>
                  <a:pt x="281" y="209"/>
                </a:cubicBezTo>
                <a:moveTo>
                  <a:pt x="176" y="96"/>
                </a:moveTo>
                <a:cubicBezTo>
                  <a:pt x="141" y="96"/>
                  <a:pt x="112" y="125"/>
                  <a:pt x="112" y="160"/>
                </a:cubicBezTo>
                <a:cubicBezTo>
                  <a:pt x="112" y="196"/>
                  <a:pt x="141" y="225"/>
                  <a:pt x="176" y="225"/>
                </a:cubicBezTo>
                <a:cubicBezTo>
                  <a:pt x="212" y="225"/>
                  <a:pt x="241" y="196"/>
                  <a:pt x="241" y="160"/>
                </a:cubicBezTo>
                <a:cubicBezTo>
                  <a:pt x="241" y="125"/>
                  <a:pt x="212" y="96"/>
                  <a:pt x="176" y="96"/>
                </a:cubicBezTo>
                <a:moveTo>
                  <a:pt x="202" y="187"/>
                </a:moveTo>
                <a:cubicBezTo>
                  <a:pt x="201" y="190"/>
                  <a:pt x="199" y="193"/>
                  <a:pt x="197" y="195"/>
                </a:cubicBezTo>
                <a:cubicBezTo>
                  <a:pt x="195" y="197"/>
                  <a:pt x="192" y="198"/>
                  <a:pt x="189" y="199"/>
                </a:cubicBezTo>
                <a:cubicBezTo>
                  <a:pt x="186" y="200"/>
                  <a:pt x="183" y="201"/>
                  <a:pt x="180" y="201"/>
                </a:cubicBezTo>
                <a:cubicBezTo>
                  <a:pt x="180" y="209"/>
                  <a:pt x="180" y="209"/>
                  <a:pt x="180" y="209"/>
                </a:cubicBezTo>
                <a:cubicBezTo>
                  <a:pt x="173" y="209"/>
                  <a:pt x="173" y="209"/>
                  <a:pt x="173" y="209"/>
                </a:cubicBezTo>
                <a:cubicBezTo>
                  <a:pt x="173" y="201"/>
                  <a:pt x="173" y="201"/>
                  <a:pt x="173" y="201"/>
                </a:cubicBezTo>
                <a:cubicBezTo>
                  <a:pt x="169" y="201"/>
                  <a:pt x="167" y="200"/>
                  <a:pt x="164" y="199"/>
                </a:cubicBezTo>
                <a:cubicBezTo>
                  <a:pt x="160" y="198"/>
                  <a:pt x="158" y="197"/>
                  <a:pt x="155" y="194"/>
                </a:cubicBezTo>
                <a:cubicBezTo>
                  <a:pt x="153" y="192"/>
                  <a:pt x="151" y="190"/>
                  <a:pt x="150" y="186"/>
                </a:cubicBezTo>
                <a:cubicBezTo>
                  <a:pt x="149" y="183"/>
                  <a:pt x="148" y="180"/>
                  <a:pt x="148" y="176"/>
                </a:cubicBezTo>
                <a:cubicBezTo>
                  <a:pt x="160" y="176"/>
                  <a:pt x="160" y="176"/>
                  <a:pt x="160" y="176"/>
                </a:cubicBezTo>
                <a:cubicBezTo>
                  <a:pt x="160" y="180"/>
                  <a:pt x="161" y="184"/>
                  <a:pt x="164" y="187"/>
                </a:cubicBezTo>
                <a:cubicBezTo>
                  <a:pt x="166" y="190"/>
                  <a:pt x="168" y="191"/>
                  <a:pt x="173" y="191"/>
                </a:cubicBezTo>
                <a:cubicBezTo>
                  <a:pt x="173" y="165"/>
                  <a:pt x="173" y="165"/>
                  <a:pt x="173" y="165"/>
                </a:cubicBezTo>
                <a:cubicBezTo>
                  <a:pt x="170" y="164"/>
                  <a:pt x="168" y="163"/>
                  <a:pt x="165" y="162"/>
                </a:cubicBezTo>
                <a:cubicBezTo>
                  <a:pt x="163" y="161"/>
                  <a:pt x="160" y="159"/>
                  <a:pt x="158" y="158"/>
                </a:cubicBezTo>
                <a:cubicBezTo>
                  <a:pt x="155" y="156"/>
                  <a:pt x="153" y="154"/>
                  <a:pt x="152" y="151"/>
                </a:cubicBezTo>
                <a:cubicBezTo>
                  <a:pt x="150" y="148"/>
                  <a:pt x="150" y="145"/>
                  <a:pt x="150" y="141"/>
                </a:cubicBezTo>
                <a:cubicBezTo>
                  <a:pt x="150" y="137"/>
                  <a:pt x="150" y="134"/>
                  <a:pt x="152" y="132"/>
                </a:cubicBezTo>
                <a:cubicBezTo>
                  <a:pt x="153" y="129"/>
                  <a:pt x="155" y="127"/>
                  <a:pt x="157" y="125"/>
                </a:cubicBezTo>
                <a:cubicBezTo>
                  <a:pt x="159" y="123"/>
                  <a:pt x="162" y="122"/>
                  <a:pt x="165" y="121"/>
                </a:cubicBezTo>
                <a:cubicBezTo>
                  <a:pt x="168" y="120"/>
                  <a:pt x="170" y="120"/>
                  <a:pt x="173" y="120"/>
                </a:cubicBezTo>
                <a:cubicBezTo>
                  <a:pt x="173" y="112"/>
                  <a:pt x="173" y="112"/>
                  <a:pt x="173" y="112"/>
                </a:cubicBezTo>
                <a:cubicBezTo>
                  <a:pt x="180" y="112"/>
                  <a:pt x="180" y="112"/>
                  <a:pt x="180" y="112"/>
                </a:cubicBezTo>
                <a:cubicBezTo>
                  <a:pt x="180" y="120"/>
                  <a:pt x="180" y="120"/>
                  <a:pt x="180" y="120"/>
                </a:cubicBezTo>
                <a:cubicBezTo>
                  <a:pt x="183" y="120"/>
                  <a:pt x="185" y="120"/>
                  <a:pt x="188" y="121"/>
                </a:cubicBezTo>
                <a:cubicBezTo>
                  <a:pt x="191" y="122"/>
                  <a:pt x="193" y="123"/>
                  <a:pt x="196" y="125"/>
                </a:cubicBezTo>
                <a:cubicBezTo>
                  <a:pt x="198" y="127"/>
                  <a:pt x="199" y="129"/>
                  <a:pt x="201" y="131"/>
                </a:cubicBezTo>
                <a:cubicBezTo>
                  <a:pt x="202" y="134"/>
                  <a:pt x="202" y="137"/>
                  <a:pt x="202" y="141"/>
                </a:cubicBezTo>
                <a:cubicBezTo>
                  <a:pt x="190" y="141"/>
                  <a:pt x="190" y="141"/>
                  <a:pt x="190" y="141"/>
                </a:cubicBezTo>
                <a:cubicBezTo>
                  <a:pt x="190" y="137"/>
                  <a:pt x="189" y="134"/>
                  <a:pt x="187" y="132"/>
                </a:cubicBezTo>
                <a:cubicBezTo>
                  <a:pt x="186" y="130"/>
                  <a:pt x="184" y="129"/>
                  <a:pt x="180" y="129"/>
                </a:cubicBezTo>
                <a:cubicBezTo>
                  <a:pt x="180" y="152"/>
                  <a:pt x="180" y="152"/>
                  <a:pt x="180" y="152"/>
                </a:cubicBezTo>
                <a:cubicBezTo>
                  <a:pt x="183" y="153"/>
                  <a:pt x="185" y="154"/>
                  <a:pt x="188" y="155"/>
                </a:cubicBezTo>
                <a:cubicBezTo>
                  <a:pt x="191" y="157"/>
                  <a:pt x="194" y="158"/>
                  <a:pt x="197" y="160"/>
                </a:cubicBezTo>
                <a:cubicBezTo>
                  <a:pt x="199" y="162"/>
                  <a:pt x="201" y="164"/>
                  <a:pt x="202" y="167"/>
                </a:cubicBezTo>
                <a:cubicBezTo>
                  <a:pt x="204" y="169"/>
                  <a:pt x="204" y="173"/>
                  <a:pt x="204" y="177"/>
                </a:cubicBezTo>
                <a:cubicBezTo>
                  <a:pt x="204" y="181"/>
                  <a:pt x="204" y="184"/>
                  <a:pt x="202" y="187"/>
                </a:cubicBezTo>
                <a:moveTo>
                  <a:pt x="188" y="170"/>
                </a:moveTo>
                <a:cubicBezTo>
                  <a:pt x="187" y="169"/>
                  <a:pt x="185" y="168"/>
                  <a:pt x="184" y="167"/>
                </a:cubicBezTo>
                <a:cubicBezTo>
                  <a:pt x="182" y="167"/>
                  <a:pt x="181" y="166"/>
                  <a:pt x="180" y="166"/>
                </a:cubicBezTo>
                <a:cubicBezTo>
                  <a:pt x="180" y="191"/>
                  <a:pt x="180" y="191"/>
                  <a:pt x="180" y="191"/>
                </a:cubicBezTo>
                <a:cubicBezTo>
                  <a:pt x="184" y="191"/>
                  <a:pt x="186" y="190"/>
                  <a:pt x="188" y="188"/>
                </a:cubicBezTo>
                <a:cubicBezTo>
                  <a:pt x="191" y="186"/>
                  <a:pt x="192" y="183"/>
                  <a:pt x="192" y="178"/>
                </a:cubicBezTo>
                <a:cubicBezTo>
                  <a:pt x="192" y="176"/>
                  <a:pt x="192" y="175"/>
                  <a:pt x="191" y="173"/>
                </a:cubicBezTo>
                <a:cubicBezTo>
                  <a:pt x="190" y="172"/>
                  <a:pt x="189" y="171"/>
                  <a:pt x="188" y="170"/>
                </a:cubicBezTo>
                <a:moveTo>
                  <a:pt x="162" y="140"/>
                </a:moveTo>
                <a:cubicBezTo>
                  <a:pt x="162" y="142"/>
                  <a:pt x="162" y="143"/>
                  <a:pt x="163" y="145"/>
                </a:cubicBezTo>
                <a:cubicBezTo>
                  <a:pt x="164" y="146"/>
                  <a:pt x="165" y="147"/>
                  <a:pt x="166" y="148"/>
                </a:cubicBezTo>
                <a:cubicBezTo>
                  <a:pt x="167" y="149"/>
                  <a:pt x="168" y="149"/>
                  <a:pt x="170" y="150"/>
                </a:cubicBezTo>
                <a:cubicBezTo>
                  <a:pt x="171" y="150"/>
                  <a:pt x="172" y="151"/>
                  <a:pt x="173" y="151"/>
                </a:cubicBezTo>
                <a:cubicBezTo>
                  <a:pt x="173" y="129"/>
                  <a:pt x="173" y="129"/>
                  <a:pt x="173" y="129"/>
                </a:cubicBezTo>
                <a:cubicBezTo>
                  <a:pt x="169" y="129"/>
                  <a:pt x="167" y="130"/>
                  <a:pt x="165" y="132"/>
                </a:cubicBezTo>
                <a:cubicBezTo>
                  <a:pt x="163" y="133"/>
                  <a:pt x="162" y="136"/>
                  <a:pt x="162" y="14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4" name="Freeform 15"/>
          <p:cNvSpPr/>
          <p:nvPr/>
        </p:nvSpPr>
        <p:spPr bwMode="auto">
          <a:xfrm>
            <a:off x="6911704" y="1823844"/>
            <a:ext cx="1042658" cy="1203628"/>
          </a:xfrm>
          <a:custGeom>
            <a:avLst/>
            <a:gdLst>
              <a:gd name="T0" fmla="*/ 1573 w 3148"/>
              <a:gd name="T1" fmla="*/ 0 h 3634"/>
              <a:gd name="T2" fmla="*/ 0 w 3148"/>
              <a:gd name="T3" fmla="*/ 904 h 3634"/>
              <a:gd name="T4" fmla="*/ 0 w 3148"/>
              <a:gd name="T5" fmla="*/ 2730 h 3634"/>
              <a:gd name="T6" fmla="*/ 1573 w 3148"/>
              <a:gd name="T7" fmla="*/ 3634 h 3634"/>
              <a:gd name="T8" fmla="*/ 3148 w 3148"/>
              <a:gd name="T9" fmla="*/ 2730 h 3634"/>
              <a:gd name="T10" fmla="*/ 3148 w 3148"/>
              <a:gd name="T11" fmla="*/ 904 h 3634"/>
              <a:gd name="T12" fmla="*/ 1573 w 3148"/>
              <a:gd name="T13" fmla="*/ 0 h 3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48" h="3634">
                <a:moveTo>
                  <a:pt x="1573" y="0"/>
                </a:moveTo>
                <a:lnTo>
                  <a:pt x="0" y="904"/>
                </a:lnTo>
                <a:lnTo>
                  <a:pt x="0" y="2730"/>
                </a:lnTo>
                <a:lnTo>
                  <a:pt x="1573" y="3634"/>
                </a:lnTo>
                <a:lnTo>
                  <a:pt x="3148" y="2730"/>
                </a:lnTo>
                <a:lnTo>
                  <a:pt x="3148" y="904"/>
                </a:lnTo>
                <a:lnTo>
                  <a:pt x="1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5" name="Freeform 21"/>
          <p:cNvSpPr>
            <a:spLocks noEditPoints="1"/>
          </p:cNvSpPr>
          <p:nvPr/>
        </p:nvSpPr>
        <p:spPr bwMode="auto">
          <a:xfrm>
            <a:off x="6849767" y="1751308"/>
            <a:ext cx="1166863" cy="1348699"/>
          </a:xfrm>
          <a:custGeom>
            <a:avLst/>
            <a:gdLst>
              <a:gd name="T0" fmla="*/ 1760 w 3523"/>
              <a:gd name="T1" fmla="*/ 0 h 4072"/>
              <a:gd name="T2" fmla="*/ 0 w 3523"/>
              <a:gd name="T3" fmla="*/ 1015 h 4072"/>
              <a:gd name="T4" fmla="*/ 0 w 3523"/>
              <a:gd name="T5" fmla="*/ 3057 h 4072"/>
              <a:gd name="T6" fmla="*/ 1760 w 3523"/>
              <a:gd name="T7" fmla="*/ 4072 h 4072"/>
              <a:gd name="T8" fmla="*/ 3523 w 3523"/>
              <a:gd name="T9" fmla="*/ 3057 h 4072"/>
              <a:gd name="T10" fmla="*/ 3523 w 3523"/>
              <a:gd name="T11" fmla="*/ 1015 h 4072"/>
              <a:gd name="T12" fmla="*/ 1760 w 3523"/>
              <a:gd name="T13" fmla="*/ 0 h 4072"/>
              <a:gd name="T14" fmla="*/ 3431 w 3523"/>
              <a:gd name="T15" fmla="*/ 3004 h 4072"/>
              <a:gd name="T16" fmla="*/ 1760 w 3523"/>
              <a:gd name="T17" fmla="*/ 3964 h 4072"/>
              <a:gd name="T18" fmla="*/ 92 w 3523"/>
              <a:gd name="T19" fmla="*/ 3004 h 4072"/>
              <a:gd name="T20" fmla="*/ 92 w 3523"/>
              <a:gd name="T21" fmla="*/ 1068 h 4072"/>
              <a:gd name="T22" fmla="*/ 1760 w 3523"/>
              <a:gd name="T23" fmla="*/ 108 h 4072"/>
              <a:gd name="T24" fmla="*/ 3431 w 3523"/>
              <a:gd name="T25" fmla="*/ 1068 h 4072"/>
              <a:gd name="T26" fmla="*/ 3431 w 3523"/>
              <a:gd name="T27" fmla="*/ 3004 h 4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523" h="4072">
                <a:moveTo>
                  <a:pt x="1760" y="0"/>
                </a:moveTo>
                <a:lnTo>
                  <a:pt x="0" y="1015"/>
                </a:lnTo>
                <a:lnTo>
                  <a:pt x="0" y="3057"/>
                </a:lnTo>
                <a:lnTo>
                  <a:pt x="1760" y="4072"/>
                </a:lnTo>
                <a:lnTo>
                  <a:pt x="3523" y="3057"/>
                </a:lnTo>
                <a:lnTo>
                  <a:pt x="3523" y="1015"/>
                </a:lnTo>
                <a:lnTo>
                  <a:pt x="1760" y="0"/>
                </a:lnTo>
                <a:close/>
                <a:moveTo>
                  <a:pt x="3431" y="3004"/>
                </a:moveTo>
                <a:lnTo>
                  <a:pt x="1760" y="3964"/>
                </a:lnTo>
                <a:lnTo>
                  <a:pt x="92" y="3004"/>
                </a:lnTo>
                <a:lnTo>
                  <a:pt x="92" y="1068"/>
                </a:lnTo>
                <a:lnTo>
                  <a:pt x="1760" y="108"/>
                </a:lnTo>
                <a:lnTo>
                  <a:pt x="3431" y="1068"/>
                </a:lnTo>
                <a:lnTo>
                  <a:pt x="3431" y="3004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72" name="Freeform 42"/>
          <p:cNvSpPr>
            <a:spLocks noEditPoints="1"/>
          </p:cNvSpPr>
          <p:nvPr/>
        </p:nvSpPr>
        <p:spPr bwMode="auto">
          <a:xfrm>
            <a:off x="7185137" y="2190847"/>
            <a:ext cx="469622" cy="469622"/>
          </a:xfrm>
          <a:custGeom>
            <a:avLst/>
            <a:gdLst>
              <a:gd name="T0" fmla="*/ 225 w 353"/>
              <a:gd name="T1" fmla="*/ 192 h 353"/>
              <a:gd name="T2" fmla="*/ 233 w 353"/>
              <a:gd name="T3" fmla="*/ 184 h 353"/>
              <a:gd name="T4" fmla="*/ 231 w 353"/>
              <a:gd name="T5" fmla="*/ 179 h 353"/>
              <a:gd name="T6" fmla="*/ 183 w 353"/>
              <a:gd name="T7" fmla="*/ 131 h 353"/>
              <a:gd name="T8" fmla="*/ 177 w 353"/>
              <a:gd name="T9" fmla="*/ 128 h 353"/>
              <a:gd name="T10" fmla="*/ 171 w 353"/>
              <a:gd name="T11" fmla="*/ 131 h 353"/>
              <a:gd name="T12" fmla="*/ 123 w 353"/>
              <a:gd name="T13" fmla="*/ 179 h 353"/>
              <a:gd name="T14" fmla="*/ 121 w 353"/>
              <a:gd name="T15" fmla="*/ 184 h 353"/>
              <a:gd name="T16" fmla="*/ 129 w 353"/>
              <a:gd name="T17" fmla="*/ 192 h 353"/>
              <a:gd name="T18" fmla="*/ 134 w 353"/>
              <a:gd name="T19" fmla="*/ 190 h 353"/>
              <a:gd name="T20" fmla="*/ 169 w 353"/>
              <a:gd name="T21" fmla="*/ 156 h 353"/>
              <a:gd name="T22" fmla="*/ 169 w 353"/>
              <a:gd name="T23" fmla="*/ 345 h 353"/>
              <a:gd name="T24" fmla="*/ 177 w 353"/>
              <a:gd name="T25" fmla="*/ 353 h 353"/>
              <a:gd name="T26" fmla="*/ 185 w 353"/>
              <a:gd name="T27" fmla="*/ 345 h 353"/>
              <a:gd name="T28" fmla="*/ 185 w 353"/>
              <a:gd name="T29" fmla="*/ 156 h 353"/>
              <a:gd name="T30" fmla="*/ 219 w 353"/>
              <a:gd name="T31" fmla="*/ 190 h 353"/>
              <a:gd name="T32" fmla="*/ 225 w 353"/>
              <a:gd name="T33" fmla="*/ 192 h 353"/>
              <a:gd name="T34" fmla="*/ 305 w 353"/>
              <a:gd name="T35" fmla="*/ 103 h 353"/>
              <a:gd name="T36" fmla="*/ 305 w 353"/>
              <a:gd name="T37" fmla="*/ 96 h 353"/>
              <a:gd name="T38" fmla="*/ 209 w 353"/>
              <a:gd name="T39" fmla="*/ 0 h 353"/>
              <a:gd name="T40" fmla="*/ 124 w 353"/>
              <a:gd name="T41" fmla="*/ 51 h 353"/>
              <a:gd name="T42" fmla="*/ 105 w 353"/>
              <a:gd name="T43" fmla="*/ 48 h 353"/>
              <a:gd name="T44" fmla="*/ 48 w 353"/>
              <a:gd name="T45" fmla="*/ 104 h 353"/>
              <a:gd name="T46" fmla="*/ 50 w 353"/>
              <a:gd name="T47" fmla="*/ 116 h 353"/>
              <a:gd name="T48" fmla="*/ 0 w 353"/>
              <a:gd name="T49" fmla="*/ 184 h 353"/>
              <a:gd name="T50" fmla="*/ 72 w 353"/>
              <a:gd name="T51" fmla="*/ 257 h 353"/>
              <a:gd name="T52" fmla="*/ 145 w 353"/>
              <a:gd name="T53" fmla="*/ 257 h 353"/>
              <a:gd name="T54" fmla="*/ 153 w 353"/>
              <a:gd name="T55" fmla="*/ 249 h 353"/>
              <a:gd name="T56" fmla="*/ 145 w 353"/>
              <a:gd name="T57" fmla="*/ 241 h 353"/>
              <a:gd name="T58" fmla="*/ 72 w 353"/>
              <a:gd name="T59" fmla="*/ 241 h 353"/>
              <a:gd name="T60" fmla="*/ 16 w 353"/>
              <a:gd name="T61" fmla="*/ 184 h 353"/>
              <a:gd name="T62" fmla="*/ 55 w 353"/>
              <a:gd name="T63" fmla="*/ 131 h 353"/>
              <a:gd name="T64" fmla="*/ 68 w 353"/>
              <a:gd name="T65" fmla="*/ 127 h 353"/>
              <a:gd name="T66" fmla="*/ 65 w 353"/>
              <a:gd name="T67" fmla="*/ 112 h 353"/>
              <a:gd name="T68" fmla="*/ 64 w 353"/>
              <a:gd name="T69" fmla="*/ 104 h 353"/>
              <a:gd name="T70" fmla="*/ 105 w 353"/>
              <a:gd name="T71" fmla="*/ 64 h 353"/>
              <a:gd name="T72" fmla="*/ 118 w 353"/>
              <a:gd name="T73" fmla="*/ 66 h 353"/>
              <a:gd name="T74" fmla="*/ 131 w 353"/>
              <a:gd name="T75" fmla="*/ 71 h 353"/>
              <a:gd name="T76" fmla="*/ 138 w 353"/>
              <a:gd name="T77" fmla="*/ 59 h 353"/>
              <a:gd name="T78" fmla="*/ 209 w 353"/>
              <a:gd name="T79" fmla="*/ 16 h 353"/>
              <a:gd name="T80" fmla="*/ 289 w 353"/>
              <a:gd name="T81" fmla="*/ 96 h 353"/>
              <a:gd name="T82" fmla="*/ 289 w 353"/>
              <a:gd name="T83" fmla="*/ 100 h 353"/>
              <a:gd name="T84" fmla="*/ 289 w 353"/>
              <a:gd name="T85" fmla="*/ 102 h 353"/>
              <a:gd name="T86" fmla="*/ 288 w 353"/>
              <a:gd name="T87" fmla="*/ 113 h 353"/>
              <a:gd name="T88" fmla="*/ 299 w 353"/>
              <a:gd name="T89" fmla="*/ 117 h 353"/>
              <a:gd name="T90" fmla="*/ 337 w 353"/>
              <a:gd name="T91" fmla="*/ 176 h 353"/>
              <a:gd name="T92" fmla="*/ 273 w 353"/>
              <a:gd name="T93" fmla="*/ 241 h 353"/>
              <a:gd name="T94" fmla="*/ 209 w 353"/>
              <a:gd name="T95" fmla="*/ 241 h 353"/>
              <a:gd name="T96" fmla="*/ 201 w 353"/>
              <a:gd name="T97" fmla="*/ 249 h 353"/>
              <a:gd name="T98" fmla="*/ 209 w 353"/>
              <a:gd name="T99" fmla="*/ 257 h 353"/>
              <a:gd name="T100" fmla="*/ 273 w 353"/>
              <a:gd name="T101" fmla="*/ 257 h 353"/>
              <a:gd name="T102" fmla="*/ 353 w 353"/>
              <a:gd name="T103" fmla="*/ 176 h 353"/>
              <a:gd name="T104" fmla="*/ 305 w 353"/>
              <a:gd name="T105" fmla="*/ 103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53" h="353">
                <a:moveTo>
                  <a:pt x="225" y="192"/>
                </a:moveTo>
                <a:cubicBezTo>
                  <a:pt x="229" y="192"/>
                  <a:pt x="233" y="189"/>
                  <a:pt x="233" y="184"/>
                </a:cubicBezTo>
                <a:cubicBezTo>
                  <a:pt x="233" y="182"/>
                  <a:pt x="232" y="180"/>
                  <a:pt x="231" y="179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1" y="129"/>
                  <a:pt x="179" y="128"/>
                  <a:pt x="177" y="128"/>
                </a:cubicBezTo>
                <a:cubicBezTo>
                  <a:pt x="175" y="128"/>
                  <a:pt x="173" y="129"/>
                  <a:pt x="171" y="131"/>
                </a:cubicBezTo>
                <a:cubicBezTo>
                  <a:pt x="123" y="179"/>
                  <a:pt x="123" y="179"/>
                  <a:pt x="123" y="179"/>
                </a:cubicBezTo>
                <a:cubicBezTo>
                  <a:pt x="122" y="180"/>
                  <a:pt x="121" y="182"/>
                  <a:pt x="121" y="184"/>
                </a:cubicBezTo>
                <a:cubicBezTo>
                  <a:pt x="121" y="189"/>
                  <a:pt x="124" y="192"/>
                  <a:pt x="129" y="192"/>
                </a:cubicBezTo>
                <a:cubicBezTo>
                  <a:pt x="131" y="192"/>
                  <a:pt x="133" y="191"/>
                  <a:pt x="134" y="190"/>
                </a:cubicBezTo>
                <a:cubicBezTo>
                  <a:pt x="169" y="156"/>
                  <a:pt x="169" y="156"/>
                  <a:pt x="169" y="156"/>
                </a:cubicBezTo>
                <a:cubicBezTo>
                  <a:pt x="169" y="345"/>
                  <a:pt x="169" y="345"/>
                  <a:pt x="169" y="345"/>
                </a:cubicBezTo>
                <a:cubicBezTo>
                  <a:pt x="169" y="349"/>
                  <a:pt x="172" y="353"/>
                  <a:pt x="177" y="353"/>
                </a:cubicBezTo>
                <a:cubicBezTo>
                  <a:pt x="181" y="353"/>
                  <a:pt x="185" y="349"/>
                  <a:pt x="185" y="345"/>
                </a:cubicBezTo>
                <a:cubicBezTo>
                  <a:pt x="185" y="156"/>
                  <a:pt x="185" y="156"/>
                  <a:pt x="185" y="156"/>
                </a:cubicBezTo>
                <a:cubicBezTo>
                  <a:pt x="219" y="190"/>
                  <a:pt x="219" y="190"/>
                  <a:pt x="219" y="190"/>
                </a:cubicBezTo>
                <a:cubicBezTo>
                  <a:pt x="221" y="191"/>
                  <a:pt x="223" y="192"/>
                  <a:pt x="225" y="192"/>
                </a:cubicBezTo>
                <a:moveTo>
                  <a:pt x="305" y="103"/>
                </a:moveTo>
                <a:cubicBezTo>
                  <a:pt x="305" y="100"/>
                  <a:pt x="305" y="98"/>
                  <a:pt x="305" y="96"/>
                </a:cubicBezTo>
                <a:cubicBezTo>
                  <a:pt x="305" y="43"/>
                  <a:pt x="262" y="0"/>
                  <a:pt x="209" y="0"/>
                </a:cubicBezTo>
                <a:cubicBezTo>
                  <a:pt x="172" y="0"/>
                  <a:pt x="140" y="21"/>
                  <a:pt x="124" y="51"/>
                </a:cubicBezTo>
                <a:cubicBezTo>
                  <a:pt x="118" y="49"/>
                  <a:pt x="111" y="48"/>
                  <a:pt x="105" y="48"/>
                </a:cubicBezTo>
                <a:cubicBezTo>
                  <a:pt x="74" y="48"/>
                  <a:pt x="48" y="73"/>
                  <a:pt x="48" y="104"/>
                </a:cubicBezTo>
                <a:cubicBezTo>
                  <a:pt x="48" y="108"/>
                  <a:pt x="49" y="112"/>
                  <a:pt x="50" y="116"/>
                </a:cubicBezTo>
                <a:cubicBezTo>
                  <a:pt x="21" y="125"/>
                  <a:pt x="0" y="152"/>
                  <a:pt x="0" y="184"/>
                </a:cubicBezTo>
                <a:cubicBezTo>
                  <a:pt x="0" y="224"/>
                  <a:pt x="33" y="257"/>
                  <a:pt x="72" y="257"/>
                </a:cubicBezTo>
                <a:cubicBezTo>
                  <a:pt x="145" y="257"/>
                  <a:pt x="145" y="257"/>
                  <a:pt x="145" y="257"/>
                </a:cubicBezTo>
                <a:cubicBezTo>
                  <a:pt x="149" y="257"/>
                  <a:pt x="153" y="253"/>
                  <a:pt x="153" y="249"/>
                </a:cubicBezTo>
                <a:cubicBezTo>
                  <a:pt x="153" y="244"/>
                  <a:pt x="149" y="241"/>
                  <a:pt x="145" y="241"/>
                </a:cubicBezTo>
                <a:cubicBezTo>
                  <a:pt x="72" y="241"/>
                  <a:pt x="72" y="241"/>
                  <a:pt x="72" y="241"/>
                </a:cubicBezTo>
                <a:cubicBezTo>
                  <a:pt x="41" y="241"/>
                  <a:pt x="16" y="215"/>
                  <a:pt x="16" y="184"/>
                </a:cubicBezTo>
                <a:cubicBezTo>
                  <a:pt x="16" y="160"/>
                  <a:pt x="32" y="139"/>
                  <a:pt x="55" y="131"/>
                </a:cubicBezTo>
                <a:cubicBezTo>
                  <a:pt x="68" y="127"/>
                  <a:pt x="68" y="127"/>
                  <a:pt x="68" y="127"/>
                </a:cubicBezTo>
                <a:cubicBezTo>
                  <a:pt x="65" y="112"/>
                  <a:pt x="65" y="112"/>
                  <a:pt x="65" y="112"/>
                </a:cubicBezTo>
                <a:cubicBezTo>
                  <a:pt x="65" y="110"/>
                  <a:pt x="64" y="107"/>
                  <a:pt x="64" y="104"/>
                </a:cubicBezTo>
                <a:cubicBezTo>
                  <a:pt x="64" y="82"/>
                  <a:pt x="82" y="64"/>
                  <a:pt x="105" y="64"/>
                </a:cubicBezTo>
                <a:cubicBezTo>
                  <a:pt x="109" y="64"/>
                  <a:pt x="114" y="65"/>
                  <a:pt x="118" y="66"/>
                </a:cubicBezTo>
                <a:cubicBezTo>
                  <a:pt x="131" y="71"/>
                  <a:pt x="131" y="71"/>
                  <a:pt x="131" y="71"/>
                </a:cubicBezTo>
                <a:cubicBezTo>
                  <a:pt x="138" y="59"/>
                  <a:pt x="138" y="59"/>
                  <a:pt x="138" y="59"/>
                </a:cubicBezTo>
                <a:cubicBezTo>
                  <a:pt x="152" y="32"/>
                  <a:pt x="179" y="16"/>
                  <a:pt x="209" y="16"/>
                </a:cubicBezTo>
                <a:cubicBezTo>
                  <a:pt x="253" y="16"/>
                  <a:pt x="289" y="52"/>
                  <a:pt x="289" y="96"/>
                </a:cubicBezTo>
                <a:cubicBezTo>
                  <a:pt x="289" y="97"/>
                  <a:pt x="289" y="99"/>
                  <a:pt x="289" y="100"/>
                </a:cubicBezTo>
                <a:cubicBezTo>
                  <a:pt x="289" y="102"/>
                  <a:pt x="289" y="102"/>
                  <a:pt x="289" y="102"/>
                </a:cubicBezTo>
                <a:cubicBezTo>
                  <a:pt x="288" y="113"/>
                  <a:pt x="288" y="113"/>
                  <a:pt x="288" y="113"/>
                </a:cubicBezTo>
                <a:cubicBezTo>
                  <a:pt x="299" y="117"/>
                  <a:pt x="299" y="117"/>
                  <a:pt x="299" y="117"/>
                </a:cubicBezTo>
                <a:cubicBezTo>
                  <a:pt x="322" y="128"/>
                  <a:pt x="337" y="151"/>
                  <a:pt x="337" y="176"/>
                </a:cubicBezTo>
                <a:cubicBezTo>
                  <a:pt x="337" y="212"/>
                  <a:pt x="309" y="241"/>
                  <a:pt x="273" y="241"/>
                </a:cubicBezTo>
                <a:cubicBezTo>
                  <a:pt x="209" y="241"/>
                  <a:pt x="209" y="241"/>
                  <a:pt x="209" y="241"/>
                </a:cubicBezTo>
                <a:cubicBezTo>
                  <a:pt x="205" y="241"/>
                  <a:pt x="201" y="244"/>
                  <a:pt x="201" y="249"/>
                </a:cubicBezTo>
                <a:cubicBezTo>
                  <a:pt x="201" y="253"/>
                  <a:pt x="205" y="257"/>
                  <a:pt x="209" y="257"/>
                </a:cubicBezTo>
                <a:cubicBezTo>
                  <a:pt x="273" y="257"/>
                  <a:pt x="273" y="257"/>
                  <a:pt x="273" y="257"/>
                </a:cubicBezTo>
                <a:cubicBezTo>
                  <a:pt x="317" y="257"/>
                  <a:pt x="353" y="221"/>
                  <a:pt x="353" y="176"/>
                </a:cubicBezTo>
                <a:cubicBezTo>
                  <a:pt x="353" y="143"/>
                  <a:pt x="333" y="115"/>
                  <a:pt x="305" y="10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grpSp>
        <p:nvGrpSpPr>
          <p:cNvPr id="7" name="Group 6"/>
          <p:cNvGrpSpPr/>
          <p:nvPr/>
        </p:nvGrpSpPr>
        <p:grpSpPr>
          <a:xfrm>
            <a:off x="1066723" y="4239832"/>
            <a:ext cx="2018121" cy="986850"/>
            <a:chOff x="2133445" y="8479664"/>
            <a:chExt cx="4036242" cy="1973700"/>
          </a:xfrm>
        </p:grpSpPr>
        <p:sp>
          <p:nvSpPr>
            <p:cNvPr id="73" name="TextBox 72"/>
            <p:cNvSpPr txBox="1"/>
            <p:nvPr/>
          </p:nvSpPr>
          <p:spPr>
            <a:xfrm>
              <a:off x="2133445" y="8479664"/>
              <a:ext cx="4036242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established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133445" y="9086066"/>
              <a:ext cx="4036242" cy="13672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dolor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sitae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vitae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1066723" y="3331610"/>
            <a:ext cx="20181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cap="all" dirty="0">
                <a:solidFill>
                  <a:schemeClr val="accent5"/>
                </a:solidFill>
                <a:latin typeface="Montserrat SemiBold" panose="000007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2012</a:t>
            </a:r>
            <a:endParaRPr lang="en-US" sz="1200" cap="all" dirty="0">
              <a:solidFill>
                <a:schemeClr val="accent5"/>
              </a:solidFill>
              <a:latin typeface="Montserrat SemiBold" panose="000007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57795" y="4239832"/>
            <a:ext cx="2018121" cy="986850"/>
            <a:chOff x="7515590" y="8479664"/>
            <a:chExt cx="4036242" cy="1973700"/>
          </a:xfrm>
        </p:grpSpPr>
        <p:sp>
          <p:nvSpPr>
            <p:cNvPr id="76" name="TextBox 75"/>
            <p:cNvSpPr txBox="1"/>
            <p:nvPr/>
          </p:nvSpPr>
          <p:spPr>
            <a:xfrm>
              <a:off x="7515590" y="8479664"/>
              <a:ext cx="4036242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marketing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515590" y="9086066"/>
              <a:ext cx="4036242" cy="13672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dolor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sitae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vitae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3757795" y="3331610"/>
            <a:ext cx="20181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cap="all" dirty="0">
                <a:solidFill>
                  <a:schemeClr val="accent5"/>
                </a:solidFill>
                <a:latin typeface="Montserrat SemiBold" panose="000007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2015</a:t>
            </a:r>
            <a:endParaRPr lang="en-US" sz="1200" cap="all" dirty="0">
              <a:solidFill>
                <a:schemeClr val="accent5"/>
              </a:solidFill>
              <a:latin typeface="Montserrat SemiBold" panose="000007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396491" y="4239832"/>
            <a:ext cx="2018121" cy="986850"/>
            <a:chOff x="12792982" y="8479664"/>
            <a:chExt cx="4036242" cy="1973700"/>
          </a:xfrm>
        </p:grpSpPr>
        <p:sp>
          <p:nvSpPr>
            <p:cNvPr id="79" name="TextBox 78"/>
            <p:cNvSpPr txBox="1"/>
            <p:nvPr/>
          </p:nvSpPr>
          <p:spPr>
            <a:xfrm>
              <a:off x="12792982" y="8479664"/>
              <a:ext cx="4036242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uploaded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2792982" y="9086066"/>
              <a:ext cx="4036242" cy="13672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dolor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sitae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vitae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6396491" y="3331610"/>
            <a:ext cx="20181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cap="all" dirty="0">
                <a:solidFill>
                  <a:schemeClr val="accent5"/>
                </a:solidFill>
                <a:latin typeface="Montserrat SemiBold" panose="000007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2017</a:t>
            </a:r>
            <a:endParaRPr lang="en-US" sz="1200" cap="all" dirty="0">
              <a:solidFill>
                <a:schemeClr val="accent5"/>
              </a:solidFill>
              <a:latin typeface="Montserrat SemiBold" panose="000007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065939" y="4239832"/>
            <a:ext cx="2018121" cy="986850"/>
            <a:chOff x="18131878" y="8479664"/>
            <a:chExt cx="4036242" cy="1973700"/>
          </a:xfrm>
        </p:grpSpPr>
        <p:sp>
          <p:nvSpPr>
            <p:cNvPr id="82" name="TextBox 81"/>
            <p:cNvSpPr txBox="1"/>
            <p:nvPr/>
          </p:nvSpPr>
          <p:spPr>
            <a:xfrm>
              <a:off x="18131878" y="8479664"/>
              <a:ext cx="4036242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Gained $10b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8131878" y="9086066"/>
              <a:ext cx="4036242" cy="13672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dolor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sitae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vitae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9065939" y="3331610"/>
            <a:ext cx="20181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cap="all" dirty="0">
                <a:solidFill>
                  <a:schemeClr val="accent5"/>
                </a:solidFill>
                <a:latin typeface="Montserrat SemiBold" panose="000007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2018</a:t>
            </a:r>
            <a:endParaRPr lang="en-US" sz="1200" cap="all" dirty="0">
              <a:solidFill>
                <a:schemeClr val="accent5"/>
              </a:solidFill>
              <a:latin typeface="Montserrat SemiBold" panose="000007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5" name="图片 14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5"/>
          <p:cNvSpPr/>
          <p:nvPr/>
        </p:nvSpPr>
        <p:spPr bwMode="auto">
          <a:xfrm>
            <a:off x="5029597" y="1808957"/>
            <a:ext cx="2134394" cy="2466182"/>
          </a:xfrm>
          <a:custGeom>
            <a:avLst/>
            <a:gdLst>
              <a:gd name="T0" fmla="*/ 1343 w 2689"/>
              <a:gd name="T1" fmla="*/ 0 h 3107"/>
              <a:gd name="T2" fmla="*/ 0 w 2689"/>
              <a:gd name="T3" fmla="*/ 774 h 3107"/>
              <a:gd name="T4" fmla="*/ 0 w 2689"/>
              <a:gd name="T5" fmla="*/ 2334 h 3107"/>
              <a:gd name="T6" fmla="*/ 1343 w 2689"/>
              <a:gd name="T7" fmla="*/ 3107 h 3107"/>
              <a:gd name="T8" fmla="*/ 2689 w 2689"/>
              <a:gd name="T9" fmla="*/ 2334 h 3107"/>
              <a:gd name="T10" fmla="*/ 2689 w 2689"/>
              <a:gd name="T11" fmla="*/ 774 h 3107"/>
              <a:gd name="T12" fmla="*/ 1343 w 2689"/>
              <a:gd name="T13" fmla="*/ 0 h 3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89" h="3107">
                <a:moveTo>
                  <a:pt x="1343" y="0"/>
                </a:moveTo>
                <a:lnTo>
                  <a:pt x="0" y="774"/>
                </a:lnTo>
                <a:lnTo>
                  <a:pt x="0" y="2334"/>
                </a:lnTo>
                <a:lnTo>
                  <a:pt x="1343" y="3107"/>
                </a:lnTo>
                <a:lnTo>
                  <a:pt x="2689" y="2334"/>
                </a:lnTo>
                <a:lnTo>
                  <a:pt x="2689" y="774"/>
                </a:lnTo>
                <a:lnTo>
                  <a:pt x="1343" y="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2" name="Freeform 6"/>
          <p:cNvSpPr/>
          <p:nvPr/>
        </p:nvSpPr>
        <p:spPr bwMode="auto">
          <a:xfrm>
            <a:off x="5029597" y="1808957"/>
            <a:ext cx="2134394" cy="2466182"/>
          </a:xfrm>
          <a:custGeom>
            <a:avLst/>
            <a:gdLst>
              <a:gd name="T0" fmla="*/ 1343 w 2689"/>
              <a:gd name="T1" fmla="*/ 0 h 3107"/>
              <a:gd name="T2" fmla="*/ 0 w 2689"/>
              <a:gd name="T3" fmla="*/ 774 h 3107"/>
              <a:gd name="T4" fmla="*/ 0 w 2689"/>
              <a:gd name="T5" fmla="*/ 2334 h 3107"/>
              <a:gd name="T6" fmla="*/ 1343 w 2689"/>
              <a:gd name="T7" fmla="*/ 3107 h 3107"/>
              <a:gd name="T8" fmla="*/ 2689 w 2689"/>
              <a:gd name="T9" fmla="*/ 2334 h 3107"/>
              <a:gd name="T10" fmla="*/ 2689 w 2689"/>
              <a:gd name="T11" fmla="*/ 774 h 3107"/>
              <a:gd name="T12" fmla="*/ 1343 w 2689"/>
              <a:gd name="T13" fmla="*/ 0 h 3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89" h="3107">
                <a:moveTo>
                  <a:pt x="1343" y="0"/>
                </a:moveTo>
                <a:lnTo>
                  <a:pt x="0" y="774"/>
                </a:lnTo>
                <a:lnTo>
                  <a:pt x="0" y="2334"/>
                </a:lnTo>
                <a:lnTo>
                  <a:pt x="1343" y="3107"/>
                </a:lnTo>
                <a:lnTo>
                  <a:pt x="2689" y="2334"/>
                </a:lnTo>
                <a:lnTo>
                  <a:pt x="2689" y="774"/>
                </a:lnTo>
                <a:lnTo>
                  <a:pt x="134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3" name="Freeform 7"/>
          <p:cNvSpPr/>
          <p:nvPr/>
        </p:nvSpPr>
        <p:spPr bwMode="auto">
          <a:xfrm>
            <a:off x="4231879" y="3188494"/>
            <a:ext cx="2136775" cy="2466182"/>
          </a:xfrm>
          <a:custGeom>
            <a:avLst/>
            <a:gdLst>
              <a:gd name="T0" fmla="*/ 1346 w 2692"/>
              <a:gd name="T1" fmla="*/ 0 h 3107"/>
              <a:gd name="T2" fmla="*/ 0 w 2692"/>
              <a:gd name="T3" fmla="*/ 774 h 3107"/>
              <a:gd name="T4" fmla="*/ 0 w 2692"/>
              <a:gd name="T5" fmla="*/ 2334 h 3107"/>
              <a:gd name="T6" fmla="*/ 1346 w 2692"/>
              <a:gd name="T7" fmla="*/ 3107 h 3107"/>
              <a:gd name="T8" fmla="*/ 2692 w 2692"/>
              <a:gd name="T9" fmla="*/ 2334 h 3107"/>
              <a:gd name="T10" fmla="*/ 2692 w 2692"/>
              <a:gd name="T11" fmla="*/ 774 h 3107"/>
              <a:gd name="T12" fmla="*/ 1346 w 2692"/>
              <a:gd name="T13" fmla="*/ 0 h 3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92" h="3107">
                <a:moveTo>
                  <a:pt x="1346" y="0"/>
                </a:moveTo>
                <a:lnTo>
                  <a:pt x="0" y="774"/>
                </a:lnTo>
                <a:lnTo>
                  <a:pt x="0" y="2334"/>
                </a:lnTo>
                <a:lnTo>
                  <a:pt x="1346" y="3107"/>
                </a:lnTo>
                <a:lnTo>
                  <a:pt x="2692" y="2334"/>
                </a:lnTo>
                <a:lnTo>
                  <a:pt x="2692" y="774"/>
                </a:lnTo>
                <a:lnTo>
                  <a:pt x="1346" y="0"/>
                </a:lnTo>
                <a:close/>
              </a:path>
            </a:pathLst>
          </a:custGeom>
          <a:solidFill>
            <a:schemeClr val="accent3">
              <a:alpha val="85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4" name="Freeform 8"/>
          <p:cNvSpPr/>
          <p:nvPr/>
        </p:nvSpPr>
        <p:spPr bwMode="auto">
          <a:xfrm>
            <a:off x="4231879" y="3188494"/>
            <a:ext cx="2136775" cy="2466182"/>
          </a:xfrm>
          <a:custGeom>
            <a:avLst/>
            <a:gdLst>
              <a:gd name="T0" fmla="*/ 1346 w 2692"/>
              <a:gd name="T1" fmla="*/ 0 h 3107"/>
              <a:gd name="T2" fmla="*/ 0 w 2692"/>
              <a:gd name="T3" fmla="*/ 774 h 3107"/>
              <a:gd name="T4" fmla="*/ 0 w 2692"/>
              <a:gd name="T5" fmla="*/ 2334 h 3107"/>
              <a:gd name="T6" fmla="*/ 1346 w 2692"/>
              <a:gd name="T7" fmla="*/ 3107 h 3107"/>
              <a:gd name="T8" fmla="*/ 2692 w 2692"/>
              <a:gd name="T9" fmla="*/ 2334 h 3107"/>
              <a:gd name="T10" fmla="*/ 2692 w 2692"/>
              <a:gd name="T11" fmla="*/ 774 h 3107"/>
              <a:gd name="T12" fmla="*/ 1346 w 2692"/>
              <a:gd name="T13" fmla="*/ 0 h 3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92" h="3107">
                <a:moveTo>
                  <a:pt x="1346" y="0"/>
                </a:moveTo>
                <a:lnTo>
                  <a:pt x="0" y="774"/>
                </a:lnTo>
                <a:lnTo>
                  <a:pt x="0" y="2334"/>
                </a:lnTo>
                <a:lnTo>
                  <a:pt x="1346" y="3107"/>
                </a:lnTo>
                <a:lnTo>
                  <a:pt x="2692" y="2334"/>
                </a:lnTo>
                <a:lnTo>
                  <a:pt x="2692" y="774"/>
                </a:lnTo>
                <a:lnTo>
                  <a:pt x="134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5" name="Freeform 9"/>
          <p:cNvSpPr/>
          <p:nvPr/>
        </p:nvSpPr>
        <p:spPr bwMode="auto">
          <a:xfrm>
            <a:off x="5824935" y="3188494"/>
            <a:ext cx="2134394" cy="2466182"/>
          </a:xfrm>
          <a:custGeom>
            <a:avLst/>
            <a:gdLst>
              <a:gd name="T0" fmla="*/ 1343 w 2689"/>
              <a:gd name="T1" fmla="*/ 0 h 3107"/>
              <a:gd name="T2" fmla="*/ 0 w 2689"/>
              <a:gd name="T3" fmla="*/ 774 h 3107"/>
              <a:gd name="T4" fmla="*/ 0 w 2689"/>
              <a:gd name="T5" fmla="*/ 2334 h 3107"/>
              <a:gd name="T6" fmla="*/ 1343 w 2689"/>
              <a:gd name="T7" fmla="*/ 3107 h 3107"/>
              <a:gd name="T8" fmla="*/ 2689 w 2689"/>
              <a:gd name="T9" fmla="*/ 2334 h 3107"/>
              <a:gd name="T10" fmla="*/ 2689 w 2689"/>
              <a:gd name="T11" fmla="*/ 774 h 3107"/>
              <a:gd name="T12" fmla="*/ 1343 w 2689"/>
              <a:gd name="T13" fmla="*/ 0 h 3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89" h="3107">
                <a:moveTo>
                  <a:pt x="1343" y="0"/>
                </a:moveTo>
                <a:lnTo>
                  <a:pt x="0" y="774"/>
                </a:lnTo>
                <a:lnTo>
                  <a:pt x="0" y="2334"/>
                </a:lnTo>
                <a:lnTo>
                  <a:pt x="1343" y="3107"/>
                </a:lnTo>
                <a:lnTo>
                  <a:pt x="2689" y="2334"/>
                </a:lnTo>
                <a:lnTo>
                  <a:pt x="2689" y="774"/>
                </a:lnTo>
                <a:lnTo>
                  <a:pt x="1343" y="0"/>
                </a:lnTo>
                <a:close/>
              </a:path>
            </a:pathLst>
          </a:custGeom>
          <a:solidFill>
            <a:schemeClr val="accent2">
              <a:alpha val="85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6" name="Freeform 10"/>
          <p:cNvSpPr/>
          <p:nvPr/>
        </p:nvSpPr>
        <p:spPr bwMode="auto">
          <a:xfrm>
            <a:off x="5824935" y="3188494"/>
            <a:ext cx="2134394" cy="2466182"/>
          </a:xfrm>
          <a:custGeom>
            <a:avLst/>
            <a:gdLst>
              <a:gd name="T0" fmla="*/ 1343 w 2689"/>
              <a:gd name="T1" fmla="*/ 0 h 3107"/>
              <a:gd name="T2" fmla="*/ 0 w 2689"/>
              <a:gd name="T3" fmla="*/ 774 h 3107"/>
              <a:gd name="T4" fmla="*/ 0 w 2689"/>
              <a:gd name="T5" fmla="*/ 2334 h 3107"/>
              <a:gd name="T6" fmla="*/ 1343 w 2689"/>
              <a:gd name="T7" fmla="*/ 3107 h 3107"/>
              <a:gd name="T8" fmla="*/ 2689 w 2689"/>
              <a:gd name="T9" fmla="*/ 2334 h 3107"/>
              <a:gd name="T10" fmla="*/ 2689 w 2689"/>
              <a:gd name="T11" fmla="*/ 774 h 3107"/>
              <a:gd name="T12" fmla="*/ 1343 w 2689"/>
              <a:gd name="T13" fmla="*/ 0 h 3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89" h="3107">
                <a:moveTo>
                  <a:pt x="1343" y="0"/>
                </a:moveTo>
                <a:lnTo>
                  <a:pt x="0" y="774"/>
                </a:lnTo>
                <a:lnTo>
                  <a:pt x="0" y="2334"/>
                </a:lnTo>
                <a:lnTo>
                  <a:pt x="1343" y="3107"/>
                </a:lnTo>
                <a:lnTo>
                  <a:pt x="2689" y="2334"/>
                </a:lnTo>
                <a:lnTo>
                  <a:pt x="2689" y="774"/>
                </a:lnTo>
                <a:lnTo>
                  <a:pt x="134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7" name="Freeform 11"/>
          <p:cNvSpPr/>
          <p:nvPr/>
        </p:nvSpPr>
        <p:spPr bwMode="auto">
          <a:xfrm>
            <a:off x="5824935" y="3646488"/>
            <a:ext cx="543719" cy="628650"/>
          </a:xfrm>
          <a:custGeom>
            <a:avLst/>
            <a:gdLst>
              <a:gd name="T0" fmla="*/ 341 w 685"/>
              <a:gd name="T1" fmla="*/ 0 h 792"/>
              <a:gd name="T2" fmla="*/ 0 w 685"/>
              <a:gd name="T3" fmla="*/ 197 h 792"/>
              <a:gd name="T4" fmla="*/ 0 w 685"/>
              <a:gd name="T5" fmla="*/ 595 h 792"/>
              <a:gd name="T6" fmla="*/ 341 w 685"/>
              <a:gd name="T7" fmla="*/ 792 h 792"/>
              <a:gd name="T8" fmla="*/ 685 w 685"/>
              <a:gd name="T9" fmla="*/ 595 h 792"/>
              <a:gd name="T10" fmla="*/ 685 w 685"/>
              <a:gd name="T11" fmla="*/ 197 h 792"/>
              <a:gd name="T12" fmla="*/ 341 w 685"/>
              <a:gd name="T13" fmla="*/ 0 h 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5" h="792">
                <a:moveTo>
                  <a:pt x="341" y="0"/>
                </a:moveTo>
                <a:lnTo>
                  <a:pt x="0" y="197"/>
                </a:lnTo>
                <a:lnTo>
                  <a:pt x="0" y="595"/>
                </a:lnTo>
                <a:lnTo>
                  <a:pt x="341" y="792"/>
                </a:lnTo>
                <a:lnTo>
                  <a:pt x="685" y="595"/>
                </a:lnTo>
                <a:lnTo>
                  <a:pt x="685" y="197"/>
                </a:lnTo>
                <a:lnTo>
                  <a:pt x="341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8" name="Freeform 12"/>
          <p:cNvSpPr/>
          <p:nvPr/>
        </p:nvSpPr>
        <p:spPr bwMode="auto">
          <a:xfrm>
            <a:off x="5824935" y="3646488"/>
            <a:ext cx="543719" cy="628650"/>
          </a:xfrm>
          <a:custGeom>
            <a:avLst/>
            <a:gdLst>
              <a:gd name="T0" fmla="*/ 341 w 685"/>
              <a:gd name="T1" fmla="*/ 0 h 792"/>
              <a:gd name="T2" fmla="*/ 0 w 685"/>
              <a:gd name="T3" fmla="*/ 197 h 792"/>
              <a:gd name="T4" fmla="*/ 0 w 685"/>
              <a:gd name="T5" fmla="*/ 595 h 792"/>
              <a:gd name="T6" fmla="*/ 341 w 685"/>
              <a:gd name="T7" fmla="*/ 792 h 792"/>
              <a:gd name="T8" fmla="*/ 685 w 685"/>
              <a:gd name="T9" fmla="*/ 595 h 792"/>
              <a:gd name="T10" fmla="*/ 685 w 685"/>
              <a:gd name="T11" fmla="*/ 197 h 792"/>
              <a:gd name="T12" fmla="*/ 341 w 685"/>
              <a:gd name="T13" fmla="*/ 0 h 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5" h="792">
                <a:moveTo>
                  <a:pt x="341" y="0"/>
                </a:moveTo>
                <a:lnTo>
                  <a:pt x="0" y="197"/>
                </a:lnTo>
                <a:lnTo>
                  <a:pt x="0" y="595"/>
                </a:lnTo>
                <a:lnTo>
                  <a:pt x="341" y="792"/>
                </a:lnTo>
                <a:lnTo>
                  <a:pt x="685" y="595"/>
                </a:lnTo>
                <a:lnTo>
                  <a:pt x="685" y="197"/>
                </a:lnTo>
                <a:lnTo>
                  <a:pt x="34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9" name="Freeform 13"/>
          <p:cNvSpPr>
            <a:spLocks noEditPoints="1"/>
          </p:cNvSpPr>
          <p:nvPr/>
        </p:nvSpPr>
        <p:spPr bwMode="auto">
          <a:xfrm>
            <a:off x="4031060" y="1577975"/>
            <a:ext cx="4129882" cy="4310063"/>
          </a:xfrm>
          <a:custGeom>
            <a:avLst/>
            <a:gdLst>
              <a:gd name="T0" fmla="*/ 4201 w 5203"/>
              <a:gd name="T1" fmla="*/ 2082 h 5430"/>
              <a:gd name="T2" fmla="*/ 4201 w 5203"/>
              <a:gd name="T3" fmla="*/ 918 h 5430"/>
              <a:gd name="T4" fmla="*/ 2601 w 5203"/>
              <a:gd name="T5" fmla="*/ 0 h 5430"/>
              <a:gd name="T6" fmla="*/ 1002 w 5203"/>
              <a:gd name="T7" fmla="*/ 918 h 5430"/>
              <a:gd name="T8" fmla="*/ 1002 w 5203"/>
              <a:gd name="T9" fmla="*/ 2082 h 5430"/>
              <a:gd name="T10" fmla="*/ 0 w 5203"/>
              <a:gd name="T11" fmla="*/ 2658 h 5430"/>
              <a:gd name="T12" fmla="*/ 0 w 5203"/>
              <a:gd name="T13" fmla="*/ 4510 h 5430"/>
              <a:gd name="T14" fmla="*/ 1599 w 5203"/>
              <a:gd name="T15" fmla="*/ 5430 h 5430"/>
              <a:gd name="T16" fmla="*/ 2601 w 5203"/>
              <a:gd name="T17" fmla="*/ 4853 h 5430"/>
              <a:gd name="T18" fmla="*/ 3603 w 5203"/>
              <a:gd name="T19" fmla="*/ 5430 h 5430"/>
              <a:gd name="T20" fmla="*/ 5203 w 5203"/>
              <a:gd name="T21" fmla="*/ 4510 h 5430"/>
              <a:gd name="T22" fmla="*/ 5203 w 5203"/>
              <a:gd name="T23" fmla="*/ 2658 h 5430"/>
              <a:gd name="T24" fmla="*/ 4201 w 5203"/>
              <a:gd name="T25" fmla="*/ 2082 h 5430"/>
              <a:gd name="T26" fmla="*/ 5088 w 5203"/>
              <a:gd name="T27" fmla="*/ 4443 h 5430"/>
              <a:gd name="T28" fmla="*/ 3603 w 5203"/>
              <a:gd name="T29" fmla="*/ 5294 h 5430"/>
              <a:gd name="T30" fmla="*/ 2719 w 5203"/>
              <a:gd name="T31" fmla="*/ 4784 h 5430"/>
              <a:gd name="T32" fmla="*/ 2719 w 5203"/>
              <a:gd name="T33" fmla="*/ 4784 h 5430"/>
              <a:gd name="T34" fmla="*/ 2601 w 5203"/>
              <a:gd name="T35" fmla="*/ 4717 h 5430"/>
              <a:gd name="T36" fmla="*/ 2484 w 5203"/>
              <a:gd name="T37" fmla="*/ 4784 h 5430"/>
              <a:gd name="T38" fmla="*/ 1599 w 5203"/>
              <a:gd name="T39" fmla="*/ 5294 h 5430"/>
              <a:gd name="T40" fmla="*/ 117 w 5203"/>
              <a:gd name="T41" fmla="*/ 4443 h 5430"/>
              <a:gd name="T42" fmla="*/ 117 w 5203"/>
              <a:gd name="T43" fmla="*/ 2725 h 5430"/>
              <a:gd name="T44" fmla="*/ 1119 w 5203"/>
              <a:gd name="T45" fmla="*/ 2149 h 5430"/>
              <a:gd name="T46" fmla="*/ 1119 w 5203"/>
              <a:gd name="T47" fmla="*/ 2015 h 5430"/>
              <a:gd name="T48" fmla="*/ 1119 w 5203"/>
              <a:gd name="T49" fmla="*/ 987 h 5430"/>
              <a:gd name="T50" fmla="*/ 2601 w 5203"/>
              <a:gd name="T51" fmla="*/ 134 h 5430"/>
              <a:gd name="T52" fmla="*/ 4086 w 5203"/>
              <a:gd name="T53" fmla="*/ 987 h 5430"/>
              <a:gd name="T54" fmla="*/ 4086 w 5203"/>
              <a:gd name="T55" fmla="*/ 2015 h 5430"/>
              <a:gd name="T56" fmla="*/ 4086 w 5203"/>
              <a:gd name="T57" fmla="*/ 2149 h 5430"/>
              <a:gd name="T58" fmla="*/ 4201 w 5203"/>
              <a:gd name="T59" fmla="*/ 2216 h 5430"/>
              <a:gd name="T60" fmla="*/ 5088 w 5203"/>
              <a:gd name="T61" fmla="*/ 2725 h 5430"/>
              <a:gd name="T62" fmla="*/ 5088 w 5203"/>
              <a:gd name="T63" fmla="*/ 4443 h 5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203" h="5430">
                <a:moveTo>
                  <a:pt x="4201" y="2082"/>
                </a:moveTo>
                <a:lnTo>
                  <a:pt x="4201" y="918"/>
                </a:lnTo>
                <a:lnTo>
                  <a:pt x="2601" y="0"/>
                </a:lnTo>
                <a:lnTo>
                  <a:pt x="1002" y="918"/>
                </a:lnTo>
                <a:lnTo>
                  <a:pt x="1002" y="2082"/>
                </a:lnTo>
                <a:lnTo>
                  <a:pt x="0" y="2658"/>
                </a:lnTo>
                <a:lnTo>
                  <a:pt x="0" y="4510"/>
                </a:lnTo>
                <a:lnTo>
                  <a:pt x="1599" y="5430"/>
                </a:lnTo>
                <a:lnTo>
                  <a:pt x="2601" y="4853"/>
                </a:lnTo>
                <a:lnTo>
                  <a:pt x="3603" y="5430"/>
                </a:lnTo>
                <a:lnTo>
                  <a:pt x="5203" y="4510"/>
                </a:lnTo>
                <a:lnTo>
                  <a:pt x="5203" y="2658"/>
                </a:lnTo>
                <a:lnTo>
                  <a:pt x="4201" y="2082"/>
                </a:lnTo>
                <a:close/>
                <a:moveTo>
                  <a:pt x="5088" y="4443"/>
                </a:moveTo>
                <a:lnTo>
                  <a:pt x="3603" y="5294"/>
                </a:lnTo>
                <a:lnTo>
                  <a:pt x="2719" y="4784"/>
                </a:lnTo>
                <a:lnTo>
                  <a:pt x="2719" y="4784"/>
                </a:lnTo>
                <a:lnTo>
                  <a:pt x="2601" y="4717"/>
                </a:lnTo>
                <a:lnTo>
                  <a:pt x="2484" y="4784"/>
                </a:lnTo>
                <a:lnTo>
                  <a:pt x="1599" y="5294"/>
                </a:lnTo>
                <a:lnTo>
                  <a:pt x="117" y="4443"/>
                </a:lnTo>
                <a:lnTo>
                  <a:pt x="117" y="2725"/>
                </a:lnTo>
                <a:lnTo>
                  <a:pt x="1119" y="2149"/>
                </a:lnTo>
                <a:lnTo>
                  <a:pt x="1119" y="2015"/>
                </a:lnTo>
                <a:lnTo>
                  <a:pt x="1119" y="987"/>
                </a:lnTo>
                <a:lnTo>
                  <a:pt x="2601" y="134"/>
                </a:lnTo>
                <a:lnTo>
                  <a:pt x="4086" y="987"/>
                </a:lnTo>
                <a:lnTo>
                  <a:pt x="4086" y="2015"/>
                </a:lnTo>
                <a:lnTo>
                  <a:pt x="4086" y="2149"/>
                </a:lnTo>
                <a:lnTo>
                  <a:pt x="4201" y="2216"/>
                </a:lnTo>
                <a:lnTo>
                  <a:pt x="5088" y="2725"/>
                </a:lnTo>
                <a:lnTo>
                  <a:pt x="5088" y="444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Vision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03397" y="3025452"/>
            <a:ext cx="15852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quality</a:t>
            </a:r>
            <a:endParaRPr lang="en-US" sz="12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833343" y="4165333"/>
            <a:ext cx="424767" cy="641979"/>
            <a:chOff x="1498601" y="3040063"/>
            <a:chExt cx="279400" cy="422276"/>
          </a:xfrm>
          <a:solidFill>
            <a:schemeClr val="bg1"/>
          </a:solidFill>
        </p:grpSpPr>
        <p:sp>
          <p:nvSpPr>
            <p:cNvPr id="16" name="Freeform 165"/>
            <p:cNvSpPr/>
            <p:nvPr/>
          </p:nvSpPr>
          <p:spPr bwMode="auto">
            <a:xfrm>
              <a:off x="1498601" y="3040063"/>
              <a:ext cx="279400" cy="17463"/>
            </a:xfrm>
            <a:custGeom>
              <a:avLst/>
              <a:gdLst>
                <a:gd name="T0" fmla="*/ 9 w 281"/>
                <a:gd name="T1" fmla="*/ 18 h 18"/>
                <a:gd name="T2" fmla="*/ 272 w 281"/>
                <a:gd name="T3" fmla="*/ 18 h 18"/>
                <a:gd name="T4" fmla="*/ 281 w 281"/>
                <a:gd name="T5" fmla="*/ 9 h 18"/>
                <a:gd name="T6" fmla="*/ 272 w 281"/>
                <a:gd name="T7" fmla="*/ 0 h 18"/>
                <a:gd name="T8" fmla="*/ 9 w 281"/>
                <a:gd name="T9" fmla="*/ 0 h 18"/>
                <a:gd name="T10" fmla="*/ 0 w 281"/>
                <a:gd name="T11" fmla="*/ 9 h 18"/>
                <a:gd name="T12" fmla="*/ 9 w 281"/>
                <a:gd name="T1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8">
                  <a:moveTo>
                    <a:pt x="9" y="18"/>
                  </a:moveTo>
                  <a:cubicBezTo>
                    <a:pt x="272" y="18"/>
                    <a:pt x="272" y="18"/>
                    <a:pt x="272" y="18"/>
                  </a:cubicBezTo>
                  <a:cubicBezTo>
                    <a:pt x="277" y="18"/>
                    <a:pt x="281" y="14"/>
                    <a:pt x="281" y="9"/>
                  </a:cubicBezTo>
                  <a:cubicBezTo>
                    <a:pt x="281" y="4"/>
                    <a:pt x="277" y="0"/>
                    <a:pt x="27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17" name="Freeform 166"/>
            <p:cNvSpPr>
              <a:spLocks noEditPoints="1"/>
            </p:cNvSpPr>
            <p:nvPr/>
          </p:nvSpPr>
          <p:spPr bwMode="auto">
            <a:xfrm>
              <a:off x="1511301" y="3065463"/>
              <a:ext cx="254000" cy="371475"/>
            </a:xfrm>
            <a:custGeom>
              <a:avLst/>
              <a:gdLst>
                <a:gd name="T0" fmla="*/ 255 w 255"/>
                <a:gd name="T1" fmla="*/ 56 h 372"/>
                <a:gd name="T2" fmla="*/ 255 w 255"/>
                <a:gd name="T3" fmla="*/ 9 h 372"/>
                <a:gd name="T4" fmla="*/ 245 w 255"/>
                <a:gd name="T5" fmla="*/ 0 h 372"/>
                <a:gd name="T6" fmla="*/ 11 w 255"/>
                <a:gd name="T7" fmla="*/ 0 h 372"/>
                <a:gd name="T8" fmla="*/ 1 w 255"/>
                <a:gd name="T9" fmla="*/ 9 h 372"/>
                <a:gd name="T10" fmla="*/ 1 w 255"/>
                <a:gd name="T11" fmla="*/ 56 h 372"/>
                <a:gd name="T12" fmla="*/ 78 w 255"/>
                <a:gd name="T13" fmla="*/ 186 h 372"/>
                <a:gd name="T14" fmla="*/ 0 w 255"/>
                <a:gd name="T15" fmla="*/ 316 h 372"/>
                <a:gd name="T16" fmla="*/ 0 w 255"/>
                <a:gd name="T17" fmla="*/ 363 h 372"/>
                <a:gd name="T18" fmla="*/ 9 w 255"/>
                <a:gd name="T19" fmla="*/ 372 h 372"/>
                <a:gd name="T20" fmla="*/ 245 w 255"/>
                <a:gd name="T21" fmla="*/ 372 h 372"/>
                <a:gd name="T22" fmla="*/ 255 w 255"/>
                <a:gd name="T23" fmla="*/ 363 h 372"/>
                <a:gd name="T24" fmla="*/ 255 w 255"/>
                <a:gd name="T25" fmla="*/ 316 h 372"/>
                <a:gd name="T26" fmla="*/ 177 w 255"/>
                <a:gd name="T27" fmla="*/ 186 h 372"/>
                <a:gd name="T28" fmla="*/ 255 w 255"/>
                <a:gd name="T29" fmla="*/ 56 h 372"/>
                <a:gd name="T30" fmla="*/ 127 w 255"/>
                <a:gd name="T31" fmla="*/ 297 h 372"/>
                <a:gd name="T32" fmla="*/ 184 w 255"/>
                <a:gd name="T33" fmla="*/ 354 h 372"/>
                <a:gd name="T34" fmla="*/ 71 w 255"/>
                <a:gd name="T35" fmla="*/ 354 h 372"/>
                <a:gd name="T36" fmla="*/ 127 w 255"/>
                <a:gd name="T37" fmla="*/ 297 h 372"/>
                <a:gd name="T38" fmla="*/ 155 w 255"/>
                <a:gd name="T39" fmla="*/ 178 h 372"/>
                <a:gd name="T40" fmla="*/ 151 w 255"/>
                <a:gd name="T41" fmla="*/ 186 h 372"/>
                <a:gd name="T42" fmla="*/ 155 w 255"/>
                <a:gd name="T43" fmla="*/ 194 h 372"/>
                <a:gd name="T44" fmla="*/ 236 w 255"/>
                <a:gd name="T45" fmla="*/ 316 h 372"/>
                <a:gd name="T46" fmla="*/ 236 w 255"/>
                <a:gd name="T47" fmla="*/ 354 h 372"/>
                <a:gd name="T48" fmla="*/ 210 w 255"/>
                <a:gd name="T49" fmla="*/ 354 h 372"/>
                <a:gd name="T50" fmla="*/ 137 w 255"/>
                <a:gd name="T51" fmla="*/ 280 h 372"/>
                <a:gd name="T52" fmla="*/ 137 w 255"/>
                <a:gd name="T53" fmla="*/ 271 h 372"/>
                <a:gd name="T54" fmla="*/ 127 w 255"/>
                <a:gd name="T55" fmla="*/ 262 h 372"/>
                <a:gd name="T56" fmla="*/ 118 w 255"/>
                <a:gd name="T57" fmla="*/ 271 h 372"/>
                <a:gd name="T58" fmla="*/ 118 w 255"/>
                <a:gd name="T59" fmla="*/ 280 h 372"/>
                <a:gd name="T60" fmla="*/ 45 w 255"/>
                <a:gd name="T61" fmla="*/ 354 h 372"/>
                <a:gd name="T62" fmla="*/ 19 w 255"/>
                <a:gd name="T63" fmla="*/ 354 h 372"/>
                <a:gd name="T64" fmla="*/ 19 w 255"/>
                <a:gd name="T65" fmla="*/ 316 h 372"/>
                <a:gd name="T66" fmla="*/ 100 w 255"/>
                <a:gd name="T67" fmla="*/ 194 h 372"/>
                <a:gd name="T68" fmla="*/ 104 w 255"/>
                <a:gd name="T69" fmla="*/ 186 h 372"/>
                <a:gd name="T70" fmla="*/ 100 w 255"/>
                <a:gd name="T71" fmla="*/ 178 h 372"/>
                <a:gd name="T72" fmla="*/ 20 w 255"/>
                <a:gd name="T73" fmla="*/ 56 h 372"/>
                <a:gd name="T74" fmla="*/ 20 w 255"/>
                <a:gd name="T75" fmla="*/ 19 h 372"/>
                <a:gd name="T76" fmla="*/ 236 w 255"/>
                <a:gd name="T77" fmla="*/ 19 h 372"/>
                <a:gd name="T78" fmla="*/ 236 w 255"/>
                <a:gd name="T79" fmla="*/ 56 h 372"/>
                <a:gd name="T80" fmla="*/ 155 w 255"/>
                <a:gd name="T81" fmla="*/ 17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5" h="372">
                  <a:moveTo>
                    <a:pt x="255" y="56"/>
                  </a:moveTo>
                  <a:cubicBezTo>
                    <a:pt x="255" y="9"/>
                    <a:pt x="255" y="9"/>
                    <a:pt x="255" y="9"/>
                  </a:cubicBezTo>
                  <a:cubicBezTo>
                    <a:pt x="255" y="4"/>
                    <a:pt x="250" y="0"/>
                    <a:pt x="245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1" y="121"/>
                    <a:pt x="48" y="165"/>
                    <a:pt x="78" y="186"/>
                  </a:cubicBezTo>
                  <a:cubicBezTo>
                    <a:pt x="45" y="210"/>
                    <a:pt x="0" y="253"/>
                    <a:pt x="0" y="316"/>
                  </a:cubicBezTo>
                  <a:cubicBezTo>
                    <a:pt x="0" y="363"/>
                    <a:pt x="0" y="363"/>
                    <a:pt x="0" y="363"/>
                  </a:cubicBezTo>
                  <a:cubicBezTo>
                    <a:pt x="0" y="368"/>
                    <a:pt x="4" y="372"/>
                    <a:pt x="9" y="372"/>
                  </a:cubicBezTo>
                  <a:cubicBezTo>
                    <a:pt x="245" y="372"/>
                    <a:pt x="245" y="372"/>
                    <a:pt x="245" y="372"/>
                  </a:cubicBezTo>
                  <a:cubicBezTo>
                    <a:pt x="250" y="372"/>
                    <a:pt x="255" y="368"/>
                    <a:pt x="255" y="363"/>
                  </a:cubicBezTo>
                  <a:cubicBezTo>
                    <a:pt x="255" y="316"/>
                    <a:pt x="255" y="316"/>
                    <a:pt x="255" y="316"/>
                  </a:cubicBezTo>
                  <a:cubicBezTo>
                    <a:pt x="255" y="252"/>
                    <a:pt x="207" y="208"/>
                    <a:pt x="177" y="186"/>
                  </a:cubicBezTo>
                  <a:cubicBezTo>
                    <a:pt x="210" y="162"/>
                    <a:pt x="255" y="119"/>
                    <a:pt x="255" y="56"/>
                  </a:cubicBezTo>
                  <a:close/>
                  <a:moveTo>
                    <a:pt x="127" y="297"/>
                  </a:moveTo>
                  <a:cubicBezTo>
                    <a:pt x="184" y="354"/>
                    <a:pt x="184" y="354"/>
                    <a:pt x="184" y="354"/>
                  </a:cubicBezTo>
                  <a:cubicBezTo>
                    <a:pt x="71" y="354"/>
                    <a:pt x="71" y="354"/>
                    <a:pt x="71" y="354"/>
                  </a:cubicBezTo>
                  <a:lnTo>
                    <a:pt x="127" y="297"/>
                  </a:lnTo>
                  <a:close/>
                  <a:moveTo>
                    <a:pt x="155" y="178"/>
                  </a:moveTo>
                  <a:cubicBezTo>
                    <a:pt x="152" y="180"/>
                    <a:pt x="151" y="183"/>
                    <a:pt x="151" y="186"/>
                  </a:cubicBezTo>
                  <a:cubicBezTo>
                    <a:pt x="151" y="189"/>
                    <a:pt x="152" y="192"/>
                    <a:pt x="155" y="194"/>
                  </a:cubicBezTo>
                  <a:cubicBezTo>
                    <a:pt x="179" y="209"/>
                    <a:pt x="236" y="252"/>
                    <a:pt x="236" y="316"/>
                  </a:cubicBezTo>
                  <a:cubicBezTo>
                    <a:pt x="236" y="354"/>
                    <a:pt x="236" y="354"/>
                    <a:pt x="236" y="354"/>
                  </a:cubicBezTo>
                  <a:cubicBezTo>
                    <a:pt x="210" y="354"/>
                    <a:pt x="210" y="354"/>
                    <a:pt x="210" y="354"/>
                  </a:cubicBezTo>
                  <a:cubicBezTo>
                    <a:pt x="137" y="280"/>
                    <a:pt x="137" y="280"/>
                    <a:pt x="137" y="280"/>
                  </a:cubicBezTo>
                  <a:cubicBezTo>
                    <a:pt x="137" y="271"/>
                    <a:pt x="137" y="271"/>
                    <a:pt x="137" y="271"/>
                  </a:cubicBezTo>
                  <a:cubicBezTo>
                    <a:pt x="137" y="266"/>
                    <a:pt x="133" y="262"/>
                    <a:pt x="127" y="262"/>
                  </a:cubicBezTo>
                  <a:cubicBezTo>
                    <a:pt x="122" y="262"/>
                    <a:pt x="118" y="266"/>
                    <a:pt x="118" y="271"/>
                  </a:cubicBezTo>
                  <a:cubicBezTo>
                    <a:pt x="118" y="280"/>
                    <a:pt x="118" y="280"/>
                    <a:pt x="118" y="280"/>
                  </a:cubicBezTo>
                  <a:cubicBezTo>
                    <a:pt x="45" y="354"/>
                    <a:pt x="45" y="354"/>
                    <a:pt x="45" y="354"/>
                  </a:cubicBezTo>
                  <a:cubicBezTo>
                    <a:pt x="19" y="354"/>
                    <a:pt x="19" y="354"/>
                    <a:pt x="19" y="354"/>
                  </a:cubicBezTo>
                  <a:cubicBezTo>
                    <a:pt x="19" y="316"/>
                    <a:pt x="19" y="316"/>
                    <a:pt x="19" y="316"/>
                  </a:cubicBezTo>
                  <a:cubicBezTo>
                    <a:pt x="19" y="254"/>
                    <a:pt x="69" y="213"/>
                    <a:pt x="100" y="194"/>
                  </a:cubicBezTo>
                  <a:cubicBezTo>
                    <a:pt x="102" y="192"/>
                    <a:pt x="104" y="189"/>
                    <a:pt x="104" y="186"/>
                  </a:cubicBezTo>
                  <a:cubicBezTo>
                    <a:pt x="104" y="183"/>
                    <a:pt x="102" y="180"/>
                    <a:pt x="100" y="178"/>
                  </a:cubicBezTo>
                  <a:cubicBezTo>
                    <a:pt x="76" y="163"/>
                    <a:pt x="20" y="121"/>
                    <a:pt x="20" y="56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36" y="19"/>
                    <a:pt x="236" y="19"/>
                    <a:pt x="236" y="19"/>
                  </a:cubicBezTo>
                  <a:cubicBezTo>
                    <a:pt x="236" y="56"/>
                    <a:pt x="236" y="56"/>
                    <a:pt x="236" y="56"/>
                  </a:cubicBezTo>
                  <a:cubicBezTo>
                    <a:pt x="236" y="118"/>
                    <a:pt x="185" y="159"/>
                    <a:pt x="155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18" name="Freeform 167"/>
            <p:cNvSpPr>
              <a:spLocks noEditPoints="1"/>
            </p:cNvSpPr>
            <p:nvPr/>
          </p:nvSpPr>
          <p:spPr bwMode="auto">
            <a:xfrm>
              <a:off x="1566864" y="3155951"/>
              <a:ext cx="147638" cy="77788"/>
            </a:xfrm>
            <a:custGeom>
              <a:avLst/>
              <a:gdLst>
                <a:gd name="T0" fmla="*/ 138 w 148"/>
                <a:gd name="T1" fmla="*/ 0 h 78"/>
                <a:gd name="T2" fmla="*/ 10 w 148"/>
                <a:gd name="T3" fmla="*/ 0 h 78"/>
                <a:gd name="T4" fmla="*/ 2 w 148"/>
                <a:gd name="T5" fmla="*/ 5 h 78"/>
                <a:gd name="T6" fmla="*/ 2 w 148"/>
                <a:gd name="T7" fmla="*/ 14 h 78"/>
                <a:gd name="T8" fmla="*/ 65 w 148"/>
                <a:gd name="T9" fmla="*/ 75 h 78"/>
                <a:gd name="T10" fmla="*/ 67 w 148"/>
                <a:gd name="T11" fmla="*/ 76 h 78"/>
                <a:gd name="T12" fmla="*/ 72 w 148"/>
                <a:gd name="T13" fmla="*/ 78 h 78"/>
                <a:gd name="T14" fmla="*/ 78 w 148"/>
                <a:gd name="T15" fmla="*/ 76 h 78"/>
                <a:gd name="T16" fmla="*/ 88 w 148"/>
                <a:gd name="T17" fmla="*/ 69 h 78"/>
                <a:gd name="T18" fmla="*/ 146 w 148"/>
                <a:gd name="T19" fmla="*/ 14 h 78"/>
                <a:gd name="T20" fmla="*/ 147 w 148"/>
                <a:gd name="T21" fmla="*/ 5 h 78"/>
                <a:gd name="T22" fmla="*/ 138 w 148"/>
                <a:gd name="T23" fmla="*/ 0 h 78"/>
                <a:gd name="T24" fmla="*/ 77 w 148"/>
                <a:gd name="T25" fmla="*/ 54 h 78"/>
                <a:gd name="T26" fmla="*/ 72 w 148"/>
                <a:gd name="T27" fmla="*/ 57 h 78"/>
                <a:gd name="T28" fmla="*/ 28 w 148"/>
                <a:gd name="T29" fmla="*/ 19 h 78"/>
                <a:gd name="T30" fmla="*/ 120 w 148"/>
                <a:gd name="T31" fmla="*/ 19 h 78"/>
                <a:gd name="T32" fmla="*/ 77 w 148"/>
                <a:gd name="T33" fmla="*/ 5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8" h="78">
                  <a:moveTo>
                    <a:pt x="13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6" y="0"/>
                    <a:pt x="3" y="2"/>
                    <a:pt x="2" y="5"/>
                  </a:cubicBezTo>
                  <a:cubicBezTo>
                    <a:pt x="0" y="8"/>
                    <a:pt x="0" y="11"/>
                    <a:pt x="2" y="14"/>
                  </a:cubicBezTo>
                  <a:cubicBezTo>
                    <a:pt x="18" y="41"/>
                    <a:pt x="41" y="58"/>
                    <a:pt x="65" y="75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8"/>
                    <a:pt x="70" y="78"/>
                    <a:pt x="72" y="78"/>
                  </a:cubicBezTo>
                  <a:cubicBezTo>
                    <a:pt x="74" y="78"/>
                    <a:pt x="76" y="78"/>
                    <a:pt x="78" y="76"/>
                  </a:cubicBezTo>
                  <a:cubicBezTo>
                    <a:pt x="81" y="74"/>
                    <a:pt x="85" y="72"/>
                    <a:pt x="88" y="69"/>
                  </a:cubicBezTo>
                  <a:cubicBezTo>
                    <a:pt x="110" y="54"/>
                    <a:pt x="132" y="38"/>
                    <a:pt x="146" y="14"/>
                  </a:cubicBezTo>
                  <a:cubicBezTo>
                    <a:pt x="148" y="11"/>
                    <a:pt x="148" y="8"/>
                    <a:pt x="147" y="5"/>
                  </a:cubicBezTo>
                  <a:cubicBezTo>
                    <a:pt x="145" y="2"/>
                    <a:pt x="142" y="0"/>
                    <a:pt x="138" y="0"/>
                  </a:cubicBezTo>
                  <a:close/>
                  <a:moveTo>
                    <a:pt x="77" y="54"/>
                  </a:moveTo>
                  <a:cubicBezTo>
                    <a:pt x="76" y="55"/>
                    <a:pt x="74" y="56"/>
                    <a:pt x="72" y="57"/>
                  </a:cubicBezTo>
                  <a:cubicBezTo>
                    <a:pt x="55" y="45"/>
                    <a:pt x="40" y="34"/>
                    <a:pt x="28" y="19"/>
                  </a:cubicBezTo>
                  <a:cubicBezTo>
                    <a:pt x="120" y="19"/>
                    <a:pt x="120" y="19"/>
                    <a:pt x="120" y="19"/>
                  </a:cubicBezTo>
                  <a:cubicBezTo>
                    <a:pt x="108" y="32"/>
                    <a:pt x="93" y="43"/>
                    <a:pt x="77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19" name="Freeform 168"/>
            <p:cNvSpPr/>
            <p:nvPr/>
          </p:nvSpPr>
          <p:spPr bwMode="auto">
            <a:xfrm>
              <a:off x="1498601" y="3444876"/>
              <a:ext cx="279400" cy="17463"/>
            </a:xfrm>
            <a:custGeom>
              <a:avLst/>
              <a:gdLst>
                <a:gd name="T0" fmla="*/ 272 w 281"/>
                <a:gd name="T1" fmla="*/ 0 h 18"/>
                <a:gd name="T2" fmla="*/ 9 w 281"/>
                <a:gd name="T3" fmla="*/ 0 h 18"/>
                <a:gd name="T4" fmla="*/ 0 w 281"/>
                <a:gd name="T5" fmla="*/ 9 h 18"/>
                <a:gd name="T6" fmla="*/ 9 w 281"/>
                <a:gd name="T7" fmla="*/ 18 h 18"/>
                <a:gd name="T8" fmla="*/ 272 w 281"/>
                <a:gd name="T9" fmla="*/ 18 h 18"/>
                <a:gd name="T10" fmla="*/ 281 w 281"/>
                <a:gd name="T11" fmla="*/ 9 h 18"/>
                <a:gd name="T12" fmla="*/ 272 w 281"/>
                <a:gd name="T1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8">
                  <a:moveTo>
                    <a:pt x="272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272" y="18"/>
                    <a:pt x="272" y="18"/>
                    <a:pt x="272" y="18"/>
                  </a:cubicBezTo>
                  <a:cubicBezTo>
                    <a:pt x="277" y="18"/>
                    <a:pt x="281" y="14"/>
                    <a:pt x="281" y="9"/>
                  </a:cubicBezTo>
                  <a:cubicBezTo>
                    <a:pt x="281" y="4"/>
                    <a:pt x="277" y="0"/>
                    <a:pt x="2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20" name="Freeform 169"/>
            <p:cNvSpPr/>
            <p:nvPr/>
          </p:nvSpPr>
          <p:spPr bwMode="auto">
            <a:xfrm>
              <a:off x="1628776" y="3287713"/>
              <a:ext cx="19050" cy="30163"/>
            </a:xfrm>
            <a:custGeom>
              <a:avLst/>
              <a:gdLst>
                <a:gd name="T0" fmla="*/ 9 w 19"/>
                <a:gd name="T1" fmla="*/ 0 h 31"/>
                <a:gd name="T2" fmla="*/ 0 w 19"/>
                <a:gd name="T3" fmla="*/ 9 h 31"/>
                <a:gd name="T4" fmla="*/ 0 w 19"/>
                <a:gd name="T5" fmla="*/ 22 h 31"/>
                <a:gd name="T6" fmla="*/ 9 w 19"/>
                <a:gd name="T7" fmla="*/ 31 h 31"/>
                <a:gd name="T8" fmla="*/ 19 w 19"/>
                <a:gd name="T9" fmla="*/ 22 h 31"/>
                <a:gd name="T10" fmla="*/ 19 w 19"/>
                <a:gd name="T11" fmla="*/ 9 h 31"/>
                <a:gd name="T12" fmla="*/ 9 w 19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1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7"/>
                    <a:pt x="4" y="31"/>
                    <a:pt x="9" y="31"/>
                  </a:cubicBezTo>
                  <a:cubicBezTo>
                    <a:pt x="15" y="31"/>
                    <a:pt x="19" y="27"/>
                    <a:pt x="19" y="2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4"/>
                    <a:pt x="15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21" name="Freeform 170"/>
            <p:cNvSpPr/>
            <p:nvPr/>
          </p:nvSpPr>
          <p:spPr bwMode="auto">
            <a:xfrm>
              <a:off x="1628776" y="3248026"/>
              <a:ext cx="19050" cy="31750"/>
            </a:xfrm>
            <a:custGeom>
              <a:avLst/>
              <a:gdLst>
                <a:gd name="T0" fmla="*/ 9 w 19"/>
                <a:gd name="T1" fmla="*/ 0 h 32"/>
                <a:gd name="T2" fmla="*/ 0 w 19"/>
                <a:gd name="T3" fmla="*/ 10 h 32"/>
                <a:gd name="T4" fmla="*/ 0 w 19"/>
                <a:gd name="T5" fmla="*/ 23 h 32"/>
                <a:gd name="T6" fmla="*/ 9 w 19"/>
                <a:gd name="T7" fmla="*/ 32 h 32"/>
                <a:gd name="T8" fmla="*/ 19 w 19"/>
                <a:gd name="T9" fmla="*/ 23 h 32"/>
                <a:gd name="T10" fmla="*/ 19 w 19"/>
                <a:gd name="T11" fmla="*/ 10 h 32"/>
                <a:gd name="T12" fmla="*/ 9 w 19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2">
                  <a:moveTo>
                    <a:pt x="9" y="0"/>
                  </a:moveTo>
                  <a:cubicBezTo>
                    <a:pt x="4" y="0"/>
                    <a:pt x="0" y="4"/>
                    <a:pt x="0" y="1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4" y="32"/>
                    <a:pt x="9" y="32"/>
                  </a:cubicBezTo>
                  <a:cubicBezTo>
                    <a:pt x="15" y="32"/>
                    <a:pt x="19" y="28"/>
                    <a:pt x="19" y="23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4"/>
                    <a:pt x="15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753291" y="2255044"/>
            <a:ext cx="685419" cy="641978"/>
            <a:chOff x="4732339" y="3040063"/>
            <a:chExt cx="450850" cy="422276"/>
          </a:xfrm>
          <a:solidFill>
            <a:schemeClr val="bg1"/>
          </a:solidFill>
        </p:grpSpPr>
        <p:sp>
          <p:nvSpPr>
            <p:cNvPr id="23" name="Freeform 172"/>
            <p:cNvSpPr/>
            <p:nvPr/>
          </p:nvSpPr>
          <p:spPr bwMode="auto">
            <a:xfrm>
              <a:off x="4837114" y="3040063"/>
              <a:ext cx="241300" cy="17463"/>
            </a:xfrm>
            <a:custGeom>
              <a:avLst/>
              <a:gdLst>
                <a:gd name="T0" fmla="*/ 10 w 242"/>
                <a:gd name="T1" fmla="*/ 18 h 18"/>
                <a:gd name="T2" fmla="*/ 232 w 242"/>
                <a:gd name="T3" fmla="*/ 18 h 18"/>
                <a:gd name="T4" fmla="*/ 242 w 242"/>
                <a:gd name="T5" fmla="*/ 9 h 18"/>
                <a:gd name="T6" fmla="*/ 232 w 242"/>
                <a:gd name="T7" fmla="*/ 0 h 18"/>
                <a:gd name="T8" fmla="*/ 10 w 242"/>
                <a:gd name="T9" fmla="*/ 0 h 18"/>
                <a:gd name="T10" fmla="*/ 0 w 242"/>
                <a:gd name="T11" fmla="*/ 9 h 18"/>
                <a:gd name="T12" fmla="*/ 10 w 242"/>
                <a:gd name="T1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2" h="18">
                  <a:moveTo>
                    <a:pt x="10" y="18"/>
                  </a:moveTo>
                  <a:cubicBezTo>
                    <a:pt x="232" y="18"/>
                    <a:pt x="232" y="18"/>
                    <a:pt x="232" y="18"/>
                  </a:cubicBezTo>
                  <a:cubicBezTo>
                    <a:pt x="237" y="18"/>
                    <a:pt x="242" y="14"/>
                    <a:pt x="242" y="9"/>
                  </a:cubicBezTo>
                  <a:cubicBezTo>
                    <a:pt x="242" y="4"/>
                    <a:pt x="237" y="0"/>
                    <a:pt x="23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10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24" name="Freeform 173"/>
            <p:cNvSpPr>
              <a:spLocks noEditPoints="1"/>
            </p:cNvSpPr>
            <p:nvPr/>
          </p:nvSpPr>
          <p:spPr bwMode="auto">
            <a:xfrm>
              <a:off x="4732339" y="3065463"/>
              <a:ext cx="450850" cy="331788"/>
            </a:xfrm>
            <a:custGeom>
              <a:avLst/>
              <a:gdLst>
                <a:gd name="T0" fmla="*/ 438 w 452"/>
                <a:gd name="T1" fmla="*/ 29 h 333"/>
                <a:gd name="T2" fmla="*/ 363 w 452"/>
                <a:gd name="T3" fmla="*/ 0 h 333"/>
                <a:gd name="T4" fmla="*/ 337 w 452"/>
                <a:gd name="T5" fmla="*/ 0 h 333"/>
                <a:gd name="T6" fmla="*/ 115 w 452"/>
                <a:gd name="T7" fmla="*/ 0 h 333"/>
                <a:gd name="T8" fmla="*/ 88 w 452"/>
                <a:gd name="T9" fmla="*/ 0 h 333"/>
                <a:gd name="T10" fmla="*/ 14 w 452"/>
                <a:gd name="T11" fmla="*/ 29 h 333"/>
                <a:gd name="T12" fmla="*/ 7 w 452"/>
                <a:gd name="T13" fmla="*/ 91 h 333"/>
                <a:gd name="T14" fmla="*/ 83 w 452"/>
                <a:gd name="T15" fmla="*/ 187 h 333"/>
                <a:gd name="T16" fmla="*/ 88 w 452"/>
                <a:gd name="T17" fmla="*/ 189 h 333"/>
                <a:gd name="T18" fmla="*/ 96 w 452"/>
                <a:gd name="T19" fmla="*/ 185 h 333"/>
                <a:gd name="T20" fmla="*/ 94 w 452"/>
                <a:gd name="T21" fmla="*/ 172 h 333"/>
                <a:gd name="T22" fmla="*/ 25 w 452"/>
                <a:gd name="T23" fmla="*/ 85 h 333"/>
                <a:gd name="T24" fmla="*/ 29 w 452"/>
                <a:gd name="T25" fmla="*/ 40 h 333"/>
                <a:gd name="T26" fmla="*/ 88 w 452"/>
                <a:gd name="T27" fmla="*/ 19 h 333"/>
                <a:gd name="T28" fmla="*/ 105 w 452"/>
                <a:gd name="T29" fmla="*/ 19 h 333"/>
                <a:gd name="T30" fmla="*/ 105 w 452"/>
                <a:gd name="T31" fmla="*/ 140 h 333"/>
                <a:gd name="T32" fmla="*/ 210 w 452"/>
                <a:gd name="T33" fmla="*/ 290 h 333"/>
                <a:gd name="T34" fmla="*/ 210 w 452"/>
                <a:gd name="T35" fmla="*/ 291 h 333"/>
                <a:gd name="T36" fmla="*/ 210 w 452"/>
                <a:gd name="T37" fmla="*/ 324 h 333"/>
                <a:gd name="T38" fmla="*/ 219 w 452"/>
                <a:gd name="T39" fmla="*/ 333 h 333"/>
                <a:gd name="T40" fmla="*/ 229 w 452"/>
                <a:gd name="T41" fmla="*/ 324 h 333"/>
                <a:gd name="T42" fmla="*/ 229 w 452"/>
                <a:gd name="T43" fmla="*/ 291 h 333"/>
                <a:gd name="T44" fmla="*/ 229 w 452"/>
                <a:gd name="T45" fmla="*/ 290 h 333"/>
                <a:gd name="T46" fmla="*/ 347 w 452"/>
                <a:gd name="T47" fmla="*/ 140 h 333"/>
                <a:gd name="T48" fmla="*/ 347 w 452"/>
                <a:gd name="T49" fmla="*/ 19 h 333"/>
                <a:gd name="T50" fmla="*/ 363 w 452"/>
                <a:gd name="T51" fmla="*/ 19 h 333"/>
                <a:gd name="T52" fmla="*/ 423 w 452"/>
                <a:gd name="T53" fmla="*/ 40 h 333"/>
                <a:gd name="T54" fmla="*/ 427 w 452"/>
                <a:gd name="T55" fmla="*/ 85 h 333"/>
                <a:gd name="T56" fmla="*/ 358 w 452"/>
                <a:gd name="T57" fmla="*/ 172 h 333"/>
                <a:gd name="T58" fmla="*/ 356 w 452"/>
                <a:gd name="T59" fmla="*/ 185 h 333"/>
                <a:gd name="T60" fmla="*/ 363 w 452"/>
                <a:gd name="T61" fmla="*/ 189 h 333"/>
                <a:gd name="T62" fmla="*/ 369 w 452"/>
                <a:gd name="T63" fmla="*/ 187 h 333"/>
                <a:gd name="T64" fmla="*/ 444 w 452"/>
                <a:gd name="T65" fmla="*/ 91 h 333"/>
                <a:gd name="T66" fmla="*/ 438 w 452"/>
                <a:gd name="T67" fmla="*/ 29 h 333"/>
                <a:gd name="T68" fmla="*/ 328 w 452"/>
                <a:gd name="T69" fmla="*/ 140 h 333"/>
                <a:gd name="T70" fmla="*/ 220 w 452"/>
                <a:gd name="T71" fmla="*/ 274 h 333"/>
                <a:gd name="T72" fmla="*/ 124 w 452"/>
                <a:gd name="T73" fmla="*/ 140 h 333"/>
                <a:gd name="T74" fmla="*/ 124 w 452"/>
                <a:gd name="T75" fmla="*/ 19 h 333"/>
                <a:gd name="T76" fmla="*/ 328 w 452"/>
                <a:gd name="T77" fmla="*/ 19 h 333"/>
                <a:gd name="T78" fmla="*/ 328 w 452"/>
                <a:gd name="T79" fmla="*/ 14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52" h="333">
                  <a:moveTo>
                    <a:pt x="438" y="29"/>
                  </a:moveTo>
                  <a:cubicBezTo>
                    <a:pt x="428" y="16"/>
                    <a:pt x="408" y="0"/>
                    <a:pt x="363" y="0"/>
                  </a:cubicBezTo>
                  <a:cubicBezTo>
                    <a:pt x="337" y="0"/>
                    <a:pt x="337" y="0"/>
                    <a:pt x="337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44" y="0"/>
                    <a:pt x="23" y="16"/>
                    <a:pt x="14" y="29"/>
                  </a:cubicBezTo>
                  <a:cubicBezTo>
                    <a:pt x="2" y="46"/>
                    <a:pt x="0" y="67"/>
                    <a:pt x="7" y="91"/>
                  </a:cubicBezTo>
                  <a:cubicBezTo>
                    <a:pt x="19" y="126"/>
                    <a:pt x="58" y="168"/>
                    <a:pt x="83" y="187"/>
                  </a:cubicBezTo>
                  <a:cubicBezTo>
                    <a:pt x="84" y="188"/>
                    <a:pt x="86" y="189"/>
                    <a:pt x="88" y="189"/>
                  </a:cubicBezTo>
                  <a:cubicBezTo>
                    <a:pt x="91" y="189"/>
                    <a:pt x="94" y="188"/>
                    <a:pt x="96" y="185"/>
                  </a:cubicBezTo>
                  <a:cubicBezTo>
                    <a:pt x="99" y="181"/>
                    <a:pt x="98" y="175"/>
                    <a:pt x="94" y="172"/>
                  </a:cubicBezTo>
                  <a:cubicBezTo>
                    <a:pt x="72" y="155"/>
                    <a:pt x="36" y="116"/>
                    <a:pt x="25" y="85"/>
                  </a:cubicBezTo>
                  <a:cubicBezTo>
                    <a:pt x="19" y="67"/>
                    <a:pt x="21" y="51"/>
                    <a:pt x="29" y="40"/>
                  </a:cubicBezTo>
                  <a:cubicBezTo>
                    <a:pt x="39" y="26"/>
                    <a:pt x="60" y="19"/>
                    <a:pt x="88" y="19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140"/>
                    <a:pt x="105" y="140"/>
                    <a:pt x="105" y="140"/>
                  </a:cubicBezTo>
                  <a:cubicBezTo>
                    <a:pt x="105" y="227"/>
                    <a:pt x="188" y="278"/>
                    <a:pt x="210" y="290"/>
                  </a:cubicBezTo>
                  <a:cubicBezTo>
                    <a:pt x="210" y="290"/>
                    <a:pt x="210" y="291"/>
                    <a:pt x="210" y="291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9"/>
                    <a:pt x="214" y="333"/>
                    <a:pt x="219" y="333"/>
                  </a:cubicBezTo>
                  <a:cubicBezTo>
                    <a:pt x="225" y="333"/>
                    <a:pt x="229" y="329"/>
                    <a:pt x="229" y="324"/>
                  </a:cubicBezTo>
                  <a:cubicBezTo>
                    <a:pt x="229" y="291"/>
                    <a:pt x="229" y="291"/>
                    <a:pt x="229" y="291"/>
                  </a:cubicBezTo>
                  <a:cubicBezTo>
                    <a:pt x="229" y="291"/>
                    <a:pt x="229" y="290"/>
                    <a:pt x="229" y="290"/>
                  </a:cubicBezTo>
                  <a:cubicBezTo>
                    <a:pt x="253" y="278"/>
                    <a:pt x="347" y="227"/>
                    <a:pt x="347" y="140"/>
                  </a:cubicBezTo>
                  <a:cubicBezTo>
                    <a:pt x="347" y="19"/>
                    <a:pt x="347" y="19"/>
                    <a:pt x="347" y="19"/>
                  </a:cubicBezTo>
                  <a:cubicBezTo>
                    <a:pt x="363" y="19"/>
                    <a:pt x="363" y="19"/>
                    <a:pt x="363" y="19"/>
                  </a:cubicBezTo>
                  <a:cubicBezTo>
                    <a:pt x="392" y="19"/>
                    <a:pt x="413" y="26"/>
                    <a:pt x="423" y="40"/>
                  </a:cubicBezTo>
                  <a:cubicBezTo>
                    <a:pt x="431" y="51"/>
                    <a:pt x="432" y="67"/>
                    <a:pt x="427" y="85"/>
                  </a:cubicBezTo>
                  <a:cubicBezTo>
                    <a:pt x="419" y="109"/>
                    <a:pt x="378" y="156"/>
                    <a:pt x="358" y="172"/>
                  </a:cubicBezTo>
                  <a:cubicBezTo>
                    <a:pt x="354" y="175"/>
                    <a:pt x="353" y="181"/>
                    <a:pt x="356" y="185"/>
                  </a:cubicBezTo>
                  <a:cubicBezTo>
                    <a:pt x="358" y="188"/>
                    <a:pt x="361" y="189"/>
                    <a:pt x="363" y="189"/>
                  </a:cubicBezTo>
                  <a:cubicBezTo>
                    <a:pt x="365" y="189"/>
                    <a:pt x="368" y="188"/>
                    <a:pt x="369" y="187"/>
                  </a:cubicBezTo>
                  <a:cubicBezTo>
                    <a:pt x="392" y="169"/>
                    <a:pt x="435" y="119"/>
                    <a:pt x="444" y="91"/>
                  </a:cubicBezTo>
                  <a:cubicBezTo>
                    <a:pt x="452" y="67"/>
                    <a:pt x="450" y="46"/>
                    <a:pt x="438" y="29"/>
                  </a:cubicBezTo>
                  <a:close/>
                  <a:moveTo>
                    <a:pt x="328" y="140"/>
                  </a:moveTo>
                  <a:cubicBezTo>
                    <a:pt x="328" y="217"/>
                    <a:pt x="240" y="264"/>
                    <a:pt x="220" y="274"/>
                  </a:cubicBezTo>
                  <a:cubicBezTo>
                    <a:pt x="201" y="264"/>
                    <a:pt x="124" y="217"/>
                    <a:pt x="124" y="140"/>
                  </a:cubicBezTo>
                  <a:cubicBezTo>
                    <a:pt x="124" y="19"/>
                    <a:pt x="124" y="19"/>
                    <a:pt x="124" y="19"/>
                  </a:cubicBezTo>
                  <a:cubicBezTo>
                    <a:pt x="328" y="19"/>
                    <a:pt x="328" y="19"/>
                    <a:pt x="328" y="19"/>
                  </a:cubicBezTo>
                  <a:lnTo>
                    <a:pt x="328" y="1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25" name="Freeform 174"/>
            <p:cNvSpPr>
              <a:spLocks noEditPoints="1"/>
            </p:cNvSpPr>
            <p:nvPr/>
          </p:nvSpPr>
          <p:spPr bwMode="auto">
            <a:xfrm>
              <a:off x="4849814" y="3403601"/>
              <a:ext cx="201613" cy="58738"/>
            </a:xfrm>
            <a:custGeom>
              <a:avLst/>
              <a:gdLst>
                <a:gd name="T0" fmla="*/ 173 w 202"/>
                <a:gd name="T1" fmla="*/ 0 h 58"/>
                <a:gd name="T2" fmla="*/ 29 w 202"/>
                <a:gd name="T3" fmla="*/ 0 h 58"/>
                <a:gd name="T4" fmla="*/ 0 w 202"/>
                <a:gd name="T5" fmla="*/ 29 h 58"/>
                <a:gd name="T6" fmla="*/ 0 w 202"/>
                <a:gd name="T7" fmla="*/ 49 h 58"/>
                <a:gd name="T8" fmla="*/ 10 w 202"/>
                <a:gd name="T9" fmla="*/ 58 h 58"/>
                <a:gd name="T10" fmla="*/ 193 w 202"/>
                <a:gd name="T11" fmla="*/ 58 h 58"/>
                <a:gd name="T12" fmla="*/ 202 w 202"/>
                <a:gd name="T13" fmla="*/ 49 h 58"/>
                <a:gd name="T14" fmla="*/ 202 w 202"/>
                <a:gd name="T15" fmla="*/ 30 h 58"/>
                <a:gd name="T16" fmla="*/ 173 w 202"/>
                <a:gd name="T17" fmla="*/ 0 h 58"/>
                <a:gd name="T18" fmla="*/ 184 w 202"/>
                <a:gd name="T19" fmla="*/ 40 h 58"/>
                <a:gd name="T20" fmla="*/ 19 w 202"/>
                <a:gd name="T21" fmla="*/ 40 h 58"/>
                <a:gd name="T22" fmla="*/ 19 w 202"/>
                <a:gd name="T23" fmla="*/ 29 h 58"/>
                <a:gd name="T24" fmla="*/ 29 w 202"/>
                <a:gd name="T25" fmla="*/ 19 h 58"/>
                <a:gd name="T26" fmla="*/ 173 w 202"/>
                <a:gd name="T27" fmla="*/ 19 h 58"/>
                <a:gd name="T28" fmla="*/ 184 w 202"/>
                <a:gd name="T29" fmla="*/ 30 h 58"/>
                <a:gd name="T30" fmla="*/ 184 w 202"/>
                <a:gd name="T31" fmla="*/ 4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2" h="58">
                  <a:moveTo>
                    <a:pt x="173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4"/>
                    <a:pt x="4" y="58"/>
                    <a:pt x="10" y="58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8" y="58"/>
                    <a:pt x="202" y="54"/>
                    <a:pt x="202" y="49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202" y="14"/>
                    <a:pt x="190" y="0"/>
                    <a:pt x="173" y="0"/>
                  </a:cubicBezTo>
                  <a:close/>
                  <a:moveTo>
                    <a:pt x="184" y="40"/>
                  </a:moveTo>
                  <a:cubicBezTo>
                    <a:pt x="19" y="40"/>
                    <a:pt x="19" y="40"/>
                    <a:pt x="19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3"/>
                    <a:pt x="23" y="19"/>
                    <a:pt x="29" y="19"/>
                  </a:cubicBezTo>
                  <a:cubicBezTo>
                    <a:pt x="173" y="19"/>
                    <a:pt x="173" y="19"/>
                    <a:pt x="173" y="19"/>
                  </a:cubicBezTo>
                  <a:cubicBezTo>
                    <a:pt x="179" y="19"/>
                    <a:pt x="184" y="24"/>
                    <a:pt x="184" y="30"/>
                  </a:cubicBezTo>
                  <a:lnTo>
                    <a:pt x="184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627836" y="4146896"/>
            <a:ext cx="847122" cy="646804"/>
            <a:chOff x="3032125" y="2392363"/>
            <a:chExt cx="557213" cy="425450"/>
          </a:xfrm>
          <a:solidFill>
            <a:schemeClr val="bg1"/>
          </a:solidFill>
        </p:grpSpPr>
        <p:sp>
          <p:nvSpPr>
            <p:cNvPr id="27" name="Freeform 93"/>
            <p:cNvSpPr/>
            <p:nvPr/>
          </p:nvSpPr>
          <p:spPr bwMode="auto">
            <a:xfrm>
              <a:off x="3346450" y="2573338"/>
              <a:ext cx="242888" cy="244475"/>
            </a:xfrm>
            <a:custGeom>
              <a:avLst/>
              <a:gdLst>
                <a:gd name="T0" fmla="*/ 158 w 243"/>
                <a:gd name="T1" fmla="*/ 2 h 243"/>
                <a:gd name="T2" fmla="*/ 146 w 243"/>
                <a:gd name="T3" fmla="*/ 8 h 243"/>
                <a:gd name="T4" fmla="*/ 152 w 243"/>
                <a:gd name="T5" fmla="*/ 20 h 243"/>
                <a:gd name="T6" fmla="*/ 224 w 243"/>
                <a:gd name="T7" fmla="*/ 96 h 243"/>
                <a:gd name="T8" fmla="*/ 176 w 243"/>
                <a:gd name="T9" fmla="*/ 167 h 243"/>
                <a:gd name="T10" fmla="*/ 172 w 243"/>
                <a:gd name="T11" fmla="*/ 174 h 243"/>
                <a:gd name="T12" fmla="*/ 172 w 243"/>
                <a:gd name="T13" fmla="*/ 220 h 243"/>
                <a:gd name="T14" fmla="*/ 136 w 243"/>
                <a:gd name="T15" fmla="*/ 194 h 243"/>
                <a:gd name="T16" fmla="*/ 127 w 243"/>
                <a:gd name="T17" fmla="*/ 191 h 243"/>
                <a:gd name="T18" fmla="*/ 115 w 243"/>
                <a:gd name="T19" fmla="*/ 194 h 243"/>
                <a:gd name="T20" fmla="*/ 96 w 243"/>
                <a:gd name="T21" fmla="*/ 198 h 243"/>
                <a:gd name="T22" fmla="*/ 16 w 243"/>
                <a:gd name="T23" fmla="*/ 173 h 243"/>
                <a:gd name="T24" fmla="*/ 3 w 243"/>
                <a:gd name="T25" fmla="*/ 175 h 243"/>
                <a:gd name="T26" fmla="*/ 5 w 243"/>
                <a:gd name="T27" fmla="*/ 189 h 243"/>
                <a:gd name="T28" fmla="*/ 96 w 243"/>
                <a:gd name="T29" fmla="*/ 217 h 243"/>
                <a:gd name="T30" fmla="*/ 120 w 243"/>
                <a:gd name="T31" fmla="*/ 212 h 243"/>
                <a:gd name="T32" fmla="*/ 126 w 243"/>
                <a:gd name="T33" fmla="*/ 211 h 243"/>
                <a:gd name="T34" fmla="*/ 179 w 243"/>
                <a:gd name="T35" fmla="*/ 243 h 243"/>
                <a:gd name="T36" fmla="*/ 181 w 243"/>
                <a:gd name="T37" fmla="*/ 243 h 243"/>
                <a:gd name="T38" fmla="*/ 187 w 243"/>
                <a:gd name="T39" fmla="*/ 241 h 243"/>
                <a:gd name="T40" fmla="*/ 191 w 243"/>
                <a:gd name="T41" fmla="*/ 233 h 243"/>
                <a:gd name="T42" fmla="*/ 191 w 243"/>
                <a:gd name="T43" fmla="*/ 179 h 243"/>
                <a:gd name="T44" fmla="*/ 243 w 243"/>
                <a:gd name="T45" fmla="*/ 96 h 243"/>
                <a:gd name="T46" fmla="*/ 158 w 243"/>
                <a:gd name="T47" fmla="*/ 2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243">
                  <a:moveTo>
                    <a:pt x="158" y="2"/>
                  </a:moveTo>
                  <a:cubicBezTo>
                    <a:pt x="153" y="0"/>
                    <a:pt x="148" y="3"/>
                    <a:pt x="146" y="8"/>
                  </a:cubicBezTo>
                  <a:cubicBezTo>
                    <a:pt x="145" y="13"/>
                    <a:pt x="147" y="18"/>
                    <a:pt x="152" y="20"/>
                  </a:cubicBezTo>
                  <a:cubicBezTo>
                    <a:pt x="203" y="36"/>
                    <a:pt x="224" y="58"/>
                    <a:pt x="224" y="96"/>
                  </a:cubicBezTo>
                  <a:cubicBezTo>
                    <a:pt x="224" y="129"/>
                    <a:pt x="194" y="154"/>
                    <a:pt x="176" y="167"/>
                  </a:cubicBezTo>
                  <a:cubicBezTo>
                    <a:pt x="173" y="168"/>
                    <a:pt x="172" y="171"/>
                    <a:pt x="172" y="174"/>
                  </a:cubicBezTo>
                  <a:cubicBezTo>
                    <a:pt x="172" y="220"/>
                    <a:pt x="172" y="220"/>
                    <a:pt x="172" y="220"/>
                  </a:cubicBezTo>
                  <a:cubicBezTo>
                    <a:pt x="162" y="216"/>
                    <a:pt x="148" y="209"/>
                    <a:pt x="136" y="194"/>
                  </a:cubicBezTo>
                  <a:cubicBezTo>
                    <a:pt x="134" y="192"/>
                    <a:pt x="130" y="191"/>
                    <a:pt x="127" y="191"/>
                  </a:cubicBezTo>
                  <a:cubicBezTo>
                    <a:pt x="123" y="192"/>
                    <a:pt x="119" y="193"/>
                    <a:pt x="115" y="194"/>
                  </a:cubicBezTo>
                  <a:cubicBezTo>
                    <a:pt x="109" y="196"/>
                    <a:pt x="102" y="198"/>
                    <a:pt x="96" y="198"/>
                  </a:cubicBezTo>
                  <a:cubicBezTo>
                    <a:pt x="63" y="198"/>
                    <a:pt x="40" y="191"/>
                    <a:pt x="16" y="173"/>
                  </a:cubicBezTo>
                  <a:cubicBezTo>
                    <a:pt x="12" y="170"/>
                    <a:pt x="6" y="171"/>
                    <a:pt x="3" y="175"/>
                  </a:cubicBezTo>
                  <a:cubicBezTo>
                    <a:pt x="0" y="180"/>
                    <a:pt x="1" y="185"/>
                    <a:pt x="5" y="189"/>
                  </a:cubicBezTo>
                  <a:cubicBezTo>
                    <a:pt x="32" y="208"/>
                    <a:pt x="59" y="217"/>
                    <a:pt x="96" y="217"/>
                  </a:cubicBezTo>
                  <a:cubicBezTo>
                    <a:pt x="105" y="217"/>
                    <a:pt x="113" y="214"/>
                    <a:pt x="120" y="212"/>
                  </a:cubicBezTo>
                  <a:cubicBezTo>
                    <a:pt x="122" y="212"/>
                    <a:pt x="124" y="211"/>
                    <a:pt x="126" y="211"/>
                  </a:cubicBezTo>
                  <a:cubicBezTo>
                    <a:pt x="150" y="236"/>
                    <a:pt x="178" y="242"/>
                    <a:pt x="179" y="243"/>
                  </a:cubicBezTo>
                  <a:cubicBezTo>
                    <a:pt x="180" y="243"/>
                    <a:pt x="181" y="243"/>
                    <a:pt x="181" y="243"/>
                  </a:cubicBezTo>
                  <a:cubicBezTo>
                    <a:pt x="183" y="243"/>
                    <a:pt x="185" y="242"/>
                    <a:pt x="187" y="241"/>
                  </a:cubicBezTo>
                  <a:cubicBezTo>
                    <a:pt x="189" y="239"/>
                    <a:pt x="191" y="236"/>
                    <a:pt x="191" y="233"/>
                  </a:cubicBezTo>
                  <a:cubicBezTo>
                    <a:pt x="191" y="179"/>
                    <a:pt x="191" y="179"/>
                    <a:pt x="191" y="179"/>
                  </a:cubicBezTo>
                  <a:cubicBezTo>
                    <a:pt x="224" y="155"/>
                    <a:pt x="243" y="125"/>
                    <a:pt x="243" y="96"/>
                  </a:cubicBezTo>
                  <a:cubicBezTo>
                    <a:pt x="243" y="36"/>
                    <a:pt x="194" y="13"/>
                    <a:pt x="15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28" name="Freeform 94"/>
            <p:cNvSpPr>
              <a:spLocks noEditPoints="1"/>
            </p:cNvSpPr>
            <p:nvPr/>
          </p:nvSpPr>
          <p:spPr bwMode="auto">
            <a:xfrm>
              <a:off x="3032125" y="2392363"/>
              <a:ext cx="438150" cy="403225"/>
            </a:xfrm>
            <a:custGeom>
              <a:avLst/>
              <a:gdLst>
                <a:gd name="T0" fmla="*/ 438 w 438"/>
                <a:gd name="T1" fmla="*/ 180 h 404"/>
                <a:gd name="T2" fmla="*/ 376 w 438"/>
                <a:gd name="T3" fmla="*/ 52 h 404"/>
                <a:gd name="T4" fmla="*/ 221 w 438"/>
                <a:gd name="T5" fmla="*/ 0 h 404"/>
                <a:gd name="T6" fmla="*/ 0 w 438"/>
                <a:gd name="T7" fmla="*/ 180 h 404"/>
                <a:gd name="T8" fmla="*/ 79 w 438"/>
                <a:gd name="T9" fmla="*/ 309 h 404"/>
                <a:gd name="T10" fmla="*/ 79 w 438"/>
                <a:gd name="T11" fmla="*/ 394 h 404"/>
                <a:gd name="T12" fmla="*/ 83 w 438"/>
                <a:gd name="T13" fmla="*/ 402 h 404"/>
                <a:gd name="T14" fmla="*/ 88 w 438"/>
                <a:gd name="T15" fmla="*/ 404 h 404"/>
                <a:gd name="T16" fmla="*/ 92 w 438"/>
                <a:gd name="T17" fmla="*/ 403 h 404"/>
                <a:gd name="T18" fmla="*/ 177 w 438"/>
                <a:gd name="T19" fmla="*/ 340 h 404"/>
                <a:gd name="T20" fmla="*/ 228 w 438"/>
                <a:gd name="T21" fmla="*/ 346 h 404"/>
                <a:gd name="T22" fmla="*/ 438 w 438"/>
                <a:gd name="T23" fmla="*/ 180 h 404"/>
                <a:gd name="T24" fmla="*/ 228 w 438"/>
                <a:gd name="T25" fmla="*/ 327 h 404"/>
                <a:gd name="T26" fmla="*/ 175 w 438"/>
                <a:gd name="T27" fmla="*/ 321 h 404"/>
                <a:gd name="T28" fmla="*/ 166 w 438"/>
                <a:gd name="T29" fmla="*/ 324 h 404"/>
                <a:gd name="T30" fmla="*/ 97 w 438"/>
                <a:gd name="T31" fmla="*/ 379 h 404"/>
                <a:gd name="T32" fmla="*/ 97 w 438"/>
                <a:gd name="T33" fmla="*/ 304 h 404"/>
                <a:gd name="T34" fmla="*/ 93 w 438"/>
                <a:gd name="T35" fmla="*/ 296 h 404"/>
                <a:gd name="T36" fmla="*/ 19 w 438"/>
                <a:gd name="T37" fmla="*/ 180 h 404"/>
                <a:gd name="T38" fmla="*/ 221 w 438"/>
                <a:gd name="T39" fmla="*/ 19 h 404"/>
                <a:gd name="T40" fmla="*/ 419 w 438"/>
                <a:gd name="T41" fmla="*/ 180 h 404"/>
                <a:gd name="T42" fmla="*/ 228 w 438"/>
                <a:gd name="T43" fmla="*/ 327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8" h="404">
                  <a:moveTo>
                    <a:pt x="438" y="180"/>
                  </a:moveTo>
                  <a:cubicBezTo>
                    <a:pt x="438" y="131"/>
                    <a:pt x="416" y="85"/>
                    <a:pt x="376" y="52"/>
                  </a:cubicBezTo>
                  <a:cubicBezTo>
                    <a:pt x="336" y="18"/>
                    <a:pt x="281" y="0"/>
                    <a:pt x="221" y="0"/>
                  </a:cubicBezTo>
                  <a:cubicBezTo>
                    <a:pt x="97" y="0"/>
                    <a:pt x="0" y="79"/>
                    <a:pt x="0" y="180"/>
                  </a:cubicBezTo>
                  <a:cubicBezTo>
                    <a:pt x="0" y="228"/>
                    <a:pt x="27" y="272"/>
                    <a:pt x="79" y="309"/>
                  </a:cubicBezTo>
                  <a:cubicBezTo>
                    <a:pt x="79" y="394"/>
                    <a:pt x="79" y="394"/>
                    <a:pt x="79" y="394"/>
                  </a:cubicBezTo>
                  <a:cubicBezTo>
                    <a:pt x="79" y="398"/>
                    <a:pt x="80" y="401"/>
                    <a:pt x="83" y="402"/>
                  </a:cubicBezTo>
                  <a:cubicBezTo>
                    <a:pt x="84" y="403"/>
                    <a:pt x="86" y="404"/>
                    <a:pt x="88" y="404"/>
                  </a:cubicBezTo>
                  <a:cubicBezTo>
                    <a:pt x="89" y="404"/>
                    <a:pt x="91" y="403"/>
                    <a:pt x="92" y="403"/>
                  </a:cubicBezTo>
                  <a:cubicBezTo>
                    <a:pt x="94" y="402"/>
                    <a:pt x="138" y="382"/>
                    <a:pt x="177" y="340"/>
                  </a:cubicBezTo>
                  <a:cubicBezTo>
                    <a:pt x="193" y="343"/>
                    <a:pt x="211" y="346"/>
                    <a:pt x="228" y="346"/>
                  </a:cubicBezTo>
                  <a:cubicBezTo>
                    <a:pt x="354" y="346"/>
                    <a:pt x="438" y="279"/>
                    <a:pt x="438" y="180"/>
                  </a:cubicBezTo>
                  <a:close/>
                  <a:moveTo>
                    <a:pt x="228" y="327"/>
                  </a:moveTo>
                  <a:cubicBezTo>
                    <a:pt x="211" y="327"/>
                    <a:pt x="192" y="324"/>
                    <a:pt x="175" y="321"/>
                  </a:cubicBezTo>
                  <a:cubicBezTo>
                    <a:pt x="172" y="320"/>
                    <a:pt x="168" y="322"/>
                    <a:pt x="166" y="324"/>
                  </a:cubicBezTo>
                  <a:cubicBezTo>
                    <a:pt x="142" y="351"/>
                    <a:pt x="114" y="370"/>
                    <a:pt x="97" y="379"/>
                  </a:cubicBezTo>
                  <a:cubicBezTo>
                    <a:pt x="97" y="304"/>
                    <a:pt x="97" y="304"/>
                    <a:pt x="97" y="304"/>
                  </a:cubicBezTo>
                  <a:cubicBezTo>
                    <a:pt x="97" y="301"/>
                    <a:pt x="96" y="298"/>
                    <a:pt x="93" y="296"/>
                  </a:cubicBezTo>
                  <a:cubicBezTo>
                    <a:pt x="59" y="273"/>
                    <a:pt x="19" y="234"/>
                    <a:pt x="19" y="180"/>
                  </a:cubicBezTo>
                  <a:cubicBezTo>
                    <a:pt x="19" y="89"/>
                    <a:pt x="108" y="19"/>
                    <a:pt x="221" y="19"/>
                  </a:cubicBezTo>
                  <a:cubicBezTo>
                    <a:pt x="334" y="19"/>
                    <a:pt x="419" y="88"/>
                    <a:pt x="419" y="180"/>
                  </a:cubicBezTo>
                  <a:cubicBezTo>
                    <a:pt x="419" y="268"/>
                    <a:pt x="342" y="327"/>
                    <a:pt x="228" y="3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29" name="Freeform 95"/>
            <p:cNvSpPr>
              <a:spLocks noEditPoints="1"/>
            </p:cNvSpPr>
            <p:nvPr/>
          </p:nvSpPr>
          <p:spPr bwMode="auto">
            <a:xfrm>
              <a:off x="3222625" y="2543175"/>
              <a:ext cx="58738" cy="58738"/>
            </a:xfrm>
            <a:custGeom>
              <a:avLst/>
              <a:gdLst>
                <a:gd name="T0" fmla="*/ 29 w 58"/>
                <a:gd name="T1" fmla="*/ 0 h 58"/>
                <a:gd name="T2" fmla="*/ 0 w 58"/>
                <a:gd name="T3" fmla="*/ 29 h 58"/>
                <a:gd name="T4" fmla="*/ 29 w 58"/>
                <a:gd name="T5" fmla="*/ 58 h 58"/>
                <a:gd name="T6" fmla="*/ 58 w 58"/>
                <a:gd name="T7" fmla="*/ 29 h 58"/>
                <a:gd name="T8" fmla="*/ 29 w 58"/>
                <a:gd name="T9" fmla="*/ 0 h 58"/>
                <a:gd name="T10" fmla="*/ 29 w 58"/>
                <a:gd name="T11" fmla="*/ 39 h 58"/>
                <a:gd name="T12" fmla="*/ 19 w 58"/>
                <a:gd name="T13" fmla="*/ 29 h 58"/>
                <a:gd name="T14" fmla="*/ 29 w 58"/>
                <a:gd name="T15" fmla="*/ 18 h 58"/>
                <a:gd name="T16" fmla="*/ 39 w 58"/>
                <a:gd name="T17" fmla="*/ 29 h 58"/>
                <a:gd name="T18" fmla="*/ 29 w 58"/>
                <a:gd name="T19" fmla="*/ 3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45" y="58"/>
                    <a:pt x="58" y="45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29" y="39"/>
                  </a:moveTo>
                  <a:cubicBezTo>
                    <a:pt x="23" y="39"/>
                    <a:pt x="19" y="34"/>
                    <a:pt x="19" y="29"/>
                  </a:cubicBezTo>
                  <a:cubicBezTo>
                    <a:pt x="19" y="23"/>
                    <a:pt x="23" y="18"/>
                    <a:pt x="29" y="18"/>
                  </a:cubicBezTo>
                  <a:cubicBezTo>
                    <a:pt x="35" y="18"/>
                    <a:pt x="39" y="23"/>
                    <a:pt x="39" y="29"/>
                  </a:cubicBezTo>
                  <a:cubicBezTo>
                    <a:pt x="39" y="34"/>
                    <a:pt x="35" y="39"/>
                    <a:pt x="29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30" name="Freeform 96"/>
            <p:cNvSpPr>
              <a:spLocks noEditPoints="1"/>
            </p:cNvSpPr>
            <p:nvPr/>
          </p:nvSpPr>
          <p:spPr bwMode="auto">
            <a:xfrm>
              <a:off x="3314700" y="2543175"/>
              <a:ext cx="58738" cy="58738"/>
            </a:xfrm>
            <a:custGeom>
              <a:avLst/>
              <a:gdLst>
                <a:gd name="T0" fmla="*/ 29 w 58"/>
                <a:gd name="T1" fmla="*/ 0 h 58"/>
                <a:gd name="T2" fmla="*/ 0 w 58"/>
                <a:gd name="T3" fmla="*/ 29 h 58"/>
                <a:gd name="T4" fmla="*/ 29 w 58"/>
                <a:gd name="T5" fmla="*/ 58 h 58"/>
                <a:gd name="T6" fmla="*/ 58 w 58"/>
                <a:gd name="T7" fmla="*/ 29 h 58"/>
                <a:gd name="T8" fmla="*/ 29 w 58"/>
                <a:gd name="T9" fmla="*/ 0 h 58"/>
                <a:gd name="T10" fmla="*/ 29 w 58"/>
                <a:gd name="T11" fmla="*/ 39 h 58"/>
                <a:gd name="T12" fmla="*/ 18 w 58"/>
                <a:gd name="T13" fmla="*/ 29 h 58"/>
                <a:gd name="T14" fmla="*/ 29 w 58"/>
                <a:gd name="T15" fmla="*/ 18 h 58"/>
                <a:gd name="T16" fmla="*/ 39 w 58"/>
                <a:gd name="T17" fmla="*/ 29 h 58"/>
                <a:gd name="T18" fmla="*/ 29 w 58"/>
                <a:gd name="T19" fmla="*/ 3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45" y="58"/>
                    <a:pt x="58" y="45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29" y="39"/>
                  </a:moveTo>
                  <a:cubicBezTo>
                    <a:pt x="23" y="39"/>
                    <a:pt x="18" y="34"/>
                    <a:pt x="18" y="29"/>
                  </a:cubicBezTo>
                  <a:cubicBezTo>
                    <a:pt x="18" y="23"/>
                    <a:pt x="23" y="18"/>
                    <a:pt x="29" y="18"/>
                  </a:cubicBezTo>
                  <a:cubicBezTo>
                    <a:pt x="34" y="18"/>
                    <a:pt x="39" y="23"/>
                    <a:pt x="39" y="29"/>
                  </a:cubicBezTo>
                  <a:cubicBezTo>
                    <a:pt x="39" y="34"/>
                    <a:pt x="34" y="39"/>
                    <a:pt x="29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31" name="Freeform 97"/>
            <p:cNvSpPr>
              <a:spLocks noEditPoints="1"/>
            </p:cNvSpPr>
            <p:nvPr/>
          </p:nvSpPr>
          <p:spPr bwMode="auto">
            <a:xfrm>
              <a:off x="3130550" y="2544763"/>
              <a:ext cx="58738" cy="57150"/>
            </a:xfrm>
            <a:custGeom>
              <a:avLst/>
              <a:gdLst>
                <a:gd name="T0" fmla="*/ 29 w 58"/>
                <a:gd name="T1" fmla="*/ 0 h 58"/>
                <a:gd name="T2" fmla="*/ 0 w 58"/>
                <a:gd name="T3" fmla="*/ 29 h 58"/>
                <a:gd name="T4" fmla="*/ 29 w 58"/>
                <a:gd name="T5" fmla="*/ 58 h 58"/>
                <a:gd name="T6" fmla="*/ 58 w 58"/>
                <a:gd name="T7" fmla="*/ 29 h 58"/>
                <a:gd name="T8" fmla="*/ 29 w 58"/>
                <a:gd name="T9" fmla="*/ 0 h 58"/>
                <a:gd name="T10" fmla="*/ 29 w 58"/>
                <a:gd name="T11" fmla="*/ 39 h 58"/>
                <a:gd name="T12" fmla="*/ 19 w 58"/>
                <a:gd name="T13" fmla="*/ 29 h 58"/>
                <a:gd name="T14" fmla="*/ 29 w 58"/>
                <a:gd name="T15" fmla="*/ 18 h 58"/>
                <a:gd name="T16" fmla="*/ 40 w 58"/>
                <a:gd name="T17" fmla="*/ 29 h 58"/>
                <a:gd name="T18" fmla="*/ 29 w 58"/>
                <a:gd name="T19" fmla="*/ 3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45" y="58"/>
                    <a:pt x="58" y="45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29" y="39"/>
                  </a:moveTo>
                  <a:cubicBezTo>
                    <a:pt x="24" y="39"/>
                    <a:pt x="19" y="34"/>
                    <a:pt x="19" y="29"/>
                  </a:cubicBezTo>
                  <a:cubicBezTo>
                    <a:pt x="19" y="23"/>
                    <a:pt x="24" y="18"/>
                    <a:pt x="29" y="18"/>
                  </a:cubicBezTo>
                  <a:cubicBezTo>
                    <a:pt x="35" y="18"/>
                    <a:pt x="40" y="23"/>
                    <a:pt x="40" y="29"/>
                  </a:cubicBezTo>
                  <a:cubicBezTo>
                    <a:pt x="40" y="34"/>
                    <a:pt x="35" y="39"/>
                    <a:pt x="29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253124" y="4986631"/>
            <a:ext cx="15852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time</a:t>
            </a:r>
            <a:endParaRPr lang="en-US" sz="12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58794" y="4986631"/>
            <a:ext cx="15852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integrity</a:t>
            </a:r>
            <a:endParaRPr lang="en-US" sz="12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4" name="Freeform 33"/>
          <p:cNvSpPr/>
          <p:nvPr/>
        </p:nvSpPr>
        <p:spPr bwMode="auto">
          <a:xfrm>
            <a:off x="4030266" y="3826846"/>
            <a:ext cx="91800" cy="105902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5" name="Freeform 34"/>
          <p:cNvSpPr/>
          <p:nvPr/>
        </p:nvSpPr>
        <p:spPr bwMode="auto">
          <a:xfrm>
            <a:off x="8069141" y="3826846"/>
            <a:ext cx="91800" cy="105902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6" name="Freeform 35"/>
          <p:cNvSpPr/>
          <p:nvPr/>
        </p:nvSpPr>
        <p:spPr bwMode="auto">
          <a:xfrm>
            <a:off x="7275753" y="2450301"/>
            <a:ext cx="91800" cy="105902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grpSp>
        <p:nvGrpSpPr>
          <p:cNvPr id="4" name="Group 3"/>
          <p:cNvGrpSpPr/>
          <p:nvPr/>
        </p:nvGrpSpPr>
        <p:grpSpPr>
          <a:xfrm>
            <a:off x="7746054" y="2432348"/>
            <a:ext cx="2219088" cy="469978"/>
            <a:chOff x="15492107" y="4864695"/>
            <a:chExt cx="4438176" cy="939956"/>
          </a:xfrm>
        </p:grpSpPr>
        <p:sp>
          <p:nvSpPr>
            <p:cNvPr id="37" name="TextBox 36"/>
            <p:cNvSpPr txBox="1"/>
            <p:nvPr/>
          </p:nvSpPr>
          <p:spPr>
            <a:xfrm>
              <a:off x="15492107" y="4864695"/>
              <a:ext cx="4438176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Best products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5492107" y="5410697"/>
              <a:ext cx="4438176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606378" y="3800433"/>
            <a:ext cx="2219088" cy="469978"/>
            <a:chOff x="17212755" y="7600866"/>
            <a:chExt cx="4438176" cy="939956"/>
          </a:xfrm>
        </p:grpSpPr>
        <p:sp>
          <p:nvSpPr>
            <p:cNvPr id="42" name="TextBox 41"/>
            <p:cNvSpPr txBox="1"/>
            <p:nvPr/>
          </p:nvSpPr>
          <p:spPr>
            <a:xfrm>
              <a:off x="17212755" y="7600866"/>
              <a:ext cx="4438176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New strategy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7212755" y="8146868"/>
              <a:ext cx="4438176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359904" y="3800433"/>
            <a:ext cx="2219088" cy="469978"/>
            <a:chOff x="2719808" y="7600866"/>
            <a:chExt cx="4438176" cy="939956"/>
          </a:xfrm>
        </p:grpSpPr>
        <p:sp>
          <p:nvSpPr>
            <p:cNvPr id="46" name="TextBox 45"/>
            <p:cNvSpPr txBox="1"/>
            <p:nvPr/>
          </p:nvSpPr>
          <p:spPr>
            <a:xfrm>
              <a:off x="2719808" y="7600866"/>
              <a:ext cx="4438176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On schedule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719808" y="8146868"/>
              <a:ext cx="4438176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953760" y="3805012"/>
            <a:ext cx="284480" cy="292940"/>
            <a:chOff x="671513" y="3740150"/>
            <a:chExt cx="427038" cy="439738"/>
          </a:xfrm>
          <a:solidFill>
            <a:schemeClr val="accent5"/>
          </a:solidFill>
        </p:grpSpPr>
        <p:sp>
          <p:nvSpPr>
            <p:cNvPr id="62" name="Freeform 38"/>
            <p:cNvSpPr/>
            <p:nvPr/>
          </p:nvSpPr>
          <p:spPr bwMode="auto">
            <a:xfrm>
              <a:off x="801688" y="3795713"/>
              <a:ext cx="296863" cy="384175"/>
            </a:xfrm>
            <a:custGeom>
              <a:avLst/>
              <a:gdLst>
                <a:gd name="T0" fmla="*/ 234 w 297"/>
                <a:gd name="T1" fmla="*/ 23 h 385"/>
                <a:gd name="T2" fmla="*/ 230 w 297"/>
                <a:gd name="T3" fmla="*/ 19 h 385"/>
                <a:gd name="T4" fmla="*/ 287 w 297"/>
                <a:gd name="T5" fmla="*/ 19 h 385"/>
                <a:gd name="T6" fmla="*/ 297 w 297"/>
                <a:gd name="T7" fmla="*/ 9 h 385"/>
                <a:gd name="T8" fmla="*/ 287 w 297"/>
                <a:gd name="T9" fmla="*/ 0 h 385"/>
                <a:gd name="T10" fmla="*/ 209 w 297"/>
                <a:gd name="T11" fmla="*/ 0 h 385"/>
                <a:gd name="T12" fmla="*/ 199 w 297"/>
                <a:gd name="T13" fmla="*/ 9 h 385"/>
                <a:gd name="T14" fmla="*/ 199 w 297"/>
                <a:gd name="T15" fmla="*/ 88 h 385"/>
                <a:gd name="T16" fmla="*/ 209 w 297"/>
                <a:gd name="T17" fmla="*/ 97 h 385"/>
                <a:gd name="T18" fmla="*/ 218 w 297"/>
                <a:gd name="T19" fmla="*/ 88 h 385"/>
                <a:gd name="T20" fmla="*/ 218 w 297"/>
                <a:gd name="T21" fmla="*/ 33 h 385"/>
                <a:gd name="T22" fmla="*/ 221 w 297"/>
                <a:gd name="T23" fmla="*/ 36 h 385"/>
                <a:gd name="T24" fmla="*/ 278 w 297"/>
                <a:gd name="T25" fmla="*/ 173 h 385"/>
                <a:gd name="T26" fmla="*/ 221 w 297"/>
                <a:gd name="T27" fmla="*/ 310 h 385"/>
                <a:gd name="T28" fmla="*/ 14 w 297"/>
                <a:gd name="T29" fmla="*/ 353 h 385"/>
                <a:gd name="T30" fmla="*/ 2 w 297"/>
                <a:gd name="T31" fmla="*/ 359 h 385"/>
                <a:gd name="T32" fmla="*/ 7 w 297"/>
                <a:gd name="T33" fmla="*/ 371 h 385"/>
                <a:gd name="T34" fmla="*/ 84 w 297"/>
                <a:gd name="T35" fmla="*/ 385 h 385"/>
                <a:gd name="T36" fmla="*/ 234 w 297"/>
                <a:gd name="T37" fmla="*/ 323 h 385"/>
                <a:gd name="T38" fmla="*/ 297 w 297"/>
                <a:gd name="T39" fmla="*/ 173 h 385"/>
                <a:gd name="T40" fmla="*/ 234 w 297"/>
                <a:gd name="T41" fmla="*/ 23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7" h="385">
                  <a:moveTo>
                    <a:pt x="234" y="23"/>
                  </a:moveTo>
                  <a:cubicBezTo>
                    <a:pt x="230" y="19"/>
                    <a:pt x="230" y="19"/>
                    <a:pt x="230" y="19"/>
                  </a:cubicBezTo>
                  <a:cubicBezTo>
                    <a:pt x="287" y="19"/>
                    <a:pt x="287" y="19"/>
                    <a:pt x="287" y="19"/>
                  </a:cubicBezTo>
                  <a:cubicBezTo>
                    <a:pt x="292" y="19"/>
                    <a:pt x="297" y="14"/>
                    <a:pt x="297" y="9"/>
                  </a:cubicBezTo>
                  <a:cubicBezTo>
                    <a:pt x="297" y="4"/>
                    <a:pt x="292" y="0"/>
                    <a:pt x="287" y="0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03" y="0"/>
                    <a:pt x="199" y="4"/>
                    <a:pt x="199" y="9"/>
                  </a:cubicBezTo>
                  <a:cubicBezTo>
                    <a:pt x="199" y="88"/>
                    <a:pt x="199" y="88"/>
                    <a:pt x="199" y="88"/>
                  </a:cubicBezTo>
                  <a:cubicBezTo>
                    <a:pt x="199" y="93"/>
                    <a:pt x="203" y="97"/>
                    <a:pt x="209" y="97"/>
                  </a:cubicBezTo>
                  <a:cubicBezTo>
                    <a:pt x="214" y="97"/>
                    <a:pt x="218" y="93"/>
                    <a:pt x="218" y="88"/>
                  </a:cubicBezTo>
                  <a:cubicBezTo>
                    <a:pt x="218" y="33"/>
                    <a:pt x="218" y="33"/>
                    <a:pt x="218" y="33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58" y="73"/>
                    <a:pt x="278" y="121"/>
                    <a:pt x="278" y="173"/>
                  </a:cubicBezTo>
                  <a:cubicBezTo>
                    <a:pt x="278" y="225"/>
                    <a:pt x="258" y="273"/>
                    <a:pt x="221" y="310"/>
                  </a:cubicBezTo>
                  <a:cubicBezTo>
                    <a:pt x="167" y="364"/>
                    <a:pt x="85" y="381"/>
                    <a:pt x="14" y="353"/>
                  </a:cubicBezTo>
                  <a:cubicBezTo>
                    <a:pt x="9" y="352"/>
                    <a:pt x="4" y="354"/>
                    <a:pt x="2" y="359"/>
                  </a:cubicBezTo>
                  <a:cubicBezTo>
                    <a:pt x="0" y="364"/>
                    <a:pt x="2" y="369"/>
                    <a:pt x="7" y="371"/>
                  </a:cubicBezTo>
                  <a:cubicBezTo>
                    <a:pt x="32" y="381"/>
                    <a:pt x="58" y="385"/>
                    <a:pt x="84" y="385"/>
                  </a:cubicBezTo>
                  <a:cubicBezTo>
                    <a:pt x="139" y="385"/>
                    <a:pt x="194" y="364"/>
                    <a:pt x="234" y="323"/>
                  </a:cubicBezTo>
                  <a:cubicBezTo>
                    <a:pt x="275" y="283"/>
                    <a:pt x="297" y="230"/>
                    <a:pt x="297" y="173"/>
                  </a:cubicBezTo>
                  <a:cubicBezTo>
                    <a:pt x="297" y="116"/>
                    <a:pt x="275" y="63"/>
                    <a:pt x="234" y="2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  <p:sp>
          <p:nvSpPr>
            <p:cNvPr id="63" name="Freeform 39"/>
            <p:cNvSpPr/>
            <p:nvPr/>
          </p:nvSpPr>
          <p:spPr bwMode="auto">
            <a:xfrm>
              <a:off x="671513" y="3740150"/>
              <a:ext cx="293688" cy="401638"/>
            </a:xfrm>
            <a:custGeom>
              <a:avLst/>
              <a:gdLst>
                <a:gd name="T0" fmla="*/ 90 w 294"/>
                <a:gd name="T1" fmla="*/ 304 h 401"/>
                <a:gd name="T2" fmla="*/ 80 w 294"/>
                <a:gd name="T3" fmla="*/ 313 h 401"/>
                <a:gd name="T4" fmla="*/ 80 w 294"/>
                <a:gd name="T5" fmla="*/ 370 h 401"/>
                <a:gd name="T6" fmla="*/ 76 w 294"/>
                <a:gd name="T7" fmla="*/ 365 h 401"/>
                <a:gd name="T8" fmla="*/ 19 w 294"/>
                <a:gd name="T9" fmla="*/ 228 h 401"/>
                <a:gd name="T10" fmla="*/ 76 w 294"/>
                <a:gd name="T11" fmla="*/ 91 h 401"/>
                <a:gd name="T12" fmla="*/ 280 w 294"/>
                <a:gd name="T13" fmla="*/ 47 h 401"/>
                <a:gd name="T14" fmla="*/ 292 w 294"/>
                <a:gd name="T15" fmla="*/ 41 h 401"/>
                <a:gd name="T16" fmla="*/ 287 w 294"/>
                <a:gd name="T17" fmla="*/ 29 h 401"/>
                <a:gd name="T18" fmla="*/ 62 w 294"/>
                <a:gd name="T19" fmla="*/ 78 h 401"/>
                <a:gd name="T20" fmla="*/ 0 w 294"/>
                <a:gd name="T21" fmla="*/ 228 h 401"/>
                <a:gd name="T22" fmla="*/ 62 w 294"/>
                <a:gd name="T23" fmla="*/ 378 h 401"/>
                <a:gd name="T24" fmla="*/ 66 w 294"/>
                <a:gd name="T25" fmla="*/ 382 h 401"/>
                <a:gd name="T26" fmla="*/ 11 w 294"/>
                <a:gd name="T27" fmla="*/ 382 h 401"/>
                <a:gd name="T28" fmla="*/ 2 w 294"/>
                <a:gd name="T29" fmla="*/ 392 h 401"/>
                <a:gd name="T30" fmla="*/ 11 w 294"/>
                <a:gd name="T31" fmla="*/ 401 h 401"/>
                <a:gd name="T32" fmla="*/ 87 w 294"/>
                <a:gd name="T33" fmla="*/ 401 h 401"/>
                <a:gd name="T34" fmla="*/ 89 w 294"/>
                <a:gd name="T35" fmla="*/ 401 h 401"/>
                <a:gd name="T36" fmla="*/ 96 w 294"/>
                <a:gd name="T37" fmla="*/ 399 h 401"/>
                <a:gd name="T38" fmla="*/ 96 w 294"/>
                <a:gd name="T39" fmla="*/ 398 h 401"/>
                <a:gd name="T40" fmla="*/ 99 w 294"/>
                <a:gd name="T41" fmla="*/ 392 h 401"/>
                <a:gd name="T42" fmla="*/ 99 w 294"/>
                <a:gd name="T43" fmla="*/ 313 h 401"/>
                <a:gd name="T44" fmla="*/ 90 w 294"/>
                <a:gd name="T45" fmla="*/ 30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4" h="401">
                  <a:moveTo>
                    <a:pt x="90" y="304"/>
                  </a:moveTo>
                  <a:cubicBezTo>
                    <a:pt x="84" y="304"/>
                    <a:pt x="80" y="308"/>
                    <a:pt x="80" y="313"/>
                  </a:cubicBezTo>
                  <a:cubicBezTo>
                    <a:pt x="80" y="370"/>
                    <a:pt x="80" y="370"/>
                    <a:pt x="80" y="370"/>
                  </a:cubicBezTo>
                  <a:cubicBezTo>
                    <a:pt x="76" y="365"/>
                    <a:pt x="76" y="365"/>
                    <a:pt x="76" y="365"/>
                  </a:cubicBezTo>
                  <a:cubicBezTo>
                    <a:pt x="39" y="329"/>
                    <a:pt x="19" y="280"/>
                    <a:pt x="19" y="228"/>
                  </a:cubicBezTo>
                  <a:cubicBezTo>
                    <a:pt x="19" y="176"/>
                    <a:pt x="39" y="128"/>
                    <a:pt x="76" y="91"/>
                  </a:cubicBezTo>
                  <a:cubicBezTo>
                    <a:pt x="129" y="38"/>
                    <a:pt x="209" y="20"/>
                    <a:pt x="280" y="47"/>
                  </a:cubicBezTo>
                  <a:cubicBezTo>
                    <a:pt x="285" y="48"/>
                    <a:pt x="290" y="46"/>
                    <a:pt x="292" y="41"/>
                  </a:cubicBezTo>
                  <a:cubicBezTo>
                    <a:pt x="294" y="36"/>
                    <a:pt x="292" y="31"/>
                    <a:pt x="287" y="29"/>
                  </a:cubicBezTo>
                  <a:cubicBezTo>
                    <a:pt x="209" y="0"/>
                    <a:pt x="121" y="19"/>
                    <a:pt x="62" y="78"/>
                  </a:cubicBezTo>
                  <a:cubicBezTo>
                    <a:pt x="22" y="118"/>
                    <a:pt x="0" y="171"/>
                    <a:pt x="0" y="228"/>
                  </a:cubicBezTo>
                  <a:cubicBezTo>
                    <a:pt x="0" y="285"/>
                    <a:pt x="22" y="338"/>
                    <a:pt x="62" y="378"/>
                  </a:cubicBezTo>
                  <a:cubicBezTo>
                    <a:pt x="66" y="382"/>
                    <a:pt x="66" y="382"/>
                    <a:pt x="66" y="382"/>
                  </a:cubicBezTo>
                  <a:cubicBezTo>
                    <a:pt x="11" y="382"/>
                    <a:pt x="11" y="382"/>
                    <a:pt x="11" y="382"/>
                  </a:cubicBezTo>
                  <a:cubicBezTo>
                    <a:pt x="6" y="382"/>
                    <a:pt x="2" y="387"/>
                    <a:pt x="2" y="392"/>
                  </a:cubicBezTo>
                  <a:cubicBezTo>
                    <a:pt x="2" y="397"/>
                    <a:pt x="6" y="401"/>
                    <a:pt x="11" y="401"/>
                  </a:cubicBezTo>
                  <a:cubicBezTo>
                    <a:pt x="87" y="401"/>
                    <a:pt x="87" y="401"/>
                    <a:pt x="87" y="401"/>
                  </a:cubicBezTo>
                  <a:cubicBezTo>
                    <a:pt x="88" y="401"/>
                    <a:pt x="89" y="401"/>
                    <a:pt x="89" y="401"/>
                  </a:cubicBezTo>
                  <a:cubicBezTo>
                    <a:pt x="92" y="401"/>
                    <a:pt x="94" y="400"/>
                    <a:pt x="96" y="399"/>
                  </a:cubicBezTo>
                  <a:cubicBezTo>
                    <a:pt x="96" y="399"/>
                    <a:pt x="96" y="399"/>
                    <a:pt x="96" y="398"/>
                  </a:cubicBezTo>
                  <a:cubicBezTo>
                    <a:pt x="98" y="397"/>
                    <a:pt x="99" y="394"/>
                    <a:pt x="99" y="392"/>
                  </a:cubicBezTo>
                  <a:cubicBezTo>
                    <a:pt x="99" y="313"/>
                    <a:pt x="99" y="313"/>
                    <a:pt x="99" y="313"/>
                  </a:cubicBezTo>
                  <a:cubicBezTo>
                    <a:pt x="99" y="308"/>
                    <a:pt x="95" y="304"/>
                    <a:pt x="90" y="3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</p:grpSp>
      <p:pic>
        <p:nvPicPr>
          <p:cNvPr id="6" name="图片 5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We Do?</a:t>
            </a:r>
            <a:endParaRPr lang="en-US" dirty="0"/>
          </a:p>
        </p:txBody>
      </p:sp>
      <p:sp>
        <p:nvSpPr>
          <p:cNvPr id="46" name="Freeform 5"/>
          <p:cNvSpPr>
            <a:spLocks noEditPoints="1"/>
          </p:cNvSpPr>
          <p:nvPr/>
        </p:nvSpPr>
        <p:spPr bwMode="auto">
          <a:xfrm>
            <a:off x="3790950" y="1903016"/>
            <a:ext cx="2025650" cy="2334419"/>
          </a:xfrm>
          <a:custGeom>
            <a:avLst/>
            <a:gdLst>
              <a:gd name="T0" fmla="*/ 1275 w 2552"/>
              <a:gd name="T1" fmla="*/ 0 h 2941"/>
              <a:gd name="T2" fmla="*/ 0 w 2552"/>
              <a:gd name="T3" fmla="*/ 734 h 2941"/>
              <a:gd name="T4" fmla="*/ 0 w 2552"/>
              <a:gd name="T5" fmla="*/ 2210 h 2941"/>
              <a:gd name="T6" fmla="*/ 1275 w 2552"/>
              <a:gd name="T7" fmla="*/ 2941 h 2941"/>
              <a:gd name="T8" fmla="*/ 2552 w 2552"/>
              <a:gd name="T9" fmla="*/ 2210 h 2941"/>
              <a:gd name="T10" fmla="*/ 2552 w 2552"/>
              <a:gd name="T11" fmla="*/ 734 h 2941"/>
              <a:gd name="T12" fmla="*/ 1275 w 2552"/>
              <a:gd name="T13" fmla="*/ 0 h 2941"/>
              <a:gd name="T14" fmla="*/ 2391 w 2552"/>
              <a:gd name="T15" fmla="*/ 2117 h 2941"/>
              <a:gd name="T16" fmla="*/ 1275 w 2552"/>
              <a:gd name="T17" fmla="*/ 2757 h 2941"/>
              <a:gd name="T18" fmla="*/ 161 w 2552"/>
              <a:gd name="T19" fmla="*/ 2117 h 2941"/>
              <a:gd name="T20" fmla="*/ 161 w 2552"/>
              <a:gd name="T21" fmla="*/ 827 h 2941"/>
              <a:gd name="T22" fmla="*/ 1275 w 2552"/>
              <a:gd name="T23" fmla="*/ 187 h 2941"/>
              <a:gd name="T24" fmla="*/ 2391 w 2552"/>
              <a:gd name="T25" fmla="*/ 827 h 2941"/>
              <a:gd name="T26" fmla="*/ 2391 w 2552"/>
              <a:gd name="T27" fmla="*/ 2117 h 2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52" h="2941">
                <a:moveTo>
                  <a:pt x="1275" y="0"/>
                </a:moveTo>
                <a:lnTo>
                  <a:pt x="0" y="734"/>
                </a:lnTo>
                <a:lnTo>
                  <a:pt x="0" y="2210"/>
                </a:lnTo>
                <a:lnTo>
                  <a:pt x="1275" y="2941"/>
                </a:lnTo>
                <a:lnTo>
                  <a:pt x="2552" y="2210"/>
                </a:lnTo>
                <a:lnTo>
                  <a:pt x="2552" y="734"/>
                </a:lnTo>
                <a:lnTo>
                  <a:pt x="1275" y="0"/>
                </a:lnTo>
                <a:close/>
                <a:moveTo>
                  <a:pt x="2391" y="2117"/>
                </a:moveTo>
                <a:lnTo>
                  <a:pt x="1275" y="2757"/>
                </a:lnTo>
                <a:lnTo>
                  <a:pt x="161" y="2117"/>
                </a:lnTo>
                <a:lnTo>
                  <a:pt x="161" y="827"/>
                </a:lnTo>
                <a:lnTo>
                  <a:pt x="1275" y="187"/>
                </a:lnTo>
                <a:lnTo>
                  <a:pt x="2391" y="827"/>
                </a:lnTo>
                <a:lnTo>
                  <a:pt x="2391" y="211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587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9" name="Freeform 5"/>
          <p:cNvSpPr>
            <a:spLocks noEditPoints="1"/>
          </p:cNvSpPr>
          <p:nvPr/>
        </p:nvSpPr>
        <p:spPr bwMode="auto">
          <a:xfrm>
            <a:off x="1206500" y="1903016"/>
            <a:ext cx="2025650" cy="2334419"/>
          </a:xfrm>
          <a:custGeom>
            <a:avLst/>
            <a:gdLst>
              <a:gd name="T0" fmla="*/ 1275 w 2552"/>
              <a:gd name="T1" fmla="*/ 0 h 2941"/>
              <a:gd name="T2" fmla="*/ 0 w 2552"/>
              <a:gd name="T3" fmla="*/ 734 h 2941"/>
              <a:gd name="T4" fmla="*/ 0 w 2552"/>
              <a:gd name="T5" fmla="*/ 2210 h 2941"/>
              <a:gd name="T6" fmla="*/ 1275 w 2552"/>
              <a:gd name="T7" fmla="*/ 2941 h 2941"/>
              <a:gd name="T8" fmla="*/ 2552 w 2552"/>
              <a:gd name="T9" fmla="*/ 2210 h 2941"/>
              <a:gd name="T10" fmla="*/ 2552 w 2552"/>
              <a:gd name="T11" fmla="*/ 734 h 2941"/>
              <a:gd name="T12" fmla="*/ 1275 w 2552"/>
              <a:gd name="T13" fmla="*/ 0 h 2941"/>
              <a:gd name="T14" fmla="*/ 2391 w 2552"/>
              <a:gd name="T15" fmla="*/ 2117 h 2941"/>
              <a:gd name="T16" fmla="*/ 1275 w 2552"/>
              <a:gd name="T17" fmla="*/ 2757 h 2941"/>
              <a:gd name="T18" fmla="*/ 161 w 2552"/>
              <a:gd name="T19" fmla="*/ 2117 h 2941"/>
              <a:gd name="T20" fmla="*/ 161 w 2552"/>
              <a:gd name="T21" fmla="*/ 827 h 2941"/>
              <a:gd name="T22" fmla="*/ 1275 w 2552"/>
              <a:gd name="T23" fmla="*/ 187 h 2941"/>
              <a:gd name="T24" fmla="*/ 2391 w 2552"/>
              <a:gd name="T25" fmla="*/ 827 h 2941"/>
              <a:gd name="T26" fmla="*/ 2391 w 2552"/>
              <a:gd name="T27" fmla="*/ 2117 h 2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52" h="2941">
                <a:moveTo>
                  <a:pt x="1275" y="0"/>
                </a:moveTo>
                <a:lnTo>
                  <a:pt x="0" y="734"/>
                </a:lnTo>
                <a:lnTo>
                  <a:pt x="0" y="2210"/>
                </a:lnTo>
                <a:lnTo>
                  <a:pt x="1275" y="2941"/>
                </a:lnTo>
                <a:lnTo>
                  <a:pt x="2552" y="2210"/>
                </a:lnTo>
                <a:lnTo>
                  <a:pt x="2552" y="734"/>
                </a:lnTo>
                <a:lnTo>
                  <a:pt x="1275" y="0"/>
                </a:lnTo>
                <a:close/>
                <a:moveTo>
                  <a:pt x="2391" y="2117"/>
                </a:moveTo>
                <a:lnTo>
                  <a:pt x="1275" y="2757"/>
                </a:lnTo>
                <a:lnTo>
                  <a:pt x="161" y="2117"/>
                </a:lnTo>
                <a:lnTo>
                  <a:pt x="161" y="827"/>
                </a:lnTo>
                <a:lnTo>
                  <a:pt x="1275" y="187"/>
                </a:lnTo>
                <a:lnTo>
                  <a:pt x="2391" y="827"/>
                </a:lnTo>
                <a:lnTo>
                  <a:pt x="2391" y="211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587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2" name="Freeform 5"/>
          <p:cNvSpPr>
            <a:spLocks noEditPoints="1"/>
          </p:cNvSpPr>
          <p:nvPr/>
        </p:nvSpPr>
        <p:spPr bwMode="auto">
          <a:xfrm>
            <a:off x="6375400" y="1903016"/>
            <a:ext cx="2025650" cy="2334419"/>
          </a:xfrm>
          <a:custGeom>
            <a:avLst/>
            <a:gdLst>
              <a:gd name="T0" fmla="*/ 1275 w 2552"/>
              <a:gd name="T1" fmla="*/ 0 h 2941"/>
              <a:gd name="T2" fmla="*/ 0 w 2552"/>
              <a:gd name="T3" fmla="*/ 734 h 2941"/>
              <a:gd name="T4" fmla="*/ 0 w 2552"/>
              <a:gd name="T5" fmla="*/ 2210 h 2941"/>
              <a:gd name="T6" fmla="*/ 1275 w 2552"/>
              <a:gd name="T7" fmla="*/ 2941 h 2941"/>
              <a:gd name="T8" fmla="*/ 2552 w 2552"/>
              <a:gd name="T9" fmla="*/ 2210 h 2941"/>
              <a:gd name="T10" fmla="*/ 2552 w 2552"/>
              <a:gd name="T11" fmla="*/ 734 h 2941"/>
              <a:gd name="T12" fmla="*/ 1275 w 2552"/>
              <a:gd name="T13" fmla="*/ 0 h 2941"/>
              <a:gd name="T14" fmla="*/ 2391 w 2552"/>
              <a:gd name="T15" fmla="*/ 2117 h 2941"/>
              <a:gd name="T16" fmla="*/ 1275 w 2552"/>
              <a:gd name="T17" fmla="*/ 2757 h 2941"/>
              <a:gd name="T18" fmla="*/ 161 w 2552"/>
              <a:gd name="T19" fmla="*/ 2117 h 2941"/>
              <a:gd name="T20" fmla="*/ 161 w 2552"/>
              <a:gd name="T21" fmla="*/ 827 h 2941"/>
              <a:gd name="T22" fmla="*/ 1275 w 2552"/>
              <a:gd name="T23" fmla="*/ 187 h 2941"/>
              <a:gd name="T24" fmla="*/ 2391 w 2552"/>
              <a:gd name="T25" fmla="*/ 827 h 2941"/>
              <a:gd name="T26" fmla="*/ 2391 w 2552"/>
              <a:gd name="T27" fmla="*/ 2117 h 2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52" h="2941">
                <a:moveTo>
                  <a:pt x="1275" y="0"/>
                </a:moveTo>
                <a:lnTo>
                  <a:pt x="0" y="734"/>
                </a:lnTo>
                <a:lnTo>
                  <a:pt x="0" y="2210"/>
                </a:lnTo>
                <a:lnTo>
                  <a:pt x="1275" y="2941"/>
                </a:lnTo>
                <a:lnTo>
                  <a:pt x="2552" y="2210"/>
                </a:lnTo>
                <a:lnTo>
                  <a:pt x="2552" y="734"/>
                </a:lnTo>
                <a:lnTo>
                  <a:pt x="1275" y="0"/>
                </a:lnTo>
                <a:close/>
                <a:moveTo>
                  <a:pt x="2391" y="2117"/>
                </a:moveTo>
                <a:lnTo>
                  <a:pt x="1275" y="2757"/>
                </a:lnTo>
                <a:lnTo>
                  <a:pt x="161" y="2117"/>
                </a:lnTo>
                <a:lnTo>
                  <a:pt x="161" y="827"/>
                </a:lnTo>
                <a:lnTo>
                  <a:pt x="1275" y="187"/>
                </a:lnTo>
                <a:lnTo>
                  <a:pt x="2391" y="827"/>
                </a:lnTo>
                <a:lnTo>
                  <a:pt x="2391" y="211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587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5" name="Freeform 5"/>
          <p:cNvSpPr>
            <a:spLocks noEditPoints="1"/>
          </p:cNvSpPr>
          <p:nvPr/>
        </p:nvSpPr>
        <p:spPr bwMode="auto">
          <a:xfrm>
            <a:off x="8959850" y="1903016"/>
            <a:ext cx="2025650" cy="2334419"/>
          </a:xfrm>
          <a:custGeom>
            <a:avLst/>
            <a:gdLst>
              <a:gd name="T0" fmla="*/ 1275 w 2552"/>
              <a:gd name="T1" fmla="*/ 0 h 2941"/>
              <a:gd name="T2" fmla="*/ 0 w 2552"/>
              <a:gd name="T3" fmla="*/ 734 h 2941"/>
              <a:gd name="T4" fmla="*/ 0 w 2552"/>
              <a:gd name="T5" fmla="*/ 2210 h 2941"/>
              <a:gd name="T6" fmla="*/ 1275 w 2552"/>
              <a:gd name="T7" fmla="*/ 2941 h 2941"/>
              <a:gd name="T8" fmla="*/ 2552 w 2552"/>
              <a:gd name="T9" fmla="*/ 2210 h 2941"/>
              <a:gd name="T10" fmla="*/ 2552 w 2552"/>
              <a:gd name="T11" fmla="*/ 734 h 2941"/>
              <a:gd name="T12" fmla="*/ 1275 w 2552"/>
              <a:gd name="T13" fmla="*/ 0 h 2941"/>
              <a:gd name="T14" fmla="*/ 2391 w 2552"/>
              <a:gd name="T15" fmla="*/ 2117 h 2941"/>
              <a:gd name="T16" fmla="*/ 1275 w 2552"/>
              <a:gd name="T17" fmla="*/ 2757 h 2941"/>
              <a:gd name="T18" fmla="*/ 161 w 2552"/>
              <a:gd name="T19" fmla="*/ 2117 h 2941"/>
              <a:gd name="T20" fmla="*/ 161 w 2552"/>
              <a:gd name="T21" fmla="*/ 827 h 2941"/>
              <a:gd name="T22" fmla="*/ 1275 w 2552"/>
              <a:gd name="T23" fmla="*/ 187 h 2941"/>
              <a:gd name="T24" fmla="*/ 2391 w 2552"/>
              <a:gd name="T25" fmla="*/ 827 h 2941"/>
              <a:gd name="T26" fmla="*/ 2391 w 2552"/>
              <a:gd name="T27" fmla="*/ 2117 h 2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52" h="2941">
                <a:moveTo>
                  <a:pt x="1275" y="0"/>
                </a:moveTo>
                <a:lnTo>
                  <a:pt x="0" y="734"/>
                </a:lnTo>
                <a:lnTo>
                  <a:pt x="0" y="2210"/>
                </a:lnTo>
                <a:lnTo>
                  <a:pt x="1275" y="2941"/>
                </a:lnTo>
                <a:lnTo>
                  <a:pt x="2552" y="2210"/>
                </a:lnTo>
                <a:lnTo>
                  <a:pt x="2552" y="734"/>
                </a:lnTo>
                <a:lnTo>
                  <a:pt x="1275" y="0"/>
                </a:lnTo>
                <a:close/>
                <a:moveTo>
                  <a:pt x="2391" y="2117"/>
                </a:moveTo>
                <a:lnTo>
                  <a:pt x="1275" y="2757"/>
                </a:lnTo>
                <a:lnTo>
                  <a:pt x="161" y="2117"/>
                </a:lnTo>
                <a:lnTo>
                  <a:pt x="161" y="827"/>
                </a:lnTo>
                <a:lnTo>
                  <a:pt x="1275" y="187"/>
                </a:lnTo>
                <a:lnTo>
                  <a:pt x="2391" y="827"/>
                </a:lnTo>
                <a:lnTo>
                  <a:pt x="2391" y="211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587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5" name="Freeform 44"/>
          <p:cNvSpPr/>
          <p:nvPr/>
        </p:nvSpPr>
        <p:spPr bwMode="auto">
          <a:xfrm>
            <a:off x="4044299" y="2194070"/>
            <a:ext cx="1518953" cy="17523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1" name="Freeform 21"/>
          <p:cNvSpPr>
            <a:spLocks noEditPoints="1"/>
          </p:cNvSpPr>
          <p:nvPr/>
        </p:nvSpPr>
        <p:spPr bwMode="auto">
          <a:xfrm>
            <a:off x="4643865" y="2777236"/>
            <a:ext cx="319820" cy="585979"/>
          </a:xfrm>
          <a:custGeom>
            <a:avLst/>
            <a:gdLst>
              <a:gd name="T0" fmla="*/ 96 w 193"/>
              <a:gd name="T1" fmla="*/ 329 h 353"/>
              <a:gd name="T2" fmla="*/ 105 w 193"/>
              <a:gd name="T3" fmla="*/ 321 h 353"/>
              <a:gd name="T4" fmla="*/ 96 w 193"/>
              <a:gd name="T5" fmla="*/ 313 h 353"/>
              <a:gd name="T6" fmla="*/ 88 w 193"/>
              <a:gd name="T7" fmla="*/ 321 h 353"/>
              <a:gd name="T8" fmla="*/ 96 w 193"/>
              <a:gd name="T9" fmla="*/ 329 h 353"/>
              <a:gd name="T10" fmla="*/ 161 w 193"/>
              <a:gd name="T11" fmla="*/ 0 h 353"/>
              <a:gd name="T12" fmla="*/ 32 w 193"/>
              <a:gd name="T13" fmla="*/ 0 h 353"/>
              <a:gd name="T14" fmla="*/ 0 w 193"/>
              <a:gd name="T15" fmla="*/ 32 h 353"/>
              <a:gd name="T16" fmla="*/ 0 w 193"/>
              <a:gd name="T17" fmla="*/ 321 h 353"/>
              <a:gd name="T18" fmla="*/ 32 w 193"/>
              <a:gd name="T19" fmla="*/ 353 h 353"/>
              <a:gd name="T20" fmla="*/ 161 w 193"/>
              <a:gd name="T21" fmla="*/ 353 h 353"/>
              <a:gd name="T22" fmla="*/ 193 w 193"/>
              <a:gd name="T23" fmla="*/ 321 h 353"/>
              <a:gd name="T24" fmla="*/ 193 w 193"/>
              <a:gd name="T25" fmla="*/ 32 h 353"/>
              <a:gd name="T26" fmla="*/ 161 w 193"/>
              <a:gd name="T27" fmla="*/ 0 h 353"/>
              <a:gd name="T28" fmla="*/ 177 w 193"/>
              <a:gd name="T29" fmla="*/ 321 h 353"/>
              <a:gd name="T30" fmla="*/ 161 w 193"/>
              <a:gd name="T31" fmla="*/ 337 h 353"/>
              <a:gd name="T32" fmla="*/ 32 w 193"/>
              <a:gd name="T33" fmla="*/ 337 h 353"/>
              <a:gd name="T34" fmla="*/ 16 w 193"/>
              <a:gd name="T35" fmla="*/ 321 h 353"/>
              <a:gd name="T36" fmla="*/ 16 w 193"/>
              <a:gd name="T37" fmla="*/ 305 h 353"/>
              <a:gd name="T38" fmla="*/ 177 w 193"/>
              <a:gd name="T39" fmla="*/ 305 h 353"/>
              <a:gd name="T40" fmla="*/ 177 w 193"/>
              <a:gd name="T41" fmla="*/ 321 h 353"/>
              <a:gd name="T42" fmla="*/ 177 w 193"/>
              <a:gd name="T43" fmla="*/ 289 h 353"/>
              <a:gd name="T44" fmla="*/ 16 w 193"/>
              <a:gd name="T45" fmla="*/ 289 h 353"/>
              <a:gd name="T46" fmla="*/ 16 w 193"/>
              <a:gd name="T47" fmla="*/ 64 h 353"/>
              <a:gd name="T48" fmla="*/ 177 w 193"/>
              <a:gd name="T49" fmla="*/ 64 h 353"/>
              <a:gd name="T50" fmla="*/ 177 w 193"/>
              <a:gd name="T51" fmla="*/ 289 h 353"/>
              <a:gd name="T52" fmla="*/ 177 w 193"/>
              <a:gd name="T53" fmla="*/ 48 h 353"/>
              <a:gd name="T54" fmla="*/ 16 w 193"/>
              <a:gd name="T55" fmla="*/ 48 h 353"/>
              <a:gd name="T56" fmla="*/ 16 w 193"/>
              <a:gd name="T57" fmla="*/ 32 h 353"/>
              <a:gd name="T58" fmla="*/ 32 w 193"/>
              <a:gd name="T59" fmla="*/ 16 h 353"/>
              <a:gd name="T60" fmla="*/ 161 w 193"/>
              <a:gd name="T61" fmla="*/ 16 h 353"/>
              <a:gd name="T62" fmla="*/ 177 w 193"/>
              <a:gd name="T63" fmla="*/ 32 h 353"/>
              <a:gd name="T64" fmla="*/ 177 w 193"/>
              <a:gd name="T65" fmla="*/ 48 h 353"/>
              <a:gd name="T66" fmla="*/ 105 w 193"/>
              <a:gd name="T67" fmla="*/ 24 h 353"/>
              <a:gd name="T68" fmla="*/ 88 w 193"/>
              <a:gd name="T69" fmla="*/ 24 h 353"/>
              <a:gd name="T70" fmla="*/ 80 w 193"/>
              <a:gd name="T71" fmla="*/ 32 h 353"/>
              <a:gd name="T72" fmla="*/ 88 w 193"/>
              <a:gd name="T73" fmla="*/ 40 h 353"/>
              <a:gd name="T74" fmla="*/ 105 w 193"/>
              <a:gd name="T75" fmla="*/ 40 h 353"/>
              <a:gd name="T76" fmla="*/ 113 w 193"/>
              <a:gd name="T77" fmla="*/ 32 h 353"/>
              <a:gd name="T78" fmla="*/ 105 w 193"/>
              <a:gd name="T79" fmla="*/ 24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93" h="353">
                <a:moveTo>
                  <a:pt x="96" y="329"/>
                </a:moveTo>
                <a:cubicBezTo>
                  <a:pt x="101" y="329"/>
                  <a:pt x="105" y="326"/>
                  <a:pt x="105" y="321"/>
                </a:cubicBezTo>
                <a:cubicBezTo>
                  <a:pt x="105" y="317"/>
                  <a:pt x="101" y="313"/>
                  <a:pt x="96" y="313"/>
                </a:cubicBezTo>
                <a:cubicBezTo>
                  <a:pt x="92" y="313"/>
                  <a:pt x="88" y="317"/>
                  <a:pt x="88" y="321"/>
                </a:cubicBezTo>
                <a:cubicBezTo>
                  <a:pt x="88" y="326"/>
                  <a:pt x="92" y="329"/>
                  <a:pt x="96" y="329"/>
                </a:cubicBezTo>
                <a:moveTo>
                  <a:pt x="161" y="0"/>
                </a:moveTo>
                <a:cubicBezTo>
                  <a:pt x="32" y="0"/>
                  <a:pt x="32" y="0"/>
                  <a:pt x="32" y="0"/>
                </a:cubicBezTo>
                <a:cubicBezTo>
                  <a:pt x="15" y="0"/>
                  <a:pt x="0" y="14"/>
                  <a:pt x="0" y="32"/>
                </a:cubicBezTo>
                <a:cubicBezTo>
                  <a:pt x="0" y="321"/>
                  <a:pt x="0" y="321"/>
                  <a:pt x="0" y="321"/>
                </a:cubicBezTo>
                <a:cubicBezTo>
                  <a:pt x="0" y="339"/>
                  <a:pt x="15" y="353"/>
                  <a:pt x="32" y="353"/>
                </a:cubicBezTo>
                <a:cubicBezTo>
                  <a:pt x="161" y="353"/>
                  <a:pt x="161" y="353"/>
                  <a:pt x="161" y="353"/>
                </a:cubicBezTo>
                <a:cubicBezTo>
                  <a:pt x="178" y="353"/>
                  <a:pt x="193" y="339"/>
                  <a:pt x="193" y="321"/>
                </a:cubicBezTo>
                <a:cubicBezTo>
                  <a:pt x="193" y="32"/>
                  <a:pt x="193" y="32"/>
                  <a:pt x="193" y="32"/>
                </a:cubicBezTo>
                <a:cubicBezTo>
                  <a:pt x="193" y="14"/>
                  <a:pt x="178" y="0"/>
                  <a:pt x="161" y="0"/>
                </a:cubicBezTo>
                <a:moveTo>
                  <a:pt x="177" y="321"/>
                </a:moveTo>
                <a:cubicBezTo>
                  <a:pt x="177" y="330"/>
                  <a:pt x="170" y="337"/>
                  <a:pt x="161" y="337"/>
                </a:cubicBezTo>
                <a:cubicBezTo>
                  <a:pt x="32" y="337"/>
                  <a:pt x="32" y="337"/>
                  <a:pt x="32" y="337"/>
                </a:cubicBezTo>
                <a:cubicBezTo>
                  <a:pt x="23" y="337"/>
                  <a:pt x="16" y="330"/>
                  <a:pt x="16" y="321"/>
                </a:cubicBezTo>
                <a:cubicBezTo>
                  <a:pt x="16" y="305"/>
                  <a:pt x="16" y="305"/>
                  <a:pt x="16" y="305"/>
                </a:cubicBezTo>
                <a:cubicBezTo>
                  <a:pt x="177" y="305"/>
                  <a:pt x="177" y="305"/>
                  <a:pt x="177" y="305"/>
                </a:cubicBezTo>
                <a:lnTo>
                  <a:pt x="177" y="321"/>
                </a:lnTo>
                <a:close/>
                <a:moveTo>
                  <a:pt x="177" y="289"/>
                </a:moveTo>
                <a:cubicBezTo>
                  <a:pt x="16" y="289"/>
                  <a:pt x="16" y="289"/>
                  <a:pt x="16" y="289"/>
                </a:cubicBezTo>
                <a:cubicBezTo>
                  <a:pt x="16" y="64"/>
                  <a:pt x="16" y="64"/>
                  <a:pt x="16" y="64"/>
                </a:cubicBezTo>
                <a:cubicBezTo>
                  <a:pt x="177" y="64"/>
                  <a:pt x="177" y="64"/>
                  <a:pt x="177" y="64"/>
                </a:cubicBezTo>
                <a:lnTo>
                  <a:pt x="177" y="289"/>
                </a:lnTo>
                <a:close/>
                <a:moveTo>
                  <a:pt x="177" y="48"/>
                </a:moveTo>
                <a:cubicBezTo>
                  <a:pt x="16" y="48"/>
                  <a:pt x="16" y="48"/>
                  <a:pt x="16" y="48"/>
                </a:cubicBezTo>
                <a:cubicBezTo>
                  <a:pt x="16" y="32"/>
                  <a:pt x="16" y="32"/>
                  <a:pt x="16" y="32"/>
                </a:cubicBezTo>
                <a:cubicBezTo>
                  <a:pt x="16" y="23"/>
                  <a:pt x="23" y="16"/>
                  <a:pt x="32" y="16"/>
                </a:cubicBezTo>
                <a:cubicBezTo>
                  <a:pt x="161" y="16"/>
                  <a:pt x="161" y="16"/>
                  <a:pt x="161" y="16"/>
                </a:cubicBezTo>
                <a:cubicBezTo>
                  <a:pt x="170" y="16"/>
                  <a:pt x="177" y="23"/>
                  <a:pt x="177" y="32"/>
                </a:cubicBezTo>
                <a:lnTo>
                  <a:pt x="177" y="48"/>
                </a:lnTo>
                <a:close/>
                <a:moveTo>
                  <a:pt x="105" y="24"/>
                </a:moveTo>
                <a:cubicBezTo>
                  <a:pt x="88" y="24"/>
                  <a:pt x="88" y="24"/>
                  <a:pt x="88" y="24"/>
                </a:cubicBezTo>
                <a:cubicBezTo>
                  <a:pt x="84" y="24"/>
                  <a:pt x="80" y="28"/>
                  <a:pt x="80" y="32"/>
                </a:cubicBezTo>
                <a:cubicBezTo>
                  <a:pt x="80" y="37"/>
                  <a:pt x="84" y="40"/>
                  <a:pt x="88" y="40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9" y="40"/>
                  <a:pt x="113" y="37"/>
                  <a:pt x="113" y="32"/>
                </a:cubicBezTo>
                <a:cubicBezTo>
                  <a:pt x="113" y="28"/>
                  <a:pt x="109" y="24"/>
                  <a:pt x="105" y="24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1" name="Freeform 50"/>
          <p:cNvSpPr/>
          <p:nvPr/>
        </p:nvSpPr>
        <p:spPr bwMode="auto">
          <a:xfrm>
            <a:off x="6628749" y="2194070"/>
            <a:ext cx="1518953" cy="17523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2" name="Freeform 33"/>
          <p:cNvSpPr>
            <a:spLocks noEditPoints="1"/>
          </p:cNvSpPr>
          <p:nvPr/>
        </p:nvSpPr>
        <p:spPr bwMode="auto">
          <a:xfrm>
            <a:off x="7102754" y="2830898"/>
            <a:ext cx="585979" cy="478655"/>
          </a:xfrm>
          <a:custGeom>
            <a:avLst/>
            <a:gdLst>
              <a:gd name="T0" fmla="*/ 216 w 353"/>
              <a:gd name="T1" fmla="*/ 48 h 289"/>
              <a:gd name="T2" fmla="*/ 216 w 353"/>
              <a:gd name="T3" fmla="*/ 32 h 289"/>
              <a:gd name="T4" fmla="*/ 128 w 353"/>
              <a:gd name="T5" fmla="*/ 40 h 289"/>
              <a:gd name="T6" fmla="*/ 176 w 353"/>
              <a:gd name="T7" fmla="*/ 112 h 289"/>
              <a:gd name="T8" fmla="*/ 176 w 353"/>
              <a:gd name="T9" fmla="*/ 208 h 289"/>
              <a:gd name="T10" fmla="*/ 176 w 353"/>
              <a:gd name="T11" fmla="*/ 112 h 289"/>
              <a:gd name="T12" fmla="*/ 144 w 353"/>
              <a:gd name="T13" fmla="*/ 160 h 289"/>
              <a:gd name="T14" fmla="*/ 208 w 353"/>
              <a:gd name="T15" fmla="*/ 160 h 289"/>
              <a:gd name="T16" fmla="*/ 176 w 353"/>
              <a:gd name="T17" fmla="*/ 80 h 289"/>
              <a:gd name="T18" fmla="*/ 176 w 353"/>
              <a:gd name="T19" fmla="*/ 240 h 289"/>
              <a:gd name="T20" fmla="*/ 176 w 353"/>
              <a:gd name="T21" fmla="*/ 80 h 289"/>
              <a:gd name="T22" fmla="*/ 112 w 353"/>
              <a:gd name="T23" fmla="*/ 160 h 289"/>
              <a:gd name="T24" fmla="*/ 240 w 353"/>
              <a:gd name="T25" fmla="*/ 160 h 289"/>
              <a:gd name="T26" fmla="*/ 297 w 353"/>
              <a:gd name="T27" fmla="*/ 128 h 289"/>
              <a:gd name="T28" fmla="*/ 297 w 353"/>
              <a:gd name="T29" fmla="*/ 144 h 289"/>
              <a:gd name="T30" fmla="*/ 297 w 353"/>
              <a:gd name="T31" fmla="*/ 128 h 289"/>
              <a:gd name="T32" fmla="*/ 272 w 353"/>
              <a:gd name="T33" fmla="*/ 88 h 289"/>
              <a:gd name="T34" fmla="*/ 321 w 353"/>
              <a:gd name="T35" fmla="*/ 88 h 289"/>
              <a:gd name="T36" fmla="*/ 297 w 353"/>
              <a:gd name="T37" fmla="*/ 96 h 289"/>
              <a:gd name="T38" fmla="*/ 297 w 353"/>
              <a:gd name="T39" fmla="*/ 80 h 289"/>
              <a:gd name="T40" fmla="*/ 297 w 353"/>
              <a:gd name="T41" fmla="*/ 96 h 289"/>
              <a:gd name="T42" fmla="*/ 289 w 353"/>
              <a:gd name="T43" fmla="*/ 32 h 289"/>
              <a:gd name="T44" fmla="*/ 176 w 353"/>
              <a:gd name="T45" fmla="*/ 0 h 289"/>
              <a:gd name="T46" fmla="*/ 64 w 353"/>
              <a:gd name="T47" fmla="*/ 32 h 289"/>
              <a:gd name="T48" fmla="*/ 0 w 353"/>
              <a:gd name="T49" fmla="*/ 64 h 289"/>
              <a:gd name="T50" fmla="*/ 32 w 353"/>
              <a:gd name="T51" fmla="*/ 289 h 289"/>
              <a:gd name="T52" fmla="*/ 353 w 353"/>
              <a:gd name="T53" fmla="*/ 256 h 289"/>
              <a:gd name="T54" fmla="*/ 321 w 353"/>
              <a:gd name="T55" fmla="*/ 32 h 289"/>
              <a:gd name="T56" fmla="*/ 267 w 353"/>
              <a:gd name="T57" fmla="*/ 192 h 289"/>
              <a:gd name="T58" fmla="*/ 337 w 353"/>
              <a:gd name="T59" fmla="*/ 208 h 289"/>
              <a:gd name="T60" fmla="*/ 321 w 353"/>
              <a:gd name="T61" fmla="*/ 272 h 289"/>
              <a:gd name="T62" fmla="*/ 16 w 353"/>
              <a:gd name="T63" fmla="*/ 256 h 289"/>
              <a:gd name="T64" fmla="*/ 93 w 353"/>
              <a:gd name="T65" fmla="*/ 208 h 289"/>
              <a:gd name="T66" fmla="*/ 16 w 353"/>
              <a:gd name="T67" fmla="*/ 192 h 289"/>
              <a:gd name="T68" fmla="*/ 32 w 353"/>
              <a:gd name="T69" fmla="*/ 48 h 289"/>
              <a:gd name="T70" fmla="*/ 120 w 353"/>
              <a:gd name="T71" fmla="*/ 16 h 289"/>
              <a:gd name="T72" fmla="*/ 232 w 353"/>
              <a:gd name="T73" fmla="*/ 16 h 289"/>
              <a:gd name="T74" fmla="*/ 321 w 353"/>
              <a:gd name="T75" fmla="*/ 48 h 289"/>
              <a:gd name="T76" fmla="*/ 337 w 353"/>
              <a:gd name="T77" fmla="*/ 192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53" h="289">
                <a:moveTo>
                  <a:pt x="136" y="48"/>
                </a:moveTo>
                <a:cubicBezTo>
                  <a:pt x="216" y="48"/>
                  <a:pt x="216" y="48"/>
                  <a:pt x="216" y="48"/>
                </a:cubicBezTo>
                <a:cubicBezTo>
                  <a:pt x="221" y="48"/>
                  <a:pt x="224" y="44"/>
                  <a:pt x="224" y="40"/>
                </a:cubicBezTo>
                <a:cubicBezTo>
                  <a:pt x="224" y="35"/>
                  <a:pt x="221" y="32"/>
                  <a:pt x="216" y="32"/>
                </a:cubicBezTo>
                <a:cubicBezTo>
                  <a:pt x="136" y="32"/>
                  <a:pt x="136" y="32"/>
                  <a:pt x="136" y="32"/>
                </a:cubicBezTo>
                <a:cubicBezTo>
                  <a:pt x="132" y="32"/>
                  <a:pt x="128" y="35"/>
                  <a:pt x="128" y="40"/>
                </a:cubicBezTo>
                <a:cubicBezTo>
                  <a:pt x="128" y="44"/>
                  <a:pt x="132" y="48"/>
                  <a:pt x="136" y="48"/>
                </a:cubicBezTo>
                <a:moveTo>
                  <a:pt x="176" y="112"/>
                </a:moveTo>
                <a:cubicBezTo>
                  <a:pt x="150" y="112"/>
                  <a:pt x="128" y="133"/>
                  <a:pt x="128" y="160"/>
                </a:cubicBezTo>
                <a:cubicBezTo>
                  <a:pt x="128" y="187"/>
                  <a:pt x="150" y="208"/>
                  <a:pt x="176" y="208"/>
                </a:cubicBezTo>
                <a:cubicBezTo>
                  <a:pt x="203" y="208"/>
                  <a:pt x="224" y="187"/>
                  <a:pt x="224" y="160"/>
                </a:cubicBezTo>
                <a:cubicBezTo>
                  <a:pt x="224" y="133"/>
                  <a:pt x="203" y="112"/>
                  <a:pt x="176" y="112"/>
                </a:cubicBezTo>
                <a:moveTo>
                  <a:pt x="176" y="192"/>
                </a:moveTo>
                <a:cubicBezTo>
                  <a:pt x="158" y="192"/>
                  <a:pt x="144" y="178"/>
                  <a:pt x="144" y="160"/>
                </a:cubicBezTo>
                <a:cubicBezTo>
                  <a:pt x="144" y="142"/>
                  <a:pt x="158" y="128"/>
                  <a:pt x="176" y="128"/>
                </a:cubicBezTo>
                <a:cubicBezTo>
                  <a:pt x="194" y="128"/>
                  <a:pt x="208" y="142"/>
                  <a:pt x="208" y="160"/>
                </a:cubicBezTo>
                <a:cubicBezTo>
                  <a:pt x="208" y="178"/>
                  <a:pt x="194" y="192"/>
                  <a:pt x="176" y="192"/>
                </a:cubicBezTo>
                <a:moveTo>
                  <a:pt x="176" y="80"/>
                </a:moveTo>
                <a:cubicBezTo>
                  <a:pt x="132" y="80"/>
                  <a:pt x="96" y="116"/>
                  <a:pt x="96" y="160"/>
                </a:cubicBezTo>
                <a:cubicBezTo>
                  <a:pt x="96" y="204"/>
                  <a:pt x="132" y="240"/>
                  <a:pt x="176" y="240"/>
                </a:cubicBezTo>
                <a:cubicBezTo>
                  <a:pt x="221" y="240"/>
                  <a:pt x="256" y="204"/>
                  <a:pt x="256" y="160"/>
                </a:cubicBezTo>
                <a:cubicBezTo>
                  <a:pt x="256" y="116"/>
                  <a:pt x="221" y="80"/>
                  <a:pt x="176" y="80"/>
                </a:cubicBezTo>
                <a:moveTo>
                  <a:pt x="176" y="224"/>
                </a:moveTo>
                <a:cubicBezTo>
                  <a:pt x="141" y="224"/>
                  <a:pt x="112" y="196"/>
                  <a:pt x="112" y="160"/>
                </a:cubicBezTo>
                <a:cubicBezTo>
                  <a:pt x="112" y="125"/>
                  <a:pt x="141" y="96"/>
                  <a:pt x="176" y="96"/>
                </a:cubicBezTo>
                <a:cubicBezTo>
                  <a:pt x="212" y="96"/>
                  <a:pt x="240" y="125"/>
                  <a:pt x="240" y="160"/>
                </a:cubicBezTo>
                <a:cubicBezTo>
                  <a:pt x="240" y="196"/>
                  <a:pt x="212" y="224"/>
                  <a:pt x="176" y="224"/>
                </a:cubicBezTo>
                <a:moveTo>
                  <a:pt x="297" y="128"/>
                </a:moveTo>
                <a:cubicBezTo>
                  <a:pt x="292" y="128"/>
                  <a:pt x="289" y="132"/>
                  <a:pt x="289" y="136"/>
                </a:cubicBezTo>
                <a:cubicBezTo>
                  <a:pt x="289" y="140"/>
                  <a:pt x="292" y="144"/>
                  <a:pt x="297" y="144"/>
                </a:cubicBezTo>
                <a:cubicBezTo>
                  <a:pt x="301" y="144"/>
                  <a:pt x="305" y="140"/>
                  <a:pt x="305" y="136"/>
                </a:cubicBezTo>
                <a:cubicBezTo>
                  <a:pt x="305" y="132"/>
                  <a:pt x="301" y="128"/>
                  <a:pt x="297" y="128"/>
                </a:cubicBezTo>
                <a:moveTo>
                  <a:pt x="297" y="64"/>
                </a:moveTo>
                <a:cubicBezTo>
                  <a:pt x="283" y="64"/>
                  <a:pt x="272" y="75"/>
                  <a:pt x="272" y="88"/>
                </a:cubicBezTo>
                <a:cubicBezTo>
                  <a:pt x="272" y="101"/>
                  <a:pt x="283" y="112"/>
                  <a:pt x="297" y="112"/>
                </a:cubicBezTo>
                <a:cubicBezTo>
                  <a:pt x="310" y="112"/>
                  <a:pt x="321" y="101"/>
                  <a:pt x="321" y="88"/>
                </a:cubicBezTo>
                <a:cubicBezTo>
                  <a:pt x="321" y="75"/>
                  <a:pt x="310" y="64"/>
                  <a:pt x="297" y="64"/>
                </a:cubicBezTo>
                <a:moveTo>
                  <a:pt x="297" y="96"/>
                </a:moveTo>
                <a:cubicBezTo>
                  <a:pt x="292" y="96"/>
                  <a:pt x="289" y="92"/>
                  <a:pt x="289" y="88"/>
                </a:cubicBezTo>
                <a:cubicBezTo>
                  <a:pt x="289" y="83"/>
                  <a:pt x="292" y="80"/>
                  <a:pt x="297" y="80"/>
                </a:cubicBezTo>
                <a:cubicBezTo>
                  <a:pt x="301" y="80"/>
                  <a:pt x="305" y="83"/>
                  <a:pt x="305" y="88"/>
                </a:cubicBezTo>
                <a:cubicBezTo>
                  <a:pt x="305" y="92"/>
                  <a:pt x="301" y="96"/>
                  <a:pt x="297" y="96"/>
                </a:cubicBezTo>
                <a:moveTo>
                  <a:pt x="321" y="32"/>
                </a:moveTo>
                <a:cubicBezTo>
                  <a:pt x="289" y="32"/>
                  <a:pt x="289" y="32"/>
                  <a:pt x="289" y="32"/>
                </a:cubicBezTo>
                <a:cubicBezTo>
                  <a:pt x="264" y="32"/>
                  <a:pt x="264" y="0"/>
                  <a:pt x="232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20" y="0"/>
                  <a:pt x="120" y="0"/>
                  <a:pt x="120" y="0"/>
                </a:cubicBezTo>
                <a:cubicBezTo>
                  <a:pt x="88" y="0"/>
                  <a:pt x="88" y="32"/>
                  <a:pt x="64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cubicBezTo>
                  <a:pt x="0" y="256"/>
                  <a:pt x="0" y="256"/>
                  <a:pt x="0" y="256"/>
                </a:cubicBezTo>
                <a:cubicBezTo>
                  <a:pt x="0" y="274"/>
                  <a:pt x="14" y="289"/>
                  <a:pt x="32" y="289"/>
                </a:cubicBezTo>
                <a:cubicBezTo>
                  <a:pt x="321" y="289"/>
                  <a:pt x="321" y="289"/>
                  <a:pt x="321" y="289"/>
                </a:cubicBezTo>
                <a:cubicBezTo>
                  <a:pt x="338" y="289"/>
                  <a:pt x="353" y="274"/>
                  <a:pt x="353" y="256"/>
                </a:cubicBezTo>
                <a:cubicBezTo>
                  <a:pt x="353" y="64"/>
                  <a:pt x="353" y="64"/>
                  <a:pt x="353" y="64"/>
                </a:cubicBezTo>
                <a:cubicBezTo>
                  <a:pt x="353" y="46"/>
                  <a:pt x="338" y="32"/>
                  <a:pt x="321" y="32"/>
                </a:cubicBezTo>
                <a:moveTo>
                  <a:pt x="337" y="192"/>
                </a:moveTo>
                <a:cubicBezTo>
                  <a:pt x="267" y="192"/>
                  <a:pt x="267" y="192"/>
                  <a:pt x="267" y="192"/>
                </a:cubicBezTo>
                <a:cubicBezTo>
                  <a:pt x="265" y="198"/>
                  <a:pt x="262" y="203"/>
                  <a:pt x="260" y="208"/>
                </a:cubicBezTo>
                <a:cubicBezTo>
                  <a:pt x="337" y="208"/>
                  <a:pt x="337" y="208"/>
                  <a:pt x="337" y="208"/>
                </a:cubicBezTo>
                <a:cubicBezTo>
                  <a:pt x="337" y="256"/>
                  <a:pt x="337" y="256"/>
                  <a:pt x="337" y="256"/>
                </a:cubicBezTo>
                <a:cubicBezTo>
                  <a:pt x="337" y="265"/>
                  <a:pt x="330" y="272"/>
                  <a:pt x="321" y="272"/>
                </a:cubicBezTo>
                <a:cubicBezTo>
                  <a:pt x="32" y="272"/>
                  <a:pt x="32" y="272"/>
                  <a:pt x="32" y="272"/>
                </a:cubicBezTo>
                <a:cubicBezTo>
                  <a:pt x="23" y="272"/>
                  <a:pt x="16" y="265"/>
                  <a:pt x="16" y="256"/>
                </a:cubicBezTo>
                <a:cubicBezTo>
                  <a:pt x="16" y="208"/>
                  <a:pt x="16" y="208"/>
                  <a:pt x="16" y="208"/>
                </a:cubicBezTo>
                <a:cubicBezTo>
                  <a:pt x="93" y="208"/>
                  <a:pt x="93" y="208"/>
                  <a:pt x="93" y="208"/>
                </a:cubicBezTo>
                <a:cubicBezTo>
                  <a:pt x="90" y="203"/>
                  <a:pt x="87" y="198"/>
                  <a:pt x="85" y="192"/>
                </a:cubicBezTo>
                <a:cubicBezTo>
                  <a:pt x="16" y="192"/>
                  <a:pt x="16" y="192"/>
                  <a:pt x="16" y="192"/>
                </a:cubicBezTo>
                <a:cubicBezTo>
                  <a:pt x="16" y="64"/>
                  <a:pt x="16" y="64"/>
                  <a:pt x="16" y="64"/>
                </a:cubicBezTo>
                <a:cubicBezTo>
                  <a:pt x="16" y="55"/>
                  <a:pt x="23" y="48"/>
                  <a:pt x="32" y="48"/>
                </a:cubicBezTo>
                <a:cubicBezTo>
                  <a:pt x="64" y="48"/>
                  <a:pt x="64" y="48"/>
                  <a:pt x="64" y="48"/>
                </a:cubicBezTo>
                <a:cubicBezTo>
                  <a:pt x="96" y="48"/>
                  <a:pt x="96" y="16"/>
                  <a:pt x="120" y="16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232" y="16"/>
                  <a:pt x="232" y="16"/>
                  <a:pt x="232" y="16"/>
                </a:cubicBezTo>
                <a:cubicBezTo>
                  <a:pt x="256" y="16"/>
                  <a:pt x="256" y="48"/>
                  <a:pt x="289" y="48"/>
                </a:cubicBezTo>
                <a:cubicBezTo>
                  <a:pt x="321" y="48"/>
                  <a:pt x="321" y="48"/>
                  <a:pt x="321" y="48"/>
                </a:cubicBezTo>
                <a:cubicBezTo>
                  <a:pt x="330" y="48"/>
                  <a:pt x="337" y="55"/>
                  <a:pt x="337" y="64"/>
                </a:cubicBezTo>
                <a:lnTo>
                  <a:pt x="337" y="1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8" name="Freeform 47"/>
          <p:cNvSpPr/>
          <p:nvPr/>
        </p:nvSpPr>
        <p:spPr bwMode="auto">
          <a:xfrm>
            <a:off x="1459849" y="2194070"/>
            <a:ext cx="1518953" cy="17523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3" name="Freeform 16"/>
          <p:cNvSpPr>
            <a:spLocks noEditPoints="1"/>
          </p:cNvSpPr>
          <p:nvPr/>
        </p:nvSpPr>
        <p:spPr bwMode="auto">
          <a:xfrm>
            <a:off x="1925263" y="2775090"/>
            <a:ext cx="588125" cy="590270"/>
          </a:xfrm>
          <a:custGeom>
            <a:avLst/>
            <a:gdLst>
              <a:gd name="T0" fmla="*/ 321 w 353"/>
              <a:gd name="T1" fmla="*/ 104 h 353"/>
              <a:gd name="T2" fmla="*/ 321 w 353"/>
              <a:gd name="T3" fmla="*/ 24 h 353"/>
              <a:gd name="T4" fmla="*/ 297 w 353"/>
              <a:gd name="T5" fmla="*/ 0 h 353"/>
              <a:gd name="T6" fmla="*/ 273 w 353"/>
              <a:gd name="T7" fmla="*/ 24 h 353"/>
              <a:gd name="T8" fmla="*/ 273 w 353"/>
              <a:gd name="T9" fmla="*/ 30 h 353"/>
              <a:gd name="T10" fmla="*/ 40 w 353"/>
              <a:gd name="T11" fmla="*/ 98 h 353"/>
              <a:gd name="T12" fmla="*/ 32 w 353"/>
              <a:gd name="T13" fmla="*/ 96 h 353"/>
              <a:gd name="T14" fmla="*/ 16 w 353"/>
              <a:gd name="T15" fmla="*/ 96 h 353"/>
              <a:gd name="T16" fmla="*/ 0 w 353"/>
              <a:gd name="T17" fmla="*/ 112 h 353"/>
              <a:gd name="T18" fmla="*/ 0 w 353"/>
              <a:gd name="T19" fmla="*/ 192 h 353"/>
              <a:gd name="T20" fmla="*/ 16 w 353"/>
              <a:gd name="T21" fmla="*/ 208 h 353"/>
              <a:gd name="T22" fmla="*/ 32 w 353"/>
              <a:gd name="T23" fmla="*/ 208 h 353"/>
              <a:gd name="T24" fmla="*/ 40 w 353"/>
              <a:gd name="T25" fmla="*/ 206 h 353"/>
              <a:gd name="T26" fmla="*/ 50 w 353"/>
              <a:gd name="T27" fmla="*/ 209 h 353"/>
              <a:gd name="T28" fmla="*/ 81 w 353"/>
              <a:gd name="T29" fmla="*/ 347 h 353"/>
              <a:gd name="T30" fmla="*/ 81 w 353"/>
              <a:gd name="T31" fmla="*/ 347 h 353"/>
              <a:gd name="T32" fmla="*/ 89 w 353"/>
              <a:gd name="T33" fmla="*/ 353 h 353"/>
              <a:gd name="T34" fmla="*/ 153 w 353"/>
              <a:gd name="T35" fmla="*/ 353 h 353"/>
              <a:gd name="T36" fmla="*/ 161 w 353"/>
              <a:gd name="T37" fmla="*/ 345 h 353"/>
              <a:gd name="T38" fmla="*/ 160 w 353"/>
              <a:gd name="T39" fmla="*/ 343 h 353"/>
              <a:gd name="T40" fmla="*/ 161 w 353"/>
              <a:gd name="T41" fmla="*/ 343 h 353"/>
              <a:gd name="T42" fmla="*/ 135 w 353"/>
              <a:gd name="T43" fmla="*/ 234 h 353"/>
              <a:gd name="T44" fmla="*/ 273 w 353"/>
              <a:gd name="T45" fmla="*/ 275 h 353"/>
              <a:gd name="T46" fmla="*/ 273 w 353"/>
              <a:gd name="T47" fmla="*/ 281 h 353"/>
              <a:gd name="T48" fmla="*/ 297 w 353"/>
              <a:gd name="T49" fmla="*/ 305 h 353"/>
              <a:gd name="T50" fmla="*/ 321 w 353"/>
              <a:gd name="T51" fmla="*/ 281 h 353"/>
              <a:gd name="T52" fmla="*/ 321 w 353"/>
              <a:gd name="T53" fmla="*/ 200 h 353"/>
              <a:gd name="T54" fmla="*/ 353 w 353"/>
              <a:gd name="T55" fmla="*/ 168 h 353"/>
              <a:gd name="T56" fmla="*/ 353 w 353"/>
              <a:gd name="T57" fmla="*/ 136 h 353"/>
              <a:gd name="T58" fmla="*/ 321 w 353"/>
              <a:gd name="T59" fmla="*/ 104 h 353"/>
              <a:gd name="T60" fmla="*/ 32 w 353"/>
              <a:gd name="T61" fmla="*/ 192 h 353"/>
              <a:gd name="T62" fmla="*/ 16 w 353"/>
              <a:gd name="T63" fmla="*/ 192 h 353"/>
              <a:gd name="T64" fmla="*/ 16 w 353"/>
              <a:gd name="T65" fmla="*/ 112 h 353"/>
              <a:gd name="T66" fmla="*/ 32 w 353"/>
              <a:gd name="T67" fmla="*/ 112 h 353"/>
              <a:gd name="T68" fmla="*/ 32 w 353"/>
              <a:gd name="T69" fmla="*/ 192 h 353"/>
              <a:gd name="T70" fmla="*/ 143 w 353"/>
              <a:gd name="T71" fmla="*/ 337 h 353"/>
              <a:gd name="T72" fmla="*/ 95 w 353"/>
              <a:gd name="T73" fmla="*/ 337 h 353"/>
              <a:gd name="T74" fmla="*/ 91 w 353"/>
              <a:gd name="T75" fmla="*/ 321 h 353"/>
              <a:gd name="T76" fmla="*/ 139 w 353"/>
              <a:gd name="T77" fmla="*/ 321 h 353"/>
              <a:gd name="T78" fmla="*/ 143 w 353"/>
              <a:gd name="T79" fmla="*/ 337 h 353"/>
              <a:gd name="T80" fmla="*/ 135 w 353"/>
              <a:gd name="T81" fmla="*/ 305 h 353"/>
              <a:gd name="T82" fmla="*/ 88 w 353"/>
              <a:gd name="T83" fmla="*/ 305 h 353"/>
              <a:gd name="T84" fmla="*/ 68 w 353"/>
              <a:gd name="T85" fmla="*/ 214 h 353"/>
              <a:gd name="T86" fmla="*/ 117 w 353"/>
              <a:gd name="T87" fmla="*/ 229 h 353"/>
              <a:gd name="T88" fmla="*/ 135 w 353"/>
              <a:gd name="T89" fmla="*/ 305 h 353"/>
              <a:gd name="T90" fmla="*/ 273 w 353"/>
              <a:gd name="T91" fmla="*/ 258 h 353"/>
              <a:gd name="T92" fmla="*/ 48 w 353"/>
              <a:gd name="T93" fmla="*/ 192 h 353"/>
              <a:gd name="T94" fmla="*/ 48 w 353"/>
              <a:gd name="T95" fmla="*/ 113 h 353"/>
              <a:gd name="T96" fmla="*/ 273 w 353"/>
              <a:gd name="T97" fmla="*/ 47 h 353"/>
              <a:gd name="T98" fmla="*/ 273 w 353"/>
              <a:gd name="T99" fmla="*/ 258 h 353"/>
              <a:gd name="T100" fmla="*/ 305 w 353"/>
              <a:gd name="T101" fmla="*/ 281 h 353"/>
              <a:gd name="T102" fmla="*/ 297 w 353"/>
              <a:gd name="T103" fmla="*/ 289 h 353"/>
              <a:gd name="T104" fmla="*/ 289 w 353"/>
              <a:gd name="T105" fmla="*/ 281 h 353"/>
              <a:gd name="T106" fmla="*/ 289 w 353"/>
              <a:gd name="T107" fmla="*/ 24 h 353"/>
              <a:gd name="T108" fmla="*/ 297 w 353"/>
              <a:gd name="T109" fmla="*/ 16 h 353"/>
              <a:gd name="T110" fmla="*/ 305 w 353"/>
              <a:gd name="T111" fmla="*/ 24 h 353"/>
              <a:gd name="T112" fmla="*/ 305 w 353"/>
              <a:gd name="T113" fmla="*/ 281 h 353"/>
              <a:gd name="T114" fmla="*/ 337 w 353"/>
              <a:gd name="T115" fmla="*/ 168 h 353"/>
              <a:gd name="T116" fmla="*/ 321 w 353"/>
              <a:gd name="T117" fmla="*/ 184 h 353"/>
              <a:gd name="T118" fmla="*/ 321 w 353"/>
              <a:gd name="T119" fmla="*/ 120 h 353"/>
              <a:gd name="T120" fmla="*/ 337 w 353"/>
              <a:gd name="T121" fmla="*/ 136 h 353"/>
              <a:gd name="T122" fmla="*/ 337 w 353"/>
              <a:gd name="T123" fmla="*/ 168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3" h="353">
                <a:moveTo>
                  <a:pt x="321" y="104"/>
                </a:moveTo>
                <a:cubicBezTo>
                  <a:pt x="321" y="24"/>
                  <a:pt x="321" y="24"/>
                  <a:pt x="321" y="24"/>
                </a:cubicBezTo>
                <a:cubicBezTo>
                  <a:pt x="321" y="11"/>
                  <a:pt x="311" y="0"/>
                  <a:pt x="297" y="0"/>
                </a:cubicBezTo>
                <a:cubicBezTo>
                  <a:pt x="284" y="0"/>
                  <a:pt x="273" y="11"/>
                  <a:pt x="273" y="24"/>
                </a:cubicBezTo>
                <a:cubicBezTo>
                  <a:pt x="273" y="30"/>
                  <a:pt x="273" y="30"/>
                  <a:pt x="273" y="30"/>
                </a:cubicBezTo>
                <a:cubicBezTo>
                  <a:pt x="40" y="98"/>
                  <a:pt x="40" y="98"/>
                  <a:pt x="40" y="98"/>
                </a:cubicBezTo>
                <a:cubicBezTo>
                  <a:pt x="38" y="97"/>
                  <a:pt x="35" y="96"/>
                  <a:pt x="32" y="96"/>
                </a:cubicBezTo>
                <a:cubicBezTo>
                  <a:pt x="16" y="96"/>
                  <a:pt x="16" y="96"/>
                  <a:pt x="16" y="96"/>
                </a:cubicBezTo>
                <a:cubicBezTo>
                  <a:pt x="7" y="96"/>
                  <a:pt x="0" y="103"/>
                  <a:pt x="0" y="112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201"/>
                  <a:pt x="7" y="208"/>
                  <a:pt x="16" y="208"/>
                </a:cubicBezTo>
                <a:cubicBezTo>
                  <a:pt x="32" y="208"/>
                  <a:pt x="32" y="208"/>
                  <a:pt x="32" y="208"/>
                </a:cubicBezTo>
                <a:cubicBezTo>
                  <a:pt x="35" y="208"/>
                  <a:pt x="38" y="208"/>
                  <a:pt x="40" y="206"/>
                </a:cubicBezTo>
                <a:cubicBezTo>
                  <a:pt x="50" y="209"/>
                  <a:pt x="50" y="209"/>
                  <a:pt x="50" y="209"/>
                </a:cubicBezTo>
                <a:cubicBezTo>
                  <a:pt x="81" y="347"/>
                  <a:pt x="81" y="347"/>
                  <a:pt x="81" y="347"/>
                </a:cubicBezTo>
                <a:cubicBezTo>
                  <a:pt x="81" y="347"/>
                  <a:pt x="81" y="347"/>
                  <a:pt x="81" y="347"/>
                </a:cubicBezTo>
                <a:cubicBezTo>
                  <a:pt x="82" y="350"/>
                  <a:pt x="85" y="353"/>
                  <a:pt x="89" y="353"/>
                </a:cubicBezTo>
                <a:cubicBezTo>
                  <a:pt x="153" y="353"/>
                  <a:pt x="153" y="353"/>
                  <a:pt x="153" y="353"/>
                </a:cubicBezTo>
                <a:cubicBezTo>
                  <a:pt x="157" y="353"/>
                  <a:pt x="161" y="349"/>
                  <a:pt x="161" y="345"/>
                </a:cubicBezTo>
                <a:cubicBezTo>
                  <a:pt x="161" y="344"/>
                  <a:pt x="161" y="344"/>
                  <a:pt x="160" y="343"/>
                </a:cubicBezTo>
                <a:cubicBezTo>
                  <a:pt x="161" y="343"/>
                  <a:pt x="161" y="343"/>
                  <a:pt x="161" y="343"/>
                </a:cubicBezTo>
                <a:cubicBezTo>
                  <a:pt x="135" y="234"/>
                  <a:pt x="135" y="234"/>
                  <a:pt x="135" y="234"/>
                </a:cubicBezTo>
                <a:cubicBezTo>
                  <a:pt x="273" y="275"/>
                  <a:pt x="273" y="275"/>
                  <a:pt x="273" y="275"/>
                </a:cubicBezTo>
                <a:cubicBezTo>
                  <a:pt x="273" y="281"/>
                  <a:pt x="273" y="281"/>
                  <a:pt x="273" y="281"/>
                </a:cubicBezTo>
                <a:cubicBezTo>
                  <a:pt x="273" y="294"/>
                  <a:pt x="284" y="305"/>
                  <a:pt x="297" y="305"/>
                </a:cubicBezTo>
                <a:cubicBezTo>
                  <a:pt x="311" y="305"/>
                  <a:pt x="321" y="294"/>
                  <a:pt x="321" y="281"/>
                </a:cubicBezTo>
                <a:cubicBezTo>
                  <a:pt x="321" y="200"/>
                  <a:pt x="321" y="200"/>
                  <a:pt x="321" y="200"/>
                </a:cubicBezTo>
                <a:cubicBezTo>
                  <a:pt x="339" y="200"/>
                  <a:pt x="353" y="186"/>
                  <a:pt x="353" y="168"/>
                </a:cubicBezTo>
                <a:cubicBezTo>
                  <a:pt x="353" y="136"/>
                  <a:pt x="353" y="136"/>
                  <a:pt x="353" y="136"/>
                </a:cubicBezTo>
                <a:cubicBezTo>
                  <a:pt x="353" y="118"/>
                  <a:pt x="339" y="104"/>
                  <a:pt x="321" y="104"/>
                </a:cubicBezTo>
                <a:moveTo>
                  <a:pt x="32" y="192"/>
                </a:moveTo>
                <a:cubicBezTo>
                  <a:pt x="16" y="192"/>
                  <a:pt x="16" y="192"/>
                  <a:pt x="16" y="192"/>
                </a:cubicBezTo>
                <a:cubicBezTo>
                  <a:pt x="16" y="112"/>
                  <a:pt x="16" y="112"/>
                  <a:pt x="16" y="112"/>
                </a:cubicBezTo>
                <a:cubicBezTo>
                  <a:pt x="32" y="112"/>
                  <a:pt x="32" y="112"/>
                  <a:pt x="32" y="112"/>
                </a:cubicBezTo>
                <a:lnTo>
                  <a:pt x="32" y="192"/>
                </a:lnTo>
                <a:close/>
                <a:moveTo>
                  <a:pt x="143" y="337"/>
                </a:moveTo>
                <a:cubicBezTo>
                  <a:pt x="95" y="337"/>
                  <a:pt x="95" y="337"/>
                  <a:pt x="95" y="337"/>
                </a:cubicBezTo>
                <a:cubicBezTo>
                  <a:pt x="91" y="321"/>
                  <a:pt x="91" y="321"/>
                  <a:pt x="91" y="321"/>
                </a:cubicBezTo>
                <a:cubicBezTo>
                  <a:pt x="139" y="321"/>
                  <a:pt x="139" y="321"/>
                  <a:pt x="139" y="321"/>
                </a:cubicBezTo>
                <a:lnTo>
                  <a:pt x="143" y="337"/>
                </a:lnTo>
                <a:close/>
                <a:moveTo>
                  <a:pt x="135" y="305"/>
                </a:moveTo>
                <a:cubicBezTo>
                  <a:pt x="88" y="305"/>
                  <a:pt x="88" y="305"/>
                  <a:pt x="88" y="305"/>
                </a:cubicBezTo>
                <a:cubicBezTo>
                  <a:pt x="68" y="214"/>
                  <a:pt x="68" y="214"/>
                  <a:pt x="68" y="214"/>
                </a:cubicBezTo>
                <a:cubicBezTo>
                  <a:pt x="117" y="229"/>
                  <a:pt x="117" y="229"/>
                  <a:pt x="117" y="229"/>
                </a:cubicBezTo>
                <a:lnTo>
                  <a:pt x="135" y="305"/>
                </a:lnTo>
                <a:close/>
                <a:moveTo>
                  <a:pt x="273" y="258"/>
                </a:moveTo>
                <a:cubicBezTo>
                  <a:pt x="48" y="192"/>
                  <a:pt x="48" y="192"/>
                  <a:pt x="48" y="192"/>
                </a:cubicBezTo>
                <a:cubicBezTo>
                  <a:pt x="48" y="113"/>
                  <a:pt x="48" y="113"/>
                  <a:pt x="48" y="113"/>
                </a:cubicBezTo>
                <a:cubicBezTo>
                  <a:pt x="273" y="47"/>
                  <a:pt x="273" y="47"/>
                  <a:pt x="273" y="47"/>
                </a:cubicBezTo>
                <a:lnTo>
                  <a:pt x="273" y="258"/>
                </a:lnTo>
                <a:close/>
                <a:moveTo>
                  <a:pt x="305" y="281"/>
                </a:moveTo>
                <a:cubicBezTo>
                  <a:pt x="305" y="285"/>
                  <a:pt x="302" y="289"/>
                  <a:pt x="297" y="289"/>
                </a:cubicBezTo>
                <a:cubicBezTo>
                  <a:pt x="293" y="289"/>
                  <a:pt x="289" y="285"/>
                  <a:pt x="289" y="281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9"/>
                  <a:pt x="293" y="16"/>
                  <a:pt x="297" y="16"/>
                </a:cubicBezTo>
                <a:cubicBezTo>
                  <a:pt x="302" y="16"/>
                  <a:pt x="305" y="19"/>
                  <a:pt x="305" y="24"/>
                </a:cubicBezTo>
                <a:lnTo>
                  <a:pt x="305" y="281"/>
                </a:lnTo>
                <a:close/>
                <a:moveTo>
                  <a:pt x="337" y="168"/>
                </a:moveTo>
                <a:cubicBezTo>
                  <a:pt x="337" y="177"/>
                  <a:pt x="330" y="184"/>
                  <a:pt x="321" y="184"/>
                </a:cubicBezTo>
                <a:cubicBezTo>
                  <a:pt x="321" y="120"/>
                  <a:pt x="321" y="120"/>
                  <a:pt x="321" y="120"/>
                </a:cubicBezTo>
                <a:cubicBezTo>
                  <a:pt x="330" y="120"/>
                  <a:pt x="337" y="127"/>
                  <a:pt x="337" y="136"/>
                </a:cubicBezTo>
                <a:lnTo>
                  <a:pt x="337" y="16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4" name="Freeform 53"/>
          <p:cNvSpPr/>
          <p:nvPr/>
        </p:nvSpPr>
        <p:spPr bwMode="auto">
          <a:xfrm>
            <a:off x="9213199" y="2194070"/>
            <a:ext cx="1518953" cy="17523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4" name="Freeform 20"/>
          <p:cNvSpPr>
            <a:spLocks noEditPoints="1"/>
          </p:cNvSpPr>
          <p:nvPr/>
        </p:nvSpPr>
        <p:spPr bwMode="auto">
          <a:xfrm>
            <a:off x="9731201" y="2775090"/>
            <a:ext cx="482949" cy="590270"/>
          </a:xfrm>
          <a:custGeom>
            <a:avLst/>
            <a:gdLst>
              <a:gd name="T0" fmla="*/ 112 w 289"/>
              <a:gd name="T1" fmla="*/ 176 h 353"/>
              <a:gd name="T2" fmla="*/ 80 w 289"/>
              <a:gd name="T3" fmla="*/ 144 h 353"/>
              <a:gd name="T4" fmla="*/ 80 w 289"/>
              <a:gd name="T5" fmla="*/ 225 h 353"/>
              <a:gd name="T6" fmla="*/ 112 w 289"/>
              <a:gd name="T7" fmla="*/ 192 h 353"/>
              <a:gd name="T8" fmla="*/ 80 w 289"/>
              <a:gd name="T9" fmla="*/ 225 h 353"/>
              <a:gd name="T10" fmla="*/ 112 w 289"/>
              <a:gd name="T11" fmla="*/ 273 h 353"/>
              <a:gd name="T12" fmla="*/ 80 w 289"/>
              <a:gd name="T13" fmla="*/ 241 h 353"/>
              <a:gd name="T14" fmla="*/ 128 w 289"/>
              <a:gd name="T15" fmla="*/ 321 h 353"/>
              <a:gd name="T16" fmla="*/ 160 w 289"/>
              <a:gd name="T17" fmla="*/ 289 h 353"/>
              <a:gd name="T18" fmla="*/ 128 w 289"/>
              <a:gd name="T19" fmla="*/ 321 h 353"/>
              <a:gd name="T20" fmla="*/ 112 w 289"/>
              <a:gd name="T21" fmla="*/ 321 h 353"/>
              <a:gd name="T22" fmla="*/ 80 w 289"/>
              <a:gd name="T23" fmla="*/ 289 h 353"/>
              <a:gd name="T24" fmla="*/ 128 w 289"/>
              <a:gd name="T25" fmla="*/ 273 h 353"/>
              <a:gd name="T26" fmla="*/ 160 w 289"/>
              <a:gd name="T27" fmla="*/ 241 h 353"/>
              <a:gd name="T28" fmla="*/ 128 w 289"/>
              <a:gd name="T29" fmla="*/ 273 h 353"/>
              <a:gd name="T30" fmla="*/ 64 w 289"/>
              <a:gd name="T31" fmla="*/ 225 h 353"/>
              <a:gd name="T32" fmla="*/ 32 w 289"/>
              <a:gd name="T33" fmla="*/ 192 h 353"/>
              <a:gd name="T34" fmla="*/ 32 w 289"/>
              <a:gd name="T35" fmla="*/ 321 h 353"/>
              <a:gd name="T36" fmla="*/ 64 w 289"/>
              <a:gd name="T37" fmla="*/ 289 h 353"/>
              <a:gd name="T38" fmla="*/ 32 w 289"/>
              <a:gd name="T39" fmla="*/ 321 h 353"/>
              <a:gd name="T40" fmla="*/ 64 w 289"/>
              <a:gd name="T41" fmla="*/ 176 h 353"/>
              <a:gd name="T42" fmla="*/ 32 w 289"/>
              <a:gd name="T43" fmla="*/ 144 h 353"/>
              <a:gd name="T44" fmla="*/ 32 w 289"/>
              <a:gd name="T45" fmla="*/ 273 h 353"/>
              <a:gd name="T46" fmla="*/ 64 w 289"/>
              <a:gd name="T47" fmla="*/ 241 h 353"/>
              <a:gd name="T48" fmla="*/ 32 w 289"/>
              <a:gd name="T49" fmla="*/ 273 h 353"/>
              <a:gd name="T50" fmla="*/ 257 w 289"/>
              <a:gd name="T51" fmla="*/ 321 h 353"/>
              <a:gd name="T52" fmla="*/ 224 w 289"/>
              <a:gd name="T53" fmla="*/ 192 h 353"/>
              <a:gd name="T54" fmla="*/ 128 w 289"/>
              <a:gd name="T55" fmla="*/ 225 h 353"/>
              <a:gd name="T56" fmla="*/ 160 w 289"/>
              <a:gd name="T57" fmla="*/ 192 h 353"/>
              <a:gd name="T58" fmla="*/ 128 w 289"/>
              <a:gd name="T59" fmla="*/ 225 h 353"/>
              <a:gd name="T60" fmla="*/ 257 w 289"/>
              <a:gd name="T61" fmla="*/ 128 h 353"/>
              <a:gd name="T62" fmla="*/ 32 w 289"/>
              <a:gd name="T63" fmla="*/ 32 h 353"/>
              <a:gd name="T64" fmla="*/ 48 w 289"/>
              <a:gd name="T65" fmla="*/ 48 h 353"/>
              <a:gd name="T66" fmla="*/ 241 w 289"/>
              <a:gd name="T67" fmla="*/ 112 h 353"/>
              <a:gd name="T68" fmla="*/ 48 w 289"/>
              <a:gd name="T69" fmla="*/ 48 h 353"/>
              <a:gd name="T70" fmla="*/ 208 w 289"/>
              <a:gd name="T71" fmla="*/ 176 h 353"/>
              <a:gd name="T72" fmla="*/ 176 w 289"/>
              <a:gd name="T73" fmla="*/ 144 h 353"/>
              <a:gd name="T74" fmla="*/ 257 w 289"/>
              <a:gd name="T75" fmla="*/ 0 h 353"/>
              <a:gd name="T76" fmla="*/ 0 w 289"/>
              <a:gd name="T77" fmla="*/ 32 h 353"/>
              <a:gd name="T78" fmla="*/ 32 w 289"/>
              <a:gd name="T79" fmla="*/ 353 h 353"/>
              <a:gd name="T80" fmla="*/ 289 w 289"/>
              <a:gd name="T81" fmla="*/ 321 h 353"/>
              <a:gd name="T82" fmla="*/ 257 w 289"/>
              <a:gd name="T83" fmla="*/ 0 h 353"/>
              <a:gd name="T84" fmla="*/ 257 w 289"/>
              <a:gd name="T85" fmla="*/ 337 h 353"/>
              <a:gd name="T86" fmla="*/ 16 w 289"/>
              <a:gd name="T87" fmla="*/ 321 h 353"/>
              <a:gd name="T88" fmla="*/ 32 w 289"/>
              <a:gd name="T89" fmla="*/ 16 h 353"/>
              <a:gd name="T90" fmla="*/ 273 w 289"/>
              <a:gd name="T91" fmla="*/ 32 h 353"/>
              <a:gd name="T92" fmla="*/ 224 w 289"/>
              <a:gd name="T93" fmla="*/ 176 h 353"/>
              <a:gd name="T94" fmla="*/ 257 w 289"/>
              <a:gd name="T95" fmla="*/ 144 h 353"/>
              <a:gd name="T96" fmla="*/ 224 w 289"/>
              <a:gd name="T97" fmla="*/ 176 h 353"/>
              <a:gd name="T98" fmla="*/ 208 w 289"/>
              <a:gd name="T99" fmla="*/ 225 h 353"/>
              <a:gd name="T100" fmla="*/ 176 w 289"/>
              <a:gd name="T101" fmla="*/ 192 h 353"/>
              <a:gd name="T102" fmla="*/ 176 w 289"/>
              <a:gd name="T103" fmla="*/ 321 h 353"/>
              <a:gd name="T104" fmla="*/ 208 w 289"/>
              <a:gd name="T105" fmla="*/ 289 h 353"/>
              <a:gd name="T106" fmla="*/ 176 w 289"/>
              <a:gd name="T107" fmla="*/ 321 h 353"/>
              <a:gd name="T108" fmla="*/ 160 w 289"/>
              <a:gd name="T109" fmla="*/ 176 h 353"/>
              <a:gd name="T110" fmla="*/ 128 w 289"/>
              <a:gd name="T111" fmla="*/ 144 h 353"/>
              <a:gd name="T112" fmla="*/ 176 w 289"/>
              <a:gd name="T113" fmla="*/ 273 h 353"/>
              <a:gd name="T114" fmla="*/ 208 w 289"/>
              <a:gd name="T115" fmla="*/ 241 h 353"/>
              <a:gd name="T116" fmla="*/ 176 w 289"/>
              <a:gd name="T117" fmla="*/ 273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89" h="353">
                <a:moveTo>
                  <a:pt x="80" y="176"/>
                </a:moveTo>
                <a:cubicBezTo>
                  <a:pt x="112" y="176"/>
                  <a:pt x="112" y="176"/>
                  <a:pt x="112" y="176"/>
                </a:cubicBezTo>
                <a:cubicBezTo>
                  <a:pt x="112" y="144"/>
                  <a:pt x="112" y="144"/>
                  <a:pt x="112" y="144"/>
                </a:cubicBezTo>
                <a:cubicBezTo>
                  <a:pt x="80" y="144"/>
                  <a:pt x="80" y="144"/>
                  <a:pt x="80" y="144"/>
                </a:cubicBezTo>
                <a:lnTo>
                  <a:pt x="80" y="176"/>
                </a:lnTo>
                <a:close/>
                <a:moveTo>
                  <a:pt x="80" y="225"/>
                </a:moveTo>
                <a:cubicBezTo>
                  <a:pt x="112" y="225"/>
                  <a:pt x="112" y="225"/>
                  <a:pt x="112" y="225"/>
                </a:cubicBezTo>
                <a:cubicBezTo>
                  <a:pt x="112" y="192"/>
                  <a:pt x="112" y="192"/>
                  <a:pt x="112" y="192"/>
                </a:cubicBezTo>
                <a:cubicBezTo>
                  <a:pt x="80" y="192"/>
                  <a:pt x="80" y="192"/>
                  <a:pt x="80" y="192"/>
                </a:cubicBezTo>
                <a:lnTo>
                  <a:pt x="80" y="225"/>
                </a:lnTo>
                <a:close/>
                <a:moveTo>
                  <a:pt x="80" y="273"/>
                </a:moveTo>
                <a:cubicBezTo>
                  <a:pt x="112" y="273"/>
                  <a:pt x="112" y="273"/>
                  <a:pt x="112" y="273"/>
                </a:cubicBezTo>
                <a:cubicBezTo>
                  <a:pt x="112" y="241"/>
                  <a:pt x="112" y="241"/>
                  <a:pt x="112" y="241"/>
                </a:cubicBezTo>
                <a:cubicBezTo>
                  <a:pt x="80" y="241"/>
                  <a:pt x="80" y="241"/>
                  <a:pt x="80" y="241"/>
                </a:cubicBezTo>
                <a:lnTo>
                  <a:pt x="80" y="273"/>
                </a:lnTo>
                <a:close/>
                <a:moveTo>
                  <a:pt x="128" y="321"/>
                </a:moveTo>
                <a:cubicBezTo>
                  <a:pt x="160" y="321"/>
                  <a:pt x="160" y="321"/>
                  <a:pt x="160" y="321"/>
                </a:cubicBezTo>
                <a:cubicBezTo>
                  <a:pt x="160" y="289"/>
                  <a:pt x="160" y="289"/>
                  <a:pt x="160" y="289"/>
                </a:cubicBezTo>
                <a:cubicBezTo>
                  <a:pt x="128" y="289"/>
                  <a:pt x="128" y="289"/>
                  <a:pt x="128" y="289"/>
                </a:cubicBezTo>
                <a:lnTo>
                  <a:pt x="128" y="321"/>
                </a:lnTo>
                <a:close/>
                <a:moveTo>
                  <a:pt x="80" y="321"/>
                </a:moveTo>
                <a:cubicBezTo>
                  <a:pt x="112" y="321"/>
                  <a:pt x="112" y="321"/>
                  <a:pt x="112" y="321"/>
                </a:cubicBezTo>
                <a:cubicBezTo>
                  <a:pt x="112" y="289"/>
                  <a:pt x="112" y="289"/>
                  <a:pt x="112" y="289"/>
                </a:cubicBezTo>
                <a:cubicBezTo>
                  <a:pt x="80" y="289"/>
                  <a:pt x="80" y="289"/>
                  <a:pt x="80" y="289"/>
                </a:cubicBezTo>
                <a:lnTo>
                  <a:pt x="80" y="321"/>
                </a:lnTo>
                <a:close/>
                <a:moveTo>
                  <a:pt x="128" y="273"/>
                </a:moveTo>
                <a:cubicBezTo>
                  <a:pt x="160" y="273"/>
                  <a:pt x="160" y="273"/>
                  <a:pt x="160" y="273"/>
                </a:cubicBezTo>
                <a:cubicBezTo>
                  <a:pt x="160" y="241"/>
                  <a:pt x="160" y="241"/>
                  <a:pt x="160" y="241"/>
                </a:cubicBezTo>
                <a:cubicBezTo>
                  <a:pt x="128" y="241"/>
                  <a:pt x="128" y="241"/>
                  <a:pt x="128" y="241"/>
                </a:cubicBezTo>
                <a:lnTo>
                  <a:pt x="128" y="273"/>
                </a:lnTo>
                <a:close/>
                <a:moveTo>
                  <a:pt x="32" y="225"/>
                </a:moveTo>
                <a:cubicBezTo>
                  <a:pt x="64" y="225"/>
                  <a:pt x="64" y="225"/>
                  <a:pt x="64" y="225"/>
                </a:cubicBezTo>
                <a:cubicBezTo>
                  <a:pt x="64" y="192"/>
                  <a:pt x="64" y="192"/>
                  <a:pt x="64" y="192"/>
                </a:cubicBezTo>
                <a:cubicBezTo>
                  <a:pt x="32" y="192"/>
                  <a:pt x="32" y="192"/>
                  <a:pt x="32" y="192"/>
                </a:cubicBezTo>
                <a:lnTo>
                  <a:pt x="32" y="225"/>
                </a:lnTo>
                <a:close/>
                <a:moveTo>
                  <a:pt x="32" y="321"/>
                </a:moveTo>
                <a:cubicBezTo>
                  <a:pt x="64" y="321"/>
                  <a:pt x="64" y="321"/>
                  <a:pt x="64" y="321"/>
                </a:cubicBezTo>
                <a:cubicBezTo>
                  <a:pt x="64" y="289"/>
                  <a:pt x="64" y="289"/>
                  <a:pt x="64" y="289"/>
                </a:cubicBezTo>
                <a:cubicBezTo>
                  <a:pt x="32" y="289"/>
                  <a:pt x="32" y="289"/>
                  <a:pt x="32" y="289"/>
                </a:cubicBezTo>
                <a:lnTo>
                  <a:pt x="32" y="321"/>
                </a:lnTo>
                <a:close/>
                <a:moveTo>
                  <a:pt x="32" y="176"/>
                </a:moveTo>
                <a:cubicBezTo>
                  <a:pt x="64" y="176"/>
                  <a:pt x="64" y="176"/>
                  <a:pt x="64" y="176"/>
                </a:cubicBezTo>
                <a:cubicBezTo>
                  <a:pt x="64" y="144"/>
                  <a:pt x="64" y="144"/>
                  <a:pt x="64" y="144"/>
                </a:cubicBezTo>
                <a:cubicBezTo>
                  <a:pt x="32" y="144"/>
                  <a:pt x="32" y="144"/>
                  <a:pt x="32" y="144"/>
                </a:cubicBezTo>
                <a:lnTo>
                  <a:pt x="32" y="176"/>
                </a:lnTo>
                <a:close/>
                <a:moveTo>
                  <a:pt x="32" y="273"/>
                </a:moveTo>
                <a:cubicBezTo>
                  <a:pt x="64" y="273"/>
                  <a:pt x="64" y="273"/>
                  <a:pt x="64" y="273"/>
                </a:cubicBezTo>
                <a:cubicBezTo>
                  <a:pt x="64" y="241"/>
                  <a:pt x="64" y="241"/>
                  <a:pt x="64" y="241"/>
                </a:cubicBezTo>
                <a:cubicBezTo>
                  <a:pt x="32" y="241"/>
                  <a:pt x="32" y="241"/>
                  <a:pt x="32" y="241"/>
                </a:cubicBezTo>
                <a:lnTo>
                  <a:pt x="32" y="273"/>
                </a:lnTo>
                <a:close/>
                <a:moveTo>
                  <a:pt x="224" y="321"/>
                </a:moveTo>
                <a:cubicBezTo>
                  <a:pt x="257" y="321"/>
                  <a:pt x="257" y="321"/>
                  <a:pt x="257" y="321"/>
                </a:cubicBezTo>
                <a:cubicBezTo>
                  <a:pt x="257" y="192"/>
                  <a:pt x="257" y="192"/>
                  <a:pt x="257" y="192"/>
                </a:cubicBezTo>
                <a:cubicBezTo>
                  <a:pt x="224" y="192"/>
                  <a:pt x="224" y="192"/>
                  <a:pt x="224" y="192"/>
                </a:cubicBezTo>
                <a:lnTo>
                  <a:pt x="224" y="321"/>
                </a:lnTo>
                <a:close/>
                <a:moveTo>
                  <a:pt x="128" y="225"/>
                </a:moveTo>
                <a:cubicBezTo>
                  <a:pt x="160" y="225"/>
                  <a:pt x="160" y="225"/>
                  <a:pt x="160" y="225"/>
                </a:cubicBezTo>
                <a:cubicBezTo>
                  <a:pt x="160" y="192"/>
                  <a:pt x="160" y="192"/>
                  <a:pt x="160" y="192"/>
                </a:cubicBezTo>
                <a:cubicBezTo>
                  <a:pt x="128" y="192"/>
                  <a:pt x="128" y="192"/>
                  <a:pt x="128" y="192"/>
                </a:cubicBezTo>
                <a:lnTo>
                  <a:pt x="128" y="225"/>
                </a:lnTo>
                <a:close/>
                <a:moveTo>
                  <a:pt x="32" y="128"/>
                </a:moveTo>
                <a:cubicBezTo>
                  <a:pt x="257" y="128"/>
                  <a:pt x="257" y="128"/>
                  <a:pt x="257" y="128"/>
                </a:cubicBezTo>
                <a:cubicBezTo>
                  <a:pt x="257" y="32"/>
                  <a:pt x="257" y="32"/>
                  <a:pt x="257" y="32"/>
                </a:cubicBezTo>
                <a:cubicBezTo>
                  <a:pt x="32" y="32"/>
                  <a:pt x="32" y="32"/>
                  <a:pt x="32" y="32"/>
                </a:cubicBezTo>
                <a:lnTo>
                  <a:pt x="32" y="128"/>
                </a:lnTo>
                <a:close/>
                <a:moveTo>
                  <a:pt x="48" y="48"/>
                </a:moveTo>
                <a:cubicBezTo>
                  <a:pt x="241" y="48"/>
                  <a:pt x="241" y="48"/>
                  <a:pt x="241" y="48"/>
                </a:cubicBezTo>
                <a:cubicBezTo>
                  <a:pt x="241" y="112"/>
                  <a:pt x="241" y="112"/>
                  <a:pt x="241" y="112"/>
                </a:cubicBezTo>
                <a:cubicBezTo>
                  <a:pt x="48" y="112"/>
                  <a:pt x="48" y="112"/>
                  <a:pt x="48" y="112"/>
                </a:cubicBezTo>
                <a:lnTo>
                  <a:pt x="48" y="48"/>
                </a:lnTo>
                <a:close/>
                <a:moveTo>
                  <a:pt x="176" y="176"/>
                </a:moveTo>
                <a:cubicBezTo>
                  <a:pt x="208" y="176"/>
                  <a:pt x="208" y="176"/>
                  <a:pt x="208" y="176"/>
                </a:cubicBezTo>
                <a:cubicBezTo>
                  <a:pt x="208" y="144"/>
                  <a:pt x="208" y="144"/>
                  <a:pt x="208" y="144"/>
                </a:cubicBezTo>
                <a:cubicBezTo>
                  <a:pt x="176" y="144"/>
                  <a:pt x="176" y="144"/>
                  <a:pt x="176" y="144"/>
                </a:cubicBezTo>
                <a:lnTo>
                  <a:pt x="176" y="176"/>
                </a:lnTo>
                <a:close/>
                <a:moveTo>
                  <a:pt x="257" y="0"/>
                </a:moveTo>
                <a:cubicBezTo>
                  <a:pt x="32" y="0"/>
                  <a:pt x="32" y="0"/>
                  <a:pt x="32" y="0"/>
                </a:cubicBezTo>
                <a:cubicBezTo>
                  <a:pt x="14" y="0"/>
                  <a:pt x="0" y="14"/>
                  <a:pt x="0" y="32"/>
                </a:cubicBezTo>
                <a:cubicBezTo>
                  <a:pt x="0" y="321"/>
                  <a:pt x="0" y="321"/>
                  <a:pt x="0" y="321"/>
                </a:cubicBezTo>
                <a:cubicBezTo>
                  <a:pt x="0" y="339"/>
                  <a:pt x="14" y="353"/>
                  <a:pt x="32" y="353"/>
                </a:cubicBezTo>
                <a:cubicBezTo>
                  <a:pt x="257" y="353"/>
                  <a:pt x="257" y="353"/>
                  <a:pt x="257" y="353"/>
                </a:cubicBezTo>
                <a:cubicBezTo>
                  <a:pt x="274" y="353"/>
                  <a:pt x="289" y="339"/>
                  <a:pt x="289" y="321"/>
                </a:cubicBezTo>
                <a:cubicBezTo>
                  <a:pt x="289" y="32"/>
                  <a:pt x="289" y="32"/>
                  <a:pt x="289" y="32"/>
                </a:cubicBezTo>
                <a:cubicBezTo>
                  <a:pt x="289" y="14"/>
                  <a:pt x="274" y="0"/>
                  <a:pt x="257" y="0"/>
                </a:cubicBezTo>
                <a:moveTo>
                  <a:pt x="273" y="321"/>
                </a:moveTo>
                <a:cubicBezTo>
                  <a:pt x="273" y="330"/>
                  <a:pt x="265" y="337"/>
                  <a:pt x="257" y="337"/>
                </a:cubicBezTo>
                <a:cubicBezTo>
                  <a:pt x="32" y="337"/>
                  <a:pt x="32" y="337"/>
                  <a:pt x="32" y="337"/>
                </a:cubicBezTo>
                <a:cubicBezTo>
                  <a:pt x="23" y="337"/>
                  <a:pt x="16" y="330"/>
                  <a:pt x="16" y="321"/>
                </a:cubicBezTo>
                <a:cubicBezTo>
                  <a:pt x="16" y="32"/>
                  <a:pt x="16" y="32"/>
                  <a:pt x="16" y="32"/>
                </a:cubicBezTo>
                <a:cubicBezTo>
                  <a:pt x="16" y="23"/>
                  <a:pt x="23" y="16"/>
                  <a:pt x="32" y="16"/>
                </a:cubicBezTo>
                <a:cubicBezTo>
                  <a:pt x="257" y="16"/>
                  <a:pt x="257" y="16"/>
                  <a:pt x="257" y="16"/>
                </a:cubicBezTo>
                <a:cubicBezTo>
                  <a:pt x="265" y="16"/>
                  <a:pt x="273" y="23"/>
                  <a:pt x="273" y="32"/>
                </a:cubicBezTo>
                <a:lnTo>
                  <a:pt x="273" y="321"/>
                </a:lnTo>
                <a:close/>
                <a:moveTo>
                  <a:pt x="224" y="176"/>
                </a:moveTo>
                <a:cubicBezTo>
                  <a:pt x="257" y="176"/>
                  <a:pt x="257" y="176"/>
                  <a:pt x="257" y="176"/>
                </a:cubicBezTo>
                <a:cubicBezTo>
                  <a:pt x="257" y="144"/>
                  <a:pt x="257" y="144"/>
                  <a:pt x="257" y="144"/>
                </a:cubicBezTo>
                <a:cubicBezTo>
                  <a:pt x="224" y="144"/>
                  <a:pt x="224" y="144"/>
                  <a:pt x="224" y="144"/>
                </a:cubicBezTo>
                <a:lnTo>
                  <a:pt x="224" y="176"/>
                </a:lnTo>
                <a:close/>
                <a:moveTo>
                  <a:pt x="176" y="225"/>
                </a:moveTo>
                <a:cubicBezTo>
                  <a:pt x="208" y="225"/>
                  <a:pt x="208" y="225"/>
                  <a:pt x="208" y="225"/>
                </a:cubicBezTo>
                <a:cubicBezTo>
                  <a:pt x="208" y="192"/>
                  <a:pt x="208" y="192"/>
                  <a:pt x="208" y="192"/>
                </a:cubicBezTo>
                <a:cubicBezTo>
                  <a:pt x="176" y="192"/>
                  <a:pt x="176" y="192"/>
                  <a:pt x="176" y="192"/>
                </a:cubicBezTo>
                <a:lnTo>
                  <a:pt x="176" y="225"/>
                </a:lnTo>
                <a:close/>
                <a:moveTo>
                  <a:pt x="176" y="321"/>
                </a:moveTo>
                <a:cubicBezTo>
                  <a:pt x="208" y="321"/>
                  <a:pt x="208" y="321"/>
                  <a:pt x="208" y="321"/>
                </a:cubicBezTo>
                <a:cubicBezTo>
                  <a:pt x="208" y="289"/>
                  <a:pt x="208" y="289"/>
                  <a:pt x="208" y="289"/>
                </a:cubicBezTo>
                <a:cubicBezTo>
                  <a:pt x="176" y="289"/>
                  <a:pt x="176" y="289"/>
                  <a:pt x="176" y="289"/>
                </a:cubicBezTo>
                <a:lnTo>
                  <a:pt x="176" y="321"/>
                </a:lnTo>
                <a:close/>
                <a:moveTo>
                  <a:pt x="128" y="176"/>
                </a:moveTo>
                <a:cubicBezTo>
                  <a:pt x="160" y="176"/>
                  <a:pt x="160" y="176"/>
                  <a:pt x="160" y="176"/>
                </a:cubicBezTo>
                <a:cubicBezTo>
                  <a:pt x="160" y="144"/>
                  <a:pt x="160" y="144"/>
                  <a:pt x="160" y="144"/>
                </a:cubicBezTo>
                <a:cubicBezTo>
                  <a:pt x="128" y="144"/>
                  <a:pt x="128" y="144"/>
                  <a:pt x="128" y="144"/>
                </a:cubicBezTo>
                <a:lnTo>
                  <a:pt x="128" y="176"/>
                </a:lnTo>
                <a:close/>
                <a:moveTo>
                  <a:pt x="176" y="273"/>
                </a:moveTo>
                <a:cubicBezTo>
                  <a:pt x="208" y="273"/>
                  <a:pt x="208" y="273"/>
                  <a:pt x="208" y="273"/>
                </a:cubicBezTo>
                <a:cubicBezTo>
                  <a:pt x="208" y="241"/>
                  <a:pt x="208" y="241"/>
                  <a:pt x="208" y="241"/>
                </a:cubicBezTo>
                <a:cubicBezTo>
                  <a:pt x="176" y="241"/>
                  <a:pt x="176" y="241"/>
                  <a:pt x="176" y="241"/>
                </a:cubicBezTo>
                <a:lnTo>
                  <a:pt x="176" y="2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6" name="Freeform 55"/>
          <p:cNvSpPr/>
          <p:nvPr/>
        </p:nvSpPr>
        <p:spPr bwMode="auto">
          <a:xfrm>
            <a:off x="2157250" y="4092023"/>
            <a:ext cx="125576" cy="144868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7" name="Freeform 56"/>
          <p:cNvSpPr/>
          <p:nvPr/>
        </p:nvSpPr>
        <p:spPr bwMode="auto">
          <a:xfrm>
            <a:off x="4740987" y="4092023"/>
            <a:ext cx="125576" cy="144868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8" name="Freeform 57"/>
          <p:cNvSpPr/>
          <p:nvPr/>
        </p:nvSpPr>
        <p:spPr bwMode="auto">
          <a:xfrm>
            <a:off x="7332956" y="4092023"/>
            <a:ext cx="125576" cy="144868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9" name="Freeform 58"/>
          <p:cNvSpPr/>
          <p:nvPr/>
        </p:nvSpPr>
        <p:spPr bwMode="auto">
          <a:xfrm>
            <a:off x="9909887" y="4092023"/>
            <a:ext cx="125576" cy="144868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grpSp>
        <p:nvGrpSpPr>
          <p:cNvPr id="9" name="Group 8"/>
          <p:cNvGrpSpPr/>
          <p:nvPr/>
        </p:nvGrpSpPr>
        <p:grpSpPr>
          <a:xfrm>
            <a:off x="1106916" y="4653907"/>
            <a:ext cx="2178895" cy="715158"/>
            <a:chOff x="2213832" y="9307814"/>
            <a:chExt cx="4357790" cy="1430316"/>
          </a:xfrm>
        </p:grpSpPr>
        <p:sp>
          <p:nvSpPr>
            <p:cNvPr id="62" name="TextBox 61"/>
            <p:cNvSpPr txBox="1"/>
            <p:nvPr/>
          </p:nvSpPr>
          <p:spPr>
            <a:xfrm>
              <a:off x="2213832" y="9307814"/>
              <a:ext cx="4357790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marketing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213832" y="9904056"/>
              <a:ext cx="4357790" cy="8340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726873" y="4653907"/>
            <a:ext cx="2178895" cy="715158"/>
            <a:chOff x="7453746" y="9307814"/>
            <a:chExt cx="4357790" cy="1430316"/>
          </a:xfrm>
        </p:grpSpPr>
        <p:sp>
          <p:nvSpPr>
            <p:cNvPr id="64" name="TextBox 63"/>
            <p:cNvSpPr txBox="1"/>
            <p:nvPr/>
          </p:nvSpPr>
          <p:spPr>
            <a:xfrm>
              <a:off x="7453746" y="9307814"/>
              <a:ext cx="4347742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Mobile apps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453746" y="9904056"/>
              <a:ext cx="4357790" cy="8340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299251" y="4653907"/>
            <a:ext cx="2178895" cy="715158"/>
            <a:chOff x="12598501" y="9307814"/>
            <a:chExt cx="4357790" cy="1430316"/>
          </a:xfrm>
        </p:grpSpPr>
        <p:sp>
          <p:nvSpPr>
            <p:cNvPr id="66" name="TextBox 65"/>
            <p:cNvSpPr txBox="1"/>
            <p:nvPr/>
          </p:nvSpPr>
          <p:spPr>
            <a:xfrm>
              <a:off x="12598501" y="9307814"/>
              <a:ext cx="4357790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photography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2598501" y="9904056"/>
              <a:ext cx="4357790" cy="8340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876652" y="4653907"/>
            <a:ext cx="2178895" cy="715158"/>
            <a:chOff x="17753304" y="9307814"/>
            <a:chExt cx="4357790" cy="1430316"/>
          </a:xfrm>
        </p:grpSpPr>
        <p:sp>
          <p:nvSpPr>
            <p:cNvPr id="68" name="TextBox 67"/>
            <p:cNvSpPr txBox="1"/>
            <p:nvPr/>
          </p:nvSpPr>
          <p:spPr>
            <a:xfrm>
              <a:off x="17753304" y="9307814"/>
              <a:ext cx="4357790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Finance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7753304" y="9904056"/>
              <a:ext cx="4357790" cy="8340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5" name="图片 14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Business Model</a:t>
            </a:r>
            <a:endParaRPr lang="en-US" dirty="0"/>
          </a:p>
        </p:txBody>
      </p:sp>
      <p:sp>
        <p:nvSpPr>
          <p:cNvPr id="21" name="Freeform 16"/>
          <p:cNvSpPr>
            <a:spLocks noEditPoints="1"/>
          </p:cNvSpPr>
          <p:nvPr/>
        </p:nvSpPr>
        <p:spPr bwMode="auto">
          <a:xfrm>
            <a:off x="4031457" y="1356427"/>
            <a:ext cx="4127500" cy="4065588"/>
          </a:xfrm>
          <a:custGeom>
            <a:avLst/>
            <a:gdLst>
              <a:gd name="T0" fmla="*/ 4396 w 5200"/>
              <a:gd name="T1" fmla="*/ 2921 h 5122"/>
              <a:gd name="T2" fmla="*/ 4396 w 5200"/>
              <a:gd name="T3" fmla="*/ 1984 h 5122"/>
              <a:gd name="T4" fmla="*/ 3593 w 5200"/>
              <a:gd name="T5" fmla="*/ 1520 h 5122"/>
              <a:gd name="T6" fmla="*/ 3593 w 5200"/>
              <a:gd name="T7" fmla="*/ 577 h 5122"/>
              <a:gd name="T8" fmla="*/ 2599 w 5200"/>
              <a:gd name="T9" fmla="*/ 0 h 5122"/>
              <a:gd name="T10" fmla="*/ 1607 w 5200"/>
              <a:gd name="T11" fmla="*/ 577 h 5122"/>
              <a:gd name="T12" fmla="*/ 1607 w 5200"/>
              <a:gd name="T13" fmla="*/ 1520 h 5122"/>
              <a:gd name="T14" fmla="*/ 804 w 5200"/>
              <a:gd name="T15" fmla="*/ 1984 h 5122"/>
              <a:gd name="T16" fmla="*/ 804 w 5200"/>
              <a:gd name="T17" fmla="*/ 2921 h 5122"/>
              <a:gd name="T18" fmla="*/ 0 w 5200"/>
              <a:gd name="T19" fmla="*/ 3388 h 5122"/>
              <a:gd name="T20" fmla="*/ 0 w 5200"/>
              <a:gd name="T21" fmla="*/ 4547 h 5122"/>
              <a:gd name="T22" fmla="*/ 994 w 5200"/>
              <a:gd name="T23" fmla="*/ 5122 h 5122"/>
              <a:gd name="T24" fmla="*/ 1797 w 5200"/>
              <a:gd name="T25" fmla="*/ 4657 h 5122"/>
              <a:gd name="T26" fmla="*/ 2599 w 5200"/>
              <a:gd name="T27" fmla="*/ 5122 h 5122"/>
              <a:gd name="T28" fmla="*/ 3404 w 5200"/>
              <a:gd name="T29" fmla="*/ 4657 h 5122"/>
              <a:gd name="T30" fmla="*/ 4206 w 5200"/>
              <a:gd name="T31" fmla="*/ 5122 h 5122"/>
              <a:gd name="T32" fmla="*/ 5200 w 5200"/>
              <a:gd name="T33" fmla="*/ 4547 h 5122"/>
              <a:gd name="T34" fmla="*/ 5200 w 5200"/>
              <a:gd name="T35" fmla="*/ 3388 h 5122"/>
              <a:gd name="T36" fmla="*/ 4396 w 5200"/>
              <a:gd name="T37" fmla="*/ 2921 h 5122"/>
              <a:gd name="T38" fmla="*/ 5090 w 5200"/>
              <a:gd name="T39" fmla="*/ 4471 h 5122"/>
              <a:gd name="T40" fmla="*/ 4219 w 5200"/>
              <a:gd name="T41" fmla="*/ 4972 h 5122"/>
              <a:gd name="T42" fmla="*/ 3409 w 5200"/>
              <a:gd name="T43" fmla="*/ 4505 h 5122"/>
              <a:gd name="T44" fmla="*/ 2599 w 5200"/>
              <a:gd name="T45" fmla="*/ 4972 h 5122"/>
              <a:gd name="T46" fmla="*/ 1791 w 5200"/>
              <a:gd name="T47" fmla="*/ 4505 h 5122"/>
              <a:gd name="T48" fmla="*/ 981 w 5200"/>
              <a:gd name="T49" fmla="*/ 4972 h 5122"/>
              <a:gd name="T50" fmla="*/ 110 w 5200"/>
              <a:gd name="T51" fmla="*/ 4471 h 5122"/>
              <a:gd name="T52" fmla="*/ 110 w 5200"/>
              <a:gd name="T53" fmla="*/ 3464 h 5122"/>
              <a:gd name="T54" fmla="*/ 920 w 5200"/>
              <a:gd name="T55" fmla="*/ 2997 h 5122"/>
              <a:gd name="T56" fmla="*/ 920 w 5200"/>
              <a:gd name="T57" fmla="*/ 2060 h 5122"/>
              <a:gd name="T58" fmla="*/ 1730 w 5200"/>
              <a:gd name="T59" fmla="*/ 1594 h 5122"/>
              <a:gd name="T60" fmla="*/ 1730 w 5200"/>
              <a:gd name="T61" fmla="*/ 651 h 5122"/>
              <a:gd name="T62" fmla="*/ 2599 w 5200"/>
              <a:gd name="T63" fmla="*/ 152 h 5122"/>
              <a:gd name="T64" fmla="*/ 3470 w 5200"/>
              <a:gd name="T65" fmla="*/ 651 h 5122"/>
              <a:gd name="T66" fmla="*/ 3470 w 5200"/>
              <a:gd name="T67" fmla="*/ 1594 h 5122"/>
              <a:gd name="T68" fmla="*/ 4280 w 5200"/>
              <a:gd name="T69" fmla="*/ 2060 h 5122"/>
              <a:gd name="T70" fmla="*/ 4280 w 5200"/>
              <a:gd name="T71" fmla="*/ 2997 h 5122"/>
              <a:gd name="T72" fmla="*/ 5090 w 5200"/>
              <a:gd name="T73" fmla="*/ 3464 h 5122"/>
              <a:gd name="T74" fmla="*/ 5090 w 5200"/>
              <a:gd name="T75" fmla="*/ 4471 h 5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200" h="5122">
                <a:moveTo>
                  <a:pt x="4396" y="2921"/>
                </a:moveTo>
                <a:lnTo>
                  <a:pt x="4396" y="1984"/>
                </a:lnTo>
                <a:lnTo>
                  <a:pt x="3593" y="1520"/>
                </a:lnTo>
                <a:lnTo>
                  <a:pt x="3593" y="577"/>
                </a:lnTo>
                <a:lnTo>
                  <a:pt x="2599" y="0"/>
                </a:lnTo>
                <a:lnTo>
                  <a:pt x="1607" y="577"/>
                </a:lnTo>
                <a:lnTo>
                  <a:pt x="1607" y="1520"/>
                </a:lnTo>
                <a:lnTo>
                  <a:pt x="804" y="1984"/>
                </a:lnTo>
                <a:lnTo>
                  <a:pt x="804" y="2921"/>
                </a:lnTo>
                <a:lnTo>
                  <a:pt x="0" y="3388"/>
                </a:lnTo>
                <a:lnTo>
                  <a:pt x="0" y="4547"/>
                </a:lnTo>
                <a:lnTo>
                  <a:pt x="994" y="5122"/>
                </a:lnTo>
                <a:lnTo>
                  <a:pt x="1797" y="4657"/>
                </a:lnTo>
                <a:lnTo>
                  <a:pt x="2599" y="5122"/>
                </a:lnTo>
                <a:lnTo>
                  <a:pt x="3404" y="4657"/>
                </a:lnTo>
                <a:lnTo>
                  <a:pt x="4206" y="5122"/>
                </a:lnTo>
                <a:lnTo>
                  <a:pt x="5200" y="4547"/>
                </a:lnTo>
                <a:lnTo>
                  <a:pt x="5200" y="3388"/>
                </a:lnTo>
                <a:lnTo>
                  <a:pt x="4396" y="2921"/>
                </a:lnTo>
                <a:close/>
                <a:moveTo>
                  <a:pt x="5090" y="4471"/>
                </a:moveTo>
                <a:lnTo>
                  <a:pt x="4219" y="4972"/>
                </a:lnTo>
                <a:lnTo>
                  <a:pt x="3409" y="4505"/>
                </a:lnTo>
                <a:lnTo>
                  <a:pt x="2599" y="4972"/>
                </a:lnTo>
                <a:lnTo>
                  <a:pt x="1791" y="4505"/>
                </a:lnTo>
                <a:lnTo>
                  <a:pt x="981" y="4972"/>
                </a:lnTo>
                <a:lnTo>
                  <a:pt x="110" y="4471"/>
                </a:lnTo>
                <a:lnTo>
                  <a:pt x="110" y="3464"/>
                </a:lnTo>
                <a:lnTo>
                  <a:pt x="920" y="2997"/>
                </a:lnTo>
                <a:lnTo>
                  <a:pt x="920" y="2060"/>
                </a:lnTo>
                <a:lnTo>
                  <a:pt x="1730" y="1594"/>
                </a:lnTo>
                <a:lnTo>
                  <a:pt x="1730" y="651"/>
                </a:lnTo>
                <a:lnTo>
                  <a:pt x="2599" y="152"/>
                </a:lnTo>
                <a:lnTo>
                  <a:pt x="3470" y="651"/>
                </a:lnTo>
                <a:lnTo>
                  <a:pt x="3470" y="1594"/>
                </a:lnTo>
                <a:lnTo>
                  <a:pt x="4280" y="2060"/>
                </a:lnTo>
                <a:lnTo>
                  <a:pt x="4280" y="2997"/>
                </a:lnTo>
                <a:lnTo>
                  <a:pt x="5090" y="3464"/>
                </a:lnTo>
                <a:lnTo>
                  <a:pt x="5090" y="4471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9" name="Freeform 28"/>
          <p:cNvSpPr/>
          <p:nvPr/>
        </p:nvSpPr>
        <p:spPr bwMode="auto">
          <a:xfrm>
            <a:off x="6784182" y="1922181"/>
            <a:ext cx="99009" cy="114220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0" name="Freeform 29"/>
          <p:cNvSpPr/>
          <p:nvPr/>
        </p:nvSpPr>
        <p:spPr bwMode="auto">
          <a:xfrm>
            <a:off x="7427119" y="3015023"/>
            <a:ext cx="90510" cy="104415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1" name="Freeform 30"/>
          <p:cNvSpPr/>
          <p:nvPr/>
        </p:nvSpPr>
        <p:spPr bwMode="auto">
          <a:xfrm>
            <a:off x="8075111" y="4140909"/>
            <a:ext cx="85392" cy="985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2" name="Freeform 31"/>
          <p:cNvSpPr/>
          <p:nvPr/>
        </p:nvSpPr>
        <p:spPr bwMode="auto">
          <a:xfrm>
            <a:off x="4031457" y="4140909"/>
            <a:ext cx="85392" cy="985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3" name="Freeform 32"/>
          <p:cNvSpPr/>
          <p:nvPr/>
        </p:nvSpPr>
        <p:spPr bwMode="auto">
          <a:xfrm>
            <a:off x="6045702" y="5307795"/>
            <a:ext cx="99009" cy="114220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4" name="Freeform 33"/>
          <p:cNvSpPr/>
          <p:nvPr/>
        </p:nvSpPr>
        <p:spPr bwMode="auto">
          <a:xfrm>
            <a:off x="4664286" y="3015023"/>
            <a:ext cx="99009" cy="114220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grpSp>
        <p:nvGrpSpPr>
          <p:cNvPr id="10" name="Group 9"/>
          <p:cNvGrpSpPr/>
          <p:nvPr/>
        </p:nvGrpSpPr>
        <p:grpSpPr>
          <a:xfrm>
            <a:off x="7335044" y="1870168"/>
            <a:ext cx="2417832" cy="469978"/>
            <a:chOff x="14670088" y="3740336"/>
            <a:chExt cx="4835664" cy="939956"/>
          </a:xfrm>
        </p:grpSpPr>
        <p:sp>
          <p:nvSpPr>
            <p:cNvPr id="35" name="TextBox 34"/>
            <p:cNvSpPr txBox="1"/>
            <p:nvPr/>
          </p:nvSpPr>
          <p:spPr>
            <a:xfrm>
              <a:off x="14670088" y="3740336"/>
              <a:ext cx="483566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New users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4670088" y="4286338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977188" y="2972106"/>
            <a:ext cx="2417832" cy="469978"/>
            <a:chOff x="15954376" y="5944211"/>
            <a:chExt cx="4835664" cy="939956"/>
          </a:xfrm>
        </p:grpSpPr>
        <p:sp>
          <p:nvSpPr>
            <p:cNvPr id="37" name="TextBox 36"/>
            <p:cNvSpPr txBox="1"/>
            <p:nvPr/>
          </p:nvSpPr>
          <p:spPr>
            <a:xfrm>
              <a:off x="15954376" y="5944211"/>
              <a:ext cx="483566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branding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5954376" y="6490213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622081" y="4132332"/>
            <a:ext cx="2417832" cy="469978"/>
            <a:chOff x="17244161" y="8264663"/>
            <a:chExt cx="4835664" cy="939956"/>
          </a:xfrm>
        </p:grpSpPr>
        <p:sp>
          <p:nvSpPr>
            <p:cNvPr id="39" name="TextBox 38"/>
            <p:cNvSpPr txBox="1"/>
            <p:nvPr/>
          </p:nvSpPr>
          <p:spPr>
            <a:xfrm>
              <a:off x="17244161" y="8264663"/>
              <a:ext cx="483566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New offers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7244161" y="8810665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793432" y="2972106"/>
            <a:ext cx="2417832" cy="469978"/>
            <a:chOff x="3586863" y="5944211"/>
            <a:chExt cx="4835664" cy="939956"/>
          </a:xfrm>
        </p:grpSpPr>
        <p:sp>
          <p:nvSpPr>
            <p:cNvPr id="42" name="TextBox 41"/>
            <p:cNvSpPr txBox="1"/>
            <p:nvPr/>
          </p:nvSpPr>
          <p:spPr>
            <a:xfrm>
              <a:off x="3586863" y="5944211"/>
              <a:ext cx="4831156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Management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586863" y="6490213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142709" y="4132332"/>
            <a:ext cx="2417832" cy="469978"/>
            <a:chOff x="2285418" y="8264663"/>
            <a:chExt cx="4835664" cy="939956"/>
          </a:xfrm>
        </p:grpSpPr>
        <p:sp>
          <p:nvSpPr>
            <p:cNvPr id="44" name="TextBox 43"/>
            <p:cNvSpPr txBox="1"/>
            <p:nvPr/>
          </p:nvSpPr>
          <p:spPr>
            <a:xfrm>
              <a:off x="2285418" y="8264663"/>
              <a:ext cx="4831156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Maintenance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285418" y="8810665"/>
              <a:ext cx="483566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6" name="Freeform 22"/>
          <p:cNvSpPr/>
          <p:nvPr/>
        </p:nvSpPr>
        <p:spPr bwMode="auto">
          <a:xfrm>
            <a:off x="6141244" y="2702627"/>
            <a:ext cx="1193800" cy="1377950"/>
          </a:xfrm>
          <a:custGeom>
            <a:avLst/>
            <a:gdLst>
              <a:gd name="T0" fmla="*/ 751 w 1504"/>
              <a:gd name="T1" fmla="*/ 0 h 1736"/>
              <a:gd name="T2" fmla="*/ 0 w 1504"/>
              <a:gd name="T3" fmla="*/ 432 h 1736"/>
              <a:gd name="T4" fmla="*/ 0 w 1504"/>
              <a:gd name="T5" fmla="*/ 1303 h 1736"/>
              <a:gd name="T6" fmla="*/ 751 w 1504"/>
              <a:gd name="T7" fmla="*/ 1736 h 1736"/>
              <a:gd name="T8" fmla="*/ 1504 w 1504"/>
              <a:gd name="T9" fmla="*/ 1303 h 1736"/>
              <a:gd name="T10" fmla="*/ 1504 w 1504"/>
              <a:gd name="T11" fmla="*/ 432 h 1736"/>
              <a:gd name="T12" fmla="*/ 751 w 1504"/>
              <a:gd name="T13" fmla="*/ 0 h 1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4" h="1736">
                <a:moveTo>
                  <a:pt x="751" y="0"/>
                </a:moveTo>
                <a:lnTo>
                  <a:pt x="0" y="432"/>
                </a:lnTo>
                <a:lnTo>
                  <a:pt x="0" y="1303"/>
                </a:lnTo>
                <a:lnTo>
                  <a:pt x="751" y="1736"/>
                </a:lnTo>
                <a:lnTo>
                  <a:pt x="1504" y="1303"/>
                </a:lnTo>
                <a:lnTo>
                  <a:pt x="1504" y="432"/>
                </a:lnTo>
                <a:lnTo>
                  <a:pt x="75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6" name="Freeform 77"/>
          <p:cNvSpPr>
            <a:spLocks noEditPoints="1"/>
          </p:cNvSpPr>
          <p:nvPr/>
        </p:nvSpPr>
        <p:spPr bwMode="auto">
          <a:xfrm>
            <a:off x="6549451" y="3233457"/>
            <a:ext cx="445931" cy="447571"/>
          </a:xfrm>
          <a:custGeom>
            <a:avLst/>
            <a:gdLst>
              <a:gd name="T0" fmla="*/ 48 w 353"/>
              <a:gd name="T1" fmla="*/ 121 h 354"/>
              <a:gd name="T2" fmla="*/ 96 w 353"/>
              <a:gd name="T3" fmla="*/ 121 h 354"/>
              <a:gd name="T4" fmla="*/ 72 w 353"/>
              <a:gd name="T5" fmla="*/ 129 h 354"/>
              <a:gd name="T6" fmla="*/ 72 w 353"/>
              <a:gd name="T7" fmla="*/ 113 h 354"/>
              <a:gd name="T8" fmla="*/ 72 w 353"/>
              <a:gd name="T9" fmla="*/ 129 h 354"/>
              <a:gd name="T10" fmla="*/ 174 w 353"/>
              <a:gd name="T11" fmla="*/ 223 h 354"/>
              <a:gd name="T12" fmla="*/ 193 w 353"/>
              <a:gd name="T13" fmla="*/ 201 h 354"/>
              <a:gd name="T14" fmla="*/ 179 w 353"/>
              <a:gd name="T15" fmla="*/ 195 h 354"/>
              <a:gd name="T16" fmla="*/ 160 w 353"/>
              <a:gd name="T17" fmla="*/ 217 h 354"/>
              <a:gd name="T18" fmla="*/ 351 w 353"/>
              <a:gd name="T19" fmla="*/ 163 h 354"/>
              <a:gd name="T20" fmla="*/ 185 w 353"/>
              <a:gd name="T21" fmla="*/ 0 h 354"/>
              <a:gd name="T22" fmla="*/ 48 w 353"/>
              <a:gd name="T23" fmla="*/ 25 h 354"/>
              <a:gd name="T24" fmla="*/ 64 w 353"/>
              <a:gd name="T25" fmla="*/ 25 h 354"/>
              <a:gd name="T26" fmla="*/ 181 w 353"/>
              <a:gd name="T27" fmla="*/ 16 h 354"/>
              <a:gd name="T28" fmla="*/ 315 w 353"/>
              <a:gd name="T29" fmla="*/ 187 h 354"/>
              <a:gd name="T30" fmla="*/ 321 w 353"/>
              <a:gd name="T31" fmla="*/ 201 h 354"/>
              <a:gd name="T32" fmla="*/ 351 w 353"/>
              <a:gd name="T33" fmla="*/ 175 h 354"/>
              <a:gd name="T34" fmla="*/ 351 w 353"/>
              <a:gd name="T35" fmla="*/ 163 h 354"/>
              <a:gd name="T36" fmla="*/ 136 w 353"/>
              <a:gd name="T37" fmla="*/ 257 h 354"/>
              <a:gd name="T38" fmla="*/ 150 w 353"/>
              <a:gd name="T39" fmla="*/ 247 h 354"/>
              <a:gd name="T40" fmla="*/ 144 w 353"/>
              <a:gd name="T41" fmla="*/ 233 h 354"/>
              <a:gd name="T42" fmla="*/ 131 w 353"/>
              <a:gd name="T43" fmla="*/ 244 h 354"/>
              <a:gd name="T44" fmla="*/ 142 w 353"/>
              <a:gd name="T45" fmla="*/ 51 h 354"/>
              <a:gd name="T46" fmla="*/ 24 w 353"/>
              <a:gd name="T47" fmla="*/ 49 h 354"/>
              <a:gd name="T48" fmla="*/ 0 w 353"/>
              <a:gd name="T49" fmla="*/ 185 h 354"/>
              <a:gd name="T50" fmla="*/ 163 w 353"/>
              <a:gd name="T51" fmla="*/ 351 h 354"/>
              <a:gd name="T52" fmla="*/ 174 w 353"/>
              <a:gd name="T53" fmla="*/ 351 h 354"/>
              <a:gd name="T54" fmla="*/ 305 w 353"/>
              <a:gd name="T55" fmla="*/ 217 h 354"/>
              <a:gd name="T56" fmla="*/ 142 w 353"/>
              <a:gd name="T57" fmla="*/ 51 h 354"/>
              <a:gd name="T58" fmla="*/ 16 w 353"/>
              <a:gd name="T59" fmla="*/ 182 h 354"/>
              <a:gd name="T60" fmla="*/ 24 w 353"/>
              <a:gd name="T61" fmla="*/ 65 h 354"/>
              <a:gd name="T62" fmla="*/ 286 w 353"/>
              <a:gd name="T63" fmla="*/ 217 h 354"/>
              <a:gd name="T64" fmla="*/ 168 w 353"/>
              <a:gd name="T65" fmla="*/ 289 h 354"/>
              <a:gd name="T66" fmla="*/ 206 w 353"/>
              <a:gd name="T67" fmla="*/ 255 h 354"/>
              <a:gd name="T68" fmla="*/ 201 w 353"/>
              <a:gd name="T69" fmla="*/ 241 h 354"/>
              <a:gd name="T70" fmla="*/ 163 w 353"/>
              <a:gd name="T71" fmla="*/ 276 h 354"/>
              <a:gd name="T72" fmla="*/ 168 w 353"/>
              <a:gd name="T73" fmla="*/ 289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53" h="354">
                <a:moveTo>
                  <a:pt x="72" y="97"/>
                </a:moveTo>
                <a:cubicBezTo>
                  <a:pt x="59" y="97"/>
                  <a:pt x="48" y="108"/>
                  <a:pt x="48" y="121"/>
                </a:cubicBezTo>
                <a:cubicBezTo>
                  <a:pt x="48" y="134"/>
                  <a:pt x="59" y="145"/>
                  <a:pt x="72" y="145"/>
                </a:cubicBezTo>
                <a:cubicBezTo>
                  <a:pt x="85" y="145"/>
                  <a:pt x="96" y="134"/>
                  <a:pt x="96" y="121"/>
                </a:cubicBezTo>
                <a:cubicBezTo>
                  <a:pt x="96" y="108"/>
                  <a:pt x="85" y="97"/>
                  <a:pt x="72" y="97"/>
                </a:cubicBezTo>
                <a:moveTo>
                  <a:pt x="72" y="129"/>
                </a:moveTo>
                <a:cubicBezTo>
                  <a:pt x="68" y="129"/>
                  <a:pt x="64" y="125"/>
                  <a:pt x="64" y="121"/>
                </a:cubicBezTo>
                <a:cubicBezTo>
                  <a:pt x="64" y="116"/>
                  <a:pt x="68" y="113"/>
                  <a:pt x="72" y="113"/>
                </a:cubicBezTo>
                <a:cubicBezTo>
                  <a:pt x="77" y="113"/>
                  <a:pt x="80" y="116"/>
                  <a:pt x="80" y="121"/>
                </a:cubicBezTo>
                <a:cubicBezTo>
                  <a:pt x="80" y="125"/>
                  <a:pt x="77" y="129"/>
                  <a:pt x="72" y="129"/>
                </a:cubicBezTo>
                <a:moveTo>
                  <a:pt x="168" y="225"/>
                </a:moveTo>
                <a:cubicBezTo>
                  <a:pt x="171" y="225"/>
                  <a:pt x="173" y="224"/>
                  <a:pt x="174" y="223"/>
                </a:cubicBezTo>
                <a:cubicBezTo>
                  <a:pt x="190" y="207"/>
                  <a:pt x="190" y="207"/>
                  <a:pt x="190" y="207"/>
                </a:cubicBezTo>
                <a:cubicBezTo>
                  <a:pt x="192" y="205"/>
                  <a:pt x="193" y="203"/>
                  <a:pt x="193" y="201"/>
                </a:cubicBezTo>
                <a:cubicBezTo>
                  <a:pt x="193" y="197"/>
                  <a:pt x="189" y="193"/>
                  <a:pt x="185" y="193"/>
                </a:cubicBezTo>
                <a:cubicBezTo>
                  <a:pt x="182" y="193"/>
                  <a:pt x="180" y="194"/>
                  <a:pt x="179" y="195"/>
                </a:cubicBezTo>
                <a:cubicBezTo>
                  <a:pt x="163" y="212"/>
                  <a:pt x="163" y="212"/>
                  <a:pt x="163" y="212"/>
                </a:cubicBezTo>
                <a:cubicBezTo>
                  <a:pt x="161" y="213"/>
                  <a:pt x="160" y="215"/>
                  <a:pt x="160" y="217"/>
                </a:cubicBezTo>
                <a:cubicBezTo>
                  <a:pt x="160" y="222"/>
                  <a:pt x="164" y="225"/>
                  <a:pt x="168" y="225"/>
                </a:cubicBezTo>
                <a:moveTo>
                  <a:pt x="351" y="163"/>
                </a:moveTo>
                <a:cubicBezTo>
                  <a:pt x="190" y="3"/>
                  <a:pt x="190" y="3"/>
                  <a:pt x="190" y="3"/>
                </a:cubicBezTo>
                <a:cubicBezTo>
                  <a:pt x="189" y="1"/>
                  <a:pt x="187" y="0"/>
                  <a:pt x="185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59" y="0"/>
                  <a:pt x="48" y="11"/>
                  <a:pt x="48" y="25"/>
                </a:cubicBezTo>
                <a:cubicBezTo>
                  <a:pt x="48" y="29"/>
                  <a:pt x="52" y="33"/>
                  <a:pt x="56" y="33"/>
                </a:cubicBezTo>
                <a:cubicBezTo>
                  <a:pt x="61" y="33"/>
                  <a:pt x="64" y="29"/>
                  <a:pt x="64" y="25"/>
                </a:cubicBezTo>
                <a:cubicBezTo>
                  <a:pt x="64" y="20"/>
                  <a:pt x="68" y="16"/>
                  <a:pt x="72" y="16"/>
                </a:cubicBezTo>
                <a:cubicBezTo>
                  <a:pt x="181" y="16"/>
                  <a:pt x="181" y="16"/>
                  <a:pt x="181" y="16"/>
                </a:cubicBezTo>
                <a:cubicBezTo>
                  <a:pt x="334" y="169"/>
                  <a:pt x="334" y="169"/>
                  <a:pt x="334" y="169"/>
                </a:cubicBezTo>
                <a:cubicBezTo>
                  <a:pt x="315" y="187"/>
                  <a:pt x="315" y="187"/>
                  <a:pt x="315" y="187"/>
                </a:cubicBezTo>
                <a:cubicBezTo>
                  <a:pt x="314" y="189"/>
                  <a:pt x="313" y="191"/>
                  <a:pt x="313" y="193"/>
                </a:cubicBezTo>
                <a:cubicBezTo>
                  <a:pt x="313" y="198"/>
                  <a:pt x="317" y="201"/>
                  <a:pt x="321" y="201"/>
                </a:cubicBezTo>
                <a:cubicBezTo>
                  <a:pt x="323" y="201"/>
                  <a:pt x="325" y="200"/>
                  <a:pt x="327" y="199"/>
                </a:cubicBezTo>
                <a:cubicBezTo>
                  <a:pt x="351" y="175"/>
                  <a:pt x="351" y="175"/>
                  <a:pt x="351" y="175"/>
                </a:cubicBezTo>
                <a:cubicBezTo>
                  <a:pt x="352" y="173"/>
                  <a:pt x="353" y="171"/>
                  <a:pt x="353" y="169"/>
                </a:cubicBezTo>
                <a:cubicBezTo>
                  <a:pt x="353" y="167"/>
                  <a:pt x="352" y="165"/>
                  <a:pt x="351" y="163"/>
                </a:cubicBezTo>
                <a:moveTo>
                  <a:pt x="128" y="249"/>
                </a:moveTo>
                <a:cubicBezTo>
                  <a:pt x="128" y="254"/>
                  <a:pt x="132" y="257"/>
                  <a:pt x="136" y="257"/>
                </a:cubicBezTo>
                <a:cubicBezTo>
                  <a:pt x="139" y="257"/>
                  <a:pt x="141" y="256"/>
                  <a:pt x="142" y="255"/>
                </a:cubicBezTo>
                <a:cubicBezTo>
                  <a:pt x="150" y="247"/>
                  <a:pt x="150" y="247"/>
                  <a:pt x="150" y="247"/>
                </a:cubicBezTo>
                <a:cubicBezTo>
                  <a:pt x="152" y="245"/>
                  <a:pt x="152" y="243"/>
                  <a:pt x="152" y="241"/>
                </a:cubicBezTo>
                <a:cubicBezTo>
                  <a:pt x="152" y="237"/>
                  <a:pt x="149" y="233"/>
                  <a:pt x="144" y="233"/>
                </a:cubicBezTo>
                <a:cubicBezTo>
                  <a:pt x="142" y="233"/>
                  <a:pt x="140" y="234"/>
                  <a:pt x="139" y="236"/>
                </a:cubicBezTo>
                <a:cubicBezTo>
                  <a:pt x="131" y="244"/>
                  <a:pt x="131" y="244"/>
                  <a:pt x="131" y="244"/>
                </a:cubicBezTo>
                <a:cubicBezTo>
                  <a:pt x="129" y="245"/>
                  <a:pt x="128" y="247"/>
                  <a:pt x="128" y="249"/>
                </a:cubicBezTo>
                <a:moveTo>
                  <a:pt x="142" y="51"/>
                </a:moveTo>
                <a:cubicBezTo>
                  <a:pt x="141" y="49"/>
                  <a:pt x="139" y="49"/>
                  <a:pt x="136" y="49"/>
                </a:cubicBezTo>
                <a:cubicBezTo>
                  <a:pt x="24" y="49"/>
                  <a:pt x="24" y="49"/>
                  <a:pt x="24" y="49"/>
                </a:cubicBezTo>
                <a:cubicBezTo>
                  <a:pt x="11" y="49"/>
                  <a:pt x="0" y="59"/>
                  <a:pt x="0" y="73"/>
                </a:cubicBezTo>
                <a:cubicBezTo>
                  <a:pt x="0" y="185"/>
                  <a:pt x="0" y="185"/>
                  <a:pt x="0" y="185"/>
                </a:cubicBezTo>
                <a:cubicBezTo>
                  <a:pt x="0" y="187"/>
                  <a:pt x="1" y="189"/>
                  <a:pt x="2" y="191"/>
                </a:cubicBezTo>
                <a:cubicBezTo>
                  <a:pt x="163" y="351"/>
                  <a:pt x="163" y="351"/>
                  <a:pt x="163" y="351"/>
                </a:cubicBezTo>
                <a:cubicBezTo>
                  <a:pt x="164" y="353"/>
                  <a:pt x="166" y="354"/>
                  <a:pt x="168" y="354"/>
                </a:cubicBezTo>
                <a:cubicBezTo>
                  <a:pt x="171" y="354"/>
                  <a:pt x="173" y="353"/>
                  <a:pt x="174" y="351"/>
                </a:cubicBezTo>
                <a:cubicBezTo>
                  <a:pt x="303" y="223"/>
                  <a:pt x="303" y="223"/>
                  <a:pt x="303" y="223"/>
                </a:cubicBezTo>
                <a:cubicBezTo>
                  <a:pt x="304" y="221"/>
                  <a:pt x="305" y="219"/>
                  <a:pt x="305" y="217"/>
                </a:cubicBezTo>
                <a:cubicBezTo>
                  <a:pt x="305" y="215"/>
                  <a:pt x="304" y="213"/>
                  <a:pt x="303" y="212"/>
                </a:cubicBezTo>
                <a:lnTo>
                  <a:pt x="142" y="51"/>
                </a:lnTo>
                <a:close/>
                <a:moveTo>
                  <a:pt x="168" y="334"/>
                </a:moveTo>
                <a:cubicBezTo>
                  <a:pt x="16" y="182"/>
                  <a:pt x="16" y="182"/>
                  <a:pt x="16" y="182"/>
                </a:cubicBezTo>
                <a:cubicBezTo>
                  <a:pt x="16" y="73"/>
                  <a:pt x="16" y="73"/>
                  <a:pt x="16" y="73"/>
                </a:cubicBezTo>
                <a:cubicBezTo>
                  <a:pt x="16" y="68"/>
                  <a:pt x="20" y="65"/>
                  <a:pt x="24" y="65"/>
                </a:cubicBezTo>
                <a:cubicBezTo>
                  <a:pt x="133" y="65"/>
                  <a:pt x="133" y="65"/>
                  <a:pt x="133" y="65"/>
                </a:cubicBezTo>
                <a:cubicBezTo>
                  <a:pt x="286" y="217"/>
                  <a:pt x="286" y="217"/>
                  <a:pt x="286" y="217"/>
                </a:cubicBezTo>
                <a:lnTo>
                  <a:pt x="168" y="334"/>
                </a:lnTo>
                <a:close/>
                <a:moveTo>
                  <a:pt x="168" y="289"/>
                </a:moveTo>
                <a:cubicBezTo>
                  <a:pt x="171" y="289"/>
                  <a:pt x="173" y="289"/>
                  <a:pt x="174" y="287"/>
                </a:cubicBezTo>
                <a:cubicBezTo>
                  <a:pt x="206" y="255"/>
                  <a:pt x="206" y="255"/>
                  <a:pt x="206" y="255"/>
                </a:cubicBezTo>
                <a:cubicBezTo>
                  <a:pt x="208" y="254"/>
                  <a:pt x="209" y="252"/>
                  <a:pt x="209" y="249"/>
                </a:cubicBezTo>
                <a:cubicBezTo>
                  <a:pt x="209" y="245"/>
                  <a:pt x="205" y="241"/>
                  <a:pt x="201" y="241"/>
                </a:cubicBezTo>
                <a:cubicBezTo>
                  <a:pt x="198" y="241"/>
                  <a:pt x="196" y="242"/>
                  <a:pt x="195" y="244"/>
                </a:cubicBezTo>
                <a:cubicBezTo>
                  <a:pt x="163" y="276"/>
                  <a:pt x="163" y="276"/>
                  <a:pt x="163" y="276"/>
                </a:cubicBezTo>
                <a:cubicBezTo>
                  <a:pt x="161" y="277"/>
                  <a:pt x="160" y="279"/>
                  <a:pt x="160" y="281"/>
                </a:cubicBezTo>
                <a:cubicBezTo>
                  <a:pt x="160" y="286"/>
                  <a:pt x="164" y="289"/>
                  <a:pt x="168" y="28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5" name="Freeform 21"/>
          <p:cNvSpPr/>
          <p:nvPr/>
        </p:nvSpPr>
        <p:spPr bwMode="auto">
          <a:xfrm>
            <a:off x="4855369" y="2702627"/>
            <a:ext cx="1193800" cy="1377950"/>
          </a:xfrm>
          <a:custGeom>
            <a:avLst/>
            <a:gdLst>
              <a:gd name="T0" fmla="*/ 753 w 1504"/>
              <a:gd name="T1" fmla="*/ 0 h 1736"/>
              <a:gd name="T2" fmla="*/ 0 w 1504"/>
              <a:gd name="T3" fmla="*/ 432 h 1736"/>
              <a:gd name="T4" fmla="*/ 0 w 1504"/>
              <a:gd name="T5" fmla="*/ 1303 h 1736"/>
              <a:gd name="T6" fmla="*/ 753 w 1504"/>
              <a:gd name="T7" fmla="*/ 1736 h 1736"/>
              <a:gd name="T8" fmla="*/ 1504 w 1504"/>
              <a:gd name="T9" fmla="*/ 1303 h 1736"/>
              <a:gd name="T10" fmla="*/ 1504 w 1504"/>
              <a:gd name="T11" fmla="*/ 432 h 1736"/>
              <a:gd name="T12" fmla="*/ 753 w 1504"/>
              <a:gd name="T13" fmla="*/ 0 h 1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4" h="1736">
                <a:moveTo>
                  <a:pt x="753" y="0"/>
                </a:moveTo>
                <a:lnTo>
                  <a:pt x="0" y="432"/>
                </a:lnTo>
                <a:lnTo>
                  <a:pt x="0" y="1303"/>
                </a:lnTo>
                <a:lnTo>
                  <a:pt x="753" y="1736"/>
                </a:lnTo>
                <a:lnTo>
                  <a:pt x="1504" y="1303"/>
                </a:lnTo>
                <a:lnTo>
                  <a:pt x="1504" y="432"/>
                </a:lnTo>
                <a:lnTo>
                  <a:pt x="75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7" name="Freeform 97"/>
          <p:cNvSpPr>
            <a:spLocks noEditPoints="1"/>
          </p:cNvSpPr>
          <p:nvPr/>
        </p:nvSpPr>
        <p:spPr bwMode="auto">
          <a:xfrm>
            <a:off x="5230088" y="3206421"/>
            <a:ext cx="445932" cy="365600"/>
          </a:xfrm>
          <a:custGeom>
            <a:avLst/>
            <a:gdLst>
              <a:gd name="T0" fmla="*/ 241 w 353"/>
              <a:gd name="T1" fmla="*/ 32 h 289"/>
              <a:gd name="T2" fmla="*/ 144 w 353"/>
              <a:gd name="T3" fmla="*/ 0 h 289"/>
              <a:gd name="T4" fmla="*/ 16 w 353"/>
              <a:gd name="T5" fmla="*/ 32 h 289"/>
              <a:gd name="T6" fmla="*/ 0 w 353"/>
              <a:gd name="T7" fmla="*/ 129 h 289"/>
              <a:gd name="T8" fmla="*/ 16 w 353"/>
              <a:gd name="T9" fmla="*/ 273 h 289"/>
              <a:gd name="T10" fmla="*/ 321 w 353"/>
              <a:gd name="T11" fmla="*/ 289 h 289"/>
              <a:gd name="T12" fmla="*/ 337 w 353"/>
              <a:gd name="T13" fmla="*/ 145 h 289"/>
              <a:gd name="T14" fmla="*/ 353 w 353"/>
              <a:gd name="T15" fmla="*/ 48 h 289"/>
              <a:gd name="T16" fmla="*/ 144 w 353"/>
              <a:gd name="T17" fmla="*/ 16 h 289"/>
              <a:gd name="T18" fmla="*/ 225 w 353"/>
              <a:gd name="T19" fmla="*/ 32 h 289"/>
              <a:gd name="T20" fmla="*/ 144 w 353"/>
              <a:gd name="T21" fmla="*/ 16 h 289"/>
              <a:gd name="T22" fmla="*/ 32 w 353"/>
              <a:gd name="T23" fmla="*/ 273 h 289"/>
              <a:gd name="T24" fmla="*/ 64 w 353"/>
              <a:gd name="T25" fmla="*/ 145 h 289"/>
              <a:gd name="T26" fmla="*/ 80 w 353"/>
              <a:gd name="T27" fmla="*/ 177 h 289"/>
              <a:gd name="T28" fmla="*/ 128 w 353"/>
              <a:gd name="T29" fmla="*/ 161 h 289"/>
              <a:gd name="T30" fmla="*/ 225 w 353"/>
              <a:gd name="T31" fmla="*/ 145 h 289"/>
              <a:gd name="T32" fmla="*/ 241 w 353"/>
              <a:gd name="T33" fmla="*/ 177 h 289"/>
              <a:gd name="T34" fmla="*/ 289 w 353"/>
              <a:gd name="T35" fmla="*/ 161 h 289"/>
              <a:gd name="T36" fmla="*/ 321 w 353"/>
              <a:gd name="T37" fmla="*/ 145 h 289"/>
              <a:gd name="T38" fmla="*/ 80 w 353"/>
              <a:gd name="T39" fmla="*/ 113 h 289"/>
              <a:gd name="T40" fmla="*/ 112 w 353"/>
              <a:gd name="T41" fmla="*/ 161 h 289"/>
              <a:gd name="T42" fmla="*/ 80 w 353"/>
              <a:gd name="T43" fmla="*/ 113 h 289"/>
              <a:gd name="T44" fmla="*/ 273 w 353"/>
              <a:gd name="T45" fmla="*/ 113 h 289"/>
              <a:gd name="T46" fmla="*/ 241 w 353"/>
              <a:gd name="T47" fmla="*/ 161 h 289"/>
              <a:gd name="T48" fmla="*/ 337 w 353"/>
              <a:gd name="T49" fmla="*/ 129 h 289"/>
              <a:gd name="T50" fmla="*/ 289 w 353"/>
              <a:gd name="T51" fmla="*/ 113 h 289"/>
              <a:gd name="T52" fmla="*/ 241 w 353"/>
              <a:gd name="T53" fmla="*/ 97 h 289"/>
              <a:gd name="T54" fmla="*/ 225 w 353"/>
              <a:gd name="T55" fmla="*/ 129 h 289"/>
              <a:gd name="T56" fmla="*/ 128 w 353"/>
              <a:gd name="T57" fmla="*/ 113 h 289"/>
              <a:gd name="T58" fmla="*/ 80 w 353"/>
              <a:gd name="T59" fmla="*/ 97 h 289"/>
              <a:gd name="T60" fmla="*/ 64 w 353"/>
              <a:gd name="T61" fmla="*/ 129 h 289"/>
              <a:gd name="T62" fmla="*/ 16 w 353"/>
              <a:gd name="T63" fmla="*/ 48 h 289"/>
              <a:gd name="T64" fmla="*/ 337 w 353"/>
              <a:gd name="T65" fmla="*/ 12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53" h="289">
                <a:moveTo>
                  <a:pt x="337" y="32"/>
                </a:moveTo>
                <a:cubicBezTo>
                  <a:pt x="241" y="32"/>
                  <a:pt x="241" y="32"/>
                  <a:pt x="241" y="32"/>
                </a:cubicBezTo>
                <a:cubicBezTo>
                  <a:pt x="241" y="15"/>
                  <a:pt x="226" y="0"/>
                  <a:pt x="209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27" y="0"/>
                  <a:pt x="112" y="15"/>
                  <a:pt x="112" y="32"/>
                </a:cubicBez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40"/>
                  <a:pt x="0" y="48"/>
                </a:cubicBezTo>
                <a:cubicBezTo>
                  <a:pt x="0" y="129"/>
                  <a:pt x="0" y="129"/>
                  <a:pt x="0" y="129"/>
                </a:cubicBezTo>
                <a:cubicBezTo>
                  <a:pt x="0" y="138"/>
                  <a:pt x="7" y="145"/>
                  <a:pt x="16" y="145"/>
                </a:cubicBezTo>
                <a:cubicBezTo>
                  <a:pt x="16" y="273"/>
                  <a:pt x="16" y="273"/>
                  <a:pt x="16" y="273"/>
                </a:cubicBezTo>
                <a:cubicBezTo>
                  <a:pt x="16" y="282"/>
                  <a:pt x="23" y="289"/>
                  <a:pt x="32" y="289"/>
                </a:cubicBezTo>
                <a:cubicBezTo>
                  <a:pt x="321" y="289"/>
                  <a:pt x="321" y="289"/>
                  <a:pt x="321" y="289"/>
                </a:cubicBezTo>
                <a:cubicBezTo>
                  <a:pt x="330" y="289"/>
                  <a:pt x="337" y="282"/>
                  <a:pt x="337" y="273"/>
                </a:cubicBezTo>
                <a:cubicBezTo>
                  <a:pt x="337" y="145"/>
                  <a:pt x="337" y="145"/>
                  <a:pt x="337" y="145"/>
                </a:cubicBezTo>
                <a:cubicBezTo>
                  <a:pt x="346" y="145"/>
                  <a:pt x="353" y="138"/>
                  <a:pt x="353" y="129"/>
                </a:cubicBezTo>
                <a:cubicBezTo>
                  <a:pt x="353" y="48"/>
                  <a:pt x="353" y="48"/>
                  <a:pt x="353" y="48"/>
                </a:cubicBezTo>
                <a:cubicBezTo>
                  <a:pt x="353" y="40"/>
                  <a:pt x="346" y="32"/>
                  <a:pt x="337" y="32"/>
                </a:cubicBezTo>
                <a:moveTo>
                  <a:pt x="144" y="16"/>
                </a:moveTo>
                <a:cubicBezTo>
                  <a:pt x="209" y="16"/>
                  <a:pt x="209" y="16"/>
                  <a:pt x="209" y="16"/>
                </a:cubicBezTo>
                <a:cubicBezTo>
                  <a:pt x="217" y="16"/>
                  <a:pt x="225" y="23"/>
                  <a:pt x="225" y="32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128" y="23"/>
                  <a:pt x="136" y="16"/>
                  <a:pt x="144" y="16"/>
                </a:cubicBezTo>
                <a:moveTo>
                  <a:pt x="321" y="273"/>
                </a:moveTo>
                <a:cubicBezTo>
                  <a:pt x="32" y="273"/>
                  <a:pt x="32" y="273"/>
                  <a:pt x="32" y="273"/>
                </a:cubicBezTo>
                <a:cubicBezTo>
                  <a:pt x="32" y="145"/>
                  <a:pt x="32" y="145"/>
                  <a:pt x="32" y="145"/>
                </a:cubicBezTo>
                <a:cubicBezTo>
                  <a:pt x="64" y="145"/>
                  <a:pt x="64" y="145"/>
                  <a:pt x="64" y="145"/>
                </a:cubicBezTo>
                <a:cubicBezTo>
                  <a:pt x="64" y="161"/>
                  <a:pt x="64" y="161"/>
                  <a:pt x="64" y="161"/>
                </a:cubicBezTo>
                <a:cubicBezTo>
                  <a:pt x="64" y="170"/>
                  <a:pt x="71" y="177"/>
                  <a:pt x="80" y="177"/>
                </a:cubicBezTo>
                <a:cubicBezTo>
                  <a:pt x="112" y="177"/>
                  <a:pt x="112" y="177"/>
                  <a:pt x="112" y="177"/>
                </a:cubicBezTo>
                <a:cubicBezTo>
                  <a:pt x="121" y="177"/>
                  <a:pt x="128" y="170"/>
                  <a:pt x="128" y="161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225" y="145"/>
                  <a:pt x="225" y="145"/>
                  <a:pt x="225" y="145"/>
                </a:cubicBezTo>
                <a:cubicBezTo>
                  <a:pt x="225" y="161"/>
                  <a:pt x="225" y="161"/>
                  <a:pt x="225" y="161"/>
                </a:cubicBezTo>
                <a:cubicBezTo>
                  <a:pt x="225" y="170"/>
                  <a:pt x="232" y="177"/>
                  <a:pt x="241" y="177"/>
                </a:cubicBezTo>
                <a:cubicBezTo>
                  <a:pt x="273" y="177"/>
                  <a:pt x="273" y="177"/>
                  <a:pt x="273" y="177"/>
                </a:cubicBezTo>
                <a:cubicBezTo>
                  <a:pt x="282" y="177"/>
                  <a:pt x="289" y="170"/>
                  <a:pt x="289" y="161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321" y="145"/>
                  <a:pt x="321" y="145"/>
                  <a:pt x="321" y="145"/>
                </a:cubicBezTo>
                <a:lnTo>
                  <a:pt x="321" y="273"/>
                </a:lnTo>
                <a:close/>
                <a:moveTo>
                  <a:pt x="80" y="113"/>
                </a:moveTo>
                <a:cubicBezTo>
                  <a:pt x="112" y="113"/>
                  <a:pt x="112" y="113"/>
                  <a:pt x="112" y="113"/>
                </a:cubicBezTo>
                <a:cubicBezTo>
                  <a:pt x="112" y="161"/>
                  <a:pt x="112" y="161"/>
                  <a:pt x="112" y="161"/>
                </a:cubicBezTo>
                <a:cubicBezTo>
                  <a:pt x="80" y="161"/>
                  <a:pt x="80" y="161"/>
                  <a:pt x="80" y="161"/>
                </a:cubicBezTo>
                <a:lnTo>
                  <a:pt x="80" y="113"/>
                </a:lnTo>
                <a:close/>
                <a:moveTo>
                  <a:pt x="241" y="113"/>
                </a:moveTo>
                <a:cubicBezTo>
                  <a:pt x="273" y="113"/>
                  <a:pt x="273" y="113"/>
                  <a:pt x="273" y="113"/>
                </a:cubicBezTo>
                <a:cubicBezTo>
                  <a:pt x="273" y="161"/>
                  <a:pt x="273" y="161"/>
                  <a:pt x="273" y="161"/>
                </a:cubicBezTo>
                <a:cubicBezTo>
                  <a:pt x="241" y="161"/>
                  <a:pt x="241" y="161"/>
                  <a:pt x="241" y="161"/>
                </a:cubicBezTo>
                <a:lnTo>
                  <a:pt x="241" y="113"/>
                </a:lnTo>
                <a:close/>
                <a:moveTo>
                  <a:pt x="337" y="129"/>
                </a:moveTo>
                <a:cubicBezTo>
                  <a:pt x="289" y="129"/>
                  <a:pt x="289" y="129"/>
                  <a:pt x="289" y="129"/>
                </a:cubicBezTo>
                <a:cubicBezTo>
                  <a:pt x="289" y="113"/>
                  <a:pt x="289" y="113"/>
                  <a:pt x="289" y="113"/>
                </a:cubicBezTo>
                <a:cubicBezTo>
                  <a:pt x="289" y="104"/>
                  <a:pt x="282" y="97"/>
                  <a:pt x="273" y="97"/>
                </a:cubicBezTo>
                <a:cubicBezTo>
                  <a:pt x="241" y="97"/>
                  <a:pt x="241" y="97"/>
                  <a:pt x="241" y="97"/>
                </a:cubicBezTo>
                <a:cubicBezTo>
                  <a:pt x="232" y="97"/>
                  <a:pt x="225" y="104"/>
                  <a:pt x="225" y="113"/>
                </a:cubicBezTo>
                <a:cubicBezTo>
                  <a:pt x="225" y="129"/>
                  <a:pt x="225" y="129"/>
                  <a:pt x="225" y="129"/>
                </a:cubicBezTo>
                <a:cubicBezTo>
                  <a:pt x="128" y="129"/>
                  <a:pt x="128" y="129"/>
                  <a:pt x="128" y="129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28" y="104"/>
                  <a:pt x="121" y="97"/>
                  <a:pt x="112" y="97"/>
                </a:cubicBezTo>
                <a:cubicBezTo>
                  <a:pt x="80" y="97"/>
                  <a:pt x="80" y="97"/>
                  <a:pt x="80" y="97"/>
                </a:cubicBezTo>
                <a:cubicBezTo>
                  <a:pt x="71" y="97"/>
                  <a:pt x="64" y="104"/>
                  <a:pt x="64" y="113"/>
                </a:cubicBezTo>
                <a:cubicBezTo>
                  <a:pt x="64" y="129"/>
                  <a:pt x="64" y="129"/>
                  <a:pt x="64" y="129"/>
                </a:cubicBezTo>
                <a:cubicBezTo>
                  <a:pt x="16" y="129"/>
                  <a:pt x="16" y="129"/>
                  <a:pt x="16" y="129"/>
                </a:cubicBezTo>
                <a:cubicBezTo>
                  <a:pt x="16" y="48"/>
                  <a:pt x="16" y="48"/>
                  <a:pt x="16" y="48"/>
                </a:cubicBezTo>
                <a:cubicBezTo>
                  <a:pt x="337" y="48"/>
                  <a:pt x="337" y="48"/>
                  <a:pt x="337" y="48"/>
                </a:cubicBezTo>
                <a:lnTo>
                  <a:pt x="337" y="1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7" name="Freeform 23"/>
          <p:cNvSpPr/>
          <p:nvPr/>
        </p:nvSpPr>
        <p:spPr bwMode="auto">
          <a:xfrm>
            <a:off x="5498307" y="1585027"/>
            <a:ext cx="1193800" cy="1376363"/>
          </a:xfrm>
          <a:custGeom>
            <a:avLst/>
            <a:gdLst>
              <a:gd name="T0" fmla="*/ 751 w 1504"/>
              <a:gd name="T1" fmla="*/ 0 h 1734"/>
              <a:gd name="T2" fmla="*/ 0 w 1504"/>
              <a:gd name="T3" fmla="*/ 433 h 1734"/>
              <a:gd name="T4" fmla="*/ 0 w 1504"/>
              <a:gd name="T5" fmla="*/ 1302 h 1734"/>
              <a:gd name="T6" fmla="*/ 751 w 1504"/>
              <a:gd name="T7" fmla="*/ 1734 h 1734"/>
              <a:gd name="T8" fmla="*/ 1504 w 1504"/>
              <a:gd name="T9" fmla="*/ 1302 h 1734"/>
              <a:gd name="T10" fmla="*/ 1504 w 1504"/>
              <a:gd name="T11" fmla="*/ 433 h 1734"/>
              <a:gd name="T12" fmla="*/ 751 w 1504"/>
              <a:gd name="T13" fmla="*/ 0 h 17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4" h="1734">
                <a:moveTo>
                  <a:pt x="751" y="0"/>
                </a:moveTo>
                <a:lnTo>
                  <a:pt x="0" y="433"/>
                </a:lnTo>
                <a:lnTo>
                  <a:pt x="0" y="1302"/>
                </a:lnTo>
                <a:lnTo>
                  <a:pt x="751" y="1734"/>
                </a:lnTo>
                <a:lnTo>
                  <a:pt x="1504" y="1302"/>
                </a:lnTo>
                <a:lnTo>
                  <a:pt x="1504" y="433"/>
                </a:lnTo>
                <a:lnTo>
                  <a:pt x="7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8" name="Freeform 110"/>
          <p:cNvSpPr>
            <a:spLocks noEditPoints="1"/>
          </p:cNvSpPr>
          <p:nvPr/>
        </p:nvSpPr>
        <p:spPr bwMode="auto">
          <a:xfrm>
            <a:off x="5873034" y="2067107"/>
            <a:ext cx="445932" cy="365600"/>
          </a:xfrm>
          <a:custGeom>
            <a:avLst/>
            <a:gdLst>
              <a:gd name="T0" fmla="*/ 68 w 353"/>
              <a:gd name="T1" fmla="*/ 173 h 289"/>
              <a:gd name="T2" fmla="*/ 55 w 353"/>
              <a:gd name="T3" fmla="*/ 131 h 289"/>
              <a:gd name="T4" fmla="*/ 55 w 353"/>
              <a:gd name="T5" fmla="*/ 117 h 289"/>
              <a:gd name="T6" fmla="*/ 49 w 353"/>
              <a:gd name="T7" fmla="*/ 75 h 289"/>
              <a:gd name="T8" fmla="*/ 69 w 353"/>
              <a:gd name="T9" fmla="*/ 52 h 289"/>
              <a:gd name="T10" fmla="*/ 98 w 353"/>
              <a:gd name="T11" fmla="*/ 50 h 289"/>
              <a:gd name="T12" fmla="*/ 103 w 353"/>
              <a:gd name="T13" fmla="*/ 35 h 289"/>
              <a:gd name="T14" fmla="*/ 61 w 353"/>
              <a:gd name="T15" fmla="*/ 39 h 289"/>
              <a:gd name="T16" fmla="*/ 40 w 353"/>
              <a:gd name="T17" fmla="*/ 113 h 289"/>
              <a:gd name="T18" fmla="*/ 52 w 353"/>
              <a:gd name="T19" fmla="*/ 173 h 289"/>
              <a:gd name="T20" fmla="*/ 0 w 353"/>
              <a:gd name="T21" fmla="*/ 249 h 289"/>
              <a:gd name="T22" fmla="*/ 43 w 353"/>
              <a:gd name="T23" fmla="*/ 257 h 289"/>
              <a:gd name="T24" fmla="*/ 16 w 353"/>
              <a:gd name="T25" fmla="*/ 241 h 289"/>
              <a:gd name="T26" fmla="*/ 319 w 353"/>
              <a:gd name="T27" fmla="*/ 201 h 289"/>
              <a:gd name="T28" fmla="*/ 311 w 353"/>
              <a:gd name="T29" fmla="*/ 140 h 289"/>
              <a:gd name="T30" fmla="*/ 318 w 353"/>
              <a:gd name="T31" fmla="*/ 69 h 289"/>
              <a:gd name="T32" fmla="*/ 265 w 353"/>
              <a:gd name="T33" fmla="*/ 32 h 289"/>
              <a:gd name="T34" fmla="*/ 253 w 353"/>
              <a:gd name="T35" fmla="*/ 51 h 289"/>
              <a:gd name="T36" fmla="*/ 265 w 353"/>
              <a:gd name="T37" fmla="*/ 48 h 289"/>
              <a:gd name="T38" fmla="*/ 285 w 353"/>
              <a:gd name="T39" fmla="*/ 53 h 289"/>
              <a:gd name="T40" fmla="*/ 298 w 353"/>
              <a:gd name="T41" fmla="*/ 106 h 289"/>
              <a:gd name="T42" fmla="*/ 298 w 353"/>
              <a:gd name="T43" fmla="*/ 131 h 289"/>
              <a:gd name="T44" fmla="*/ 297 w 353"/>
              <a:gd name="T45" fmla="*/ 132 h 289"/>
              <a:gd name="T46" fmla="*/ 314 w 353"/>
              <a:gd name="T47" fmla="*/ 216 h 289"/>
              <a:gd name="T48" fmla="*/ 301 w 353"/>
              <a:gd name="T49" fmla="*/ 241 h 289"/>
              <a:gd name="T50" fmla="*/ 345 w 353"/>
              <a:gd name="T51" fmla="*/ 257 h 289"/>
              <a:gd name="T52" fmla="*/ 319 w 353"/>
              <a:gd name="T53" fmla="*/ 201 h 289"/>
              <a:gd name="T54" fmla="*/ 211 w 353"/>
              <a:gd name="T55" fmla="*/ 181 h 289"/>
              <a:gd name="T56" fmla="*/ 231 w 353"/>
              <a:gd name="T57" fmla="*/ 105 h 289"/>
              <a:gd name="T58" fmla="*/ 209 w 353"/>
              <a:gd name="T59" fmla="*/ 5 h 289"/>
              <a:gd name="T60" fmla="*/ 152 w 353"/>
              <a:gd name="T61" fmla="*/ 9 h 289"/>
              <a:gd name="T62" fmla="*/ 122 w 353"/>
              <a:gd name="T63" fmla="*/ 104 h 289"/>
              <a:gd name="T64" fmla="*/ 141 w 353"/>
              <a:gd name="T65" fmla="*/ 181 h 289"/>
              <a:gd name="T66" fmla="*/ 56 w 353"/>
              <a:gd name="T67" fmla="*/ 281 h 289"/>
              <a:gd name="T68" fmla="*/ 289 w 353"/>
              <a:gd name="T69" fmla="*/ 289 h 289"/>
              <a:gd name="T70" fmla="*/ 240 w 353"/>
              <a:gd name="T71" fmla="*/ 218 h 289"/>
              <a:gd name="T72" fmla="*/ 116 w 353"/>
              <a:gd name="T73" fmla="*/ 234 h 289"/>
              <a:gd name="T74" fmla="*/ 157 w 353"/>
              <a:gd name="T75" fmla="*/ 181 h 289"/>
              <a:gd name="T76" fmla="*/ 137 w 353"/>
              <a:gd name="T77" fmla="*/ 129 h 289"/>
              <a:gd name="T78" fmla="*/ 137 w 353"/>
              <a:gd name="T79" fmla="*/ 97 h 289"/>
              <a:gd name="T80" fmla="*/ 159 w 353"/>
              <a:gd name="T81" fmla="*/ 23 h 289"/>
              <a:gd name="T82" fmla="*/ 186 w 353"/>
              <a:gd name="T83" fmla="*/ 16 h 289"/>
              <a:gd name="T84" fmla="*/ 217 w 353"/>
              <a:gd name="T85" fmla="*/ 44 h 289"/>
              <a:gd name="T86" fmla="*/ 215 w 353"/>
              <a:gd name="T87" fmla="*/ 108 h 289"/>
              <a:gd name="T88" fmla="*/ 213 w 353"/>
              <a:gd name="T89" fmla="*/ 132 h 289"/>
              <a:gd name="T90" fmla="*/ 235 w 353"/>
              <a:gd name="T91" fmla="*/ 234 h 289"/>
              <a:gd name="T92" fmla="*/ 280 w 353"/>
              <a:gd name="T93" fmla="*/ 273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53" h="289">
                <a:moveTo>
                  <a:pt x="38" y="216"/>
                </a:moveTo>
                <a:cubicBezTo>
                  <a:pt x="49" y="213"/>
                  <a:pt x="68" y="201"/>
                  <a:pt x="68" y="173"/>
                </a:cubicBezTo>
                <a:cubicBezTo>
                  <a:pt x="68" y="148"/>
                  <a:pt x="60" y="138"/>
                  <a:pt x="55" y="132"/>
                </a:cubicBezTo>
                <a:cubicBezTo>
                  <a:pt x="55" y="131"/>
                  <a:pt x="55" y="131"/>
                  <a:pt x="55" y="131"/>
                </a:cubicBezTo>
                <a:cubicBezTo>
                  <a:pt x="55" y="131"/>
                  <a:pt x="55" y="131"/>
                  <a:pt x="55" y="131"/>
                </a:cubicBezTo>
                <a:cubicBezTo>
                  <a:pt x="54" y="130"/>
                  <a:pt x="53" y="126"/>
                  <a:pt x="55" y="117"/>
                </a:cubicBezTo>
                <a:cubicBezTo>
                  <a:pt x="56" y="113"/>
                  <a:pt x="56" y="109"/>
                  <a:pt x="54" y="106"/>
                </a:cubicBezTo>
                <a:cubicBezTo>
                  <a:pt x="51" y="99"/>
                  <a:pt x="45" y="85"/>
                  <a:pt x="49" y="75"/>
                </a:cubicBezTo>
                <a:cubicBezTo>
                  <a:pt x="56" y="58"/>
                  <a:pt x="59" y="57"/>
                  <a:pt x="67" y="53"/>
                </a:cubicBezTo>
                <a:cubicBezTo>
                  <a:pt x="68" y="53"/>
                  <a:pt x="69" y="53"/>
                  <a:pt x="69" y="52"/>
                </a:cubicBezTo>
                <a:cubicBezTo>
                  <a:pt x="71" y="51"/>
                  <a:pt x="79" y="48"/>
                  <a:pt x="88" y="48"/>
                </a:cubicBezTo>
                <a:cubicBezTo>
                  <a:pt x="92" y="48"/>
                  <a:pt x="95" y="49"/>
                  <a:pt x="98" y="50"/>
                </a:cubicBezTo>
                <a:cubicBezTo>
                  <a:pt x="98" y="47"/>
                  <a:pt x="99" y="45"/>
                  <a:pt x="100" y="42"/>
                </a:cubicBezTo>
                <a:cubicBezTo>
                  <a:pt x="101" y="39"/>
                  <a:pt x="102" y="37"/>
                  <a:pt x="103" y="35"/>
                </a:cubicBezTo>
                <a:cubicBezTo>
                  <a:pt x="98" y="33"/>
                  <a:pt x="93" y="32"/>
                  <a:pt x="88" y="32"/>
                </a:cubicBezTo>
                <a:cubicBezTo>
                  <a:pt x="76" y="32"/>
                  <a:pt x="65" y="36"/>
                  <a:pt x="61" y="39"/>
                </a:cubicBezTo>
                <a:cubicBezTo>
                  <a:pt x="48" y="44"/>
                  <a:pt x="42" y="50"/>
                  <a:pt x="34" y="69"/>
                </a:cubicBezTo>
                <a:cubicBezTo>
                  <a:pt x="27" y="86"/>
                  <a:pt x="36" y="104"/>
                  <a:pt x="40" y="113"/>
                </a:cubicBezTo>
                <a:cubicBezTo>
                  <a:pt x="35" y="133"/>
                  <a:pt x="42" y="140"/>
                  <a:pt x="42" y="140"/>
                </a:cubicBezTo>
                <a:cubicBezTo>
                  <a:pt x="45" y="145"/>
                  <a:pt x="52" y="153"/>
                  <a:pt x="52" y="173"/>
                </a:cubicBezTo>
                <a:cubicBezTo>
                  <a:pt x="52" y="197"/>
                  <a:pt x="34" y="201"/>
                  <a:pt x="34" y="201"/>
                </a:cubicBezTo>
                <a:cubicBezTo>
                  <a:pt x="19" y="206"/>
                  <a:pt x="0" y="217"/>
                  <a:pt x="0" y="249"/>
                </a:cubicBezTo>
                <a:cubicBezTo>
                  <a:pt x="0" y="249"/>
                  <a:pt x="0" y="257"/>
                  <a:pt x="8" y="257"/>
                </a:cubicBezTo>
                <a:cubicBezTo>
                  <a:pt x="43" y="257"/>
                  <a:pt x="43" y="257"/>
                  <a:pt x="43" y="257"/>
                </a:cubicBezTo>
                <a:cubicBezTo>
                  <a:pt x="45" y="251"/>
                  <a:pt x="48" y="245"/>
                  <a:pt x="51" y="241"/>
                </a:cubicBezTo>
                <a:cubicBezTo>
                  <a:pt x="16" y="241"/>
                  <a:pt x="16" y="241"/>
                  <a:pt x="16" y="241"/>
                </a:cubicBezTo>
                <a:cubicBezTo>
                  <a:pt x="19" y="225"/>
                  <a:pt x="28" y="220"/>
                  <a:pt x="38" y="216"/>
                </a:cubicBezTo>
                <a:moveTo>
                  <a:pt x="319" y="201"/>
                </a:moveTo>
                <a:cubicBezTo>
                  <a:pt x="319" y="201"/>
                  <a:pt x="301" y="197"/>
                  <a:pt x="301" y="173"/>
                </a:cubicBezTo>
                <a:cubicBezTo>
                  <a:pt x="301" y="153"/>
                  <a:pt x="307" y="145"/>
                  <a:pt x="311" y="140"/>
                </a:cubicBezTo>
                <a:cubicBezTo>
                  <a:pt x="311" y="140"/>
                  <a:pt x="318" y="133"/>
                  <a:pt x="312" y="113"/>
                </a:cubicBezTo>
                <a:cubicBezTo>
                  <a:pt x="317" y="104"/>
                  <a:pt x="325" y="86"/>
                  <a:pt x="318" y="69"/>
                </a:cubicBezTo>
                <a:cubicBezTo>
                  <a:pt x="310" y="50"/>
                  <a:pt x="304" y="44"/>
                  <a:pt x="292" y="39"/>
                </a:cubicBezTo>
                <a:cubicBezTo>
                  <a:pt x="287" y="36"/>
                  <a:pt x="276" y="32"/>
                  <a:pt x="265" y="32"/>
                </a:cubicBezTo>
                <a:cubicBezTo>
                  <a:pt x="259" y="32"/>
                  <a:pt x="254" y="33"/>
                  <a:pt x="248" y="35"/>
                </a:cubicBezTo>
                <a:cubicBezTo>
                  <a:pt x="250" y="40"/>
                  <a:pt x="252" y="46"/>
                  <a:pt x="253" y="51"/>
                </a:cubicBezTo>
                <a:cubicBezTo>
                  <a:pt x="254" y="51"/>
                  <a:pt x="254" y="50"/>
                  <a:pt x="254" y="50"/>
                </a:cubicBezTo>
                <a:cubicBezTo>
                  <a:pt x="257" y="49"/>
                  <a:pt x="260" y="48"/>
                  <a:pt x="265" y="48"/>
                </a:cubicBezTo>
                <a:cubicBezTo>
                  <a:pt x="273" y="48"/>
                  <a:pt x="281" y="51"/>
                  <a:pt x="283" y="52"/>
                </a:cubicBezTo>
                <a:cubicBezTo>
                  <a:pt x="284" y="53"/>
                  <a:pt x="284" y="53"/>
                  <a:pt x="285" y="53"/>
                </a:cubicBezTo>
                <a:cubicBezTo>
                  <a:pt x="293" y="57"/>
                  <a:pt x="296" y="58"/>
                  <a:pt x="303" y="75"/>
                </a:cubicBezTo>
                <a:cubicBezTo>
                  <a:pt x="307" y="85"/>
                  <a:pt x="301" y="99"/>
                  <a:pt x="298" y="106"/>
                </a:cubicBezTo>
                <a:cubicBezTo>
                  <a:pt x="297" y="109"/>
                  <a:pt x="296" y="113"/>
                  <a:pt x="297" y="117"/>
                </a:cubicBezTo>
                <a:cubicBezTo>
                  <a:pt x="299" y="126"/>
                  <a:pt x="298" y="130"/>
                  <a:pt x="298" y="131"/>
                </a:cubicBezTo>
                <a:cubicBezTo>
                  <a:pt x="298" y="131"/>
                  <a:pt x="298" y="131"/>
                  <a:pt x="298" y="131"/>
                </a:cubicBezTo>
                <a:cubicBezTo>
                  <a:pt x="297" y="132"/>
                  <a:pt x="297" y="132"/>
                  <a:pt x="297" y="132"/>
                </a:cubicBezTo>
                <a:cubicBezTo>
                  <a:pt x="293" y="138"/>
                  <a:pt x="285" y="148"/>
                  <a:pt x="285" y="173"/>
                </a:cubicBezTo>
                <a:cubicBezTo>
                  <a:pt x="285" y="201"/>
                  <a:pt x="303" y="213"/>
                  <a:pt x="314" y="216"/>
                </a:cubicBezTo>
                <a:cubicBezTo>
                  <a:pt x="324" y="220"/>
                  <a:pt x="334" y="225"/>
                  <a:pt x="336" y="241"/>
                </a:cubicBezTo>
                <a:cubicBezTo>
                  <a:pt x="301" y="241"/>
                  <a:pt x="301" y="241"/>
                  <a:pt x="301" y="241"/>
                </a:cubicBezTo>
                <a:cubicBezTo>
                  <a:pt x="304" y="245"/>
                  <a:pt x="307" y="251"/>
                  <a:pt x="309" y="257"/>
                </a:cubicBezTo>
                <a:cubicBezTo>
                  <a:pt x="345" y="257"/>
                  <a:pt x="345" y="257"/>
                  <a:pt x="345" y="257"/>
                </a:cubicBezTo>
                <a:cubicBezTo>
                  <a:pt x="353" y="257"/>
                  <a:pt x="353" y="249"/>
                  <a:pt x="353" y="249"/>
                </a:cubicBezTo>
                <a:cubicBezTo>
                  <a:pt x="353" y="217"/>
                  <a:pt x="333" y="206"/>
                  <a:pt x="319" y="201"/>
                </a:cubicBezTo>
                <a:moveTo>
                  <a:pt x="240" y="218"/>
                </a:moveTo>
                <a:cubicBezTo>
                  <a:pt x="240" y="218"/>
                  <a:pt x="211" y="211"/>
                  <a:pt x="211" y="181"/>
                </a:cubicBezTo>
                <a:cubicBezTo>
                  <a:pt x="211" y="155"/>
                  <a:pt x="223" y="146"/>
                  <a:pt x="228" y="139"/>
                </a:cubicBezTo>
                <a:cubicBezTo>
                  <a:pt x="228" y="139"/>
                  <a:pt x="237" y="131"/>
                  <a:pt x="231" y="105"/>
                </a:cubicBezTo>
                <a:cubicBezTo>
                  <a:pt x="241" y="90"/>
                  <a:pt x="245" y="66"/>
                  <a:pt x="232" y="37"/>
                </a:cubicBezTo>
                <a:cubicBezTo>
                  <a:pt x="225" y="20"/>
                  <a:pt x="219" y="11"/>
                  <a:pt x="209" y="5"/>
                </a:cubicBezTo>
                <a:cubicBezTo>
                  <a:pt x="202" y="1"/>
                  <a:pt x="194" y="0"/>
                  <a:pt x="186" y="0"/>
                </a:cubicBezTo>
                <a:cubicBezTo>
                  <a:pt x="172" y="0"/>
                  <a:pt x="158" y="5"/>
                  <a:pt x="152" y="9"/>
                </a:cubicBezTo>
                <a:cubicBezTo>
                  <a:pt x="136" y="16"/>
                  <a:pt x="125" y="22"/>
                  <a:pt x="115" y="48"/>
                </a:cubicBezTo>
                <a:cubicBezTo>
                  <a:pt x="107" y="69"/>
                  <a:pt x="117" y="92"/>
                  <a:pt x="122" y="104"/>
                </a:cubicBezTo>
                <a:cubicBezTo>
                  <a:pt x="116" y="130"/>
                  <a:pt x="125" y="139"/>
                  <a:pt x="125" y="139"/>
                </a:cubicBezTo>
                <a:cubicBezTo>
                  <a:pt x="129" y="146"/>
                  <a:pt x="141" y="155"/>
                  <a:pt x="141" y="181"/>
                </a:cubicBezTo>
                <a:cubicBezTo>
                  <a:pt x="141" y="211"/>
                  <a:pt x="112" y="218"/>
                  <a:pt x="112" y="218"/>
                </a:cubicBezTo>
                <a:cubicBezTo>
                  <a:pt x="94" y="225"/>
                  <a:pt x="56" y="238"/>
                  <a:pt x="56" y="281"/>
                </a:cubicBezTo>
                <a:cubicBezTo>
                  <a:pt x="56" y="281"/>
                  <a:pt x="56" y="289"/>
                  <a:pt x="64" y="289"/>
                </a:cubicBezTo>
                <a:cubicBezTo>
                  <a:pt x="289" y="289"/>
                  <a:pt x="289" y="289"/>
                  <a:pt x="289" y="289"/>
                </a:cubicBezTo>
                <a:cubicBezTo>
                  <a:pt x="297" y="289"/>
                  <a:pt x="297" y="281"/>
                  <a:pt x="297" y="281"/>
                </a:cubicBezTo>
                <a:cubicBezTo>
                  <a:pt x="297" y="238"/>
                  <a:pt x="258" y="225"/>
                  <a:pt x="240" y="218"/>
                </a:cubicBezTo>
                <a:moveTo>
                  <a:pt x="72" y="273"/>
                </a:moveTo>
                <a:cubicBezTo>
                  <a:pt x="76" y="250"/>
                  <a:pt x="96" y="241"/>
                  <a:pt x="116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131" y="230"/>
                  <a:pt x="157" y="214"/>
                  <a:pt x="157" y="181"/>
                </a:cubicBezTo>
                <a:cubicBezTo>
                  <a:pt x="157" y="153"/>
                  <a:pt x="146" y="140"/>
                  <a:pt x="140" y="132"/>
                </a:cubicBezTo>
                <a:cubicBezTo>
                  <a:pt x="138" y="131"/>
                  <a:pt x="137" y="129"/>
                  <a:pt x="137" y="129"/>
                </a:cubicBezTo>
                <a:cubicBezTo>
                  <a:pt x="137" y="128"/>
                  <a:pt x="134" y="122"/>
                  <a:pt x="138" y="107"/>
                </a:cubicBezTo>
                <a:cubicBezTo>
                  <a:pt x="139" y="100"/>
                  <a:pt x="137" y="97"/>
                  <a:pt x="137" y="97"/>
                </a:cubicBezTo>
                <a:cubicBezTo>
                  <a:pt x="132" y="87"/>
                  <a:pt x="124" y="69"/>
                  <a:pt x="130" y="54"/>
                </a:cubicBezTo>
                <a:cubicBezTo>
                  <a:pt x="138" y="33"/>
                  <a:pt x="146" y="29"/>
                  <a:pt x="159" y="23"/>
                </a:cubicBezTo>
                <a:cubicBezTo>
                  <a:pt x="160" y="23"/>
                  <a:pt x="160" y="22"/>
                  <a:pt x="161" y="22"/>
                </a:cubicBezTo>
                <a:cubicBezTo>
                  <a:pt x="164" y="20"/>
                  <a:pt x="174" y="16"/>
                  <a:pt x="186" y="16"/>
                </a:cubicBezTo>
                <a:cubicBezTo>
                  <a:pt x="192" y="16"/>
                  <a:pt x="197" y="17"/>
                  <a:pt x="201" y="19"/>
                </a:cubicBezTo>
                <a:cubicBezTo>
                  <a:pt x="206" y="22"/>
                  <a:pt x="210" y="27"/>
                  <a:pt x="217" y="44"/>
                </a:cubicBezTo>
                <a:cubicBezTo>
                  <a:pt x="230" y="73"/>
                  <a:pt x="222" y="89"/>
                  <a:pt x="218" y="95"/>
                </a:cubicBezTo>
                <a:cubicBezTo>
                  <a:pt x="215" y="99"/>
                  <a:pt x="214" y="104"/>
                  <a:pt x="215" y="108"/>
                </a:cubicBezTo>
                <a:cubicBezTo>
                  <a:pt x="218" y="122"/>
                  <a:pt x="216" y="127"/>
                  <a:pt x="216" y="129"/>
                </a:cubicBezTo>
                <a:cubicBezTo>
                  <a:pt x="216" y="129"/>
                  <a:pt x="214" y="131"/>
                  <a:pt x="213" y="132"/>
                </a:cubicBezTo>
                <a:cubicBezTo>
                  <a:pt x="207" y="140"/>
                  <a:pt x="195" y="153"/>
                  <a:pt x="195" y="181"/>
                </a:cubicBezTo>
                <a:cubicBezTo>
                  <a:pt x="195" y="214"/>
                  <a:pt x="221" y="230"/>
                  <a:pt x="235" y="234"/>
                </a:cubicBezTo>
                <a:cubicBezTo>
                  <a:pt x="236" y="234"/>
                  <a:pt x="236" y="234"/>
                  <a:pt x="236" y="234"/>
                </a:cubicBezTo>
                <a:cubicBezTo>
                  <a:pt x="256" y="241"/>
                  <a:pt x="276" y="250"/>
                  <a:pt x="280" y="273"/>
                </a:cubicBezTo>
                <a:lnTo>
                  <a:pt x="72" y="2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2" name="Freeform 18"/>
          <p:cNvSpPr/>
          <p:nvPr/>
        </p:nvSpPr>
        <p:spPr bwMode="auto">
          <a:xfrm>
            <a:off x="4214019" y="3817052"/>
            <a:ext cx="1192213" cy="1377950"/>
          </a:xfrm>
          <a:custGeom>
            <a:avLst/>
            <a:gdLst>
              <a:gd name="T0" fmla="*/ 751 w 1502"/>
              <a:gd name="T1" fmla="*/ 0 h 1736"/>
              <a:gd name="T2" fmla="*/ 0 w 1502"/>
              <a:gd name="T3" fmla="*/ 432 h 1736"/>
              <a:gd name="T4" fmla="*/ 0 w 1502"/>
              <a:gd name="T5" fmla="*/ 1303 h 1736"/>
              <a:gd name="T6" fmla="*/ 751 w 1502"/>
              <a:gd name="T7" fmla="*/ 1736 h 1736"/>
              <a:gd name="T8" fmla="*/ 1502 w 1502"/>
              <a:gd name="T9" fmla="*/ 1303 h 1736"/>
              <a:gd name="T10" fmla="*/ 1502 w 1502"/>
              <a:gd name="T11" fmla="*/ 432 h 1736"/>
              <a:gd name="T12" fmla="*/ 751 w 1502"/>
              <a:gd name="T13" fmla="*/ 0 h 1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2" h="1736">
                <a:moveTo>
                  <a:pt x="751" y="0"/>
                </a:moveTo>
                <a:lnTo>
                  <a:pt x="0" y="432"/>
                </a:lnTo>
                <a:lnTo>
                  <a:pt x="0" y="1303"/>
                </a:lnTo>
                <a:lnTo>
                  <a:pt x="751" y="1736"/>
                </a:lnTo>
                <a:lnTo>
                  <a:pt x="1502" y="1303"/>
                </a:lnTo>
                <a:lnTo>
                  <a:pt x="1502" y="432"/>
                </a:lnTo>
                <a:lnTo>
                  <a:pt x="75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49" name="Freeform 84"/>
          <p:cNvSpPr>
            <a:spLocks noEditPoints="1"/>
          </p:cNvSpPr>
          <p:nvPr/>
        </p:nvSpPr>
        <p:spPr bwMode="auto">
          <a:xfrm>
            <a:off x="4582662" y="4291015"/>
            <a:ext cx="445931" cy="445931"/>
          </a:xfrm>
          <a:custGeom>
            <a:avLst/>
            <a:gdLst>
              <a:gd name="T0" fmla="*/ 324 w 353"/>
              <a:gd name="T1" fmla="*/ 137 h 353"/>
              <a:gd name="T2" fmla="*/ 318 w 353"/>
              <a:gd name="T3" fmla="*/ 85 h 353"/>
              <a:gd name="T4" fmla="*/ 285 w 353"/>
              <a:gd name="T5" fmla="*/ 35 h 353"/>
              <a:gd name="T6" fmla="*/ 268 w 353"/>
              <a:gd name="T7" fmla="*/ 35 h 353"/>
              <a:gd name="T8" fmla="*/ 216 w 353"/>
              <a:gd name="T9" fmla="*/ 29 h 353"/>
              <a:gd name="T10" fmla="*/ 200 w 353"/>
              <a:gd name="T11" fmla="*/ 0 h 353"/>
              <a:gd name="T12" fmla="*/ 141 w 353"/>
              <a:gd name="T13" fmla="*/ 12 h 353"/>
              <a:gd name="T14" fmla="*/ 100 w 353"/>
              <a:gd name="T15" fmla="*/ 44 h 353"/>
              <a:gd name="T16" fmla="*/ 76 w 353"/>
              <a:gd name="T17" fmla="*/ 32 h 353"/>
              <a:gd name="T18" fmla="*/ 35 w 353"/>
              <a:gd name="T19" fmla="*/ 68 h 353"/>
              <a:gd name="T20" fmla="*/ 44 w 353"/>
              <a:gd name="T21" fmla="*/ 100 h 353"/>
              <a:gd name="T22" fmla="*/ 12 w 353"/>
              <a:gd name="T23" fmla="*/ 141 h 353"/>
              <a:gd name="T24" fmla="*/ 0 w 353"/>
              <a:gd name="T25" fmla="*/ 200 h 353"/>
              <a:gd name="T26" fmla="*/ 29 w 353"/>
              <a:gd name="T27" fmla="*/ 216 h 353"/>
              <a:gd name="T28" fmla="*/ 35 w 353"/>
              <a:gd name="T29" fmla="*/ 268 h 353"/>
              <a:gd name="T30" fmla="*/ 68 w 353"/>
              <a:gd name="T31" fmla="*/ 318 h 353"/>
              <a:gd name="T32" fmla="*/ 85 w 353"/>
              <a:gd name="T33" fmla="*/ 318 h 353"/>
              <a:gd name="T34" fmla="*/ 137 w 353"/>
              <a:gd name="T35" fmla="*/ 324 h 353"/>
              <a:gd name="T36" fmla="*/ 153 w 353"/>
              <a:gd name="T37" fmla="*/ 353 h 353"/>
              <a:gd name="T38" fmla="*/ 212 w 353"/>
              <a:gd name="T39" fmla="*/ 341 h 353"/>
              <a:gd name="T40" fmla="*/ 253 w 353"/>
              <a:gd name="T41" fmla="*/ 309 h 353"/>
              <a:gd name="T42" fmla="*/ 278 w 353"/>
              <a:gd name="T43" fmla="*/ 321 h 353"/>
              <a:gd name="T44" fmla="*/ 318 w 353"/>
              <a:gd name="T45" fmla="*/ 285 h 353"/>
              <a:gd name="T46" fmla="*/ 309 w 353"/>
              <a:gd name="T47" fmla="*/ 253 h 353"/>
              <a:gd name="T48" fmla="*/ 341 w 353"/>
              <a:gd name="T49" fmla="*/ 212 h 353"/>
              <a:gd name="T50" fmla="*/ 353 w 353"/>
              <a:gd name="T51" fmla="*/ 153 h 353"/>
              <a:gd name="T52" fmla="*/ 337 w 353"/>
              <a:gd name="T53" fmla="*/ 196 h 353"/>
              <a:gd name="T54" fmla="*/ 320 w 353"/>
              <a:gd name="T55" fmla="*/ 200 h 353"/>
              <a:gd name="T56" fmla="*/ 295 w 353"/>
              <a:gd name="T57" fmla="*/ 245 h 353"/>
              <a:gd name="T58" fmla="*/ 304 w 353"/>
              <a:gd name="T59" fmla="*/ 276 h 353"/>
              <a:gd name="T60" fmla="*/ 276 w 353"/>
              <a:gd name="T61" fmla="*/ 304 h 353"/>
              <a:gd name="T62" fmla="*/ 253 w 353"/>
              <a:gd name="T63" fmla="*/ 293 h 353"/>
              <a:gd name="T64" fmla="*/ 212 w 353"/>
              <a:gd name="T65" fmla="*/ 309 h 353"/>
              <a:gd name="T66" fmla="*/ 196 w 353"/>
              <a:gd name="T67" fmla="*/ 337 h 353"/>
              <a:gd name="T68" fmla="*/ 157 w 353"/>
              <a:gd name="T69" fmla="*/ 337 h 353"/>
              <a:gd name="T70" fmla="*/ 141 w 353"/>
              <a:gd name="T71" fmla="*/ 309 h 353"/>
              <a:gd name="T72" fmla="*/ 100 w 353"/>
              <a:gd name="T73" fmla="*/ 293 h 353"/>
              <a:gd name="T74" fmla="*/ 77 w 353"/>
              <a:gd name="T75" fmla="*/ 304 h 353"/>
              <a:gd name="T76" fmla="*/ 49 w 353"/>
              <a:gd name="T77" fmla="*/ 276 h 353"/>
              <a:gd name="T78" fmla="*/ 58 w 353"/>
              <a:gd name="T79" fmla="*/ 245 h 353"/>
              <a:gd name="T80" fmla="*/ 33 w 353"/>
              <a:gd name="T81" fmla="*/ 200 h 353"/>
              <a:gd name="T82" fmla="*/ 16 w 353"/>
              <a:gd name="T83" fmla="*/ 196 h 353"/>
              <a:gd name="T84" fmla="*/ 33 w 353"/>
              <a:gd name="T85" fmla="*/ 152 h 353"/>
              <a:gd name="T86" fmla="*/ 58 w 353"/>
              <a:gd name="T87" fmla="*/ 108 h 353"/>
              <a:gd name="T88" fmla="*/ 49 w 353"/>
              <a:gd name="T89" fmla="*/ 77 h 353"/>
              <a:gd name="T90" fmla="*/ 77 w 353"/>
              <a:gd name="T91" fmla="*/ 49 h 353"/>
              <a:gd name="T92" fmla="*/ 100 w 353"/>
              <a:gd name="T93" fmla="*/ 60 h 353"/>
              <a:gd name="T94" fmla="*/ 141 w 353"/>
              <a:gd name="T95" fmla="*/ 44 h 353"/>
              <a:gd name="T96" fmla="*/ 157 w 353"/>
              <a:gd name="T97" fmla="*/ 16 h 353"/>
              <a:gd name="T98" fmla="*/ 196 w 353"/>
              <a:gd name="T99" fmla="*/ 16 h 353"/>
              <a:gd name="T100" fmla="*/ 212 w 353"/>
              <a:gd name="T101" fmla="*/ 44 h 353"/>
              <a:gd name="T102" fmla="*/ 253 w 353"/>
              <a:gd name="T103" fmla="*/ 60 h 353"/>
              <a:gd name="T104" fmla="*/ 276 w 353"/>
              <a:gd name="T105" fmla="*/ 49 h 353"/>
              <a:gd name="T106" fmla="*/ 304 w 353"/>
              <a:gd name="T107" fmla="*/ 77 h 353"/>
              <a:gd name="T108" fmla="*/ 295 w 353"/>
              <a:gd name="T109" fmla="*/ 108 h 353"/>
              <a:gd name="T110" fmla="*/ 320 w 353"/>
              <a:gd name="T111" fmla="*/ 152 h 353"/>
              <a:gd name="T112" fmla="*/ 337 w 353"/>
              <a:gd name="T113" fmla="*/ 196 h 353"/>
              <a:gd name="T114" fmla="*/ 96 w 353"/>
              <a:gd name="T115" fmla="*/ 176 h 353"/>
              <a:gd name="T116" fmla="*/ 257 w 353"/>
              <a:gd name="T117" fmla="*/ 176 h 353"/>
              <a:gd name="T118" fmla="*/ 176 w 353"/>
              <a:gd name="T119" fmla="*/ 241 h 353"/>
              <a:gd name="T120" fmla="*/ 176 w 353"/>
              <a:gd name="T121" fmla="*/ 112 h 353"/>
              <a:gd name="T122" fmla="*/ 176 w 353"/>
              <a:gd name="T123" fmla="*/ 241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3" h="353">
                <a:moveTo>
                  <a:pt x="341" y="141"/>
                </a:moveTo>
                <a:cubicBezTo>
                  <a:pt x="324" y="137"/>
                  <a:pt x="324" y="137"/>
                  <a:pt x="324" y="137"/>
                </a:cubicBezTo>
                <a:cubicBezTo>
                  <a:pt x="321" y="124"/>
                  <a:pt x="316" y="111"/>
                  <a:pt x="309" y="100"/>
                </a:cubicBezTo>
                <a:cubicBezTo>
                  <a:pt x="318" y="85"/>
                  <a:pt x="318" y="85"/>
                  <a:pt x="318" y="85"/>
                </a:cubicBezTo>
                <a:cubicBezTo>
                  <a:pt x="321" y="79"/>
                  <a:pt x="323" y="73"/>
                  <a:pt x="318" y="68"/>
                </a:cubicBezTo>
                <a:cubicBezTo>
                  <a:pt x="285" y="35"/>
                  <a:pt x="285" y="35"/>
                  <a:pt x="285" y="35"/>
                </a:cubicBezTo>
                <a:cubicBezTo>
                  <a:pt x="283" y="33"/>
                  <a:pt x="280" y="32"/>
                  <a:pt x="277" y="32"/>
                </a:cubicBezTo>
                <a:cubicBezTo>
                  <a:pt x="274" y="32"/>
                  <a:pt x="271" y="33"/>
                  <a:pt x="268" y="35"/>
                </a:cubicBezTo>
                <a:cubicBezTo>
                  <a:pt x="253" y="44"/>
                  <a:pt x="253" y="44"/>
                  <a:pt x="253" y="44"/>
                </a:cubicBezTo>
                <a:cubicBezTo>
                  <a:pt x="241" y="37"/>
                  <a:pt x="229" y="32"/>
                  <a:pt x="216" y="29"/>
                </a:cubicBezTo>
                <a:cubicBezTo>
                  <a:pt x="212" y="12"/>
                  <a:pt x="212" y="12"/>
                  <a:pt x="212" y="12"/>
                </a:cubicBezTo>
                <a:cubicBezTo>
                  <a:pt x="210" y="6"/>
                  <a:pt x="207" y="0"/>
                  <a:pt x="200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46" y="0"/>
                  <a:pt x="143" y="6"/>
                  <a:pt x="141" y="12"/>
                </a:cubicBezTo>
                <a:cubicBezTo>
                  <a:pt x="137" y="29"/>
                  <a:pt x="137" y="29"/>
                  <a:pt x="137" y="29"/>
                </a:cubicBezTo>
                <a:cubicBezTo>
                  <a:pt x="124" y="32"/>
                  <a:pt x="112" y="37"/>
                  <a:pt x="100" y="44"/>
                </a:cubicBezTo>
                <a:cubicBezTo>
                  <a:pt x="85" y="35"/>
                  <a:pt x="85" y="35"/>
                  <a:pt x="85" y="35"/>
                </a:cubicBezTo>
                <a:cubicBezTo>
                  <a:pt x="82" y="33"/>
                  <a:pt x="79" y="32"/>
                  <a:pt x="76" y="32"/>
                </a:cubicBezTo>
                <a:cubicBezTo>
                  <a:pt x="73" y="32"/>
                  <a:pt x="70" y="33"/>
                  <a:pt x="68" y="35"/>
                </a:cubicBezTo>
                <a:cubicBezTo>
                  <a:pt x="35" y="68"/>
                  <a:pt x="35" y="68"/>
                  <a:pt x="35" y="68"/>
                </a:cubicBezTo>
                <a:cubicBezTo>
                  <a:pt x="30" y="73"/>
                  <a:pt x="32" y="79"/>
                  <a:pt x="35" y="85"/>
                </a:cubicBezTo>
                <a:cubicBezTo>
                  <a:pt x="44" y="100"/>
                  <a:pt x="44" y="100"/>
                  <a:pt x="44" y="100"/>
                </a:cubicBezTo>
                <a:cubicBezTo>
                  <a:pt x="37" y="111"/>
                  <a:pt x="32" y="124"/>
                  <a:pt x="29" y="137"/>
                </a:cubicBezTo>
                <a:cubicBezTo>
                  <a:pt x="12" y="141"/>
                  <a:pt x="12" y="141"/>
                  <a:pt x="12" y="141"/>
                </a:cubicBezTo>
                <a:cubicBezTo>
                  <a:pt x="6" y="143"/>
                  <a:pt x="0" y="146"/>
                  <a:pt x="0" y="153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206"/>
                  <a:pt x="6" y="210"/>
                  <a:pt x="12" y="212"/>
                </a:cubicBezTo>
                <a:cubicBezTo>
                  <a:pt x="29" y="216"/>
                  <a:pt x="29" y="216"/>
                  <a:pt x="29" y="216"/>
                </a:cubicBezTo>
                <a:cubicBezTo>
                  <a:pt x="32" y="229"/>
                  <a:pt x="37" y="241"/>
                  <a:pt x="44" y="253"/>
                </a:cubicBezTo>
                <a:cubicBezTo>
                  <a:pt x="35" y="268"/>
                  <a:pt x="35" y="268"/>
                  <a:pt x="35" y="268"/>
                </a:cubicBezTo>
                <a:cubicBezTo>
                  <a:pt x="32" y="273"/>
                  <a:pt x="30" y="280"/>
                  <a:pt x="35" y="285"/>
                </a:cubicBezTo>
                <a:cubicBezTo>
                  <a:pt x="68" y="318"/>
                  <a:pt x="68" y="318"/>
                  <a:pt x="68" y="318"/>
                </a:cubicBezTo>
                <a:cubicBezTo>
                  <a:pt x="70" y="320"/>
                  <a:pt x="73" y="321"/>
                  <a:pt x="75" y="321"/>
                </a:cubicBezTo>
                <a:cubicBezTo>
                  <a:pt x="79" y="321"/>
                  <a:pt x="82" y="319"/>
                  <a:pt x="85" y="318"/>
                </a:cubicBezTo>
                <a:cubicBezTo>
                  <a:pt x="100" y="309"/>
                  <a:pt x="100" y="309"/>
                  <a:pt x="100" y="309"/>
                </a:cubicBezTo>
                <a:cubicBezTo>
                  <a:pt x="112" y="315"/>
                  <a:pt x="124" y="321"/>
                  <a:pt x="137" y="324"/>
                </a:cubicBezTo>
                <a:cubicBezTo>
                  <a:pt x="141" y="341"/>
                  <a:pt x="141" y="341"/>
                  <a:pt x="141" y="341"/>
                </a:cubicBezTo>
                <a:cubicBezTo>
                  <a:pt x="143" y="347"/>
                  <a:pt x="146" y="353"/>
                  <a:pt x="153" y="353"/>
                </a:cubicBezTo>
                <a:cubicBezTo>
                  <a:pt x="200" y="353"/>
                  <a:pt x="200" y="353"/>
                  <a:pt x="200" y="353"/>
                </a:cubicBezTo>
                <a:cubicBezTo>
                  <a:pt x="207" y="353"/>
                  <a:pt x="210" y="347"/>
                  <a:pt x="212" y="341"/>
                </a:cubicBezTo>
                <a:cubicBezTo>
                  <a:pt x="216" y="324"/>
                  <a:pt x="216" y="324"/>
                  <a:pt x="216" y="324"/>
                </a:cubicBezTo>
                <a:cubicBezTo>
                  <a:pt x="229" y="321"/>
                  <a:pt x="241" y="315"/>
                  <a:pt x="253" y="309"/>
                </a:cubicBezTo>
                <a:cubicBezTo>
                  <a:pt x="268" y="318"/>
                  <a:pt x="268" y="318"/>
                  <a:pt x="268" y="318"/>
                </a:cubicBezTo>
                <a:cubicBezTo>
                  <a:pt x="271" y="319"/>
                  <a:pt x="275" y="321"/>
                  <a:pt x="278" y="321"/>
                </a:cubicBezTo>
                <a:cubicBezTo>
                  <a:pt x="280" y="321"/>
                  <a:pt x="283" y="320"/>
                  <a:pt x="285" y="318"/>
                </a:cubicBezTo>
                <a:cubicBezTo>
                  <a:pt x="318" y="285"/>
                  <a:pt x="318" y="285"/>
                  <a:pt x="318" y="285"/>
                </a:cubicBezTo>
                <a:cubicBezTo>
                  <a:pt x="323" y="280"/>
                  <a:pt x="321" y="273"/>
                  <a:pt x="318" y="268"/>
                </a:cubicBezTo>
                <a:cubicBezTo>
                  <a:pt x="309" y="253"/>
                  <a:pt x="309" y="253"/>
                  <a:pt x="309" y="253"/>
                </a:cubicBezTo>
                <a:cubicBezTo>
                  <a:pt x="316" y="241"/>
                  <a:pt x="321" y="229"/>
                  <a:pt x="324" y="216"/>
                </a:cubicBezTo>
                <a:cubicBezTo>
                  <a:pt x="341" y="212"/>
                  <a:pt x="341" y="212"/>
                  <a:pt x="341" y="212"/>
                </a:cubicBezTo>
                <a:cubicBezTo>
                  <a:pt x="347" y="210"/>
                  <a:pt x="353" y="206"/>
                  <a:pt x="353" y="200"/>
                </a:cubicBezTo>
                <a:cubicBezTo>
                  <a:pt x="353" y="153"/>
                  <a:pt x="353" y="153"/>
                  <a:pt x="353" y="153"/>
                </a:cubicBezTo>
                <a:cubicBezTo>
                  <a:pt x="353" y="146"/>
                  <a:pt x="347" y="143"/>
                  <a:pt x="341" y="141"/>
                </a:cubicBezTo>
                <a:moveTo>
                  <a:pt x="337" y="196"/>
                </a:moveTo>
                <a:cubicBezTo>
                  <a:pt x="337" y="196"/>
                  <a:pt x="337" y="196"/>
                  <a:pt x="337" y="196"/>
                </a:cubicBezTo>
                <a:cubicBezTo>
                  <a:pt x="320" y="200"/>
                  <a:pt x="320" y="200"/>
                  <a:pt x="320" y="200"/>
                </a:cubicBezTo>
                <a:cubicBezTo>
                  <a:pt x="315" y="202"/>
                  <a:pt x="310" y="206"/>
                  <a:pt x="309" y="212"/>
                </a:cubicBezTo>
                <a:cubicBezTo>
                  <a:pt x="306" y="223"/>
                  <a:pt x="301" y="234"/>
                  <a:pt x="295" y="245"/>
                </a:cubicBezTo>
                <a:cubicBezTo>
                  <a:pt x="292" y="250"/>
                  <a:pt x="292" y="256"/>
                  <a:pt x="295" y="261"/>
                </a:cubicBezTo>
                <a:cubicBezTo>
                  <a:pt x="304" y="276"/>
                  <a:pt x="304" y="276"/>
                  <a:pt x="304" y="276"/>
                </a:cubicBezTo>
                <a:cubicBezTo>
                  <a:pt x="276" y="304"/>
                  <a:pt x="276" y="304"/>
                  <a:pt x="276" y="304"/>
                </a:cubicBezTo>
                <a:cubicBezTo>
                  <a:pt x="276" y="304"/>
                  <a:pt x="276" y="304"/>
                  <a:pt x="276" y="304"/>
                </a:cubicBezTo>
                <a:cubicBezTo>
                  <a:pt x="261" y="295"/>
                  <a:pt x="261" y="295"/>
                  <a:pt x="261" y="295"/>
                </a:cubicBezTo>
                <a:cubicBezTo>
                  <a:pt x="259" y="294"/>
                  <a:pt x="256" y="293"/>
                  <a:pt x="253" y="293"/>
                </a:cubicBezTo>
                <a:cubicBezTo>
                  <a:pt x="250" y="293"/>
                  <a:pt x="247" y="293"/>
                  <a:pt x="245" y="295"/>
                </a:cubicBezTo>
                <a:cubicBezTo>
                  <a:pt x="235" y="301"/>
                  <a:pt x="223" y="305"/>
                  <a:pt x="212" y="309"/>
                </a:cubicBezTo>
                <a:cubicBezTo>
                  <a:pt x="206" y="310"/>
                  <a:pt x="202" y="315"/>
                  <a:pt x="201" y="320"/>
                </a:cubicBezTo>
                <a:cubicBezTo>
                  <a:pt x="196" y="337"/>
                  <a:pt x="196" y="337"/>
                  <a:pt x="196" y="337"/>
                </a:cubicBezTo>
                <a:cubicBezTo>
                  <a:pt x="196" y="337"/>
                  <a:pt x="196" y="337"/>
                  <a:pt x="196" y="337"/>
                </a:cubicBezTo>
                <a:cubicBezTo>
                  <a:pt x="157" y="337"/>
                  <a:pt x="157" y="337"/>
                  <a:pt x="157" y="337"/>
                </a:cubicBezTo>
                <a:cubicBezTo>
                  <a:pt x="152" y="320"/>
                  <a:pt x="152" y="320"/>
                  <a:pt x="152" y="320"/>
                </a:cubicBezTo>
                <a:cubicBezTo>
                  <a:pt x="151" y="315"/>
                  <a:pt x="147" y="310"/>
                  <a:pt x="141" y="309"/>
                </a:cubicBezTo>
                <a:cubicBezTo>
                  <a:pt x="130" y="305"/>
                  <a:pt x="118" y="301"/>
                  <a:pt x="108" y="295"/>
                </a:cubicBezTo>
                <a:cubicBezTo>
                  <a:pt x="106" y="293"/>
                  <a:pt x="103" y="293"/>
                  <a:pt x="100" y="293"/>
                </a:cubicBezTo>
                <a:cubicBezTo>
                  <a:pt x="97" y="293"/>
                  <a:pt x="94" y="294"/>
                  <a:pt x="92" y="295"/>
                </a:cubicBezTo>
                <a:cubicBezTo>
                  <a:pt x="77" y="304"/>
                  <a:pt x="77" y="304"/>
                  <a:pt x="77" y="304"/>
                </a:cubicBezTo>
                <a:cubicBezTo>
                  <a:pt x="77" y="304"/>
                  <a:pt x="77" y="304"/>
                  <a:pt x="77" y="304"/>
                </a:cubicBezTo>
                <a:cubicBezTo>
                  <a:pt x="49" y="276"/>
                  <a:pt x="49" y="276"/>
                  <a:pt x="49" y="276"/>
                </a:cubicBezTo>
                <a:cubicBezTo>
                  <a:pt x="58" y="261"/>
                  <a:pt x="58" y="261"/>
                  <a:pt x="58" y="261"/>
                </a:cubicBezTo>
                <a:cubicBezTo>
                  <a:pt x="61" y="256"/>
                  <a:pt x="61" y="250"/>
                  <a:pt x="58" y="245"/>
                </a:cubicBezTo>
                <a:cubicBezTo>
                  <a:pt x="52" y="234"/>
                  <a:pt x="47" y="223"/>
                  <a:pt x="44" y="212"/>
                </a:cubicBezTo>
                <a:cubicBezTo>
                  <a:pt x="43" y="206"/>
                  <a:pt x="38" y="202"/>
                  <a:pt x="33" y="200"/>
                </a:cubicBezTo>
                <a:cubicBezTo>
                  <a:pt x="16" y="196"/>
                  <a:pt x="16" y="196"/>
                  <a:pt x="16" y="196"/>
                </a:cubicBezTo>
                <a:cubicBezTo>
                  <a:pt x="16" y="196"/>
                  <a:pt x="16" y="196"/>
                  <a:pt x="16" y="196"/>
                </a:cubicBezTo>
                <a:cubicBezTo>
                  <a:pt x="16" y="157"/>
                  <a:pt x="16" y="157"/>
                  <a:pt x="16" y="157"/>
                </a:cubicBezTo>
                <a:cubicBezTo>
                  <a:pt x="33" y="152"/>
                  <a:pt x="33" y="152"/>
                  <a:pt x="33" y="152"/>
                </a:cubicBezTo>
                <a:cubicBezTo>
                  <a:pt x="38" y="151"/>
                  <a:pt x="43" y="147"/>
                  <a:pt x="44" y="141"/>
                </a:cubicBezTo>
                <a:cubicBezTo>
                  <a:pt x="47" y="129"/>
                  <a:pt x="52" y="118"/>
                  <a:pt x="58" y="108"/>
                </a:cubicBezTo>
                <a:cubicBezTo>
                  <a:pt x="61" y="103"/>
                  <a:pt x="61" y="97"/>
                  <a:pt x="58" y="92"/>
                </a:cubicBezTo>
                <a:cubicBezTo>
                  <a:pt x="49" y="77"/>
                  <a:pt x="49" y="77"/>
                  <a:pt x="49" y="77"/>
                </a:cubicBezTo>
                <a:cubicBezTo>
                  <a:pt x="49" y="77"/>
                  <a:pt x="49" y="77"/>
                  <a:pt x="49" y="77"/>
                </a:cubicBezTo>
                <a:cubicBezTo>
                  <a:pt x="77" y="49"/>
                  <a:pt x="77" y="49"/>
                  <a:pt x="77" y="49"/>
                </a:cubicBezTo>
                <a:cubicBezTo>
                  <a:pt x="92" y="58"/>
                  <a:pt x="92" y="58"/>
                  <a:pt x="92" y="58"/>
                </a:cubicBezTo>
                <a:cubicBezTo>
                  <a:pt x="94" y="59"/>
                  <a:pt x="97" y="60"/>
                  <a:pt x="100" y="60"/>
                </a:cubicBezTo>
                <a:cubicBezTo>
                  <a:pt x="103" y="60"/>
                  <a:pt x="106" y="59"/>
                  <a:pt x="108" y="58"/>
                </a:cubicBezTo>
                <a:cubicBezTo>
                  <a:pt x="118" y="52"/>
                  <a:pt x="130" y="47"/>
                  <a:pt x="141" y="44"/>
                </a:cubicBezTo>
                <a:cubicBezTo>
                  <a:pt x="147" y="43"/>
                  <a:pt x="151" y="38"/>
                  <a:pt x="152" y="33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96" y="16"/>
                  <a:pt x="196" y="16"/>
                  <a:pt x="196" y="16"/>
                </a:cubicBezTo>
                <a:cubicBezTo>
                  <a:pt x="196" y="16"/>
                  <a:pt x="196" y="16"/>
                  <a:pt x="196" y="16"/>
                </a:cubicBezTo>
                <a:cubicBezTo>
                  <a:pt x="201" y="33"/>
                  <a:pt x="201" y="33"/>
                  <a:pt x="201" y="33"/>
                </a:cubicBezTo>
                <a:cubicBezTo>
                  <a:pt x="202" y="38"/>
                  <a:pt x="206" y="43"/>
                  <a:pt x="212" y="44"/>
                </a:cubicBezTo>
                <a:cubicBezTo>
                  <a:pt x="223" y="47"/>
                  <a:pt x="235" y="52"/>
                  <a:pt x="245" y="58"/>
                </a:cubicBezTo>
                <a:cubicBezTo>
                  <a:pt x="247" y="59"/>
                  <a:pt x="250" y="60"/>
                  <a:pt x="253" y="60"/>
                </a:cubicBezTo>
                <a:cubicBezTo>
                  <a:pt x="256" y="60"/>
                  <a:pt x="259" y="59"/>
                  <a:pt x="261" y="58"/>
                </a:cubicBezTo>
                <a:cubicBezTo>
                  <a:pt x="276" y="49"/>
                  <a:pt x="276" y="49"/>
                  <a:pt x="276" y="49"/>
                </a:cubicBezTo>
                <a:cubicBezTo>
                  <a:pt x="304" y="77"/>
                  <a:pt x="304" y="77"/>
                  <a:pt x="304" y="77"/>
                </a:cubicBezTo>
                <a:cubicBezTo>
                  <a:pt x="304" y="77"/>
                  <a:pt x="304" y="77"/>
                  <a:pt x="304" y="77"/>
                </a:cubicBezTo>
                <a:cubicBezTo>
                  <a:pt x="295" y="92"/>
                  <a:pt x="295" y="92"/>
                  <a:pt x="295" y="92"/>
                </a:cubicBezTo>
                <a:cubicBezTo>
                  <a:pt x="292" y="97"/>
                  <a:pt x="292" y="103"/>
                  <a:pt x="295" y="108"/>
                </a:cubicBezTo>
                <a:cubicBezTo>
                  <a:pt x="301" y="118"/>
                  <a:pt x="306" y="129"/>
                  <a:pt x="309" y="141"/>
                </a:cubicBezTo>
                <a:cubicBezTo>
                  <a:pt x="310" y="147"/>
                  <a:pt x="315" y="151"/>
                  <a:pt x="320" y="152"/>
                </a:cubicBezTo>
                <a:cubicBezTo>
                  <a:pt x="337" y="157"/>
                  <a:pt x="337" y="157"/>
                  <a:pt x="337" y="157"/>
                </a:cubicBezTo>
                <a:lnTo>
                  <a:pt x="337" y="196"/>
                </a:lnTo>
                <a:close/>
                <a:moveTo>
                  <a:pt x="176" y="96"/>
                </a:moveTo>
                <a:cubicBezTo>
                  <a:pt x="132" y="96"/>
                  <a:pt x="96" y="132"/>
                  <a:pt x="96" y="176"/>
                </a:cubicBezTo>
                <a:cubicBezTo>
                  <a:pt x="96" y="221"/>
                  <a:pt x="132" y="257"/>
                  <a:pt x="176" y="257"/>
                </a:cubicBezTo>
                <a:cubicBezTo>
                  <a:pt x="221" y="257"/>
                  <a:pt x="257" y="221"/>
                  <a:pt x="257" y="176"/>
                </a:cubicBezTo>
                <a:cubicBezTo>
                  <a:pt x="257" y="132"/>
                  <a:pt x="221" y="96"/>
                  <a:pt x="176" y="96"/>
                </a:cubicBezTo>
                <a:moveTo>
                  <a:pt x="176" y="241"/>
                </a:moveTo>
                <a:cubicBezTo>
                  <a:pt x="141" y="241"/>
                  <a:pt x="112" y="212"/>
                  <a:pt x="112" y="176"/>
                </a:cubicBezTo>
                <a:cubicBezTo>
                  <a:pt x="112" y="141"/>
                  <a:pt x="141" y="112"/>
                  <a:pt x="176" y="112"/>
                </a:cubicBezTo>
                <a:cubicBezTo>
                  <a:pt x="212" y="112"/>
                  <a:pt x="241" y="141"/>
                  <a:pt x="241" y="176"/>
                </a:cubicBezTo>
                <a:cubicBezTo>
                  <a:pt x="241" y="212"/>
                  <a:pt x="212" y="241"/>
                  <a:pt x="176" y="24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4" name="Freeform 20"/>
          <p:cNvSpPr/>
          <p:nvPr/>
        </p:nvSpPr>
        <p:spPr bwMode="auto">
          <a:xfrm>
            <a:off x="6784182" y="3817052"/>
            <a:ext cx="1193007" cy="1377950"/>
          </a:xfrm>
          <a:custGeom>
            <a:avLst/>
            <a:gdLst>
              <a:gd name="T0" fmla="*/ 751 w 1503"/>
              <a:gd name="T1" fmla="*/ 0 h 1736"/>
              <a:gd name="T2" fmla="*/ 0 w 1503"/>
              <a:gd name="T3" fmla="*/ 432 h 1736"/>
              <a:gd name="T4" fmla="*/ 0 w 1503"/>
              <a:gd name="T5" fmla="*/ 1303 h 1736"/>
              <a:gd name="T6" fmla="*/ 751 w 1503"/>
              <a:gd name="T7" fmla="*/ 1736 h 1736"/>
              <a:gd name="T8" fmla="*/ 1503 w 1503"/>
              <a:gd name="T9" fmla="*/ 1303 h 1736"/>
              <a:gd name="T10" fmla="*/ 1503 w 1503"/>
              <a:gd name="T11" fmla="*/ 432 h 1736"/>
              <a:gd name="T12" fmla="*/ 751 w 1503"/>
              <a:gd name="T13" fmla="*/ 0 h 1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3" h="1736">
                <a:moveTo>
                  <a:pt x="751" y="0"/>
                </a:moveTo>
                <a:lnTo>
                  <a:pt x="0" y="432"/>
                </a:lnTo>
                <a:lnTo>
                  <a:pt x="0" y="1303"/>
                </a:lnTo>
                <a:lnTo>
                  <a:pt x="751" y="1736"/>
                </a:lnTo>
                <a:lnTo>
                  <a:pt x="1503" y="1303"/>
                </a:lnTo>
                <a:lnTo>
                  <a:pt x="1503" y="432"/>
                </a:lnTo>
                <a:lnTo>
                  <a:pt x="7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0" name="Freeform 113"/>
          <p:cNvSpPr>
            <a:spLocks noEditPoints="1"/>
          </p:cNvSpPr>
          <p:nvPr/>
        </p:nvSpPr>
        <p:spPr bwMode="auto">
          <a:xfrm>
            <a:off x="7180423" y="4323804"/>
            <a:ext cx="445931" cy="413142"/>
          </a:xfrm>
          <a:custGeom>
            <a:avLst/>
            <a:gdLst>
              <a:gd name="T0" fmla="*/ 275 w 353"/>
              <a:gd name="T1" fmla="*/ 71 h 328"/>
              <a:gd name="T2" fmla="*/ 202 w 353"/>
              <a:gd name="T3" fmla="*/ 15 h 328"/>
              <a:gd name="T4" fmla="*/ 178 w 353"/>
              <a:gd name="T5" fmla="*/ 39 h 328"/>
              <a:gd name="T6" fmla="*/ 176 w 353"/>
              <a:gd name="T7" fmla="*/ 38 h 328"/>
              <a:gd name="T8" fmla="*/ 174 w 353"/>
              <a:gd name="T9" fmla="*/ 39 h 328"/>
              <a:gd name="T10" fmla="*/ 150 w 353"/>
              <a:gd name="T11" fmla="*/ 15 h 328"/>
              <a:gd name="T12" fmla="*/ 77 w 353"/>
              <a:gd name="T13" fmla="*/ 71 h 328"/>
              <a:gd name="T14" fmla="*/ 0 w 353"/>
              <a:gd name="T15" fmla="*/ 87 h 328"/>
              <a:gd name="T16" fmla="*/ 16 w 353"/>
              <a:gd name="T17" fmla="*/ 135 h 328"/>
              <a:gd name="T18" fmla="*/ 32 w 353"/>
              <a:gd name="T19" fmla="*/ 328 h 328"/>
              <a:gd name="T20" fmla="*/ 337 w 353"/>
              <a:gd name="T21" fmla="*/ 312 h 328"/>
              <a:gd name="T22" fmla="*/ 353 w 353"/>
              <a:gd name="T23" fmla="*/ 119 h 328"/>
              <a:gd name="T24" fmla="*/ 337 w 353"/>
              <a:gd name="T25" fmla="*/ 71 h 328"/>
              <a:gd name="T26" fmla="*/ 142 w 353"/>
              <a:gd name="T27" fmla="*/ 29 h 328"/>
              <a:gd name="T28" fmla="*/ 159 w 353"/>
              <a:gd name="T29" fmla="*/ 71 h 328"/>
              <a:gd name="T30" fmla="*/ 91 w 353"/>
              <a:gd name="T31" fmla="*/ 37 h 328"/>
              <a:gd name="T32" fmla="*/ 16 w 353"/>
              <a:gd name="T33" fmla="*/ 87 h 328"/>
              <a:gd name="T34" fmla="*/ 130 w 353"/>
              <a:gd name="T35" fmla="*/ 119 h 328"/>
              <a:gd name="T36" fmla="*/ 168 w 353"/>
              <a:gd name="T37" fmla="*/ 312 h 328"/>
              <a:gd name="T38" fmla="*/ 32 w 353"/>
              <a:gd name="T39" fmla="*/ 232 h 328"/>
              <a:gd name="T40" fmla="*/ 168 w 353"/>
              <a:gd name="T41" fmla="*/ 312 h 328"/>
              <a:gd name="T42" fmla="*/ 32 w 353"/>
              <a:gd name="T43" fmla="*/ 216 h 328"/>
              <a:gd name="T44" fmla="*/ 117 w 353"/>
              <a:gd name="T45" fmla="*/ 135 h 328"/>
              <a:gd name="T46" fmla="*/ 98 w 353"/>
              <a:gd name="T47" fmla="*/ 165 h 328"/>
              <a:gd name="T48" fmla="*/ 109 w 353"/>
              <a:gd name="T49" fmla="*/ 166 h 328"/>
              <a:gd name="T50" fmla="*/ 168 w 353"/>
              <a:gd name="T51" fmla="*/ 135 h 328"/>
              <a:gd name="T52" fmla="*/ 168 w 353"/>
              <a:gd name="T53" fmla="*/ 119 h 328"/>
              <a:gd name="T54" fmla="*/ 168 w 353"/>
              <a:gd name="T55" fmla="*/ 89 h 328"/>
              <a:gd name="T56" fmla="*/ 210 w 353"/>
              <a:gd name="T57" fmla="*/ 29 h 328"/>
              <a:gd name="T58" fmla="*/ 257 w 353"/>
              <a:gd name="T59" fmla="*/ 71 h 328"/>
              <a:gd name="T60" fmla="*/ 188 w 353"/>
              <a:gd name="T61" fmla="*/ 59 h 328"/>
              <a:gd name="T62" fmla="*/ 184 w 353"/>
              <a:gd name="T63" fmla="*/ 90 h 328"/>
              <a:gd name="T64" fmla="*/ 184 w 353"/>
              <a:gd name="T65" fmla="*/ 119 h 328"/>
              <a:gd name="T66" fmla="*/ 321 w 353"/>
              <a:gd name="T67" fmla="*/ 312 h 328"/>
              <a:gd name="T68" fmla="*/ 184 w 353"/>
              <a:gd name="T69" fmla="*/ 232 h 328"/>
              <a:gd name="T70" fmla="*/ 321 w 353"/>
              <a:gd name="T71" fmla="*/ 312 h 328"/>
              <a:gd name="T72" fmla="*/ 184 w 353"/>
              <a:gd name="T73" fmla="*/ 216 h 328"/>
              <a:gd name="T74" fmla="*/ 214 w 353"/>
              <a:gd name="T75" fmla="*/ 135 h 328"/>
              <a:gd name="T76" fmla="*/ 250 w 353"/>
              <a:gd name="T77" fmla="*/ 168 h 328"/>
              <a:gd name="T78" fmla="*/ 253 w 353"/>
              <a:gd name="T79" fmla="*/ 154 h 328"/>
              <a:gd name="T80" fmla="*/ 321 w 353"/>
              <a:gd name="T81" fmla="*/ 135 h 328"/>
              <a:gd name="T82" fmla="*/ 337 w 353"/>
              <a:gd name="T83" fmla="*/ 119 h 328"/>
              <a:gd name="T84" fmla="*/ 201 w 353"/>
              <a:gd name="T85" fmla="*/ 87 h 328"/>
              <a:gd name="T86" fmla="*/ 337 w 353"/>
              <a:gd name="T87" fmla="*/ 119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53" h="328">
                <a:moveTo>
                  <a:pt x="337" y="71"/>
                </a:moveTo>
                <a:cubicBezTo>
                  <a:pt x="275" y="71"/>
                  <a:pt x="275" y="71"/>
                  <a:pt x="275" y="71"/>
                </a:cubicBezTo>
                <a:cubicBezTo>
                  <a:pt x="282" y="57"/>
                  <a:pt x="282" y="42"/>
                  <a:pt x="275" y="29"/>
                </a:cubicBezTo>
                <a:cubicBezTo>
                  <a:pt x="261" y="6"/>
                  <a:pt x="229" y="0"/>
                  <a:pt x="202" y="15"/>
                </a:cubicBezTo>
                <a:cubicBezTo>
                  <a:pt x="192" y="21"/>
                  <a:pt x="184" y="30"/>
                  <a:pt x="179" y="39"/>
                </a:cubicBezTo>
                <a:cubicBezTo>
                  <a:pt x="179" y="39"/>
                  <a:pt x="178" y="39"/>
                  <a:pt x="178" y="39"/>
                </a:cubicBezTo>
                <a:cubicBezTo>
                  <a:pt x="178" y="39"/>
                  <a:pt x="178" y="39"/>
                  <a:pt x="178" y="39"/>
                </a:cubicBezTo>
                <a:cubicBezTo>
                  <a:pt x="177" y="38"/>
                  <a:pt x="177" y="38"/>
                  <a:pt x="176" y="38"/>
                </a:cubicBezTo>
                <a:cubicBezTo>
                  <a:pt x="176" y="38"/>
                  <a:pt x="175" y="38"/>
                  <a:pt x="175" y="38"/>
                </a:cubicBezTo>
                <a:cubicBezTo>
                  <a:pt x="175" y="39"/>
                  <a:pt x="174" y="38"/>
                  <a:pt x="174" y="39"/>
                </a:cubicBezTo>
                <a:cubicBezTo>
                  <a:pt x="174" y="39"/>
                  <a:pt x="173" y="39"/>
                  <a:pt x="173" y="39"/>
                </a:cubicBezTo>
                <a:cubicBezTo>
                  <a:pt x="168" y="30"/>
                  <a:pt x="160" y="21"/>
                  <a:pt x="150" y="15"/>
                </a:cubicBezTo>
                <a:cubicBezTo>
                  <a:pt x="123" y="0"/>
                  <a:pt x="91" y="6"/>
                  <a:pt x="77" y="29"/>
                </a:cubicBezTo>
                <a:cubicBezTo>
                  <a:pt x="70" y="42"/>
                  <a:pt x="70" y="57"/>
                  <a:pt x="77" y="71"/>
                </a:cubicBezTo>
                <a:cubicBezTo>
                  <a:pt x="16" y="71"/>
                  <a:pt x="16" y="71"/>
                  <a:pt x="16" y="71"/>
                </a:cubicBezTo>
                <a:cubicBezTo>
                  <a:pt x="7" y="71"/>
                  <a:pt x="0" y="78"/>
                  <a:pt x="0" y="87"/>
                </a:cubicBezTo>
                <a:cubicBezTo>
                  <a:pt x="0" y="119"/>
                  <a:pt x="0" y="119"/>
                  <a:pt x="0" y="119"/>
                </a:cubicBezTo>
                <a:cubicBezTo>
                  <a:pt x="0" y="128"/>
                  <a:pt x="7" y="135"/>
                  <a:pt x="16" y="135"/>
                </a:cubicBezTo>
                <a:cubicBezTo>
                  <a:pt x="16" y="312"/>
                  <a:pt x="16" y="312"/>
                  <a:pt x="16" y="312"/>
                </a:cubicBezTo>
                <a:cubicBezTo>
                  <a:pt x="16" y="321"/>
                  <a:pt x="23" y="328"/>
                  <a:pt x="32" y="328"/>
                </a:cubicBezTo>
                <a:cubicBezTo>
                  <a:pt x="321" y="328"/>
                  <a:pt x="321" y="328"/>
                  <a:pt x="321" y="328"/>
                </a:cubicBezTo>
                <a:cubicBezTo>
                  <a:pt x="330" y="328"/>
                  <a:pt x="337" y="321"/>
                  <a:pt x="337" y="312"/>
                </a:cubicBezTo>
                <a:cubicBezTo>
                  <a:pt x="337" y="135"/>
                  <a:pt x="337" y="135"/>
                  <a:pt x="337" y="135"/>
                </a:cubicBezTo>
                <a:cubicBezTo>
                  <a:pt x="346" y="135"/>
                  <a:pt x="353" y="128"/>
                  <a:pt x="353" y="119"/>
                </a:cubicBezTo>
                <a:cubicBezTo>
                  <a:pt x="353" y="87"/>
                  <a:pt x="353" y="87"/>
                  <a:pt x="353" y="87"/>
                </a:cubicBezTo>
                <a:cubicBezTo>
                  <a:pt x="353" y="78"/>
                  <a:pt x="346" y="71"/>
                  <a:pt x="337" y="71"/>
                </a:cubicBezTo>
                <a:moveTo>
                  <a:pt x="91" y="37"/>
                </a:moveTo>
                <a:cubicBezTo>
                  <a:pt x="100" y="22"/>
                  <a:pt x="123" y="18"/>
                  <a:pt x="142" y="29"/>
                </a:cubicBezTo>
                <a:cubicBezTo>
                  <a:pt x="154" y="36"/>
                  <a:pt x="162" y="48"/>
                  <a:pt x="164" y="59"/>
                </a:cubicBezTo>
                <a:cubicBezTo>
                  <a:pt x="162" y="63"/>
                  <a:pt x="161" y="67"/>
                  <a:pt x="159" y="71"/>
                </a:cubicBezTo>
                <a:cubicBezTo>
                  <a:pt x="95" y="71"/>
                  <a:pt x="95" y="71"/>
                  <a:pt x="95" y="71"/>
                </a:cubicBezTo>
                <a:cubicBezTo>
                  <a:pt x="87" y="60"/>
                  <a:pt x="85" y="47"/>
                  <a:pt x="91" y="37"/>
                </a:cubicBezTo>
                <a:moveTo>
                  <a:pt x="16" y="119"/>
                </a:moveTo>
                <a:cubicBezTo>
                  <a:pt x="16" y="87"/>
                  <a:pt x="16" y="87"/>
                  <a:pt x="16" y="87"/>
                </a:cubicBezTo>
                <a:cubicBezTo>
                  <a:pt x="151" y="87"/>
                  <a:pt x="151" y="87"/>
                  <a:pt x="151" y="87"/>
                </a:cubicBezTo>
                <a:cubicBezTo>
                  <a:pt x="145" y="99"/>
                  <a:pt x="137" y="110"/>
                  <a:pt x="130" y="119"/>
                </a:cubicBezTo>
                <a:lnTo>
                  <a:pt x="16" y="119"/>
                </a:lnTo>
                <a:close/>
                <a:moveTo>
                  <a:pt x="168" y="312"/>
                </a:moveTo>
                <a:cubicBezTo>
                  <a:pt x="32" y="312"/>
                  <a:pt x="32" y="312"/>
                  <a:pt x="32" y="312"/>
                </a:cubicBezTo>
                <a:cubicBezTo>
                  <a:pt x="32" y="232"/>
                  <a:pt x="32" y="232"/>
                  <a:pt x="32" y="232"/>
                </a:cubicBezTo>
                <a:cubicBezTo>
                  <a:pt x="168" y="232"/>
                  <a:pt x="168" y="232"/>
                  <a:pt x="168" y="232"/>
                </a:cubicBezTo>
                <a:lnTo>
                  <a:pt x="168" y="312"/>
                </a:lnTo>
                <a:close/>
                <a:moveTo>
                  <a:pt x="168" y="216"/>
                </a:moveTo>
                <a:cubicBezTo>
                  <a:pt x="32" y="216"/>
                  <a:pt x="32" y="216"/>
                  <a:pt x="32" y="216"/>
                </a:cubicBezTo>
                <a:cubicBezTo>
                  <a:pt x="32" y="135"/>
                  <a:pt x="32" y="135"/>
                  <a:pt x="32" y="135"/>
                </a:cubicBezTo>
                <a:cubicBezTo>
                  <a:pt x="117" y="135"/>
                  <a:pt x="117" y="135"/>
                  <a:pt x="117" y="135"/>
                </a:cubicBezTo>
                <a:cubicBezTo>
                  <a:pt x="107" y="147"/>
                  <a:pt x="99" y="154"/>
                  <a:pt x="99" y="154"/>
                </a:cubicBezTo>
                <a:cubicBezTo>
                  <a:pt x="95" y="157"/>
                  <a:pt x="95" y="162"/>
                  <a:pt x="98" y="165"/>
                </a:cubicBezTo>
                <a:cubicBezTo>
                  <a:pt x="99" y="166"/>
                  <a:pt x="100" y="167"/>
                  <a:pt x="102" y="168"/>
                </a:cubicBezTo>
                <a:cubicBezTo>
                  <a:pt x="104" y="168"/>
                  <a:pt x="107" y="168"/>
                  <a:pt x="109" y="166"/>
                </a:cubicBezTo>
                <a:cubicBezTo>
                  <a:pt x="110" y="165"/>
                  <a:pt x="123" y="154"/>
                  <a:pt x="138" y="135"/>
                </a:cubicBezTo>
                <a:cubicBezTo>
                  <a:pt x="168" y="135"/>
                  <a:pt x="168" y="135"/>
                  <a:pt x="168" y="135"/>
                </a:cubicBezTo>
                <a:lnTo>
                  <a:pt x="168" y="216"/>
                </a:lnTo>
                <a:close/>
                <a:moveTo>
                  <a:pt x="168" y="119"/>
                </a:moveTo>
                <a:cubicBezTo>
                  <a:pt x="150" y="119"/>
                  <a:pt x="150" y="119"/>
                  <a:pt x="150" y="119"/>
                </a:cubicBezTo>
                <a:cubicBezTo>
                  <a:pt x="157" y="110"/>
                  <a:pt x="163" y="100"/>
                  <a:pt x="168" y="89"/>
                </a:cubicBezTo>
                <a:lnTo>
                  <a:pt x="168" y="119"/>
                </a:lnTo>
                <a:close/>
                <a:moveTo>
                  <a:pt x="210" y="29"/>
                </a:moveTo>
                <a:cubicBezTo>
                  <a:pt x="229" y="18"/>
                  <a:pt x="252" y="22"/>
                  <a:pt x="261" y="37"/>
                </a:cubicBezTo>
                <a:cubicBezTo>
                  <a:pt x="267" y="47"/>
                  <a:pt x="265" y="60"/>
                  <a:pt x="257" y="71"/>
                </a:cubicBezTo>
                <a:cubicBezTo>
                  <a:pt x="193" y="71"/>
                  <a:pt x="193" y="71"/>
                  <a:pt x="193" y="71"/>
                </a:cubicBezTo>
                <a:cubicBezTo>
                  <a:pt x="192" y="67"/>
                  <a:pt x="190" y="63"/>
                  <a:pt x="188" y="59"/>
                </a:cubicBezTo>
                <a:cubicBezTo>
                  <a:pt x="190" y="48"/>
                  <a:pt x="198" y="36"/>
                  <a:pt x="210" y="29"/>
                </a:cubicBezTo>
                <a:moveTo>
                  <a:pt x="184" y="90"/>
                </a:moveTo>
                <a:cubicBezTo>
                  <a:pt x="190" y="101"/>
                  <a:pt x="196" y="110"/>
                  <a:pt x="202" y="119"/>
                </a:cubicBezTo>
                <a:cubicBezTo>
                  <a:pt x="184" y="119"/>
                  <a:pt x="184" y="119"/>
                  <a:pt x="184" y="119"/>
                </a:cubicBezTo>
                <a:lnTo>
                  <a:pt x="184" y="90"/>
                </a:lnTo>
                <a:close/>
                <a:moveTo>
                  <a:pt x="321" y="312"/>
                </a:moveTo>
                <a:cubicBezTo>
                  <a:pt x="184" y="312"/>
                  <a:pt x="184" y="312"/>
                  <a:pt x="184" y="312"/>
                </a:cubicBezTo>
                <a:cubicBezTo>
                  <a:pt x="184" y="232"/>
                  <a:pt x="184" y="232"/>
                  <a:pt x="184" y="232"/>
                </a:cubicBezTo>
                <a:cubicBezTo>
                  <a:pt x="321" y="232"/>
                  <a:pt x="321" y="232"/>
                  <a:pt x="321" y="232"/>
                </a:cubicBezTo>
                <a:lnTo>
                  <a:pt x="321" y="312"/>
                </a:lnTo>
                <a:close/>
                <a:moveTo>
                  <a:pt x="321" y="216"/>
                </a:moveTo>
                <a:cubicBezTo>
                  <a:pt x="184" y="216"/>
                  <a:pt x="184" y="216"/>
                  <a:pt x="184" y="216"/>
                </a:cubicBezTo>
                <a:cubicBezTo>
                  <a:pt x="184" y="135"/>
                  <a:pt x="184" y="135"/>
                  <a:pt x="184" y="135"/>
                </a:cubicBezTo>
                <a:cubicBezTo>
                  <a:pt x="214" y="135"/>
                  <a:pt x="214" y="135"/>
                  <a:pt x="214" y="135"/>
                </a:cubicBezTo>
                <a:cubicBezTo>
                  <a:pt x="229" y="154"/>
                  <a:pt x="242" y="165"/>
                  <a:pt x="243" y="166"/>
                </a:cubicBezTo>
                <a:cubicBezTo>
                  <a:pt x="245" y="168"/>
                  <a:pt x="248" y="168"/>
                  <a:pt x="250" y="168"/>
                </a:cubicBezTo>
                <a:cubicBezTo>
                  <a:pt x="252" y="167"/>
                  <a:pt x="253" y="166"/>
                  <a:pt x="254" y="165"/>
                </a:cubicBezTo>
                <a:cubicBezTo>
                  <a:pt x="257" y="162"/>
                  <a:pt x="257" y="157"/>
                  <a:pt x="253" y="154"/>
                </a:cubicBezTo>
                <a:cubicBezTo>
                  <a:pt x="253" y="154"/>
                  <a:pt x="245" y="147"/>
                  <a:pt x="235" y="135"/>
                </a:cubicBezTo>
                <a:cubicBezTo>
                  <a:pt x="321" y="135"/>
                  <a:pt x="321" y="135"/>
                  <a:pt x="321" y="135"/>
                </a:cubicBezTo>
                <a:lnTo>
                  <a:pt x="321" y="216"/>
                </a:lnTo>
                <a:close/>
                <a:moveTo>
                  <a:pt x="337" y="119"/>
                </a:moveTo>
                <a:cubicBezTo>
                  <a:pt x="222" y="119"/>
                  <a:pt x="222" y="119"/>
                  <a:pt x="222" y="119"/>
                </a:cubicBezTo>
                <a:cubicBezTo>
                  <a:pt x="215" y="110"/>
                  <a:pt x="208" y="99"/>
                  <a:pt x="201" y="87"/>
                </a:cubicBezTo>
                <a:cubicBezTo>
                  <a:pt x="337" y="87"/>
                  <a:pt x="337" y="87"/>
                  <a:pt x="337" y="87"/>
                </a:cubicBezTo>
                <a:lnTo>
                  <a:pt x="337" y="1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3" name="Freeform 19"/>
          <p:cNvSpPr/>
          <p:nvPr/>
        </p:nvSpPr>
        <p:spPr bwMode="auto">
          <a:xfrm>
            <a:off x="5498307" y="3817052"/>
            <a:ext cx="1193800" cy="1377950"/>
          </a:xfrm>
          <a:custGeom>
            <a:avLst/>
            <a:gdLst>
              <a:gd name="T0" fmla="*/ 751 w 1504"/>
              <a:gd name="T1" fmla="*/ 0 h 1736"/>
              <a:gd name="T2" fmla="*/ 0 w 1504"/>
              <a:gd name="T3" fmla="*/ 432 h 1736"/>
              <a:gd name="T4" fmla="*/ 0 w 1504"/>
              <a:gd name="T5" fmla="*/ 1303 h 1736"/>
              <a:gd name="T6" fmla="*/ 751 w 1504"/>
              <a:gd name="T7" fmla="*/ 1736 h 1736"/>
              <a:gd name="T8" fmla="*/ 1504 w 1504"/>
              <a:gd name="T9" fmla="*/ 1303 h 1736"/>
              <a:gd name="T10" fmla="*/ 1504 w 1504"/>
              <a:gd name="T11" fmla="*/ 432 h 1736"/>
              <a:gd name="T12" fmla="*/ 751 w 1504"/>
              <a:gd name="T13" fmla="*/ 0 h 1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4" h="1736">
                <a:moveTo>
                  <a:pt x="751" y="0"/>
                </a:moveTo>
                <a:lnTo>
                  <a:pt x="0" y="432"/>
                </a:lnTo>
                <a:lnTo>
                  <a:pt x="0" y="1303"/>
                </a:lnTo>
                <a:lnTo>
                  <a:pt x="751" y="1736"/>
                </a:lnTo>
                <a:lnTo>
                  <a:pt x="1504" y="1303"/>
                </a:lnTo>
                <a:lnTo>
                  <a:pt x="1504" y="432"/>
                </a:lnTo>
                <a:lnTo>
                  <a:pt x="75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51" name="Freeform 115"/>
          <p:cNvSpPr>
            <a:spLocks noEditPoints="1"/>
          </p:cNvSpPr>
          <p:nvPr/>
        </p:nvSpPr>
        <p:spPr bwMode="auto">
          <a:xfrm>
            <a:off x="5878700" y="4298401"/>
            <a:ext cx="445931" cy="445931"/>
          </a:xfrm>
          <a:custGeom>
            <a:avLst/>
            <a:gdLst>
              <a:gd name="T0" fmla="*/ 289 w 353"/>
              <a:gd name="T1" fmla="*/ 32 h 353"/>
              <a:gd name="T2" fmla="*/ 281 w 353"/>
              <a:gd name="T3" fmla="*/ 0 h 353"/>
              <a:gd name="T4" fmla="*/ 273 w 353"/>
              <a:gd name="T5" fmla="*/ 32 h 353"/>
              <a:gd name="T6" fmla="*/ 80 w 353"/>
              <a:gd name="T7" fmla="*/ 8 h 353"/>
              <a:gd name="T8" fmla="*/ 64 w 353"/>
              <a:gd name="T9" fmla="*/ 8 h 353"/>
              <a:gd name="T10" fmla="*/ 32 w 353"/>
              <a:gd name="T11" fmla="*/ 32 h 353"/>
              <a:gd name="T12" fmla="*/ 0 w 353"/>
              <a:gd name="T13" fmla="*/ 321 h 353"/>
              <a:gd name="T14" fmla="*/ 321 w 353"/>
              <a:gd name="T15" fmla="*/ 353 h 353"/>
              <a:gd name="T16" fmla="*/ 353 w 353"/>
              <a:gd name="T17" fmla="*/ 64 h 353"/>
              <a:gd name="T18" fmla="*/ 337 w 353"/>
              <a:gd name="T19" fmla="*/ 321 h 353"/>
              <a:gd name="T20" fmla="*/ 32 w 353"/>
              <a:gd name="T21" fmla="*/ 337 h 353"/>
              <a:gd name="T22" fmla="*/ 16 w 353"/>
              <a:gd name="T23" fmla="*/ 128 h 353"/>
              <a:gd name="T24" fmla="*/ 337 w 353"/>
              <a:gd name="T25" fmla="*/ 321 h 353"/>
              <a:gd name="T26" fmla="*/ 16 w 353"/>
              <a:gd name="T27" fmla="*/ 112 h 353"/>
              <a:gd name="T28" fmla="*/ 32 w 353"/>
              <a:gd name="T29" fmla="*/ 48 h 353"/>
              <a:gd name="T30" fmla="*/ 64 w 353"/>
              <a:gd name="T31" fmla="*/ 72 h 353"/>
              <a:gd name="T32" fmla="*/ 80 w 353"/>
              <a:gd name="T33" fmla="*/ 72 h 353"/>
              <a:gd name="T34" fmla="*/ 273 w 353"/>
              <a:gd name="T35" fmla="*/ 48 h 353"/>
              <a:gd name="T36" fmla="*/ 281 w 353"/>
              <a:gd name="T37" fmla="*/ 80 h 353"/>
              <a:gd name="T38" fmla="*/ 289 w 353"/>
              <a:gd name="T39" fmla="*/ 48 h 353"/>
              <a:gd name="T40" fmla="*/ 337 w 353"/>
              <a:gd name="T41" fmla="*/ 64 h 353"/>
              <a:gd name="T42" fmla="*/ 233 w 353"/>
              <a:gd name="T43" fmla="*/ 297 h 353"/>
              <a:gd name="T44" fmla="*/ 248 w 353"/>
              <a:gd name="T45" fmla="*/ 168 h 353"/>
              <a:gd name="T46" fmla="*/ 232 w 353"/>
              <a:gd name="T47" fmla="*/ 180 h 353"/>
              <a:gd name="T48" fmla="*/ 213 w 353"/>
              <a:gd name="T49" fmla="*/ 191 h 353"/>
              <a:gd name="T50" fmla="*/ 201 w 353"/>
              <a:gd name="T51" fmla="*/ 204 h 353"/>
              <a:gd name="T52" fmla="*/ 233 w 353"/>
              <a:gd name="T53" fmla="*/ 297 h 353"/>
              <a:gd name="T54" fmla="*/ 148 w 353"/>
              <a:gd name="T55" fmla="*/ 283 h 353"/>
              <a:gd name="T56" fmla="*/ 118 w 353"/>
              <a:gd name="T57" fmla="*/ 277 h 353"/>
              <a:gd name="T58" fmla="*/ 96 w 353"/>
              <a:gd name="T59" fmla="*/ 257 h 353"/>
              <a:gd name="T60" fmla="*/ 107 w 353"/>
              <a:gd name="T61" fmla="*/ 288 h 353"/>
              <a:gd name="T62" fmla="*/ 138 w 353"/>
              <a:gd name="T63" fmla="*/ 299 h 353"/>
              <a:gd name="T64" fmla="*/ 168 w 353"/>
              <a:gd name="T65" fmla="*/ 289 h 353"/>
              <a:gd name="T66" fmla="*/ 181 w 353"/>
              <a:gd name="T67" fmla="*/ 259 h 353"/>
              <a:gd name="T68" fmla="*/ 158 w 353"/>
              <a:gd name="T69" fmla="*/ 228 h 353"/>
              <a:gd name="T70" fmla="*/ 171 w 353"/>
              <a:gd name="T71" fmla="*/ 218 h 353"/>
              <a:gd name="T72" fmla="*/ 173 w 353"/>
              <a:gd name="T73" fmla="*/ 187 h 353"/>
              <a:gd name="T74" fmla="*/ 153 w 353"/>
              <a:gd name="T75" fmla="*/ 170 h 353"/>
              <a:gd name="T76" fmla="*/ 121 w 353"/>
              <a:gd name="T77" fmla="*/ 171 h 353"/>
              <a:gd name="T78" fmla="*/ 102 w 353"/>
              <a:gd name="T79" fmla="*/ 192 h 353"/>
              <a:gd name="T80" fmla="*/ 114 w 353"/>
              <a:gd name="T81" fmla="*/ 209 h 353"/>
              <a:gd name="T82" fmla="*/ 120 w 353"/>
              <a:gd name="T83" fmla="*/ 190 h 353"/>
              <a:gd name="T84" fmla="*/ 137 w 353"/>
              <a:gd name="T85" fmla="*/ 181 h 353"/>
              <a:gd name="T86" fmla="*/ 160 w 353"/>
              <a:gd name="T87" fmla="*/ 202 h 353"/>
              <a:gd name="T88" fmla="*/ 153 w 353"/>
              <a:gd name="T89" fmla="*/ 218 h 353"/>
              <a:gd name="T90" fmla="*/ 136 w 353"/>
              <a:gd name="T91" fmla="*/ 223 h 353"/>
              <a:gd name="T92" fmla="*/ 129 w 353"/>
              <a:gd name="T93" fmla="*/ 223 h 353"/>
              <a:gd name="T94" fmla="*/ 138 w 353"/>
              <a:gd name="T95" fmla="*/ 235 h 353"/>
              <a:gd name="T96" fmla="*/ 157 w 353"/>
              <a:gd name="T97" fmla="*/ 242 h 353"/>
              <a:gd name="T98" fmla="*/ 165 w 353"/>
              <a:gd name="T99" fmla="*/ 260 h 353"/>
              <a:gd name="T100" fmla="*/ 157 w 353"/>
              <a:gd name="T101" fmla="*/ 278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53" h="353">
                <a:moveTo>
                  <a:pt x="321" y="32"/>
                </a:moveTo>
                <a:cubicBezTo>
                  <a:pt x="289" y="32"/>
                  <a:pt x="289" y="32"/>
                  <a:pt x="289" y="32"/>
                </a:cubicBezTo>
                <a:cubicBezTo>
                  <a:pt x="289" y="8"/>
                  <a:pt x="289" y="8"/>
                  <a:pt x="289" y="8"/>
                </a:cubicBezTo>
                <a:cubicBezTo>
                  <a:pt x="289" y="3"/>
                  <a:pt x="286" y="0"/>
                  <a:pt x="281" y="0"/>
                </a:cubicBezTo>
                <a:cubicBezTo>
                  <a:pt x="277" y="0"/>
                  <a:pt x="273" y="3"/>
                  <a:pt x="273" y="8"/>
                </a:cubicBezTo>
                <a:cubicBezTo>
                  <a:pt x="273" y="32"/>
                  <a:pt x="273" y="32"/>
                  <a:pt x="273" y="32"/>
                </a:cubicBezTo>
                <a:cubicBezTo>
                  <a:pt x="80" y="32"/>
                  <a:pt x="80" y="32"/>
                  <a:pt x="80" y="32"/>
                </a:cubicBezTo>
                <a:cubicBezTo>
                  <a:pt x="80" y="8"/>
                  <a:pt x="80" y="8"/>
                  <a:pt x="80" y="8"/>
                </a:cubicBezTo>
                <a:cubicBezTo>
                  <a:pt x="80" y="3"/>
                  <a:pt x="77" y="0"/>
                  <a:pt x="72" y="0"/>
                </a:cubicBezTo>
                <a:cubicBezTo>
                  <a:pt x="68" y="0"/>
                  <a:pt x="64" y="3"/>
                  <a:pt x="64" y="8"/>
                </a:cubicBezTo>
                <a:cubicBezTo>
                  <a:pt x="64" y="32"/>
                  <a:pt x="64" y="32"/>
                  <a:pt x="64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15" y="32"/>
                  <a:pt x="0" y="46"/>
                  <a:pt x="0" y="64"/>
                </a:cubicBezTo>
                <a:cubicBezTo>
                  <a:pt x="0" y="321"/>
                  <a:pt x="0" y="321"/>
                  <a:pt x="0" y="321"/>
                </a:cubicBezTo>
                <a:cubicBezTo>
                  <a:pt x="0" y="339"/>
                  <a:pt x="15" y="353"/>
                  <a:pt x="32" y="353"/>
                </a:cubicBezTo>
                <a:cubicBezTo>
                  <a:pt x="321" y="353"/>
                  <a:pt x="321" y="353"/>
                  <a:pt x="321" y="353"/>
                </a:cubicBezTo>
                <a:cubicBezTo>
                  <a:pt x="339" y="353"/>
                  <a:pt x="353" y="339"/>
                  <a:pt x="353" y="321"/>
                </a:cubicBezTo>
                <a:cubicBezTo>
                  <a:pt x="353" y="64"/>
                  <a:pt x="353" y="64"/>
                  <a:pt x="353" y="64"/>
                </a:cubicBezTo>
                <a:cubicBezTo>
                  <a:pt x="353" y="46"/>
                  <a:pt x="339" y="32"/>
                  <a:pt x="321" y="32"/>
                </a:cubicBezTo>
                <a:moveTo>
                  <a:pt x="337" y="321"/>
                </a:moveTo>
                <a:cubicBezTo>
                  <a:pt x="337" y="330"/>
                  <a:pt x="330" y="337"/>
                  <a:pt x="321" y="337"/>
                </a:cubicBezTo>
                <a:cubicBezTo>
                  <a:pt x="32" y="337"/>
                  <a:pt x="32" y="337"/>
                  <a:pt x="32" y="337"/>
                </a:cubicBezTo>
                <a:cubicBezTo>
                  <a:pt x="23" y="337"/>
                  <a:pt x="16" y="330"/>
                  <a:pt x="16" y="321"/>
                </a:cubicBezTo>
                <a:cubicBezTo>
                  <a:pt x="16" y="128"/>
                  <a:pt x="16" y="128"/>
                  <a:pt x="16" y="128"/>
                </a:cubicBezTo>
                <a:cubicBezTo>
                  <a:pt x="337" y="128"/>
                  <a:pt x="337" y="128"/>
                  <a:pt x="337" y="128"/>
                </a:cubicBezTo>
                <a:lnTo>
                  <a:pt x="337" y="321"/>
                </a:lnTo>
                <a:close/>
                <a:moveTo>
                  <a:pt x="337" y="112"/>
                </a:moveTo>
                <a:cubicBezTo>
                  <a:pt x="16" y="112"/>
                  <a:pt x="16" y="112"/>
                  <a:pt x="16" y="112"/>
                </a:cubicBezTo>
                <a:cubicBezTo>
                  <a:pt x="16" y="64"/>
                  <a:pt x="16" y="64"/>
                  <a:pt x="16" y="64"/>
                </a:cubicBezTo>
                <a:cubicBezTo>
                  <a:pt x="16" y="55"/>
                  <a:pt x="23" y="48"/>
                  <a:pt x="32" y="48"/>
                </a:cubicBezTo>
                <a:cubicBezTo>
                  <a:pt x="64" y="48"/>
                  <a:pt x="64" y="48"/>
                  <a:pt x="64" y="48"/>
                </a:cubicBezTo>
                <a:cubicBezTo>
                  <a:pt x="64" y="72"/>
                  <a:pt x="64" y="72"/>
                  <a:pt x="64" y="72"/>
                </a:cubicBezTo>
                <a:cubicBezTo>
                  <a:pt x="64" y="76"/>
                  <a:pt x="68" y="80"/>
                  <a:pt x="72" y="80"/>
                </a:cubicBezTo>
                <a:cubicBezTo>
                  <a:pt x="77" y="80"/>
                  <a:pt x="80" y="76"/>
                  <a:pt x="80" y="72"/>
                </a:cubicBezTo>
                <a:cubicBezTo>
                  <a:pt x="80" y="48"/>
                  <a:pt x="80" y="48"/>
                  <a:pt x="80" y="48"/>
                </a:cubicBezTo>
                <a:cubicBezTo>
                  <a:pt x="273" y="48"/>
                  <a:pt x="273" y="48"/>
                  <a:pt x="273" y="48"/>
                </a:cubicBezTo>
                <a:cubicBezTo>
                  <a:pt x="273" y="72"/>
                  <a:pt x="273" y="72"/>
                  <a:pt x="273" y="72"/>
                </a:cubicBezTo>
                <a:cubicBezTo>
                  <a:pt x="273" y="76"/>
                  <a:pt x="277" y="80"/>
                  <a:pt x="281" y="80"/>
                </a:cubicBezTo>
                <a:cubicBezTo>
                  <a:pt x="286" y="80"/>
                  <a:pt x="289" y="76"/>
                  <a:pt x="289" y="72"/>
                </a:cubicBezTo>
                <a:cubicBezTo>
                  <a:pt x="289" y="48"/>
                  <a:pt x="289" y="48"/>
                  <a:pt x="289" y="48"/>
                </a:cubicBezTo>
                <a:cubicBezTo>
                  <a:pt x="321" y="48"/>
                  <a:pt x="321" y="48"/>
                  <a:pt x="321" y="48"/>
                </a:cubicBezTo>
                <a:cubicBezTo>
                  <a:pt x="330" y="48"/>
                  <a:pt x="337" y="55"/>
                  <a:pt x="337" y="64"/>
                </a:cubicBezTo>
                <a:lnTo>
                  <a:pt x="337" y="112"/>
                </a:lnTo>
                <a:close/>
                <a:moveTo>
                  <a:pt x="233" y="297"/>
                </a:moveTo>
                <a:cubicBezTo>
                  <a:pt x="248" y="297"/>
                  <a:pt x="248" y="297"/>
                  <a:pt x="248" y="297"/>
                </a:cubicBezTo>
                <a:cubicBezTo>
                  <a:pt x="248" y="168"/>
                  <a:pt x="248" y="168"/>
                  <a:pt x="248" y="168"/>
                </a:cubicBezTo>
                <a:cubicBezTo>
                  <a:pt x="237" y="168"/>
                  <a:pt x="237" y="168"/>
                  <a:pt x="237" y="168"/>
                </a:cubicBezTo>
                <a:cubicBezTo>
                  <a:pt x="236" y="172"/>
                  <a:pt x="235" y="176"/>
                  <a:pt x="232" y="180"/>
                </a:cubicBezTo>
                <a:cubicBezTo>
                  <a:pt x="230" y="183"/>
                  <a:pt x="227" y="185"/>
                  <a:pt x="224" y="187"/>
                </a:cubicBezTo>
                <a:cubicBezTo>
                  <a:pt x="221" y="189"/>
                  <a:pt x="217" y="190"/>
                  <a:pt x="213" y="191"/>
                </a:cubicBezTo>
                <a:cubicBezTo>
                  <a:pt x="209" y="191"/>
                  <a:pt x="205" y="192"/>
                  <a:pt x="201" y="192"/>
                </a:cubicBezTo>
                <a:cubicBezTo>
                  <a:pt x="201" y="204"/>
                  <a:pt x="201" y="204"/>
                  <a:pt x="201" y="204"/>
                </a:cubicBezTo>
                <a:cubicBezTo>
                  <a:pt x="233" y="204"/>
                  <a:pt x="233" y="204"/>
                  <a:pt x="233" y="204"/>
                </a:cubicBezTo>
                <a:lnTo>
                  <a:pt x="233" y="297"/>
                </a:lnTo>
                <a:close/>
                <a:moveTo>
                  <a:pt x="157" y="278"/>
                </a:moveTo>
                <a:cubicBezTo>
                  <a:pt x="154" y="281"/>
                  <a:pt x="152" y="282"/>
                  <a:pt x="148" y="283"/>
                </a:cubicBezTo>
                <a:cubicBezTo>
                  <a:pt x="145" y="285"/>
                  <a:pt x="141" y="285"/>
                  <a:pt x="138" y="285"/>
                </a:cubicBezTo>
                <a:cubicBezTo>
                  <a:pt x="129" y="285"/>
                  <a:pt x="123" y="282"/>
                  <a:pt x="118" y="277"/>
                </a:cubicBezTo>
                <a:cubicBezTo>
                  <a:pt x="114" y="272"/>
                  <a:pt x="111" y="265"/>
                  <a:pt x="111" y="257"/>
                </a:cubicBezTo>
                <a:cubicBezTo>
                  <a:pt x="96" y="257"/>
                  <a:pt x="96" y="257"/>
                  <a:pt x="96" y="257"/>
                </a:cubicBezTo>
                <a:cubicBezTo>
                  <a:pt x="96" y="263"/>
                  <a:pt x="97" y="269"/>
                  <a:pt x="99" y="275"/>
                </a:cubicBezTo>
                <a:cubicBezTo>
                  <a:pt x="101" y="280"/>
                  <a:pt x="104" y="284"/>
                  <a:pt x="107" y="288"/>
                </a:cubicBezTo>
                <a:cubicBezTo>
                  <a:pt x="111" y="291"/>
                  <a:pt x="115" y="294"/>
                  <a:pt x="120" y="296"/>
                </a:cubicBezTo>
                <a:cubicBezTo>
                  <a:pt x="126" y="298"/>
                  <a:pt x="131" y="299"/>
                  <a:pt x="138" y="299"/>
                </a:cubicBezTo>
                <a:cubicBezTo>
                  <a:pt x="144" y="299"/>
                  <a:pt x="149" y="298"/>
                  <a:pt x="154" y="296"/>
                </a:cubicBezTo>
                <a:cubicBezTo>
                  <a:pt x="160" y="294"/>
                  <a:pt x="164" y="292"/>
                  <a:pt x="168" y="289"/>
                </a:cubicBezTo>
                <a:cubicBezTo>
                  <a:pt x="172" y="285"/>
                  <a:pt x="175" y="281"/>
                  <a:pt x="177" y="276"/>
                </a:cubicBezTo>
                <a:cubicBezTo>
                  <a:pt x="180" y="272"/>
                  <a:pt x="181" y="266"/>
                  <a:pt x="181" y="259"/>
                </a:cubicBezTo>
                <a:cubicBezTo>
                  <a:pt x="181" y="252"/>
                  <a:pt x="179" y="245"/>
                  <a:pt x="175" y="239"/>
                </a:cubicBezTo>
                <a:cubicBezTo>
                  <a:pt x="172" y="234"/>
                  <a:pt x="166" y="230"/>
                  <a:pt x="158" y="228"/>
                </a:cubicBezTo>
                <a:cubicBezTo>
                  <a:pt x="158" y="228"/>
                  <a:pt x="158" y="228"/>
                  <a:pt x="158" y="228"/>
                </a:cubicBezTo>
                <a:cubicBezTo>
                  <a:pt x="163" y="226"/>
                  <a:pt x="167" y="222"/>
                  <a:pt x="171" y="218"/>
                </a:cubicBezTo>
                <a:cubicBezTo>
                  <a:pt x="174" y="213"/>
                  <a:pt x="176" y="208"/>
                  <a:pt x="176" y="202"/>
                </a:cubicBezTo>
                <a:cubicBezTo>
                  <a:pt x="176" y="196"/>
                  <a:pt x="175" y="191"/>
                  <a:pt x="173" y="187"/>
                </a:cubicBezTo>
                <a:cubicBezTo>
                  <a:pt x="171" y="182"/>
                  <a:pt x="168" y="179"/>
                  <a:pt x="165" y="176"/>
                </a:cubicBezTo>
                <a:cubicBezTo>
                  <a:pt x="161" y="173"/>
                  <a:pt x="157" y="171"/>
                  <a:pt x="153" y="170"/>
                </a:cubicBezTo>
                <a:cubicBezTo>
                  <a:pt x="148" y="168"/>
                  <a:pt x="143" y="168"/>
                  <a:pt x="137" y="168"/>
                </a:cubicBezTo>
                <a:cubicBezTo>
                  <a:pt x="131" y="168"/>
                  <a:pt x="126" y="169"/>
                  <a:pt x="121" y="171"/>
                </a:cubicBezTo>
                <a:cubicBezTo>
                  <a:pt x="116" y="173"/>
                  <a:pt x="112" y="176"/>
                  <a:pt x="109" y="179"/>
                </a:cubicBezTo>
                <a:cubicBezTo>
                  <a:pt x="106" y="183"/>
                  <a:pt x="103" y="187"/>
                  <a:pt x="102" y="192"/>
                </a:cubicBezTo>
                <a:cubicBezTo>
                  <a:pt x="100" y="197"/>
                  <a:pt x="99" y="203"/>
                  <a:pt x="99" y="209"/>
                </a:cubicBezTo>
                <a:cubicBezTo>
                  <a:pt x="114" y="209"/>
                  <a:pt x="114" y="209"/>
                  <a:pt x="114" y="209"/>
                </a:cubicBezTo>
                <a:cubicBezTo>
                  <a:pt x="114" y="205"/>
                  <a:pt x="114" y="202"/>
                  <a:pt x="115" y="199"/>
                </a:cubicBezTo>
                <a:cubicBezTo>
                  <a:pt x="116" y="195"/>
                  <a:pt x="118" y="192"/>
                  <a:pt x="120" y="190"/>
                </a:cubicBezTo>
                <a:cubicBezTo>
                  <a:pt x="121" y="187"/>
                  <a:pt x="124" y="185"/>
                  <a:pt x="127" y="184"/>
                </a:cubicBezTo>
                <a:cubicBezTo>
                  <a:pt x="130" y="182"/>
                  <a:pt x="133" y="181"/>
                  <a:pt x="137" y="181"/>
                </a:cubicBezTo>
                <a:cubicBezTo>
                  <a:pt x="144" y="181"/>
                  <a:pt x="149" y="183"/>
                  <a:pt x="153" y="186"/>
                </a:cubicBezTo>
                <a:cubicBezTo>
                  <a:pt x="158" y="190"/>
                  <a:pt x="160" y="195"/>
                  <a:pt x="160" y="202"/>
                </a:cubicBezTo>
                <a:cubicBezTo>
                  <a:pt x="160" y="205"/>
                  <a:pt x="159" y="208"/>
                  <a:pt x="158" y="211"/>
                </a:cubicBezTo>
                <a:cubicBezTo>
                  <a:pt x="156" y="214"/>
                  <a:pt x="155" y="216"/>
                  <a:pt x="153" y="218"/>
                </a:cubicBezTo>
                <a:cubicBezTo>
                  <a:pt x="150" y="219"/>
                  <a:pt x="148" y="221"/>
                  <a:pt x="145" y="222"/>
                </a:cubicBezTo>
                <a:cubicBezTo>
                  <a:pt x="142" y="223"/>
                  <a:pt x="139" y="223"/>
                  <a:pt x="136" y="223"/>
                </a:cubicBezTo>
                <a:cubicBezTo>
                  <a:pt x="131" y="223"/>
                  <a:pt x="131" y="223"/>
                  <a:pt x="131" y="223"/>
                </a:cubicBezTo>
                <a:cubicBezTo>
                  <a:pt x="130" y="223"/>
                  <a:pt x="130" y="223"/>
                  <a:pt x="129" y="223"/>
                </a:cubicBezTo>
                <a:cubicBezTo>
                  <a:pt x="129" y="236"/>
                  <a:pt x="129" y="236"/>
                  <a:pt x="129" y="236"/>
                </a:cubicBezTo>
                <a:cubicBezTo>
                  <a:pt x="132" y="236"/>
                  <a:pt x="135" y="235"/>
                  <a:pt x="138" y="235"/>
                </a:cubicBezTo>
                <a:cubicBezTo>
                  <a:pt x="142" y="235"/>
                  <a:pt x="146" y="236"/>
                  <a:pt x="149" y="237"/>
                </a:cubicBezTo>
                <a:cubicBezTo>
                  <a:pt x="152" y="238"/>
                  <a:pt x="155" y="240"/>
                  <a:pt x="157" y="242"/>
                </a:cubicBezTo>
                <a:cubicBezTo>
                  <a:pt x="160" y="244"/>
                  <a:pt x="161" y="246"/>
                  <a:pt x="163" y="250"/>
                </a:cubicBezTo>
                <a:cubicBezTo>
                  <a:pt x="164" y="253"/>
                  <a:pt x="165" y="256"/>
                  <a:pt x="165" y="260"/>
                </a:cubicBezTo>
                <a:cubicBezTo>
                  <a:pt x="165" y="264"/>
                  <a:pt x="164" y="268"/>
                  <a:pt x="163" y="271"/>
                </a:cubicBezTo>
                <a:cubicBezTo>
                  <a:pt x="161" y="274"/>
                  <a:pt x="159" y="276"/>
                  <a:pt x="157" y="27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grpSp>
        <p:nvGrpSpPr>
          <p:cNvPr id="13" name="Group 12"/>
          <p:cNvGrpSpPr/>
          <p:nvPr/>
        </p:nvGrpSpPr>
        <p:grpSpPr>
          <a:xfrm>
            <a:off x="5028593" y="5639840"/>
            <a:ext cx="2219088" cy="625213"/>
            <a:chOff x="10057186" y="11279677"/>
            <a:chExt cx="4438176" cy="1250424"/>
          </a:xfrm>
        </p:grpSpPr>
        <p:sp>
          <p:nvSpPr>
            <p:cNvPr id="58" name="TextBox 57"/>
            <p:cNvSpPr txBox="1"/>
            <p:nvPr/>
          </p:nvSpPr>
          <p:spPr>
            <a:xfrm>
              <a:off x="10057186" y="11279677"/>
              <a:ext cx="4438176" cy="4001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Planning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057186" y="11825678"/>
              <a:ext cx="4438176" cy="7044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lang="en-US" sz="10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0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0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0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0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0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0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0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10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volup</a:t>
              </a:r>
              <a:endParaRPr lang="en-US" sz="10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图片 2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Marketing Plan</a:t>
            </a:r>
            <a:endParaRPr lang="en-US" dirty="0"/>
          </a:p>
        </p:txBody>
      </p:sp>
      <p:sp>
        <p:nvSpPr>
          <p:cNvPr id="27" name="Freeform 23"/>
          <p:cNvSpPr/>
          <p:nvPr/>
        </p:nvSpPr>
        <p:spPr bwMode="auto">
          <a:xfrm>
            <a:off x="1841549" y="2761401"/>
            <a:ext cx="1519971" cy="2630843"/>
          </a:xfrm>
          <a:custGeom>
            <a:avLst/>
            <a:gdLst>
              <a:gd name="T0" fmla="*/ 0 w 1880"/>
              <a:gd name="T1" fmla="*/ 0 h 3254"/>
              <a:gd name="T2" fmla="*/ 0 w 1880"/>
              <a:gd name="T3" fmla="*/ 2173 h 3254"/>
              <a:gd name="T4" fmla="*/ 1880 w 1880"/>
              <a:gd name="T5" fmla="*/ 3254 h 3254"/>
              <a:gd name="T6" fmla="*/ 1880 w 1880"/>
              <a:gd name="T7" fmla="*/ 2119 h 3254"/>
              <a:gd name="T8" fmla="*/ 983 w 1880"/>
              <a:gd name="T9" fmla="*/ 1604 h 3254"/>
              <a:gd name="T10" fmla="*/ 983 w 1880"/>
              <a:gd name="T11" fmla="*/ 568 h 3254"/>
              <a:gd name="T12" fmla="*/ 0 w 1880"/>
              <a:gd name="T13" fmla="*/ 0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80" h="3254">
                <a:moveTo>
                  <a:pt x="0" y="0"/>
                </a:moveTo>
                <a:lnTo>
                  <a:pt x="0" y="2173"/>
                </a:lnTo>
                <a:lnTo>
                  <a:pt x="1880" y="3254"/>
                </a:lnTo>
                <a:lnTo>
                  <a:pt x="1880" y="2119"/>
                </a:lnTo>
                <a:lnTo>
                  <a:pt x="983" y="1604"/>
                </a:lnTo>
                <a:lnTo>
                  <a:pt x="983" y="5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8" name="Freeform 24"/>
          <p:cNvSpPr/>
          <p:nvPr/>
        </p:nvSpPr>
        <p:spPr bwMode="auto">
          <a:xfrm>
            <a:off x="3403562" y="2761401"/>
            <a:ext cx="1519163" cy="2630843"/>
          </a:xfrm>
          <a:custGeom>
            <a:avLst/>
            <a:gdLst>
              <a:gd name="T0" fmla="*/ 896 w 1879"/>
              <a:gd name="T1" fmla="*/ 568 h 3254"/>
              <a:gd name="T2" fmla="*/ 896 w 1879"/>
              <a:gd name="T3" fmla="*/ 1604 h 3254"/>
              <a:gd name="T4" fmla="*/ 0 w 1879"/>
              <a:gd name="T5" fmla="*/ 2119 h 3254"/>
              <a:gd name="T6" fmla="*/ 0 w 1879"/>
              <a:gd name="T7" fmla="*/ 3254 h 3254"/>
              <a:gd name="T8" fmla="*/ 1879 w 1879"/>
              <a:gd name="T9" fmla="*/ 2173 h 3254"/>
              <a:gd name="T10" fmla="*/ 1879 w 1879"/>
              <a:gd name="T11" fmla="*/ 0 h 3254"/>
              <a:gd name="T12" fmla="*/ 896 w 1879"/>
              <a:gd name="T13" fmla="*/ 568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79" h="3254">
                <a:moveTo>
                  <a:pt x="896" y="568"/>
                </a:moveTo>
                <a:lnTo>
                  <a:pt x="896" y="1604"/>
                </a:lnTo>
                <a:lnTo>
                  <a:pt x="0" y="2119"/>
                </a:lnTo>
                <a:lnTo>
                  <a:pt x="0" y="3254"/>
                </a:lnTo>
                <a:lnTo>
                  <a:pt x="1879" y="2173"/>
                </a:lnTo>
                <a:lnTo>
                  <a:pt x="1879" y="0"/>
                </a:lnTo>
                <a:lnTo>
                  <a:pt x="896" y="568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9" name="Freeform 25"/>
          <p:cNvSpPr/>
          <p:nvPr/>
        </p:nvSpPr>
        <p:spPr bwMode="auto">
          <a:xfrm>
            <a:off x="1860144" y="1849418"/>
            <a:ext cx="3043177" cy="1334017"/>
          </a:xfrm>
          <a:custGeom>
            <a:avLst/>
            <a:gdLst>
              <a:gd name="T0" fmla="*/ 985 w 3764"/>
              <a:gd name="T1" fmla="*/ 1650 h 1650"/>
              <a:gd name="T2" fmla="*/ 1882 w 3764"/>
              <a:gd name="T3" fmla="*/ 1135 h 1650"/>
              <a:gd name="T4" fmla="*/ 2780 w 3764"/>
              <a:gd name="T5" fmla="*/ 1650 h 1650"/>
              <a:gd name="T6" fmla="*/ 3764 w 3764"/>
              <a:gd name="T7" fmla="*/ 1082 h 1650"/>
              <a:gd name="T8" fmla="*/ 1882 w 3764"/>
              <a:gd name="T9" fmla="*/ 0 h 1650"/>
              <a:gd name="T10" fmla="*/ 0 w 3764"/>
              <a:gd name="T11" fmla="*/ 1082 h 1650"/>
              <a:gd name="T12" fmla="*/ 985 w 3764"/>
              <a:gd name="T13" fmla="*/ 1650 h 1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64" h="1650">
                <a:moveTo>
                  <a:pt x="985" y="1650"/>
                </a:moveTo>
                <a:lnTo>
                  <a:pt x="1882" y="1135"/>
                </a:lnTo>
                <a:lnTo>
                  <a:pt x="2780" y="1650"/>
                </a:lnTo>
                <a:lnTo>
                  <a:pt x="3764" y="1082"/>
                </a:lnTo>
                <a:lnTo>
                  <a:pt x="1882" y="0"/>
                </a:lnTo>
                <a:lnTo>
                  <a:pt x="0" y="1082"/>
                </a:lnTo>
                <a:lnTo>
                  <a:pt x="985" y="165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0" name="Freeform 26"/>
          <p:cNvSpPr/>
          <p:nvPr/>
        </p:nvSpPr>
        <p:spPr bwMode="auto">
          <a:xfrm>
            <a:off x="2722000" y="2859229"/>
            <a:ext cx="1320273" cy="1523205"/>
          </a:xfrm>
          <a:custGeom>
            <a:avLst/>
            <a:gdLst>
              <a:gd name="T0" fmla="*/ 1633 w 1633"/>
              <a:gd name="T1" fmla="*/ 1415 h 1884"/>
              <a:gd name="T2" fmla="*/ 816 w 1633"/>
              <a:gd name="T3" fmla="*/ 1884 h 1884"/>
              <a:gd name="T4" fmla="*/ 0 w 1633"/>
              <a:gd name="T5" fmla="*/ 1415 h 1884"/>
              <a:gd name="T6" fmla="*/ 0 w 1633"/>
              <a:gd name="T7" fmla="*/ 469 h 1884"/>
              <a:gd name="T8" fmla="*/ 816 w 1633"/>
              <a:gd name="T9" fmla="*/ 0 h 1884"/>
              <a:gd name="T10" fmla="*/ 1633 w 1633"/>
              <a:gd name="T11" fmla="*/ 469 h 1884"/>
              <a:gd name="T12" fmla="*/ 1633 w 1633"/>
              <a:gd name="T13" fmla="*/ 1415 h 1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33" h="1884">
                <a:moveTo>
                  <a:pt x="1633" y="1415"/>
                </a:moveTo>
                <a:lnTo>
                  <a:pt x="816" y="1884"/>
                </a:lnTo>
                <a:lnTo>
                  <a:pt x="0" y="1415"/>
                </a:lnTo>
                <a:lnTo>
                  <a:pt x="0" y="469"/>
                </a:lnTo>
                <a:lnTo>
                  <a:pt x="816" y="0"/>
                </a:lnTo>
                <a:lnTo>
                  <a:pt x="1633" y="469"/>
                </a:lnTo>
                <a:lnTo>
                  <a:pt x="1633" y="141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1" name="Freeform 27"/>
          <p:cNvSpPr>
            <a:spLocks noEditPoints="1"/>
          </p:cNvSpPr>
          <p:nvPr/>
        </p:nvSpPr>
        <p:spPr bwMode="auto">
          <a:xfrm>
            <a:off x="1677424" y="1652954"/>
            <a:ext cx="3411042" cy="3935754"/>
          </a:xfrm>
          <a:custGeom>
            <a:avLst/>
            <a:gdLst>
              <a:gd name="T0" fmla="*/ 2108 w 4219"/>
              <a:gd name="T1" fmla="*/ 0 h 4868"/>
              <a:gd name="T2" fmla="*/ 0 w 4219"/>
              <a:gd name="T3" fmla="*/ 1214 h 4868"/>
              <a:gd name="T4" fmla="*/ 0 w 4219"/>
              <a:gd name="T5" fmla="*/ 3655 h 4868"/>
              <a:gd name="T6" fmla="*/ 2108 w 4219"/>
              <a:gd name="T7" fmla="*/ 4868 h 4868"/>
              <a:gd name="T8" fmla="*/ 4219 w 4219"/>
              <a:gd name="T9" fmla="*/ 3655 h 4868"/>
              <a:gd name="T10" fmla="*/ 4219 w 4219"/>
              <a:gd name="T11" fmla="*/ 1214 h 4868"/>
              <a:gd name="T12" fmla="*/ 2108 w 4219"/>
              <a:gd name="T13" fmla="*/ 0 h 4868"/>
              <a:gd name="T14" fmla="*/ 4125 w 4219"/>
              <a:gd name="T15" fmla="*/ 3601 h 4868"/>
              <a:gd name="T16" fmla="*/ 2108 w 4219"/>
              <a:gd name="T17" fmla="*/ 4760 h 4868"/>
              <a:gd name="T18" fmla="*/ 92 w 4219"/>
              <a:gd name="T19" fmla="*/ 3601 h 4868"/>
              <a:gd name="T20" fmla="*/ 92 w 4219"/>
              <a:gd name="T21" fmla="*/ 1267 h 4868"/>
              <a:gd name="T22" fmla="*/ 2108 w 4219"/>
              <a:gd name="T23" fmla="*/ 108 h 4868"/>
              <a:gd name="T24" fmla="*/ 4125 w 4219"/>
              <a:gd name="T25" fmla="*/ 1267 h 4868"/>
              <a:gd name="T26" fmla="*/ 4125 w 4219"/>
              <a:gd name="T27" fmla="*/ 3601 h 4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19" h="4868">
                <a:moveTo>
                  <a:pt x="2108" y="0"/>
                </a:moveTo>
                <a:lnTo>
                  <a:pt x="0" y="1214"/>
                </a:lnTo>
                <a:lnTo>
                  <a:pt x="0" y="3655"/>
                </a:lnTo>
                <a:lnTo>
                  <a:pt x="2108" y="4868"/>
                </a:lnTo>
                <a:lnTo>
                  <a:pt x="4219" y="3655"/>
                </a:lnTo>
                <a:lnTo>
                  <a:pt x="4219" y="1214"/>
                </a:lnTo>
                <a:lnTo>
                  <a:pt x="2108" y="0"/>
                </a:lnTo>
                <a:close/>
                <a:moveTo>
                  <a:pt x="4125" y="3601"/>
                </a:moveTo>
                <a:lnTo>
                  <a:pt x="2108" y="4760"/>
                </a:lnTo>
                <a:lnTo>
                  <a:pt x="92" y="3601"/>
                </a:lnTo>
                <a:lnTo>
                  <a:pt x="92" y="1267"/>
                </a:lnTo>
                <a:lnTo>
                  <a:pt x="2108" y="108"/>
                </a:lnTo>
                <a:lnTo>
                  <a:pt x="4125" y="1267"/>
                </a:lnTo>
                <a:lnTo>
                  <a:pt x="4125" y="3601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3" name="TextBox 32"/>
          <p:cNvSpPr txBox="1"/>
          <p:nvPr/>
        </p:nvSpPr>
        <p:spPr>
          <a:xfrm>
            <a:off x="2925122" y="2309986"/>
            <a:ext cx="913221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how</a:t>
            </a:r>
            <a:endParaRPr lang="en-US" sz="13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90100" y="4191854"/>
            <a:ext cx="913221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who</a:t>
            </a:r>
            <a:endParaRPr lang="en-US" sz="13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84802" y="4191854"/>
            <a:ext cx="913221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when</a:t>
            </a:r>
            <a:endParaRPr lang="en-US" sz="13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26930" y="3443948"/>
            <a:ext cx="1109605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Marketing strategy</a:t>
            </a:r>
            <a:endParaRPr lang="en-US" sz="1300" cap="all" dirty="0">
              <a:solidFill>
                <a:schemeClr val="accent6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365287" y="1891552"/>
            <a:ext cx="515983" cy="595292"/>
            <a:chOff x="12730573" y="3783104"/>
            <a:chExt cx="1031966" cy="1190584"/>
          </a:xfrm>
        </p:grpSpPr>
        <p:sp>
          <p:nvSpPr>
            <p:cNvPr id="37" name="Freeform 26"/>
            <p:cNvSpPr/>
            <p:nvPr/>
          </p:nvSpPr>
          <p:spPr bwMode="auto">
            <a:xfrm>
              <a:off x="12730573" y="3783104"/>
              <a:ext cx="1031966" cy="1190584"/>
            </a:xfrm>
            <a:custGeom>
              <a:avLst/>
              <a:gdLst>
                <a:gd name="T0" fmla="*/ 1633 w 1633"/>
                <a:gd name="T1" fmla="*/ 1415 h 1884"/>
                <a:gd name="T2" fmla="*/ 816 w 1633"/>
                <a:gd name="T3" fmla="*/ 1884 h 1884"/>
                <a:gd name="T4" fmla="*/ 0 w 1633"/>
                <a:gd name="T5" fmla="*/ 1415 h 1884"/>
                <a:gd name="T6" fmla="*/ 0 w 1633"/>
                <a:gd name="T7" fmla="*/ 469 h 1884"/>
                <a:gd name="T8" fmla="*/ 816 w 1633"/>
                <a:gd name="T9" fmla="*/ 0 h 1884"/>
                <a:gd name="T10" fmla="*/ 1633 w 1633"/>
                <a:gd name="T11" fmla="*/ 469 h 1884"/>
                <a:gd name="T12" fmla="*/ 1633 w 1633"/>
                <a:gd name="T13" fmla="*/ 1415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33" h="1884">
                  <a:moveTo>
                    <a:pt x="1633" y="1415"/>
                  </a:moveTo>
                  <a:lnTo>
                    <a:pt x="816" y="1884"/>
                  </a:lnTo>
                  <a:lnTo>
                    <a:pt x="0" y="1415"/>
                  </a:lnTo>
                  <a:lnTo>
                    <a:pt x="0" y="469"/>
                  </a:lnTo>
                  <a:lnTo>
                    <a:pt x="816" y="0"/>
                  </a:lnTo>
                  <a:lnTo>
                    <a:pt x="1633" y="469"/>
                  </a:lnTo>
                  <a:lnTo>
                    <a:pt x="1633" y="1415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>
                <a:latin typeface="Montserrat SemiBold" panose="00000700000000000000" pitchFamily="50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773261" y="3966970"/>
              <a:ext cx="946592" cy="830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700" cap="all" dirty="0">
                  <a:solidFill>
                    <a:schemeClr val="bg1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1</a:t>
              </a:r>
              <a:endParaRPr lang="en-US" sz="27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314110" y="1935774"/>
            <a:ext cx="3507128" cy="719662"/>
            <a:chOff x="14628219" y="3871548"/>
            <a:chExt cx="7014255" cy="1439324"/>
          </a:xfrm>
        </p:grpSpPr>
        <p:sp>
          <p:nvSpPr>
            <p:cNvPr id="43" name="TextBox 42"/>
            <p:cNvSpPr txBox="1"/>
            <p:nvPr/>
          </p:nvSpPr>
          <p:spPr>
            <a:xfrm>
              <a:off x="14628219" y="3871548"/>
              <a:ext cx="7014255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How to create?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628219" y="4417550"/>
              <a:ext cx="7014255" cy="8933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volup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tatem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accus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an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365287" y="3245510"/>
            <a:ext cx="515983" cy="595292"/>
            <a:chOff x="12730573" y="6491020"/>
            <a:chExt cx="1031966" cy="1190584"/>
          </a:xfrm>
        </p:grpSpPr>
        <p:sp>
          <p:nvSpPr>
            <p:cNvPr id="51" name="Freeform 26"/>
            <p:cNvSpPr/>
            <p:nvPr/>
          </p:nvSpPr>
          <p:spPr bwMode="auto">
            <a:xfrm>
              <a:off x="12730573" y="6491020"/>
              <a:ext cx="1031966" cy="1190584"/>
            </a:xfrm>
            <a:custGeom>
              <a:avLst/>
              <a:gdLst>
                <a:gd name="T0" fmla="*/ 1633 w 1633"/>
                <a:gd name="T1" fmla="*/ 1415 h 1884"/>
                <a:gd name="T2" fmla="*/ 816 w 1633"/>
                <a:gd name="T3" fmla="*/ 1884 h 1884"/>
                <a:gd name="T4" fmla="*/ 0 w 1633"/>
                <a:gd name="T5" fmla="*/ 1415 h 1884"/>
                <a:gd name="T6" fmla="*/ 0 w 1633"/>
                <a:gd name="T7" fmla="*/ 469 h 1884"/>
                <a:gd name="T8" fmla="*/ 816 w 1633"/>
                <a:gd name="T9" fmla="*/ 0 h 1884"/>
                <a:gd name="T10" fmla="*/ 1633 w 1633"/>
                <a:gd name="T11" fmla="*/ 469 h 1884"/>
                <a:gd name="T12" fmla="*/ 1633 w 1633"/>
                <a:gd name="T13" fmla="*/ 1415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33" h="1884">
                  <a:moveTo>
                    <a:pt x="1633" y="1415"/>
                  </a:moveTo>
                  <a:lnTo>
                    <a:pt x="816" y="1884"/>
                  </a:lnTo>
                  <a:lnTo>
                    <a:pt x="0" y="1415"/>
                  </a:lnTo>
                  <a:lnTo>
                    <a:pt x="0" y="469"/>
                  </a:lnTo>
                  <a:lnTo>
                    <a:pt x="816" y="0"/>
                  </a:lnTo>
                  <a:lnTo>
                    <a:pt x="1633" y="469"/>
                  </a:lnTo>
                  <a:lnTo>
                    <a:pt x="1633" y="1415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>
                <a:latin typeface="Montserrat SemiBold" panose="00000700000000000000" pitchFamily="50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2773261" y="6674886"/>
              <a:ext cx="946592" cy="830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700" cap="all" dirty="0">
                  <a:solidFill>
                    <a:schemeClr val="bg1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2</a:t>
              </a:r>
              <a:endParaRPr lang="en-US" sz="27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314110" y="3289732"/>
            <a:ext cx="3507128" cy="719662"/>
            <a:chOff x="14628219" y="6579464"/>
            <a:chExt cx="7014255" cy="1439324"/>
          </a:xfrm>
        </p:grpSpPr>
        <p:sp>
          <p:nvSpPr>
            <p:cNvPr id="53" name="TextBox 52"/>
            <p:cNvSpPr txBox="1"/>
            <p:nvPr/>
          </p:nvSpPr>
          <p:spPr>
            <a:xfrm>
              <a:off x="14628219" y="6579464"/>
              <a:ext cx="7014255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Who can create?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4628219" y="7125466"/>
              <a:ext cx="7014255" cy="8933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volup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tatem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accus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an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365287" y="4599468"/>
            <a:ext cx="515983" cy="595292"/>
            <a:chOff x="12730573" y="9198936"/>
            <a:chExt cx="1031966" cy="1190584"/>
          </a:xfrm>
        </p:grpSpPr>
        <p:sp>
          <p:nvSpPr>
            <p:cNvPr id="56" name="Freeform 26"/>
            <p:cNvSpPr/>
            <p:nvPr/>
          </p:nvSpPr>
          <p:spPr bwMode="auto">
            <a:xfrm>
              <a:off x="12730573" y="9198936"/>
              <a:ext cx="1031966" cy="1190584"/>
            </a:xfrm>
            <a:custGeom>
              <a:avLst/>
              <a:gdLst>
                <a:gd name="T0" fmla="*/ 1633 w 1633"/>
                <a:gd name="T1" fmla="*/ 1415 h 1884"/>
                <a:gd name="T2" fmla="*/ 816 w 1633"/>
                <a:gd name="T3" fmla="*/ 1884 h 1884"/>
                <a:gd name="T4" fmla="*/ 0 w 1633"/>
                <a:gd name="T5" fmla="*/ 1415 h 1884"/>
                <a:gd name="T6" fmla="*/ 0 w 1633"/>
                <a:gd name="T7" fmla="*/ 469 h 1884"/>
                <a:gd name="T8" fmla="*/ 816 w 1633"/>
                <a:gd name="T9" fmla="*/ 0 h 1884"/>
                <a:gd name="T10" fmla="*/ 1633 w 1633"/>
                <a:gd name="T11" fmla="*/ 469 h 1884"/>
                <a:gd name="T12" fmla="*/ 1633 w 1633"/>
                <a:gd name="T13" fmla="*/ 1415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33" h="1884">
                  <a:moveTo>
                    <a:pt x="1633" y="1415"/>
                  </a:moveTo>
                  <a:lnTo>
                    <a:pt x="816" y="1884"/>
                  </a:lnTo>
                  <a:lnTo>
                    <a:pt x="0" y="1415"/>
                  </a:lnTo>
                  <a:lnTo>
                    <a:pt x="0" y="469"/>
                  </a:lnTo>
                  <a:lnTo>
                    <a:pt x="816" y="0"/>
                  </a:lnTo>
                  <a:lnTo>
                    <a:pt x="1633" y="469"/>
                  </a:lnTo>
                  <a:lnTo>
                    <a:pt x="1633" y="141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>
                <a:latin typeface="Montserrat SemiBold" panose="00000700000000000000" pitchFamily="50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773261" y="9382802"/>
              <a:ext cx="946592" cy="830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700" cap="all" dirty="0">
                  <a:solidFill>
                    <a:schemeClr val="bg1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3</a:t>
              </a:r>
              <a:endParaRPr lang="en-US" sz="27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314110" y="4643690"/>
            <a:ext cx="3507128" cy="719662"/>
            <a:chOff x="14628219" y="9287380"/>
            <a:chExt cx="7014255" cy="1439324"/>
          </a:xfrm>
        </p:grpSpPr>
        <p:sp>
          <p:nvSpPr>
            <p:cNvPr id="58" name="TextBox 57"/>
            <p:cNvSpPr txBox="1"/>
            <p:nvPr/>
          </p:nvSpPr>
          <p:spPr>
            <a:xfrm>
              <a:off x="14628219" y="9287380"/>
              <a:ext cx="7014255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When can create?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4628219" y="9833382"/>
              <a:ext cx="7014255" cy="8933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volup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tatem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accus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an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5" name="图片 14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Marketing Strategy</a:t>
            </a:r>
            <a:endParaRPr lang="en-US" dirty="0"/>
          </a:p>
        </p:txBody>
      </p:sp>
      <p:sp>
        <p:nvSpPr>
          <p:cNvPr id="23" name="Freeform 19"/>
          <p:cNvSpPr>
            <a:spLocks noEditPoints="1"/>
          </p:cNvSpPr>
          <p:nvPr/>
        </p:nvSpPr>
        <p:spPr bwMode="auto">
          <a:xfrm>
            <a:off x="2770422" y="2502332"/>
            <a:ext cx="1946964" cy="2250143"/>
          </a:xfrm>
          <a:custGeom>
            <a:avLst/>
            <a:gdLst>
              <a:gd name="T0" fmla="*/ 1089 w 2177"/>
              <a:gd name="T1" fmla="*/ 0 h 2516"/>
              <a:gd name="T2" fmla="*/ 0 w 2177"/>
              <a:gd name="T3" fmla="*/ 627 h 2516"/>
              <a:gd name="T4" fmla="*/ 0 w 2177"/>
              <a:gd name="T5" fmla="*/ 1889 h 2516"/>
              <a:gd name="T6" fmla="*/ 1089 w 2177"/>
              <a:gd name="T7" fmla="*/ 2516 h 2516"/>
              <a:gd name="T8" fmla="*/ 2177 w 2177"/>
              <a:gd name="T9" fmla="*/ 1889 h 2516"/>
              <a:gd name="T10" fmla="*/ 2177 w 2177"/>
              <a:gd name="T11" fmla="*/ 627 h 2516"/>
              <a:gd name="T12" fmla="*/ 1089 w 2177"/>
              <a:gd name="T13" fmla="*/ 0 h 2516"/>
              <a:gd name="T14" fmla="*/ 2087 w 2177"/>
              <a:gd name="T15" fmla="*/ 1836 h 2516"/>
              <a:gd name="T16" fmla="*/ 1089 w 2177"/>
              <a:gd name="T17" fmla="*/ 2410 h 2516"/>
              <a:gd name="T18" fmla="*/ 92 w 2177"/>
              <a:gd name="T19" fmla="*/ 1836 h 2516"/>
              <a:gd name="T20" fmla="*/ 92 w 2177"/>
              <a:gd name="T21" fmla="*/ 680 h 2516"/>
              <a:gd name="T22" fmla="*/ 1089 w 2177"/>
              <a:gd name="T23" fmla="*/ 106 h 2516"/>
              <a:gd name="T24" fmla="*/ 2087 w 2177"/>
              <a:gd name="T25" fmla="*/ 680 h 2516"/>
              <a:gd name="T26" fmla="*/ 2087 w 2177"/>
              <a:gd name="T27" fmla="*/ 1836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77" h="2516">
                <a:moveTo>
                  <a:pt x="1089" y="0"/>
                </a:moveTo>
                <a:lnTo>
                  <a:pt x="0" y="627"/>
                </a:lnTo>
                <a:lnTo>
                  <a:pt x="0" y="1889"/>
                </a:lnTo>
                <a:lnTo>
                  <a:pt x="1089" y="2516"/>
                </a:lnTo>
                <a:lnTo>
                  <a:pt x="2177" y="1889"/>
                </a:lnTo>
                <a:lnTo>
                  <a:pt x="2177" y="627"/>
                </a:lnTo>
                <a:lnTo>
                  <a:pt x="1089" y="0"/>
                </a:lnTo>
                <a:close/>
                <a:moveTo>
                  <a:pt x="2087" y="1836"/>
                </a:moveTo>
                <a:lnTo>
                  <a:pt x="1089" y="2410"/>
                </a:lnTo>
                <a:lnTo>
                  <a:pt x="92" y="1836"/>
                </a:lnTo>
                <a:lnTo>
                  <a:pt x="92" y="680"/>
                </a:lnTo>
                <a:lnTo>
                  <a:pt x="1089" y="106"/>
                </a:lnTo>
                <a:lnTo>
                  <a:pt x="2087" y="680"/>
                </a:lnTo>
                <a:lnTo>
                  <a:pt x="2087" y="1836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4" name="Freeform 20"/>
          <p:cNvSpPr>
            <a:spLocks noEditPoints="1"/>
          </p:cNvSpPr>
          <p:nvPr/>
        </p:nvSpPr>
        <p:spPr bwMode="auto">
          <a:xfrm>
            <a:off x="5153820" y="2230454"/>
            <a:ext cx="2420961" cy="2793897"/>
          </a:xfrm>
          <a:custGeom>
            <a:avLst/>
            <a:gdLst>
              <a:gd name="T0" fmla="*/ 1353 w 2707"/>
              <a:gd name="T1" fmla="*/ 0 h 3124"/>
              <a:gd name="T2" fmla="*/ 0 w 2707"/>
              <a:gd name="T3" fmla="*/ 778 h 3124"/>
              <a:gd name="T4" fmla="*/ 0 w 2707"/>
              <a:gd name="T5" fmla="*/ 2346 h 3124"/>
              <a:gd name="T6" fmla="*/ 1353 w 2707"/>
              <a:gd name="T7" fmla="*/ 3124 h 3124"/>
              <a:gd name="T8" fmla="*/ 2707 w 2707"/>
              <a:gd name="T9" fmla="*/ 2346 h 3124"/>
              <a:gd name="T10" fmla="*/ 2707 w 2707"/>
              <a:gd name="T11" fmla="*/ 778 h 3124"/>
              <a:gd name="T12" fmla="*/ 1353 w 2707"/>
              <a:gd name="T13" fmla="*/ 0 h 3124"/>
              <a:gd name="T14" fmla="*/ 2616 w 2707"/>
              <a:gd name="T15" fmla="*/ 2293 h 3124"/>
              <a:gd name="T16" fmla="*/ 1353 w 2707"/>
              <a:gd name="T17" fmla="*/ 3018 h 3124"/>
              <a:gd name="T18" fmla="*/ 92 w 2707"/>
              <a:gd name="T19" fmla="*/ 2293 h 3124"/>
              <a:gd name="T20" fmla="*/ 92 w 2707"/>
              <a:gd name="T21" fmla="*/ 831 h 3124"/>
              <a:gd name="T22" fmla="*/ 1353 w 2707"/>
              <a:gd name="T23" fmla="*/ 106 h 3124"/>
              <a:gd name="T24" fmla="*/ 2616 w 2707"/>
              <a:gd name="T25" fmla="*/ 831 h 3124"/>
              <a:gd name="T26" fmla="*/ 2616 w 2707"/>
              <a:gd name="T27" fmla="*/ 2293 h 3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707" h="3124">
                <a:moveTo>
                  <a:pt x="1353" y="0"/>
                </a:moveTo>
                <a:lnTo>
                  <a:pt x="0" y="778"/>
                </a:lnTo>
                <a:lnTo>
                  <a:pt x="0" y="2346"/>
                </a:lnTo>
                <a:lnTo>
                  <a:pt x="1353" y="3124"/>
                </a:lnTo>
                <a:lnTo>
                  <a:pt x="2707" y="2346"/>
                </a:lnTo>
                <a:lnTo>
                  <a:pt x="2707" y="778"/>
                </a:lnTo>
                <a:lnTo>
                  <a:pt x="1353" y="0"/>
                </a:lnTo>
                <a:close/>
                <a:moveTo>
                  <a:pt x="2616" y="2293"/>
                </a:moveTo>
                <a:lnTo>
                  <a:pt x="1353" y="3018"/>
                </a:lnTo>
                <a:lnTo>
                  <a:pt x="92" y="2293"/>
                </a:lnTo>
                <a:lnTo>
                  <a:pt x="92" y="831"/>
                </a:lnTo>
                <a:lnTo>
                  <a:pt x="1353" y="106"/>
                </a:lnTo>
                <a:lnTo>
                  <a:pt x="2616" y="831"/>
                </a:lnTo>
                <a:lnTo>
                  <a:pt x="2616" y="22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5" name="Freeform 21"/>
          <p:cNvSpPr>
            <a:spLocks noEditPoints="1"/>
          </p:cNvSpPr>
          <p:nvPr/>
        </p:nvSpPr>
        <p:spPr bwMode="auto">
          <a:xfrm>
            <a:off x="8132844" y="1806540"/>
            <a:ext cx="3150737" cy="3641725"/>
          </a:xfrm>
          <a:custGeom>
            <a:avLst/>
            <a:gdLst>
              <a:gd name="T0" fmla="*/ 1760 w 3523"/>
              <a:gd name="T1" fmla="*/ 0 h 4072"/>
              <a:gd name="T2" fmla="*/ 0 w 3523"/>
              <a:gd name="T3" fmla="*/ 1015 h 4072"/>
              <a:gd name="T4" fmla="*/ 0 w 3523"/>
              <a:gd name="T5" fmla="*/ 3057 h 4072"/>
              <a:gd name="T6" fmla="*/ 1760 w 3523"/>
              <a:gd name="T7" fmla="*/ 4072 h 4072"/>
              <a:gd name="T8" fmla="*/ 3523 w 3523"/>
              <a:gd name="T9" fmla="*/ 3057 h 4072"/>
              <a:gd name="T10" fmla="*/ 3523 w 3523"/>
              <a:gd name="T11" fmla="*/ 1015 h 4072"/>
              <a:gd name="T12" fmla="*/ 1760 w 3523"/>
              <a:gd name="T13" fmla="*/ 0 h 4072"/>
              <a:gd name="T14" fmla="*/ 3431 w 3523"/>
              <a:gd name="T15" fmla="*/ 3004 h 4072"/>
              <a:gd name="T16" fmla="*/ 1760 w 3523"/>
              <a:gd name="T17" fmla="*/ 3964 h 4072"/>
              <a:gd name="T18" fmla="*/ 92 w 3523"/>
              <a:gd name="T19" fmla="*/ 3004 h 4072"/>
              <a:gd name="T20" fmla="*/ 92 w 3523"/>
              <a:gd name="T21" fmla="*/ 1068 h 4072"/>
              <a:gd name="T22" fmla="*/ 1760 w 3523"/>
              <a:gd name="T23" fmla="*/ 108 h 4072"/>
              <a:gd name="T24" fmla="*/ 3431 w 3523"/>
              <a:gd name="T25" fmla="*/ 1068 h 4072"/>
              <a:gd name="T26" fmla="*/ 3431 w 3523"/>
              <a:gd name="T27" fmla="*/ 3004 h 4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523" h="4072">
                <a:moveTo>
                  <a:pt x="1760" y="0"/>
                </a:moveTo>
                <a:lnTo>
                  <a:pt x="0" y="1015"/>
                </a:lnTo>
                <a:lnTo>
                  <a:pt x="0" y="3057"/>
                </a:lnTo>
                <a:lnTo>
                  <a:pt x="1760" y="4072"/>
                </a:lnTo>
                <a:lnTo>
                  <a:pt x="3523" y="3057"/>
                </a:lnTo>
                <a:lnTo>
                  <a:pt x="3523" y="1015"/>
                </a:lnTo>
                <a:lnTo>
                  <a:pt x="1760" y="0"/>
                </a:lnTo>
                <a:close/>
                <a:moveTo>
                  <a:pt x="3431" y="3004"/>
                </a:moveTo>
                <a:lnTo>
                  <a:pt x="1760" y="3964"/>
                </a:lnTo>
                <a:lnTo>
                  <a:pt x="92" y="3004"/>
                </a:lnTo>
                <a:lnTo>
                  <a:pt x="92" y="1068"/>
                </a:lnTo>
                <a:lnTo>
                  <a:pt x="1760" y="108"/>
                </a:lnTo>
                <a:lnTo>
                  <a:pt x="3431" y="1068"/>
                </a:lnTo>
                <a:lnTo>
                  <a:pt x="3431" y="3004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2" name="Freeform 18"/>
          <p:cNvSpPr>
            <a:spLocks noEditPoints="1"/>
          </p:cNvSpPr>
          <p:nvPr/>
        </p:nvSpPr>
        <p:spPr bwMode="auto">
          <a:xfrm>
            <a:off x="908420" y="2785835"/>
            <a:ext cx="1459552" cy="1683135"/>
          </a:xfrm>
          <a:custGeom>
            <a:avLst/>
            <a:gdLst>
              <a:gd name="T0" fmla="*/ 816 w 1632"/>
              <a:gd name="T1" fmla="*/ 0 h 1882"/>
              <a:gd name="T2" fmla="*/ 0 w 1632"/>
              <a:gd name="T3" fmla="*/ 469 h 1882"/>
              <a:gd name="T4" fmla="*/ 0 w 1632"/>
              <a:gd name="T5" fmla="*/ 1413 h 1882"/>
              <a:gd name="T6" fmla="*/ 816 w 1632"/>
              <a:gd name="T7" fmla="*/ 1882 h 1882"/>
              <a:gd name="T8" fmla="*/ 1632 w 1632"/>
              <a:gd name="T9" fmla="*/ 1413 h 1882"/>
              <a:gd name="T10" fmla="*/ 1632 w 1632"/>
              <a:gd name="T11" fmla="*/ 469 h 1882"/>
              <a:gd name="T12" fmla="*/ 816 w 1632"/>
              <a:gd name="T13" fmla="*/ 0 h 1882"/>
              <a:gd name="T14" fmla="*/ 1555 w 1632"/>
              <a:gd name="T15" fmla="*/ 1368 h 1882"/>
              <a:gd name="T16" fmla="*/ 816 w 1632"/>
              <a:gd name="T17" fmla="*/ 1793 h 1882"/>
              <a:gd name="T18" fmla="*/ 78 w 1632"/>
              <a:gd name="T19" fmla="*/ 1368 h 1882"/>
              <a:gd name="T20" fmla="*/ 78 w 1632"/>
              <a:gd name="T21" fmla="*/ 514 h 1882"/>
              <a:gd name="T22" fmla="*/ 816 w 1632"/>
              <a:gd name="T23" fmla="*/ 89 h 1882"/>
              <a:gd name="T24" fmla="*/ 1555 w 1632"/>
              <a:gd name="T25" fmla="*/ 514 h 1882"/>
              <a:gd name="T26" fmla="*/ 1555 w 1632"/>
              <a:gd name="T27" fmla="*/ 1368 h 18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32" h="1882">
                <a:moveTo>
                  <a:pt x="816" y="0"/>
                </a:moveTo>
                <a:lnTo>
                  <a:pt x="0" y="469"/>
                </a:lnTo>
                <a:lnTo>
                  <a:pt x="0" y="1413"/>
                </a:lnTo>
                <a:lnTo>
                  <a:pt x="816" y="1882"/>
                </a:lnTo>
                <a:lnTo>
                  <a:pt x="1632" y="1413"/>
                </a:lnTo>
                <a:lnTo>
                  <a:pt x="1632" y="469"/>
                </a:lnTo>
                <a:lnTo>
                  <a:pt x="816" y="0"/>
                </a:lnTo>
                <a:close/>
                <a:moveTo>
                  <a:pt x="1555" y="1368"/>
                </a:moveTo>
                <a:lnTo>
                  <a:pt x="816" y="1793"/>
                </a:lnTo>
                <a:lnTo>
                  <a:pt x="78" y="1368"/>
                </a:lnTo>
                <a:lnTo>
                  <a:pt x="78" y="514"/>
                </a:lnTo>
                <a:lnTo>
                  <a:pt x="816" y="89"/>
                </a:lnTo>
                <a:lnTo>
                  <a:pt x="1555" y="514"/>
                </a:lnTo>
                <a:lnTo>
                  <a:pt x="1555" y="1368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7" name="Freeform 23"/>
          <p:cNvSpPr/>
          <p:nvPr/>
        </p:nvSpPr>
        <p:spPr bwMode="auto">
          <a:xfrm>
            <a:off x="2367972" y="3504879"/>
            <a:ext cx="240576" cy="245048"/>
          </a:xfrm>
          <a:custGeom>
            <a:avLst/>
            <a:gdLst>
              <a:gd name="T0" fmla="*/ 120 w 269"/>
              <a:gd name="T1" fmla="*/ 0 h 274"/>
              <a:gd name="T2" fmla="*/ 74 w 269"/>
              <a:gd name="T3" fmla="*/ 0 h 274"/>
              <a:gd name="T4" fmla="*/ 92 w 269"/>
              <a:gd name="T5" fmla="*/ 59 h 274"/>
              <a:gd name="T6" fmla="*/ 0 w 269"/>
              <a:gd name="T7" fmla="*/ 59 h 274"/>
              <a:gd name="T8" fmla="*/ 0 w 269"/>
              <a:gd name="T9" fmla="*/ 215 h 274"/>
              <a:gd name="T10" fmla="*/ 92 w 269"/>
              <a:gd name="T11" fmla="*/ 215 h 274"/>
              <a:gd name="T12" fmla="*/ 74 w 269"/>
              <a:gd name="T13" fmla="*/ 274 h 274"/>
              <a:gd name="T14" fmla="*/ 120 w 269"/>
              <a:gd name="T15" fmla="*/ 274 h 274"/>
              <a:gd name="T16" fmla="*/ 269 w 269"/>
              <a:gd name="T17" fmla="*/ 137 h 274"/>
              <a:gd name="T18" fmla="*/ 120 w 269"/>
              <a:gd name="T1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9" h="274">
                <a:moveTo>
                  <a:pt x="120" y="0"/>
                </a:moveTo>
                <a:lnTo>
                  <a:pt x="74" y="0"/>
                </a:lnTo>
                <a:lnTo>
                  <a:pt x="92" y="59"/>
                </a:lnTo>
                <a:lnTo>
                  <a:pt x="0" y="59"/>
                </a:lnTo>
                <a:lnTo>
                  <a:pt x="0" y="215"/>
                </a:lnTo>
                <a:lnTo>
                  <a:pt x="92" y="215"/>
                </a:lnTo>
                <a:lnTo>
                  <a:pt x="74" y="274"/>
                </a:lnTo>
                <a:lnTo>
                  <a:pt x="120" y="274"/>
                </a:lnTo>
                <a:lnTo>
                  <a:pt x="269" y="137"/>
                </a:lnTo>
                <a:lnTo>
                  <a:pt x="12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8" name="Freeform 24"/>
          <p:cNvSpPr/>
          <p:nvPr/>
        </p:nvSpPr>
        <p:spPr bwMode="auto">
          <a:xfrm>
            <a:off x="4717385" y="3481627"/>
            <a:ext cx="289764" cy="291553"/>
          </a:xfrm>
          <a:custGeom>
            <a:avLst/>
            <a:gdLst>
              <a:gd name="T0" fmla="*/ 145 w 324"/>
              <a:gd name="T1" fmla="*/ 0 h 326"/>
              <a:gd name="T2" fmla="*/ 90 w 324"/>
              <a:gd name="T3" fmla="*/ 0 h 326"/>
              <a:gd name="T4" fmla="*/ 112 w 324"/>
              <a:gd name="T5" fmla="*/ 71 h 326"/>
              <a:gd name="T6" fmla="*/ 0 w 324"/>
              <a:gd name="T7" fmla="*/ 71 h 326"/>
              <a:gd name="T8" fmla="*/ 0 w 324"/>
              <a:gd name="T9" fmla="*/ 255 h 326"/>
              <a:gd name="T10" fmla="*/ 112 w 324"/>
              <a:gd name="T11" fmla="*/ 255 h 326"/>
              <a:gd name="T12" fmla="*/ 90 w 324"/>
              <a:gd name="T13" fmla="*/ 326 h 326"/>
              <a:gd name="T14" fmla="*/ 145 w 324"/>
              <a:gd name="T15" fmla="*/ 326 h 326"/>
              <a:gd name="T16" fmla="*/ 324 w 324"/>
              <a:gd name="T17" fmla="*/ 163 h 326"/>
              <a:gd name="T18" fmla="*/ 145 w 324"/>
              <a:gd name="T19" fmla="*/ 0 h 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4" h="326">
                <a:moveTo>
                  <a:pt x="145" y="0"/>
                </a:moveTo>
                <a:lnTo>
                  <a:pt x="90" y="0"/>
                </a:lnTo>
                <a:lnTo>
                  <a:pt x="112" y="71"/>
                </a:lnTo>
                <a:lnTo>
                  <a:pt x="0" y="71"/>
                </a:lnTo>
                <a:lnTo>
                  <a:pt x="0" y="255"/>
                </a:lnTo>
                <a:lnTo>
                  <a:pt x="112" y="255"/>
                </a:lnTo>
                <a:lnTo>
                  <a:pt x="90" y="326"/>
                </a:lnTo>
                <a:lnTo>
                  <a:pt x="145" y="326"/>
                </a:lnTo>
                <a:lnTo>
                  <a:pt x="324" y="163"/>
                </a:lnTo>
                <a:lnTo>
                  <a:pt x="14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9" name="Freeform 25"/>
          <p:cNvSpPr/>
          <p:nvPr/>
        </p:nvSpPr>
        <p:spPr bwMode="auto">
          <a:xfrm>
            <a:off x="7574780" y="3437804"/>
            <a:ext cx="376515" cy="379198"/>
          </a:xfrm>
          <a:custGeom>
            <a:avLst/>
            <a:gdLst>
              <a:gd name="T0" fmla="*/ 186 w 421"/>
              <a:gd name="T1" fmla="*/ 0 h 424"/>
              <a:gd name="T2" fmla="*/ 115 w 421"/>
              <a:gd name="T3" fmla="*/ 0 h 424"/>
              <a:gd name="T4" fmla="*/ 145 w 421"/>
              <a:gd name="T5" fmla="*/ 91 h 424"/>
              <a:gd name="T6" fmla="*/ 0 w 421"/>
              <a:gd name="T7" fmla="*/ 91 h 424"/>
              <a:gd name="T8" fmla="*/ 0 w 421"/>
              <a:gd name="T9" fmla="*/ 332 h 424"/>
              <a:gd name="T10" fmla="*/ 145 w 421"/>
              <a:gd name="T11" fmla="*/ 332 h 424"/>
              <a:gd name="T12" fmla="*/ 115 w 421"/>
              <a:gd name="T13" fmla="*/ 424 h 424"/>
              <a:gd name="T14" fmla="*/ 186 w 421"/>
              <a:gd name="T15" fmla="*/ 424 h 424"/>
              <a:gd name="T16" fmla="*/ 421 w 421"/>
              <a:gd name="T17" fmla="*/ 212 h 424"/>
              <a:gd name="T18" fmla="*/ 186 w 421"/>
              <a:gd name="T19" fmla="*/ 0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1" h="424">
                <a:moveTo>
                  <a:pt x="186" y="0"/>
                </a:moveTo>
                <a:lnTo>
                  <a:pt x="115" y="0"/>
                </a:lnTo>
                <a:lnTo>
                  <a:pt x="145" y="91"/>
                </a:lnTo>
                <a:lnTo>
                  <a:pt x="0" y="91"/>
                </a:lnTo>
                <a:lnTo>
                  <a:pt x="0" y="332"/>
                </a:lnTo>
                <a:lnTo>
                  <a:pt x="145" y="332"/>
                </a:lnTo>
                <a:lnTo>
                  <a:pt x="115" y="424"/>
                </a:lnTo>
                <a:lnTo>
                  <a:pt x="186" y="424"/>
                </a:lnTo>
                <a:lnTo>
                  <a:pt x="421" y="212"/>
                </a:lnTo>
                <a:lnTo>
                  <a:pt x="18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6" name="Freeform 22"/>
          <p:cNvSpPr/>
          <p:nvPr/>
        </p:nvSpPr>
        <p:spPr bwMode="auto">
          <a:xfrm>
            <a:off x="1048831" y="2945921"/>
            <a:ext cx="1178732" cy="1362964"/>
          </a:xfrm>
          <a:custGeom>
            <a:avLst/>
            <a:gdLst>
              <a:gd name="T0" fmla="*/ 659 w 1318"/>
              <a:gd name="T1" fmla="*/ 0 h 1524"/>
              <a:gd name="T2" fmla="*/ 0 w 1318"/>
              <a:gd name="T3" fmla="*/ 380 h 1524"/>
              <a:gd name="T4" fmla="*/ 0 w 1318"/>
              <a:gd name="T5" fmla="*/ 1144 h 1524"/>
              <a:gd name="T6" fmla="*/ 659 w 1318"/>
              <a:gd name="T7" fmla="*/ 1524 h 1524"/>
              <a:gd name="T8" fmla="*/ 1318 w 1318"/>
              <a:gd name="T9" fmla="*/ 1144 h 1524"/>
              <a:gd name="T10" fmla="*/ 1318 w 1318"/>
              <a:gd name="T11" fmla="*/ 380 h 1524"/>
              <a:gd name="T12" fmla="*/ 659 w 1318"/>
              <a:gd name="T13" fmla="*/ 0 h 15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18" h="1524">
                <a:moveTo>
                  <a:pt x="659" y="0"/>
                </a:moveTo>
                <a:lnTo>
                  <a:pt x="0" y="380"/>
                </a:lnTo>
                <a:lnTo>
                  <a:pt x="0" y="1144"/>
                </a:lnTo>
                <a:lnTo>
                  <a:pt x="659" y="1524"/>
                </a:lnTo>
                <a:lnTo>
                  <a:pt x="1318" y="1144"/>
                </a:lnTo>
                <a:lnTo>
                  <a:pt x="1318" y="380"/>
                </a:lnTo>
                <a:lnTo>
                  <a:pt x="6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2" name="TextBox 31"/>
          <p:cNvSpPr txBox="1"/>
          <p:nvPr/>
        </p:nvSpPr>
        <p:spPr>
          <a:xfrm>
            <a:off x="1143022" y="3773179"/>
            <a:ext cx="9132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research</a:t>
            </a:r>
            <a:endParaRPr lang="en-US" sz="12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6" name="Freeform 52"/>
          <p:cNvSpPr>
            <a:spLocks noEditPoints="1"/>
          </p:cNvSpPr>
          <p:nvPr/>
        </p:nvSpPr>
        <p:spPr bwMode="auto">
          <a:xfrm>
            <a:off x="1462665" y="3354879"/>
            <a:ext cx="351063" cy="287233"/>
          </a:xfrm>
          <a:custGeom>
            <a:avLst/>
            <a:gdLst>
              <a:gd name="T0" fmla="*/ 32 w 353"/>
              <a:gd name="T1" fmla="*/ 209 h 289"/>
              <a:gd name="T2" fmla="*/ 48 w 353"/>
              <a:gd name="T3" fmla="*/ 209 h 289"/>
              <a:gd name="T4" fmla="*/ 89 w 353"/>
              <a:gd name="T5" fmla="*/ 169 h 289"/>
              <a:gd name="T6" fmla="*/ 273 w 353"/>
              <a:gd name="T7" fmla="*/ 161 h 289"/>
              <a:gd name="T8" fmla="*/ 233 w 353"/>
              <a:gd name="T9" fmla="*/ 217 h 289"/>
              <a:gd name="T10" fmla="*/ 273 w 353"/>
              <a:gd name="T11" fmla="*/ 177 h 289"/>
              <a:gd name="T12" fmla="*/ 273 w 353"/>
              <a:gd name="T13" fmla="*/ 161 h 289"/>
              <a:gd name="T14" fmla="*/ 286 w 353"/>
              <a:gd name="T15" fmla="*/ 32 h 289"/>
              <a:gd name="T16" fmla="*/ 241 w 353"/>
              <a:gd name="T17" fmla="*/ 0 h 289"/>
              <a:gd name="T18" fmla="*/ 161 w 353"/>
              <a:gd name="T19" fmla="*/ 48 h 289"/>
              <a:gd name="T20" fmla="*/ 67 w 353"/>
              <a:gd name="T21" fmla="*/ 32 h 289"/>
              <a:gd name="T22" fmla="*/ 8 w 353"/>
              <a:gd name="T23" fmla="*/ 174 h 289"/>
              <a:gd name="T24" fmla="*/ 80 w 353"/>
              <a:gd name="T25" fmla="*/ 289 h 289"/>
              <a:gd name="T26" fmla="*/ 195 w 353"/>
              <a:gd name="T27" fmla="*/ 225 h 289"/>
              <a:gd name="T28" fmla="*/ 353 w 353"/>
              <a:gd name="T29" fmla="*/ 209 h 289"/>
              <a:gd name="T30" fmla="*/ 80 w 353"/>
              <a:gd name="T31" fmla="*/ 273 h 289"/>
              <a:gd name="T32" fmla="*/ 80 w 353"/>
              <a:gd name="T33" fmla="*/ 145 h 289"/>
              <a:gd name="T34" fmla="*/ 80 w 353"/>
              <a:gd name="T35" fmla="*/ 273 h 289"/>
              <a:gd name="T36" fmla="*/ 80 w 353"/>
              <a:gd name="T37" fmla="*/ 129 h 289"/>
              <a:gd name="T38" fmla="*/ 83 w 353"/>
              <a:gd name="T39" fmla="*/ 35 h 289"/>
              <a:gd name="T40" fmla="*/ 113 w 353"/>
              <a:gd name="T41" fmla="*/ 16 h 289"/>
              <a:gd name="T42" fmla="*/ 145 w 353"/>
              <a:gd name="T43" fmla="*/ 46 h 289"/>
              <a:gd name="T44" fmla="*/ 193 w 353"/>
              <a:gd name="T45" fmla="*/ 209 h 289"/>
              <a:gd name="T46" fmla="*/ 161 w 353"/>
              <a:gd name="T47" fmla="*/ 193 h 289"/>
              <a:gd name="T48" fmla="*/ 193 w 353"/>
              <a:gd name="T49" fmla="*/ 209 h 289"/>
              <a:gd name="T50" fmla="*/ 161 w 353"/>
              <a:gd name="T51" fmla="*/ 177 h 289"/>
              <a:gd name="T52" fmla="*/ 193 w 353"/>
              <a:gd name="T53" fmla="*/ 64 h 289"/>
              <a:gd name="T54" fmla="*/ 209 w 353"/>
              <a:gd name="T55" fmla="*/ 46 h 289"/>
              <a:gd name="T56" fmla="*/ 241 w 353"/>
              <a:gd name="T57" fmla="*/ 16 h 289"/>
              <a:gd name="T58" fmla="*/ 270 w 353"/>
              <a:gd name="T59" fmla="*/ 35 h 289"/>
              <a:gd name="T60" fmla="*/ 273 w 353"/>
              <a:gd name="T61" fmla="*/ 129 h 289"/>
              <a:gd name="T62" fmla="*/ 209 w 353"/>
              <a:gd name="T63" fmla="*/ 46 h 289"/>
              <a:gd name="T64" fmla="*/ 209 w 353"/>
              <a:gd name="T65" fmla="*/ 209 h 289"/>
              <a:gd name="T66" fmla="*/ 337 w 353"/>
              <a:gd name="T67" fmla="*/ 20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3" h="289">
                <a:moveTo>
                  <a:pt x="80" y="161"/>
                </a:moveTo>
                <a:cubicBezTo>
                  <a:pt x="54" y="161"/>
                  <a:pt x="32" y="182"/>
                  <a:pt x="32" y="209"/>
                </a:cubicBezTo>
                <a:cubicBezTo>
                  <a:pt x="32" y="213"/>
                  <a:pt x="36" y="217"/>
                  <a:pt x="40" y="217"/>
                </a:cubicBezTo>
                <a:cubicBezTo>
                  <a:pt x="45" y="217"/>
                  <a:pt x="48" y="213"/>
                  <a:pt x="48" y="209"/>
                </a:cubicBezTo>
                <a:cubicBezTo>
                  <a:pt x="48" y="191"/>
                  <a:pt x="63" y="177"/>
                  <a:pt x="80" y="177"/>
                </a:cubicBezTo>
                <a:cubicBezTo>
                  <a:pt x="85" y="177"/>
                  <a:pt x="89" y="173"/>
                  <a:pt x="89" y="169"/>
                </a:cubicBezTo>
                <a:cubicBezTo>
                  <a:pt x="89" y="164"/>
                  <a:pt x="85" y="161"/>
                  <a:pt x="80" y="161"/>
                </a:cubicBezTo>
                <a:moveTo>
                  <a:pt x="273" y="161"/>
                </a:moveTo>
                <a:cubicBezTo>
                  <a:pt x="247" y="161"/>
                  <a:pt x="225" y="182"/>
                  <a:pt x="225" y="209"/>
                </a:cubicBezTo>
                <a:cubicBezTo>
                  <a:pt x="225" y="213"/>
                  <a:pt x="229" y="217"/>
                  <a:pt x="233" y="217"/>
                </a:cubicBezTo>
                <a:cubicBezTo>
                  <a:pt x="237" y="217"/>
                  <a:pt x="241" y="213"/>
                  <a:pt x="241" y="209"/>
                </a:cubicBezTo>
                <a:cubicBezTo>
                  <a:pt x="241" y="191"/>
                  <a:pt x="255" y="177"/>
                  <a:pt x="273" y="177"/>
                </a:cubicBezTo>
                <a:cubicBezTo>
                  <a:pt x="278" y="177"/>
                  <a:pt x="281" y="173"/>
                  <a:pt x="281" y="169"/>
                </a:cubicBezTo>
                <a:cubicBezTo>
                  <a:pt x="281" y="164"/>
                  <a:pt x="278" y="161"/>
                  <a:pt x="273" y="161"/>
                </a:cubicBezTo>
                <a:moveTo>
                  <a:pt x="345" y="174"/>
                </a:moveTo>
                <a:cubicBezTo>
                  <a:pt x="286" y="32"/>
                  <a:pt x="286" y="32"/>
                  <a:pt x="286" y="32"/>
                </a:cubicBezTo>
                <a:cubicBezTo>
                  <a:pt x="286" y="32"/>
                  <a:pt x="286" y="32"/>
                  <a:pt x="286" y="32"/>
                </a:cubicBezTo>
                <a:cubicBezTo>
                  <a:pt x="280" y="14"/>
                  <a:pt x="262" y="0"/>
                  <a:pt x="241" y="0"/>
                </a:cubicBezTo>
                <a:cubicBezTo>
                  <a:pt x="214" y="0"/>
                  <a:pt x="193" y="22"/>
                  <a:pt x="193" y="48"/>
                </a:cubicBezTo>
                <a:cubicBezTo>
                  <a:pt x="161" y="48"/>
                  <a:pt x="161" y="48"/>
                  <a:pt x="161" y="48"/>
                </a:cubicBezTo>
                <a:cubicBezTo>
                  <a:pt x="161" y="22"/>
                  <a:pt x="139" y="0"/>
                  <a:pt x="113" y="0"/>
                </a:cubicBezTo>
                <a:cubicBezTo>
                  <a:pt x="92" y="0"/>
                  <a:pt x="74" y="14"/>
                  <a:pt x="67" y="32"/>
                </a:cubicBezTo>
                <a:cubicBezTo>
                  <a:pt x="67" y="32"/>
                  <a:pt x="67" y="32"/>
                  <a:pt x="67" y="32"/>
                </a:cubicBezTo>
                <a:cubicBezTo>
                  <a:pt x="8" y="174"/>
                  <a:pt x="8" y="174"/>
                  <a:pt x="8" y="174"/>
                </a:cubicBezTo>
                <a:cubicBezTo>
                  <a:pt x="3" y="184"/>
                  <a:pt x="0" y="196"/>
                  <a:pt x="0" y="209"/>
                </a:cubicBezTo>
                <a:cubicBezTo>
                  <a:pt x="0" y="253"/>
                  <a:pt x="36" y="289"/>
                  <a:pt x="80" y="289"/>
                </a:cubicBezTo>
                <a:cubicBezTo>
                  <a:pt x="119" y="289"/>
                  <a:pt x="152" y="262"/>
                  <a:pt x="159" y="225"/>
                </a:cubicBezTo>
                <a:cubicBezTo>
                  <a:pt x="195" y="225"/>
                  <a:pt x="195" y="225"/>
                  <a:pt x="195" y="225"/>
                </a:cubicBezTo>
                <a:cubicBezTo>
                  <a:pt x="202" y="262"/>
                  <a:pt x="234" y="289"/>
                  <a:pt x="273" y="289"/>
                </a:cubicBezTo>
                <a:cubicBezTo>
                  <a:pt x="318" y="289"/>
                  <a:pt x="353" y="253"/>
                  <a:pt x="353" y="209"/>
                </a:cubicBezTo>
                <a:cubicBezTo>
                  <a:pt x="353" y="196"/>
                  <a:pt x="350" y="184"/>
                  <a:pt x="345" y="174"/>
                </a:cubicBezTo>
                <a:moveTo>
                  <a:pt x="80" y="273"/>
                </a:moveTo>
                <a:cubicBezTo>
                  <a:pt x="45" y="273"/>
                  <a:pt x="16" y="244"/>
                  <a:pt x="16" y="209"/>
                </a:cubicBezTo>
                <a:cubicBezTo>
                  <a:pt x="16" y="173"/>
                  <a:pt x="45" y="145"/>
                  <a:pt x="80" y="145"/>
                </a:cubicBezTo>
                <a:cubicBezTo>
                  <a:pt x="116" y="145"/>
                  <a:pt x="145" y="173"/>
                  <a:pt x="145" y="209"/>
                </a:cubicBezTo>
                <a:cubicBezTo>
                  <a:pt x="145" y="244"/>
                  <a:pt x="116" y="273"/>
                  <a:pt x="80" y="273"/>
                </a:cubicBezTo>
                <a:moveTo>
                  <a:pt x="145" y="161"/>
                </a:moveTo>
                <a:cubicBezTo>
                  <a:pt x="130" y="141"/>
                  <a:pt x="107" y="129"/>
                  <a:pt x="80" y="129"/>
                </a:cubicBezTo>
                <a:cubicBezTo>
                  <a:pt x="66" y="129"/>
                  <a:pt x="52" y="133"/>
                  <a:pt x="40" y="140"/>
                </a:cubicBezTo>
                <a:cubicBezTo>
                  <a:pt x="83" y="35"/>
                  <a:pt x="83" y="35"/>
                  <a:pt x="83" y="35"/>
                </a:cubicBezTo>
                <a:cubicBezTo>
                  <a:pt x="83" y="35"/>
                  <a:pt x="83" y="35"/>
                  <a:pt x="83" y="35"/>
                </a:cubicBezTo>
                <a:cubicBezTo>
                  <a:pt x="88" y="24"/>
                  <a:pt x="100" y="16"/>
                  <a:pt x="113" y="16"/>
                </a:cubicBezTo>
                <a:cubicBezTo>
                  <a:pt x="129" y="16"/>
                  <a:pt x="143" y="29"/>
                  <a:pt x="144" y="45"/>
                </a:cubicBezTo>
                <a:cubicBezTo>
                  <a:pt x="145" y="46"/>
                  <a:pt x="145" y="46"/>
                  <a:pt x="145" y="46"/>
                </a:cubicBezTo>
                <a:lnTo>
                  <a:pt x="145" y="161"/>
                </a:lnTo>
                <a:close/>
                <a:moveTo>
                  <a:pt x="193" y="209"/>
                </a:moveTo>
                <a:cubicBezTo>
                  <a:pt x="161" y="209"/>
                  <a:pt x="161" y="209"/>
                  <a:pt x="161" y="209"/>
                </a:cubicBezTo>
                <a:cubicBezTo>
                  <a:pt x="161" y="193"/>
                  <a:pt x="161" y="193"/>
                  <a:pt x="161" y="193"/>
                </a:cubicBezTo>
                <a:cubicBezTo>
                  <a:pt x="193" y="193"/>
                  <a:pt x="193" y="193"/>
                  <a:pt x="193" y="193"/>
                </a:cubicBezTo>
                <a:lnTo>
                  <a:pt x="193" y="209"/>
                </a:lnTo>
                <a:close/>
                <a:moveTo>
                  <a:pt x="193" y="177"/>
                </a:moveTo>
                <a:cubicBezTo>
                  <a:pt x="161" y="177"/>
                  <a:pt x="161" y="177"/>
                  <a:pt x="161" y="177"/>
                </a:cubicBezTo>
                <a:cubicBezTo>
                  <a:pt x="161" y="64"/>
                  <a:pt x="161" y="64"/>
                  <a:pt x="161" y="64"/>
                </a:cubicBezTo>
                <a:cubicBezTo>
                  <a:pt x="193" y="64"/>
                  <a:pt x="193" y="64"/>
                  <a:pt x="193" y="64"/>
                </a:cubicBezTo>
                <a:lnTo>
                  <a:pt x="193" y="177"/>
                </a:lnTo>
                <a:close/>
                <a:moveTo>
                  <a:pt x="209" y="46"/>
                </a:moveTo>
                <a:cubicBezTo>
                  <a:pt x="209" y="45"/>
                  <a:pt x="209" y="45"/>
                  <a:pt x="209" y="45"/>
                </a:cubicBezTo>
                <a:cubicBezTo>
                  <a:pt x="211" y="29"/>
                  <a:pt x="224" y="16"/>
                  <a:pt x="241" y="16"/>
                </a:cubicBezTo>
                <a:cubicBezTo>
                  <a:pt x="254" y="16"/>
                  <a:pt x="265" y="24"/>
                  <a:pt x="270" y="35"/>
                </a:cubicBezTo>
                <a:cubicBezTo>
                  <a:pt x="270" y="35"/>
                  <a:pt x="270" y="35"/>
                  <a:pt x="270" y="35"/>
                </a:cubicBezTo>
                <a:cubicBezTo>
                  <a:pt x="314" y="140"/>
                  <a:pt x="314" y="140"/>
                  <a:pt x="314" y="140"/>
                </a:cubicBezTo>
                <a:cubicBezTo>
                  <a:pt x="302" y="133"/>
                  <a:pt x="288" y="129"/>
                  <a:pt x="273" y="129"/>
                </a:cubicBezTo>
                <a:cubicBezTo>
                  <a:pt x="247" y="129"/>
                  <a:pt x="224" y="141"/>
                  <a:pt x="209" y="161"/>
                </a:cubicBezTo>
                <a:lnTo>
                  <a:pt x="209" y="46"/>
                </a:lnTo>
                <a:close/>
                <a:moveTo>
                  <a:pt x="273" y="273"/>
                </a:moveTo>
                <a:cubicBezTo>
                  <a:pt x="238" y="273"/>
                  <a:pt x="209" y="244"/>
                  <a:pt x="209" y="209"/>
                </a:cubicBezTo>
                <a:cubicBezTo>
                  <a:pt x="209" y="173"/>
                  <a:pt x="238" y="145"/>
                  <a:pt x="273" y="145"/>
                </a:cubicBezTo>
                <a:cubicBezTo>
                  <a:pt x="309" y="145"/>
                  <a:pt x="337" y="173"/>
                  <a:pt x="337" y="209"/>
                </a:cubicBezTo>
                <a:cubicBezTo>
                  <a:pt x="337" y="244"/>
                  <a:pt x="309" y="273"/>
                  <a:pt x="273" y="27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0" name="Freeform 16"/>
          <p:cNvSpPr/>
          <p:nvPr/>
        </p:nvSpPr>
        <p:spPr bwMode="auto">
          <a:xfrm>
            <a:off x="2914409" y="2668678"/>
            <a:ext cx="1660777" cy="1917451"/>
          </a:xfrm>
          <a:custGeom>
            <a:avLst/>
            <a:gdLst>
              <a:gd name="T0" fmla="*/ 928 w 1857"/>
              <a:gd name="T1" fmla="*/ 0 h 2144"/>
              <a:gd name="T2" fmla="*/ 0 w 1857"/>
              <a:gd name="T3" fmla="*/ 535 h 2144"/>
              <a:gd name="T4" fmla="*/ 0 w 1857"/>
              <a:gd name="T5" fmla="*/ 1609 h 2144"/>
              <a:gd name="T6" fmla="*/ 928 w 1857"/>
              <a:gd name="T7" fmla="*/ 2144 h 2144"/>
              <a:gd name="T8" fmla="*/ 1857 w 1857"/>
              <a:gd name="T9" fmla="*/ 1609 h 2144"/>
              <a:gd name="T10" fmla="*/ 1857 w 1857"/>
              <a:gd name="T11" fmla="*/ 535 h 2144"/>
              <a:gd name="T12" fmla="*/ 928 w 1857"/>
              <a:gd name="T13" fmla="*/ 0 h 2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57" h="2144">
                <a:moveTo>
                  <a:pt x="928" y="0"/>
                </a:moveTo>
                <a:lnTo>
                  <a:pt x="0" y="535"/>
                </a:lnTo>
                <a:lnTo>
                  <a:pt x="0" y="1609"/>
                </a:lnTo>
                <a:lnTo>
                  <a:pt x="928" y="2144"/>
                </a:lnTo>
                <a:lnTo>
                  <a:pt x="1857" y="1609"/>
                </a:lnTo>
                <a:lnTo>
                  <a:pt x="1857" y="535"/>
                </a:lnTo>
                <a:lnTo>
                  <a:pt x="9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3" name="TextBox 32"/>
          <p:cNvSpPr txBox="1"/>
          <p:nvPr/>
        </p:nvSpPr>
        <p:spPr>
          <a:xfrm>
            <a:off x="3018177" y="3878529"/>
            <a:ext cx="1445873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planning</a:t>
            </a:r>
            <a:endParaRPr lang="en-US" sz="13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7" name="Freeform 39"/>
          <p:cNvSpPr>
            <a:spLocks noEditPoints="1"/>
          </p:cNvSpPr>
          <p:nvPr/>
        </p:nvSpPr>
        <p:spPr bwMode="auto">
          <a:xfrm>
            <a:off x="3453152" y="3141941"/>
            <a:ext cx="575923" cy="575923"/>
          </a:xfrm>
          <a:custGeom>
            <a:avLst/>
            <a:gdLst>
              <a:gd name="T0" fmla="*/ 281 w 353"/>
              <a:gd name="T1" fmla="*/ 144 h 353"/>
              <a:gd name="T2" fmla="*/ 281 w 353"/>
              <a:gd name="T3" fmla="*/ 128 h 353"/>
              <a:gd name="T4" fmla="*/ 193 w 353"/>
              <a:gd name="T5" fmla="*/ 136 h 353"/>
              <a:gd name="T6" fmla="*/ 201 w 353"/>
              <a:gd name="T7" fmla="*/ 112 h 353"/>
              <a:gd name="T8" fmla="*/ 257 w 353"/>
              <a:gd name="T9" fmla="*/ 104 h 353"/>
              <a:gd name="T10" fmla="*/ 201 w 353"/>
              <a:gd name="T11" fmla="*/ 96 h 353"/>
              <a:gd name="T12" fmla="*/ 201 w 353"/>
              <a:gd name="T13" fmla="*/ 112 h 353"/>
              <a:gd name="T14" fmla="*/ 233 w 353"/>
              <a:gd name="T15" fmla="*/ 176 h 353"/>
              <a:gd name="T16" fmla="*/ 233 w 353"/>
              <a:gd name="T17" fmla="*/ 160 h 353"/>
              <a:gd name="T18" fmla="*/ 193 w 353"/>
              <a:gd name="T19" fmla="*/ 168 h 353"/>
              <a:gd name="T20" fmla="*/ 81 w 353"/>
              <a:gd name="T21" fmla="*/ 208 h 353"/>
              <a:gd name="T22" fmla="*/ 161 w 353"/>
              <a:gd name="T23" fmla="*/ 192 h 353"/>
              <a:gd name="T24" fmla="*/ 145 w 353"/>
              <a:gd name="T25" fmla="*/ 96 h 353"/>
              <a:gd name="T26" fmla="*/ 64 w 353"/>
              <a:gd name="T27" fmla="*/ 112 h 353"/>
              <a:gd name="T28" fmla="*/ 81 w 353"/>
              <a:gd name="T29" fmla="*/ 208 h 353"/>
              <a:gd name="T30" fmla="*/ 145 w 353"/>
              <a:gd name="T31" fmla="*/ 112 h 353"/>
              <a:gd name="T32" fmla="*/ 81 w 353"/>
              <a:gd name="T33" fmla="*/ 192 h 353"/>
              <a:gd name="T34" fmla="*/ 201 w 353"/>
              <a:gd name="T35" fmla="*/ 208 h 353"/>
              <a:gd name="T36" fmla="*/ 289 w 353"/>
              <a:gd name="T37" fmla="*/ 200 h 353"/>
              <a:gd name="T38" fmla="*/ 201 w 353"/>
              <a:gd name="T39" fmla="*/ 192 h 353"/>
              <a:gd name="T40" fmla="*/ 201 w 353"/>
              <a:gd name="T41" fmla="*/ 208 h 353"/>
              <a:gd name="T42" fmla="*/ 193 w 353"/>
              <a:gd name="T43" fmla="*/ 16 h 353"/>
              <a:gd name="T44" fmla="*/ 161 w 353"/>
              <a:gd name="T45" fmla="*/ 16 h 353"/>
              <a:gd name="T46" fmla="*/ 0 w 353"/>
              <a:gd name="T47" fmla="*/ 32 h 353"/>
              <a:gd name="T48" fmla="*/ 16 w 353"/>
              <a:gd name="T49" fmla="*/ 64 h 353"/>
              <a:gd name="T50" fmla="*/ 32 w 353"/>
              <a:gd name="T51" fmla="*/ 273 h 353"/>
              <a:gd name="T52" fmla="*/ 169 w 353"/>
              <a:gd name="T53" fmla="*/ 293 h 353"/>
              <a:gd name="T54" fmla="*/ 121 w 353"/>
              <a:gd name="T55" fmla="*/ 345 h 353"/>
              <a:gd name="T56" fmla="*/ 134 w 353"/>
              <a:gd name="T57" fmla="*/ 351 h 353"/>
              <a:gd name="T58" fmla="*/ 219 w 353"/>
              <a:gd name="T59" fmla="*/ 351 h 353"/>
              <a:gd name="T60" fmla="*/ 233 w 353"/>
              <a:gd name="T61" fmla="*/ 345 h 353"/>
              <a:gd name="T62" fmla="*/ 185 w 353"/>
              <a:gd name="T63" fmla="*/ 293 h 353"/>
              <a:gd name="T64" fmla="*/ 321 w 353"/>
              <a:gd name="T65" fmla="*/ 273 h 353"/>
              <a:gd name="T66" fmla="*/ 337 w 353"/>
              <a:gd name="T67" fmla="*/ 64 h 353"/>
              <a:gd name="T68" fmla="*/ 353 w 353"/>
              <a:gd name="T69" fmla="*/ 32 h 353"/>
              <a:gd name="T70" fmla="*/ 321 w 353"/>
              <a:gd name="T71" fmla="*/ 257 h 353"/>
              <a:gd name="T72" fmla="*/ 32 w 353"/>
              <a:gd name="T73" fmla="*/ 64 h 353"/>
              <a:gd name="T74" fmla="*/ 321 w 353"/>
              <a:gd name="T75" fmla="*/ 257 h 353"/>
              <a:gd name="T76" fmla="*/ 16 w 353"/>
              <a:gd name="T77" fmla="*/ 48 h 353"/>
              <a:gd name="T78" fmla="*/ 337 w 353"/>
              <a:gd name="T79" fmla="*/ 32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53" h="353">
                <a:moveTo>
                  <a:pt x="201" y="144"/>
                </a:moveTo>
                <a:cubicBezTo>
                  <a:pt x="281" y="144"/>
                  <a:pt x="281" y="144"/>
                  <a:pt x="281" y="144"/>
                </a:cubicBezTo>
                <a:cubicBezTo>
                  <a:pt x="286" y="144"/>
                  <a:pt x="289" y="141"/>
                  <a:pt x="289" y="136"/>
                </a:cubicBezTo>
                <a:cubicBezTo>
                  <a:pt x="289" y="132"/>
                  <a:pt x="286" y="128"/>
                  <a:pt x="281" y="128"/>
                </a:cubicBezTo>
                <a:cubicBezTo>
                  <a:pt x="201" y="128"/>
                  <a:pt x="201" y="128"/>
                  <a:pt x="201" y="128"/>
                </a:cubicBezTo>
                <a:cubicBezTo>
                  <a:pt x="196" y="128"/>
                  <a:pt x="193" y="132"/>
                  <a:pt x="193" y="136"/>
                </a:cubicBezTo>
                <a:cubicBezTo>
                  <a:pt x="193" y="141"/>
                  <a:pt x="196" y="144"/>
                  <a:pt x="201" y="144"/>
                </a:cubicBezTo>
                <a:moveTo>
                  <a:pt x="201" y="112"/>
                </a:moveTo>
                <a:cubicBezTo>
                  <a:pt x="249" y="112"/>
                  <a:pt x="249" y="112"/>
                  <a:pt x="249" y="112"/>
                </a:cubicBezTo>
                <a:cubicBezTo>
                  <a:pt x="254" y="112"/>
                  <a:pt x="257" y="108"/>
                  <a:pt x="257" y="104"/>
                </a:cubicBezTo>
                <a:cubicBezTo>
                  <a:pt x="257" y="100"/>
                  <a:pt x="254" y="96"/>
                  <a:pt x="249" y="96"/>
                </a:cubicBezTo>
                <a:cubicBezTo>
                  <a:pt x="201" y="96"/>
                  <a:pt x="201" y="96"/>
                  <a:pt x="201" y="96"/>
                </a:cubicBezTo>
                <a:cubicBezTo>
                  <a:pt x="196" y="96"/>
                  <a:pt x="193" y="100"/>
                  <a:pt x="193" y="104"/>
                </a:cubicBezTo>
                <a:cubicBezTo>
                  <a:pt x="193" y="108"/>
                  <a:pt x="196" y="112"/>
                  <a:pt x="201" y="112"/>
                </a:cubicBezTo>
                <a:moveTo>
                  <a:pt x="201" y="176"/>
                </a:moveTo>
                <a:cubicBezTo>
                  <a:pt x="233" y="176"/>
                  <a:pt x="233" y="176"/>
                  <a:pt x="233" y="176"/>
                </a:cubicBezTo>
                <a:cubicBezTo>
                  <a:pt x="237" y="176"/>
                  <a:pt x="241" y="173"/>
                  <a:pt x="241" y="168"/>
                </a:cubicBezTo>
                <a:cubicBezTo>
                  <a:pt x="241" y="164"/>
                  <a:pt x="237" y="160"/>
                  <a:pt x="233" y="160"/>
                </a:cubicBezTo>
                <a:cubicBezTo>
                  <a:pt x="201" y="160"/>
                  <a:pt x="201" y="160"/>
                  <a:pt x="201" y="160"/>
                </a:cubicBezTo>
                <a:cubicBezTo>
                  <a:pt x="196" y="160"/>
                  <a:pt x="193" y="164"/>
                  <a:pt x="193" y="168"/>
                </a:cubicBezTo>
                <a:cubicBezTo>
                  <a:pt x="193" y="173"/>
                  <a:pt x="196" y="176"/>
                  <a:pt x="201" y="176"/>
                </a:cubicBezTo>
                <a:moveTo>
                  <a:pt x="81" y="208"/>
                </a:moveTo>
                <a:cubicBezTo>
                  <a:pt x="145" y="208"/>
                  <a:pt x="145" y="208"/>
                  <a:pt x="145" y="208"/>
                </a:cubicBezTo>
                <a:cubicBezTo>
                  <a:pt x="154" y="208"/>
                  <a:pt x="161" y="201"/>
                  <a:pt x="161" y="192"/>
                </a:cubicBezTo>
                <a:cubicBezTo>
                  <a:pt x="161" y="112"/>
                  <a:pt x="161" y="112"/>
                  <a:pt x="161" y="112"/>
                </a:cubicBezTo>
                <a:cubicBezTo>
                  <a:pt x="161" y="103"/>
                  <a:pt x="154" y="96"/>
                  <a:pt x="145" y="96"/>
                </a:cubicBezTo>
                <a:cubicBezTo>
                  <a:pt x="81" y="96"/>
                  <a:pt x="81" y="96"/>
                  <a:pt x="81" y="96"/>
                </a:cubicBezTo>
                <a:cubicBezTo>
                  <a:pt x="72" y="96"/>
                  <a:pt x="64" y="103"/>
                  <a:pt x="64" y="112"/>
                </a:cubicBezTo>
                <a:cubicBezTo>
                  <a:pt x="64" y="192"/>
                  <a:pt x="64" y="192"/>
                  <a:pt x="64" y="192"/>
                </a:cubicBezTo>
                <a:cubicBezTo>
                  <a:pt x="64" y="201"/>
                  <a:pt x="72" y="208"/>
                  <a:pt x="81" y="208"/>
                </a:cubicBezTo>
                <a:moveTo>
                  <a:pt x="81" y="112"/>
                </a:moveTo>
                <a:cubicBezTo>
                  <a:pt x="145" y="112"/>
                  <a:pt x="145" y="112"/>
                  <a:pt x="145" y="112"/>
                </a:cubicBezTo>
                <a:cubicBezTo>
                  <a:pt x="145" y="192"/>
                  <a:pt x="145" y="192"/>
                  <a:pt x="145" y="192"/>
                </a:cubicBezTo>
                <a:cubicBezTo>
                  <a:pt x="81" y="192"/>
                  <a:pt x="81" y="192"/>
                  <a:pt x="81" y="192"/>
                </a:cubicBezTo>
                <a:lnTo>
                  <a:pt x="81" y="112"/>
                </a:lnTo>
                <a:close/>
                <a:moveTo>
                  <a:pt x="201" y="208"/>
                </a:moveTo>
                <a:cubicBezTo>
                  <a:pt x="281" y="208"/>
                  <a:pt x="281" y="208"/>
                  <a:pt x="281" y="208"/>
                </a:cubicBezTo>
                <a:cubicBezTo>
                  <a:pt x="286" y="208"/>
                  <a:pt x="289" y="205"/>
                  <a:pt x="289" y="200"/>
                </a:cubicBezTo>
                <a:cubicBezTo>
                  <a:pt x="289" y="196"/>
                  <a:pt x="286" y="192"/>
                  <a:pt x="281" y="192"/>
                </a:cubicBezTo>
                <a:cubicBezTo>
                  <a:pt x="201" y="192"/>
                  <a:pt x="201" y="192"/>
                  <a:pt x="201" y="192"/>
                </a:cubicBezTo>
                <a:cubicBezTo>
                  <a:pt x="196" y="192"/>
                  <a:pt x="193" y="196"/>
                  <a:pt x="193" y="200"/>
                </a:cubicBezTo>
                <a:cubicBezTo>
                  <a:pt x="193" y="205"/>
                  <a:pt x="196" y="208"/>
                  <a:pt x="201" y="208"/>
                </a:cubicBezTo>
                <a:moveTo>
                  <a:pt x="337" y="16"/>
                </a:moveTo>
                <a:cubicBezTo>
                  <a:pt x="193" y="16"/>
                  <a:pt x="193" y="16"/>
                  <a:pt x="193" y="16"/>
                </a:cubicBezTo>
                <a:cubicBezTo>
                  <a:pt x="193" y="7"/>
                  <a:pt x="186" y="0"/>
                  <a:pt x="177" y="0"/>
                </a:cubicBezTo>
                <a:cubicBezTo>
                  <a:pt x="168" y="0"/>
                  <a:pt x="161" y="7"/>
                  <a:pt x="161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7" y="16"/>
                  <a:pt x="0" y="23"/>
                  <a:pt x="0" y="3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57"/>
                  <a:pt x="7" y="64"/>
                  <a:pt x="16" y="64"/>
                </a:cubicBezTo>
                <a:cubicBezTo>
                  <a:pt x="16" y="257"/>
                  <a:pt x="16" y="257"/>
                  <a:pt x="16" y="257"/>
                </a:cubicBezTo>
                <a:cubicBezTo>
                  <a:pt x="16" y="265"/>
                  <a:pt x="23" y="273"/>
                  <a:pt x="32" y="273"/>
                </a:cubicBezTo>
                <a:cubicBezTo>
                  <a:pt x="169" y="273"/>
                  <a:pt x="169" y="273"/>
                  <a:pt x="169" y="273"/>
                </a:cubicBezTo>
                <a:cubicBezTo>
                  <a:pt x="169" y="293"/>
                  <a:pt x="169" y="293"/>
                  <a:pt x="169" y="293"/>
                </a:cubicBezTo>
                <a:cubicBezTo>
                  <a:pt x="123" y="339"/>
                  <a:pt x="123" y="339"/>
                  <a:pt x="123" y="339"/>
                </a:cubicBezTo>
                <a:cubicBezTo>
                  <a:pt x="122" y="341"/>
                  <a:pt x="121" y="343"/>
                  <a:pt x="121" y="345"/>
                </a:cubicBezTo>
                <a:cubicBezTo>
                  <a:pt x="121" y="349"/>
                  <a:pt x="124" y="353"/>
                  <a:pt x="129" y="353"/>
                </a:cubicBezTo>
                <a:cubicBezTo>
                  <a:pt x="131" y="353"/>
                  <a:pt x="133" y="352"/>
                  <a:pt x="134" y="351"/>
                </a:cubicBezTo>
                <a:cubicBezTo>
                  <a:pt x="177" y="308"/>
                  <a:pt x="177" y="308"/>
                  <a:pt x="177" y="308"/>
                </a:cubicBezTo>
                <a:cubicBezTo>
                  <a:pt x="219" y="351"/>
                  <a:pt x="219" y="351"/>
                  <a:pt x="219" y="351"/>
                </a:cubicBezTo>
                <a:cubicBezTo>
                  <a:pt x="221" y="352"/>
                  <a:pt x="223" y="353"/>
                  <a:pt x="225" y="353"/>
                </a:cubicBezTo>
                <a:cubicBezTo>
                  <a:pt x="229" y="353"/>
                  <a:pt x="233" y="349"/>
                  <a:pt x="233" y="345"/>
                </a:cubicBezTo>
                <a:cubicBezTo>
                  <a:pt x="233" y="343"/>
                  <a:pt x="232" y="341"/>
                  <a:pt x="231" y="339"/>
                </a:cubicBezTo>
                <a:cubicBezTo>
                  <a:pt x="185" y="293"/>
                  <a:pt x="185" y="293"/>
                  <a:pt x="185" y="293"/>
                </a:cubicBezTo>
                <a:cubicBezTo>
                  <a:pt x="185" y="273"/>
                  <a:pt x="185" y="273"/>
                  <a:pt x="185" y="273"/>
                </a:cubicBezTo>
                <a:cubicBezTo>
                  <a:pt x="321" y="273"/>
                  <a:pt x="321" y="273"/>
                  <a:pt x="321" y="273"/>
                </a:cubicBezTo>
                <a:cubicBezTo>
                  <a:pt x="330" y="273"/>
                  <a:pt x="337" y="265"/>
                  <a:pt x="337" y="257"/>
                </a:cubicBezTo>
                <a:cubicBezTo>
                  <a:pt x="337" y="64"/>
                  <a:pt x="337" y="64"/>
                  <a:pt x="337" y="64"/>
                </a:cubicBezTo>
                <a:cubicBezTo>
                  <a:pt x="346" y="64"/>
                  <a:pt x="353" y="57"/>
                  <a:pt x="353" y="48"/>
                </a:cubicBezTo>
                <a:cubicBezTo>
                  <a:pt x="353" y="32"/>
                  <a:pt x="353" y="32"/>
                  <a:pt x="353" y="32"/>
                </a:cubicBezTo>
                <a:cubicBezTo>
                  <a:pt x="353" y="23"/>
                  <a:pt x="346" y="16"/>
                  <a:pt x="337" y="16"/>
                </a:cubicBezTo>
                <a:moveTo>
                  <a:pt x="321" y="257"/>
                </a:moveTo>
                <a:cubicBezTo>
                  <a:pt x="32" y="257"/>
                  <a:pt x="32" y="257"/>
                  <a:pt x="32" y="257"/>
                </a:cubicBezTo>
                <a:cubicBezTo>
                  <a:pt x="32" y="64"/>
                  <a:pt x="32" y="64"/>
                  <a:pt x="32" y="64"/>
                </a:cubicBezTo>
                <a:cubicBezTo>
                  <a:pt x="321" y="64"/>
                  <a:pt x="321" y="64"/>
                  <a:pt x="321" y="64"/>
                </a:cubicBezTo>
                <a:lnTo>
                  <a:pt x="321" y="257"/>
                </a:lnTo>
                <a:close/>
                <a:moveTo>
                  <a:pt x="337" y="48"/>
                </a:moveTo>
                <a:cubicBezTo>
                  <a:pt x="16" y="48"/>
                  <a:pt x="16" y="48"/>
                  <a:pt x="16" y="48"/>
                </a:cubicBezTo>
                <a:cubicBezTo>
                  <a:pt x="16" y="32"/>
                  <a:pt x="16" y="32"/>
                  <a:pt x="16" y="32"/>
                </a:cubicBezTo>
                <a:cubicBezTo>
                  <a:pt x="337" y="32"/>
                  <a:pt x="337" y="32"/>
                  <a:pt x="337" y="32"/>
                </a:cubicBezTo>
                <a:lnTo>
                  <a:pt x="337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1" name="Freeform 17"/>
          <p:cNvSpPr/>
          <p:nvPr/>
        </p:nvSpPr>
        <p:spPr bwMode="auto">
          <a:xfrm>
            <a:off x="5313011" y="2411110"/>
            <a:ext cx="2103472" cy="2432587"/>
          </a:xfrm>
          <a:custGeom>
            <a:avLst/>
            <a:gdLst>
              <a:gd name="T0" fmla="*/ 1175 w 2352"/>
              <a:gd name="T1" fmla="*/ 0 h 2720"/>
              <a:gd name="T2" fmla="*/ 0 w 2352"/>
              <a:gd name="T3" fmla="*/ 678 h 2720"/>
              <a:gd name="T4" fmla="*/ 0 w 2352"/>
              <a:gd name="T5" fmla="*/ 2042 h 2720"/>
              <a:gd name="T6" fmla="*/ 1175 w 2352"/>
              <a:gd name="T7" fmla="*/ 2720 h 2720"/>
              <a:gd name="T8" fmla="*/ 2352 w 2352"/>
              <a:gd name="T9" fmla="*/ 2042 h 2720"/>
              <a:gd name="T10" fmla="*/ 2352 w 2352"/>
              <a:gd name="T11" fmla="*/ 678 h 2720"/>
              <a:gd name="T12" fmla="*/ 1175 w 2352"/>
              <a:gd name="T13" fmla="*/ 0 h 2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52" h="2720">
                <a:moveTo>
                  <a:pt x="1175" y="0"/>
                </a:moveTo>
                <a:lnTo>
                  <a:pt x="0" y="678"/>
                </a:lnTo>
                <a:lnTo>
                  <a:pt x="0" y="2042"/>
                </a:lnTo>
                <a:lnTo>
                  <a:pt x="1175" y="2720"/>
                </a:lnTo>
                <a:lnTo>
                  <a:pt x="2352" y="2042"/>
                </a:lnTo>
                <a:lnTo>
                  <a:pt x="2352" y="678"/>
                </a:lnTo>
                <a:lnTo>
                  <a:pt x="117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4" name="TextBox 33"/>
          <p:cNvSpPr txBox="1"/>
          <p:nvPr/>
        </p:nvSpPr>
        <p:spPr>
          <a:xfrm>
            <a:off x="5584850" y="3986251"/>
            <a:ext cx="155890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5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implement</a:t>
            </a:r>
            <a:endParaRPr lang="en-US" sz="15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8" name="Freeform 85"/>
          <p:cNvSpPr>
            <a:spLocks noEditPoints="1"/>
          </p:cNvSpPr>
          <p:nvPr/>
        </p:nvSpPr>
        <p:spPr bwMode="auto">
          <a:xfrm>
            <a:off x="5995206" y="3025313"/>
            <a:ext cx="738188" cy="738188"/>
          </a:xfrm>
          <a:custGeom>
            <a:avLst/>
            <a:gdLst>
              <a:gd name="T0" fmla="*/ 177 w 353"/>
              <a:gd name="T1" fmla="*/ 273 h 353"/>
              <a:gd name="T2" fmla="*/ 177 w 353"/>
              <a:gd name="T3" fmla="*/ 96 h 353"/>
              <a:gd name="T4" fmla="*/ 177 w 353"/>
              <a:gd name="T5" fmla="*/ 144 h 353"/>
              <a:gd name="T6" fmla="*/ 177 w 353"/>
              <a:gd name="T7" fmla="*/ 96 h 353"/>
              <a:gd name="T8" fmla="*/ 103 w 353"/>
              <a:gd name="T9" fmla="*/ 145 h 353"/>
              <a:gd name="T10" fmla="*/ 169 w 353"/>
              <a:gd name="T11" fmla="*/ 207 h 353"/>
              <a:gd name="T12" fmla="*/ 177 w 353"/>
              <a:gd name="T13" fmla="*/ 160 h 353"/>
              <a:gd name="T14" fmla="*/ 161 w 353"/>
              <a:gd name="T15" fmla="*/ 176 h 353"/>
              <a:gd name="T16" fmla="*/ 185 w 353"/>
              <a:gd name="T17" fmla="*/ 207 h 353"/>
              <a:gd name="T18" fmla="*/ 251 w 353"/>
              <a:gd name="T19" fmla="*/ 145 h 353"/>
              <a:gd name="T20" fmla="*/ 325 w 353"/>
              <a:gd name="T21" fmla="*/ 137 h 353"/>
              <a:gd name="T22" fmla="*/ 318 w 353"/>
              <a:gd name="T23" fmla="*/ 68 h 353"/>
              <a:gd name="T24" fmla="*/ 268 w 353"/>
              <a:gd name="T25" fmla="*/ 35 h 353"/>
              <a:gd name="T26" fmla="*/ 212 w 353"/>
              <a:gd name="T27" fmla="*/ 12 h 353"/>
              <a:gd name="T28" fmla="*/ 142 w 353"/>
              <a:gd name="T29" fmla="*/ 12 h 353"/>
              <a:gd name="T30" fmla="*/ 85 w 353"/>
              <a:gd name="T31" fmla="*/ 35 h 353"/>
              <a:gd name="T32" fmla="*/ 35 w 353"/>
              <a:gd name="T33" fmla="*/ 68 h 353"/>
              <a:gd name="T34" fmla="*/ 29 w 353"/>
              <a:gd name="T35" fmla="*/ 137 h 353"/>
              <a:gd name="T36" fmla="*/ 0 w 353"/>
              <a:gd name="T37" fmla="*/ 200 h 353"/>
              <a:gd name="T38" fmla="*/ 44 w 353"/>
              <a:gd name="T39" fmla="*/ 253 h 353"/>
              <a:gd name="T40" fmla="*/ 69 w 353"/>
              <a:gd name="T41" fmla="*/ 318 h 353"/>
              <a:gd name="T42" fmla="*/ 100 w 353"/>
              <a:gd name="T43" fmla="*/ 309 h 353"/>
              <a:gd name="T44" fmla="*/ 153 w 353"/>
              <a:gd name="T45" fmla="*/ 353 h 353"/>
              <a:gd name="T46" fmla="*/ 216 w 353"/>
              <a:gd name="T47" fmla="*/ 324 h 353"/>
              <a:gd name="T48" fmla="*/ 278 w 353"/>
              <a:gd name="T49" fmla="*/ 321 h 353"/>
              <a:gd name="T50" fmla="*/ 318 w 353"/>
              <a:gd name="T51" fmla="*/ 268 h 353"/>
              <a:gd name="T52" fmla="*/ 342 w 353"/>
              <a:gd name="T53" fmla="*/ 212 h 353"/>
              <a:gd name="T54" fmla="*/ 342 w 353"/>
              <a:gd name="T55" fmla="*/ 141 h 353"/>
              <a:gd name="T56" fmla="*/ 321 w 353"/>
              <a:gd name="T57" fmla="*/ 200 h 353"/>
              <a:gd name="T58" fmla="*/ 296 w 353"/>
              <a:gd name="T59" fmla="*/ 261 h 353"/>
              <a:gd name="T60" fmla="*/ 276 w 353"/>
              <a:gd name="T61" fmla="*/ 304 h 353"/>
              <a:gd name="T62" fmla="*/ 245 w 353"/>
              <a:gd name="T63" fmla="*/ 295 h 353"/>
              <a:gd name="T64" fmla="*/ 197 w 353"/>
              <a:gd name="T65" fmla="*/ 337 h 353"/>
              <a:gd name="T66" fmla="*/ 153 w 353"/>
              <a:gd name="T67" fmla="*/ 320 h 353"/>
              <a:gd name="T68" fmla="*/ 100 w 353"/>
              <a:gd name="T69" fmla="*/ 293 h 353"/>
              <a:gd name="T70" fmla="*/ 77 w 353"/>
              <a:gd name="T71" fmla="*/ 304 h 353"/>
              <a:gd name="T72" fmla="*/ 58 w 353"/>
              <a:gd name="T73" fmla="*/ 245 h 353"/>
              <a:gd name="T74" fmla="*/ 16 w 353"/>
              <a:gd name="T75" fmla="*/ 196 h 353"/>
              <a:gd name="T76" fmla="*/ 33 w 353"/>
              <a:gd name="T77" fmla="*/ 152 h 353"/>
              <a:gd name="T78" fmla="*/ 58 w 353"/>
              <a:gd name="T79" fmla="*/ 92 h 353"/>
              <a:gd name="T80" fmla="*/ 77 w 353"/>
              <a:gd name="T81" fmla="*/ 49 h 353"/>
              <a:gd name="T82" fmla="*/ 108 w 353"/>
              <a:gd name="T83" fmla="*/ 58 h 353"/>
              <a:gd name="T84" fmla="*/ 157 w 353"/>
              <a:gd name="T85" fmla="*/ 16 h 353"/>
              <a:gd name="T86" fmla="*/ 201 w 353"/>
              <a:gd name="T87" fmla="*/ 33 h 353"/>
              <a:gd name="T88" fmla="*/ 253 w 353"/>
              <a:gd name="T89" fmla="*/ 60 h 353"/>
              <a:gd name="T90" fmla="*/ 304 w 353"/>
              <a:gd name="T91" fmla="*/ 77 h 353"/>
              <a:gd name="T92" fmla="*/ 295 w 353"/>
              <a:gd name="T93" fmla="*/ 108 h 353"/>
              <a:gd name="T94" fmla="*/ 337 w 353"/>
              <a:gd name="T95" fmla="*/ 157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53" h="353">
                <a:moveTo>
                  <a:pt x="177" y="80"/>
                </a:moveTo>
                <a:cubicBezTo>
                  <a:pt x="124" y="80"/>
                  <a:pt x="80" y="123"/>
                  <a:pt x="80" y="176"/>
                </a:cubicBezTo>
                <a:cubicBezTo>
                  <a:pt x="80" y="230"/>
                  <a:pt x="124" y="273"/>
                  <a:pt x="177" y="273"/>
                </a:cubicBezTo>
                <a:cubicBezTo>
                  <a:pt x="230" y="273"/>
                  <a:pt x="273" y="230"/>
                  <a:pt x="273" y="176"/>
                </a:cubicBezTo>
                <a:cubicBezTo>
                  <a:pt x="273" y="123"/>
                  <a:pt x="230" y="80"/>
                  <a:pt x="177" y="80"/>
                </a:cubicBezTo>
                <a:moveTo>
                  <a:pt x="177" y="96"/>
                </a:moveTo>
                <a:cubicBezTo>
                  <a:pt x="204" y="96"/>
                  <a:pt x="228" y="110"/>
                  <a:pt x="243" y="131"/>
                </a:cubicBezTo>
                <a:cubicBezTo>
                  <a:pt x="200" y="154"/>
                  <a:pt x="200" y="154"/>
                  <a:pt x="200" y="154"/>
                </a:cubicBezTo>
                <a:cubicBezTo>
                  <a:pt x="194" y="148"/>
                  <a:pt x="186" y="144"/>
                  <a:pt x="177" y="144"/>
                </a:cubicBezTo>
                <a:cubicBezTo>
                  <a:pt x="168" y="144"/>
                  <a:pt x="159" y="148"/>
                  <a:pt x="154" y="154"/>
                </a:cubicBezTo>
                <a:cubicBezTo>
                  <a:pt x="111" y="131"/>
                  <a:pt x="111" y="131"/>
                  <a:pt x="111" y="131"/>
                </a:cubicBezTo>
                <a:cubicBezTo>
                  <a:pt x="125" y="110"/>
                  <a:pt x="150" y="96"/>
                  <a:pt x="177" y="96"/>
                </a:cubicBezTo>
                <a:moveTo>
                  <a:pt x="169" y="256"/>
                </a:moveTo>
                <a:cubicBezTo>
                  <a:pt x="128" y="252"/>
                  <a:pt x="97" y="218"/>
                  <a:pt x="97" y="176"/>
                </a:cubicBezTo>
                <a:cubicBezTo>
                  <a:pt x="97" y="165"/>
                  <a:pt x="99" y="154"/>
                  <a:pt x="103" y="145"/>
                </a:cubicBezTo>
                <a:cubicBezTo>
                  <a:pt x="146" y="168"/>
                  <a:pt x="146" y="168"/>
                  <a:pt x="146" y="168"/>
                </a:cubicBezTo>
                <a:cubicBezTo>
                  <a:pt x="145" y="171"/>
                  <a:pt x="145" y="174"/>
                  <a:pt x="145" y="176"/>
                </a:cubicBezTo>
                <a:cubicBezTo>
                  <a:pt x="145" y="191"/>
                  <a:pt x="155" y="204"/>
                  <a:pt x="169" y="207"/>
                </a:cubicBezTo>
                <a:lnTo>
                  <a:pt x="169" y="256"/>
                </a:lnTo>
                <a:close/>
                <a:moveTo>
                  <a:pt x="161" y="176"/>
                </a:moveTo>
                <a:cubicBezTo>
                  <a:pt x="161" y="168"/>
                  <a:pt x="168" y="160"/>
                  <a:pt x="177" y="160"/>
                </a:cubicBezTo>
                <a:cubicBezTo>
                  <a:pt x="186" y="160"/>
                  <a:pt x="193" y="168"/>
                  <a:pt x="193" y="176"/>
                </a:cubicBezTo>
                <a:cubicBezTo>
                  <a:pt x="193" y="185"/>
                  <a:pt x="186" y="192"/>
                  <a:pt x="177" y="192"/>
                </a:cubicBezTo>
                <a:cubicBezTo>
                  <a:pt x="168" y="192"/>
                  <a:pt x="161" y="185"/>
                  <a:pt x="161" y="176"/>
                </a:cubicBezTo>
                <a:moveTo>
                  <a:pt x="257" y="176"/>
                </a:moveTo>
                <a:cubicBezTo>
                  <a:pt x="257" y="218"/>
                  <a:pt x="225" y="252"/>
                  <a:pt x="185" y="256"/>
                </a:cubicBezTo>
                <a:cubicBezTo>
                  <a:pt x="185" y="207"/>
                  <a:pt x="185" y="207"/>
                  <a:pt x="185" y="207"/>
                </a:cubicBezTo>
                <a:cubicBezTo>
                  <a:pt x="199" y="204"/>
                  <a:pt x="209" y="191"/>
                  <a:pt x="209" y="176"/>
                </a:cubicBezTo>
                <a:cubicBezTo>
                  <a:pt x="209" y="174"/>
                  <a:pt x="208" y="171"/>
                  <a:pt x="208" y="168"/>
                </a:cubicBezTo>
                <a:cubicBezTo>
                  <a:pt x="251" y="145"/>
                  <a:pt x="251" y="145"/>
                  <a:pt x="251" y="145"/>
                </a:cubicBezTo>
                <a:cubicBezTo>
                  <a:pt x="255" y="154"/>
                  <a:pt x="257" y="165"/>
                  <a:pt x="257" y="176"/>
                </a:cubicBezTo>
                <a:moveTo>
                  <a:pt x="342" y="141"/>
                </a:moveTo>
                <a:cubicBezTo>
                  <a:pt x="325" y="137"/>
                  <a:pt x="325" y="137"/>
                  <a:pt x="325" y="137"/>
                </a:cubicBezTo>
                <a:cubicBezTo>
                  <a:pt x="321" y="124"/>
                  <a:pt x="316" y="111"/>
                  <a:pt x="309" y="100"/>
                </a:cubicBezTo>
                <a:cubicBezTo>
                  <a:pt x="318" y="85"/>
                  <a:pt x="318" y="85"/>
                  <a:pt x="318" y="85"/>
                </a:cubicBezTo>
                <a:cubicBezTo>
                  <a:pt x="321" y="79"/>
                  <a:pt x="323" y="73"/>
                  <a:pt x="318" y="68"/>
                </a:cubicBezTo>
                <a:cubicBezTo>
                  <a:pt x="285" y="35"/>
                  <a:pt x="285" y="35"/>
                  <a:pt x="285" y="35"/>
                </a:cubicBezTo>
                <a:cubicBezTo>
                  <a:pt x="283" y="33"/>
                  <a:pt x="280" y="32"/>
                  <a:pt x="278" y="32"/>
                </a:cubicBezTo>
                <a:cubicBezTo>
                  <a:pt x="275" y="32"/>
                  <a:pt x="271" y="33"/>
                  <a:pt x="268" y="35"/>
                </a:cubicBezTo>
                <a:cubicBezTo>
                  <a:pt x="253" y="44"/>
                  <a:pt x="253" y="44"/>
                  <a:pt x="253" y="44"/>
                </a:cubicBezTo>
                <a:cubicBezTo>
                  <a:pt x="242" y="37"/>
                  <a:pt x="229" y="32"/>
                  <a:pt x="216" y="29"/>
                </a:cubicBezTo>
                <a:cubicBezTo>
                  <a:pt x="212" y="12"/>
                  <a:pt x="212" y="12"/>
                  <a:pt x="212" y="12"/>
                </a:cubicBezTo>
                <a:cubicBezTo>
                  <a:pt x="210" y="6"/>
                  <a:pt x="207" y="0"/>
                  <a:pt x="200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47" y="0"/>
                  <a:pt x="143" y="6"/>
                  <a:pt x="142" y="12"/>
                </a:cubicBezTo>
                <a:cubicBezTo>
                  <a:pt x="137" y="29"/>
                  <a:pt x="137" y="29"/>
                  <a:pt x="137" y="29"/>
                </a:cubicBezTo>
                <a:cubicBezTo>
                  <a:pt x="124" y="32"/>
                  <a:pt x="112" y="37"/>
                  <a:pt x="100" y="44"/>
                </a:cubicBezTo>
                <a:cubicBezTo>
                  <a:pt x="85" y="35"/>
                  <a:pt x="85" y="35"/>
                  <a:pt x="85" y="35"/>
                </a:cubicBezTo>
                <a:cubicBezTo>
                  <a:pt x="82" y="33"/>
                  <a:pt x="79" y="32"/>
                  <a:pt x="76" y="32"/>
                </a:cubicBezTo>
                <a:cubicBezTo>
                  <a:pt x="73" y="32"/>
                  <a:pt x="71" y="33"/>
                  <a:pt x="69" y="35"/>
                </a:cubicBezTo>
                <a:cubicBezTo>
                  <a:pt x="35" y="68"/>
                  <a:pt x="35" y="68"/>
                  <a:pt x="35" y="68"/>
                </a:cubicBezTo>
                <a:cubicBezTo>
                  <a:pt x="31" y="73"/>
                  <a:pt x="33" y="79"/>
                  <a:pt x="35" y="85"/>
                </a:cubicBezTo>
                <a:cubicBezTo>
                  <a:pt x="44" y="100"/>
                  <a:pt x="44" y="100"/>
                  <a:pt x="44" y="100"/>
                </a:cubicBezTo>
                <a:cubicBezTo>
                  <a:pt x="38" y="111"/>
                  <a:pt x="32" y="124"/>
                  <a:pt x="29" y="137"/>
                </a:cubicBezTo>
                <a:cubicBezTo>
                  <a:pt x="12" y="141"/>
                  <a:pt x="12" y="141"/>
                  <a:pt x="12" y="141"/>
                </a:cubicBezTo>
                <a:cubicBezTo>
                  <a:pt x="6" y="143"/>
                  <a:pt x="0" y="146"/>
                  <a:pt x="0" y="153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206"/>
                  <a:pt x="6" y="210"/>
                  <a:pt x="12" y="212"/>
                </a:cubicBezTo>
                <a:cubicBezTo>
                  <a:pt x="29" y="216"/>
                  <a:pt x="29" y="216"/>
                  <a:pt x="29" y="216"/>
                </a:cubicBezTo>
                <a:cubicBezTo>
                  <a:pt x="32" y="229"/>
                  <a:pt x="38" y="241"/>
                  <a:pt x="44" y="253"/>
                </a:cubicBezTo>
                <a:cubicBezTo>
                  <a:pt x="35" y="268"/>
                  <a:pt x="35" y="268"/>
                  <a:pt x="35" y="268"/>
                </a:cubicBezTo>
                <a:cubicBezTo>
                  <a:pt x="32" y="273"/>
                  <a:pt x="31" y="280"/>
                  <a:pt x="35" y="285"/>
                </a:cubicBezTo>
                <a:cubicBezTo>
                  <a:pt x="69" y="318"/>
                  <a:pt x="69" y="318"/>
                  <a:pt x="69" y="318"/>
                </a:cubicBezTo>
                <a:cubicBezTo>
                  <a:pt x="71" y="320"/>
                  <a:pt x="73" y="321"/>
                  <a:pt x="76" y="321"/>
                </a:cubicBezTo>
                <a:cubicBezTo>
                  <a:pt x="79" y="321"/>
                  <a:pt x="82" y="319"/>
                  <a:pt x="85" y="318"/>
                </a:cubicBezTo>
                <a:cubicBezTo>
                  <a:pt x="100" y="309"/>
                  <a:pt x="100" y="309"/>
                  <a:pt x="100" y="309"/>
                </a:cubicBezTo>
                <a:cubicBezTo>
                  <a:pt x="112" y="315"/>
                  <a:pt x="124" y="321"/>
                  <a:pt x="137" y="324"/>
                </a:cubicBezTo>
                <a:cubicBezTo>
                  <a:pt x="142" y="341"/>
                  <a:pt x="142" y="341"/>
                  <a:pt x="142" y="341"/>
                </a:cubicBezTo>
                <a:cubicBezTo>
                  <a:pt x="143" y="347"/>
                  <a:pt x="147" y="353"/>
                  <a:pt x="153" y="353"/>
                </a:cubicBezTo>
                <a:cubicBezTo>
                  <a:pt x="200" y="353"/>
                  <a:pt x="200" y="353"/>
                  <a:pt x="200" y="353"/>
                </a:cubicBezTo>
                <a:cubicBezTo>
                  <a:pt x="207" y="353"/>
                  <a:pt x="210" y="347"/>
                  <a:pt x="212" y="341"/>
                </a:cubicBezTo>
                <a:cubicBezTo>
                  <a:pt x="216" y="324"/>
                  <a:pt x="216" y="324"/>
                  <a:pt x="216" y="324"/>
                </a:cubicBezTo>
                <a:cubicBezTo>
                  <a:pt x="229" y="321"/>
                  <a:pt x="242" y="315"/>
                  <a:pt x="253" y="309"/>
                </a:cubicBezTo>
                <a:cubicBezTo>
                  <a:pt x="268" y="318"/>
                  <a:pt x="268" y="318"/>
                  <a:pt x="268" y="318"/>
                </a:cubicBezTo>
                <a:cubicBezTo>
                  <a:pt x="271" y="319"/>
                  <a:pt x="275" y="321"/>
                  <a:pt x="278" y="321"/>
                </a:cubicBezTo>
                <a:cubicBezTo>
                  <a:pt x="281" y="321"/>
                  <a:pt x="283" y="320"/>
                  <a:pt x="285" y="318"/>
                </a:cubicBezTo>
                <a:cubicBezTo>
                  <a:pt x="318" y="285"/>
                  <a:pt x="318" y="285"/>
                  <a:pt x="318" y="285"/>
                </a:cubicBezTo>
                <a:cubicBezTo>
                  <a:pt x="323" y="280"/>
                  <a:pt x="321" y="273"/>
                  <a:pt x="318" y="268"/>
                </a:cubicBezTo>
                <a:cubicBezTo>
                  <a:pt x="309" y="253"/>
                  <a:pt x="309" y="253"/>
                  <a:pt x="309" y="253"/>
                </a:cubicBezTo>
                <a:cubicBezTo>
                  <a:pt x="316" y="241"/>
                  <a:pt x="321" y="229"/>
                  <a:pt x="325" y="216"/>
                </a:cubicBezTo>
                <a:cubicBezTo>
                  <a:pt x="342" y="212"/>
                  <a:pt x="342" y="212"/>
                  <a:pt x="342" y="212"/>
                </a:cubicBezTo>
                <a:cubicBezTo>
                  <a:pt x="347" y="210"/>
                  <a:pt x="353" y="206"/>
                  <a:pt x="353" y="200"/>
                </a:cubicBezTo>
                <a:cubicBezTo>
                  <a:pt x="353" y="153"/>
                  <a:pt x="353" y="153"/>
                  <a:pt x="353" y="153"/>
                </a:cubicBezTo>
                <a:cubicBezTo>
                  <a:pt x="353" y="146"/>
                  <a:pt x="347" y="143"/>
                  <a:pt x="342" y="141"/>
                </a:cubicBezTo>
                <a:moveTo>
                  <a:pt x="337" y="196"/>
                </a:moveTo>
                <a:cubicBezTo>
                  <a:pt x="337" y="196"/>
                  <a:pt x="337" y="196"/>
                  <a:pt x="337" y="196"/>
                </a:cubicBezTo>
                <a:cubicBezTo>
                  <a:pt x="321" y="200"/>
                  <a:pt x="321" y="200"/>
                  <a:pt x="321" y="200"/>
                </a:cubicBezTo>
                <a:cubicBezTo>
                  <a:pt x="315" y="202"/>
                  <a:pt x="311" y="206"/>
                  <a:pt x="309" y="212"/>
                </a:cubicBezTo>
                <a:cubicBezTo>
                  <a:pt x="306" y="223"/>
                  <a:pt x="301" y="234"/>
                  <a:pt x="295" y="245"/>
                </a:cubicBezTo>
                <a:cubicBezTo>
                  <a:pt x="292" y="250"/>
                  <a:pt x="293" y="256"/>
                  <a:pt x="296" y="261"/>
                </a:cubicBezTo>
                <a:cubicBezTo>
                  <a:pt x="304" y="276"/>
                  <a:pt x="304" y="276"/>
                  <a:pt x="304" y="276"/>
                </a:cubicBezTo>
                <a:cubicBezTo>
                  <a:pt x="276" y="304"/>
                  <a:pt x="276" y="304"/>
                  <a:pt x="276" y="304"/>
                </a:cubicBezTo>
                <a:cubicBezTo>
                  <a:pt x="276" y="304"/>
                  <a:pt x="276" y="304"/>
                  <a:pt x="276" y="304"/>
                </a:cubicBezTo>
                <a:cubicBezTo>
                  <a:pt x="262" y="295"/>
                  <a:pt x="262" y="295"/>
                  <a:pt x="262" y="295"/>
                </a:cubicBezTo>
                <a:cubicBezTo>
                  <a:pt x="259" y="294"/>
                  <a:pt x="256" y="293"/>
                  <a:pt x="253" y="293"/>
                </a:cubicBezTo>
                <a:cubicBezTo>
                  <a:pt x="250" y="293"/>
                  <a:pt x="248" y="293"/>
                  <a:pt x="245" y="295"/>
                </a:cubicBezTo>
                <a:cubicBezTo>
                  <a:pt x="235" y="301"/>
                  <a:pt x="224" y="305"/>
                  <a:pt x="212" y="309"/>
                </a:cubicBezTo>
                <a:cubicBezTo>
                  <a:pt x="207" y="310"/>
                  <a:pt x="202" y="315"/>
                  <a:pt x="201" y="320"/>
                </a:cubicBezTo>
                <a:cubicBezTo>
                  <a:pt x="197" y="337"/>
                  <a:pt x="197" y="337"/>
                  <a:pt x="197" y="337"/>
                </a:cubicBezTo>
                <a:cubicBezTo>
                  <a:pt x="197" y="337"/>
                  <a:pt x="197" y="337"/>
                  <a:pt x="197" y="337"/>
                </a:cubicBezTo>
                <a:cubicBezTo>
                  <a:pt x="157" y="337"/>
                  <a:pt x="157" y="337"/>
                  <a:pt x="157" y="337"/>
                </a:cubicBezTo>
                <a:cubicBezTo>
                  <a:pt x="153" y="320"/>
                  <a:pt x="153" y="320"/>
                  <a:pt x="153" y="320"/>
                </a:cubicBezTo>
                <a:cubicBezTo>
                  <a:pt x="151" y="315"/>
                  <a:pt x="147" y="310"/>
                  <a:pt x="141" y="309"/>
                </a:cubicBezTo>
                <a:cubicBezTo>
                  <a:pt x="130" y="305"/>
                  <a:pt x="119" y="301"/>
                  <a:pt x="108" y="295"/>
                </a:cubicBezTo>
                <a:cubicBezTo>
                  <a:pt x="106" y="293"/>
                  <a:pt x="103" y="293"/>
                  <a:pt x="100" y="293"/>
                </a:cubicBezTo>
                <a:cubicBezTo>
                  <a:pt x="98" y="293"/>
                  <a:pt x="95" y="294"/>
                  <a:pt x="92" y="295"/>
                </a:cubicBezTo>
                <a:cubicBezTo>
                  <a:pt x="77" y="304"/>
                  <a:pt x="77" y="304"/>
                  <a:pt x="77" y="304"/>
                </a:cubicBezTo>
                <a:cubicBezTo>
                  <a:pt x="77" y="304"/>
                  <a:pt x="77" y="304"/>
                  <a:pt x="77" y="304"/>
                </a:cubicBezTo>
                <a:cubicBezTo>
                  <a:pt x="49" y="276"/>
                  <a:pt x="49" y="276"/>
                  <a:pt x="49" y="276"/>
                </a:cubicBezTo>
                <a:cubicBezTo>
                  <a:pt x="58" y="261"/>
                  <a:pt x="58" y="261"/>
                  <a:pt x="58" y="261"/>
                </a:cubicBezTo>
                <a:cubicBezTo>
                  <a:pt x="61" y="256"/>
                  <a:pt x="61" y="250"/>
                  <a:pt x="58" y="245"/>
                </a:cubicBezTo>
                <a:cubicBezTo>
                  <a:pt x="52" y="234"/>
                  <a:pt x="48" y="223"/>
                  <a:pt x="44" y="212"/>
                </a:cubicBezTo>
                <a:cubicBezTo>
                  <a:pt x="43" y="206"/>
                  <a:pt x="39" y="202"/>
                  <a:pt x="33" y="200"/>
                </a:cubicBezTo>
                <a:cubicBezTo>
                  <a:pt x="16" y="196"/>
                  <a:pt x="16" y="196"/>
                  <a:pt x="16" y="196"/>
                </a:cubicBezTo>
                <a:cubicBezTo>
                  <a:pt x="16" y="196"/>
                  <a:pt x="16" y="196"/>
                  <a:pt x="16" y="196"/>
                </a:cubicBezTo>
                <a:cubicBezTo>
                  <a:pt x="16" y="157"/>
                  <a:pt x="16" y="157"/>
                  <a:pt x="16" y="157"/>
                </a:cubicBezTo>
                <a:cubicBezTo>
                  <a:pt x="33" y="152"/>
                  <a:pt x="33" y="152"/>
                  <a:pt x="33" y="152"/>
                </a:cubicBezTo>
                <a:cubicBezTo>
                  <a:pt x="39" y="151"/>
                  <a:pt x="43" y="147"/>
                  <a:pt x="44" y="141"/>
                </a:cubicBezTo>
                <a:cubicBezTo>
                  <a:pt x="48" y="129"/>
                  <a:pt x="52" y="118"/>
                  <a:pt x="58" y="108"/>
                </a:cubicBezTo>
                <a:cubicBezTo>
                  <a:pt x="61" y="103"/>
                  <a:pt x="61" y="97"/>
                  <a:pt x="58" y="92"/>
                </a:cubicBezTo>
                <a:cubicBezTo>
                  <a:pt x="49" y="77"/>
                  <a:pt x="49" y="77"/>
                  <a:pt x="49" y="77"/>
                </a:cubicBezTo>
                <a:cubicBezTo>
                  <a:pt x="49" y="77"/>
                  <a:pt x="49" y="77"/>
                  <a:pt x="49" y="77"/>
                </a:cubicBezTo>
                <a:cubicBezTo>
                  <a:pt x="77" y="49"/>
                  <a:pt x="77" y="49"/>
                  <a:pt x="77" y="49"/>
                </a:cubicBezTo>
                <a:cubicBezTo>
                  <a:pt x="92" y="58"/>
                  <a:pt x="92" y="58"/>
                  <a:pt x="92" y="58"/>
                </a:cubicBezTo>
                <a:cubicBezTo>
                  <a:pt x="95" y="59"/>
                  <a:pt x="98" y="60"/>
                  <a:pt x="100" y="60"/>
                </a:cubicBezTo>
                <a:cubicBezTo>
                  <a:pt x="103" y="60"/>
                  <a:pt x="106" y="59"/>
                  <a:pt x="108" y="58"/>
                </a:cubicBezTo>
                <a:cubicBezTo>
                  <a:pt x="119" y="52"/>
                  <a:pt x="130" y="47"/>
                  <a:pt x="141" y="44"/>
                </a:cubicBezTo>
                <a:cubicBezTo>
                  <a:pt x="147" y="43"/>
                  <a:pt x="151" y="38"/>
                  <a:pt x="153" y="33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97" y="16"/>
                  <a:pt x="197" y="16"/>
                  <a:pt x="197" y="16"/>
                </a:cubicBezTo>
                <a:cubicBezTo>
                  <a:pt x="197" y="16"/>
                  <a:pt x="197" y="16"/>
                  <a:pt x="197" y="16"/>
                </a:cubicBezTo>
                <a:cubicBezTo>
                  <a:pt x="201" y="33"/>
                  <a:pt x="201" y="33"/>
                  <a:pt x="201" y="33"/>
                </a:cubicBezTo>
                <a:cubicBezTo>
                  <a:pt x="202" y="38"/>
                  <a:pt x="207" y="43"/>
                  <a:pt x="212" y="44"/>
                </a:cubicBezTo>
                <a:cubicBezTo>
                  <a:pt x="224" y="47"/>
                  <a:pt x="235" y="52"/>
                  <a:pt x="245" y="58"/>
                </a:cubicBezTo>
                <a:cubicBezTo>
                  <a:pt x="248" y="59"/>
                  <a:pt x="250" y="60"/>
                  <a:pt x="253" y="60"/>
                </a:cubicBezTo>
                <a:cubicBezTo>
                  <a:pt x="256" y="60"/>
                  <a:pt x="259" y="59"/>
                  <a:pt x="262" y="58"/>
                </a:cubicBezTo>
                <a:cubicBezTo>
                  <a:pt x="276" y="49"/>
                  <a:pt x="276" y="49"/>
                  <a:pt x="276" y="49"/>
                </a:cubicBezTo>
                <a:cubicBezTo>
                  <a:pt x="304" y="77"/>
                  <a:pt x="304" y="77"/>
                  <a:pt x="304" y="77"/>
                </a:cubicBezTo>
                <a:cubicBezTo>
                  <a:pt x="304" y="77"/>
                  <a:pt x="304" y="77"/>
                  <a:pt x="304" y="77"/>
                </a:cubicBezTo>
                <a:cubicBezTo>
                  <a:pt x="296" y="92"/>
                  <a:pt x="296" y="92"/>
                  <a:pt x="296" y="92"/>
                </a:cubicBezTo>
                <a:cubicBezTo>
                  <a:pt x="293" y="97"/>
                  <a:pt x="292" y="103"/>
                  <a:pt x="295" y="108"/>
                </a:cubicBezTo>
                <a:cubicBezTo>
                  <a:pt x="301" y="118"/>
                  <a:pt x="306" y="129"/>
                  <a:pt x="309" y="141"/>
                </a:cubicBezTo>
                <a:cubicBezTo>
                  <a:pt x="311" y="147"/>
                  <a:pt x="315" y="151"/>
                  <a:pt x="321" y="152"/>
                </a:cubicBezTo>
                <a:cubicBezTo>
                  <a:pt x="337" y="157"/>
                  <a:pt x="337" y="157"/>
                  <a:pt x="337" y="157"/>
                </a:cubicBezTo>
                <a:lnTo>
                  <a:pt x="337" y="1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9" name="Freeform 15"/>
          <p:cNvSpPr/>
          <p:nvPr/>
        </p:nvSpPr>
        <p:spPr bwMode="auto">
          <a:xfrm>
            <a:off x="8300084" y="2002400"/>
            <a:ext cx="2815361" cy="3250007"/>
          </a:xfrm>
          <a:custGeom>
            <a:avLst/>
            <a:gdLst>
              <a:gd name="T0" fmla="*/ 1573 w 3148"/>
              <a:gd name="T1" fmla="*/ 0 h 3634"/>
              <a:gd name="T2" fmla="*/ 0 w 3148"/>
              <a:gd name="T3" fmla="*/ 904 h 3634"/>
              <a:gd name="T4" fmla="*/ 0 w 3148"/>
              <a:gd name="T5" fmla="*/ 2730 h 3634"/>
              <a:gd name="T6" fmla="*/ 1573 w 3148"/>
              <a:gd name="T7" fmla="*/ 3634 h 3634"/>
              <a:gd name="T8" fmla="*/ 3148 w 3148"/>
              <a:gd name="T9" fmla="*/ 2730 h 3634"/>
              <a:gd name="T10" fmla="*/ 3148 w 3148"/>
              <a:gd name="T11" fmla="*/ 904 h 3634"/>
              <a:gd name="T12" fmla="*/ 1573 w 3148"/>
              <a:gd name="T13" fmla="*/ 0 h 3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48" h="3634">
                <a:moveTo>
                  <a:pt x="1573" y="0"/>
                </a:moveTo>
                <a:lnTo>
                  <a:pt x="0" y="904"/>
                </a:lnTo>
                <a:lnTo>
                  <a:pt x="0" y="2730"/>
                </a:lnTo>
                <a:lnTo>
                  <a:pt x="1573" y="3634"/>
                </a:lnTo>
                <a:lnTo>
                  <a:pt x="3148" y="2730"/>
                </a:lnTo>
                <a:lnTo>
                  <a:pt x="3148" y="904"/>
                </a:lnTo>
                <a:lnTo>
                  <a:pt x="15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5" name="TextBox 34"/>
          <p:cNvSpPr txBox="1"/>
          <p:nvPr/>
        </p:nvSpPr>
        <p:spPr>
          <a:xfrm>
            <a:off x="8598478" y="3909335"/>
            <a:ext cx="221857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Measure &amp; optimize</a:t>
            </a:r>
            <a:endParaRPr lang="en-US" sz="16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40" name="Freeform 83"/>
          <p:cNvSpPr>
            <a:spLocks noEditPoints="1"/>
          </p:cNvSpPr>
          <p:nvPr/>
        </p:nvSpPr>
        <p:spPr bwMode="auto">
          <a:xfrm>
            <a:off x="9276741" y="2776177"/>
            <a:ext cx="862047" cy="862046"/>
          </a:xfrm>
          <a:custGeom>
            <a:avLst/>
            <a:gdLst>
              <a:gd name="T0" fmla="*/ 191 w 353"/>
              <a:gd name="T1" fmla="*/ 257 h 353"/>
              <a:gd name="T2" fmla="*/ 129 w 353"/>
              <a:gd name="T3" fmla="*/ 257 h 353"/>
              <a:gd name="T4" fmla="*/ 48 w 353"/>
              <a:gd name="T5" fmla="*/ 265 h 353"/>
              <a:gd name="T6" fmla="*/ 129 w 353"/>
              <a:gd name="T7" fmla="*/ 273 h 353"/>
              <a:gd name="T8" fmla="*/ 191 w 353"/>
              <a:gd name="T9" fmla="*/ 273 h 353"/>
              <a:gd name="T10" fmla="*/ 305 w 353"/>
              <a:gd name="T11" fmla="*/ 265 h 353"/>
              <a:gd name="T12" fmla="*/ 160 w 353"/>
              <a:gd name="T13" fmla="*/ 281 h 353"/>
              <a:gd name="T14" fmla="*/ 160 w 353"/>
              <a:gd name="T15" fmla="*/ 249 h 353"/>
              <a:gd name="T16" fmla="*/ 160 w 353"/>
              <a:gd name="T17" fmla="*/ 281 h 353"/>
              <a:gd name="T18" fmla="*/ 271 w 353"/>
              <a:gd name="T19" fmla="*/ 168 h 353"/>
              <a:gd name="T20" fmla="*/ 209 w 353"/>
              <a:gd name="T21" fmla="*/ 168 h 353"/>
              <a:gd name="T22" fmla="*/ 48 w 353"/>
              <a:gd name="T23" fmla="*/ 176 h 353"/>
              <a:gd name="T24" fmla="*/ 209 w 353"/>
              <a:gd name="T25" fmla="*/ 184 h 353"/>
              <a:gd name="T26" fmla="*/ 271 w 353"/>
              <a:gd name="T27" fmla="*/ 184 h 353"/>
              <a:gd name="T28" fmla="*/ 305 w 353"/>
              <a:gd name="T29" fmla="*/ 176 h 353"/>
              <a:gd name="T30" fmla="*/ 240 w 353"/>
              <a:gd name="T31" fmla="*/ 192 h 353"/>
              <a:gd name="T32" fmla="*/ 240 w 353"/>
              <a:gd name="T33" fmla="*/ 160 h 353"/>
              <a:gd name="T34" fmla="*/ 240 w 353"/>
              <a:gd name="T35" fmla="*/ 192 h 353"/>
              <a:gd name="T36" fmla="*/ 159 w 353"/>
              <a:gd name="T37" fmla="*/ 80 h 353"/>
              <a:gd name="T38" fmla="*/ 97 w 353"/>
              <a:gd name="T39" fmla="*/ 80 h 353"/>
              <a:gd name="T40" fmla="*/ 48 w 353"/>
              <a:gd name="T41" fmla="*/ 88 h 353"/>
              <a:gd name="T42" fmla="*/ 97 w 353"/>
              <a:gd name="T43" fmla="*/ 96 h 353"/>
              <a:gd name="T44" fmla="*/ 159 w 353"/>
              <a:gd name="T45" fmla="*/ 96 h 353"/>
              <a:gd name="T46" fmla="*/ 305 w 353"/>
              <a:gd name="T47" fmla="*/ 88 h 353"/>
              <a:gd name="T48" fmla="*/ 128 w 353"/>
              <a:gd name="T49" fmla="*/ 104 h 353"/>
              <a:gd name="T50" fmla="*/ 128 w 353"/>
              <a:gd name="T51" fmla="*/ 72 h 353"/>
              <a:gd name="T52" fmla="*/ 128 w 353"/>
              <a:gd name="T53" fmla="*/ 104 h 353"/>
              <a:gd name="T54" fmla="*/ 32 w 353"/>
              <a:gd name="T55" fmla="*/ 0 h 353"/>
              <a:gd name="T56" fmla="*/ 0 w 353"/>
              <a:gd name="T57" fmla="*/ 321 h 353"/>
              <a:gd name="T58" fmla="*/ 321 w 353"/>
              <a:gd name="T59" fmla="*/ 353 h 353"/>
              <a:gd name="T60" fmla="*/ 353 w 353"/>
              <a:gd name="T61" fmla="*/ 32 h 353"/>
              <a:gd name="T62" fmla="*/ 337 w 353"/>
              <a:gd name="T63" fmla="*/ 321 h 353"/>
              <a:gd name="T64" fmla="*/ 32 w 353"/>
              <a:gd name="T65" fmla="*/ 337 h 353"/>
              <a:gd name="T66" fmla="*/ 16 w 353"/>
              <a:gd name="T67" fmla="*/ 32 h 353"/>
              <a:gd name="T68" fmla="*/ 321 w 353"/>
              <a:gd name="T69" fmla="*/ 16 h 353"/>
              <a:gd name="T70" fmla="*/ 337 w 353"/>
              <a:gd name="T71" fmla="*/ 321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3" h="353">
                <a:moveTo>
                  <a:pt x="297" y="257"/>
                </a:moveTo>
                <a:cubicBezTo>
                  <a:pt x="191" y="257"/>
                  <a:pt x="191" y="257"/>
                  <a:pt x="191" y="257"/>
                </a:cubicBezTo>
                <a:cubicBezTo>
                  <a:pt x="188" y="243"/>
                  <a:pt x="175" y="233"/>
                  <a:pt x="160" y="233"/>
                </a:cubicBezTo>
                <a:cubicBezTo>
                  <a:pt x="145" y="233"/>
                  <a:pt x="133" y="243"/>
                  <a:pt x="129" y="257"/>
                </a:cubicBezTo>
                <a:cubicBezTo>
                  <a:pt x="56" y="257"/>
                  <a:pt x="56" y="257"/>
                  <a:pt x="56" y="257"/>
                </a:cubicBezTo>
                <a:cubicBezTo>
                  <a:pt x="51" y="257"/>
                  <a:pt x="48" y="260"/>
                  <a:pt x="48" y="265"/>
                </a:cubicBezTo>
                <a:cubicBezTo>
                  <a:pt x="48" y="269"/>
                  <a:pt x="51" y="273"/>
                  <a:pt x="56" y="273"/>
                </a:cubicBezTo>
                <a:cubicBezTo>
                  <a:pt x="129" y="273"/>
                  <a:pt x="129" y="273"/>
                  <a:pt x="129" y="273"/>
                </a:cubicBezTo>
                <a:cubicBezTo>
                  <a:pt x="133" y="287"/>
                  <a:pt x="145" y="297"/>
                  <a:pt x="160" y="297"/>
                </a:cubicBezTo>
                <a:cubicBezTo>
                  <a:pt x="175" y="297"/>
                  <a:pt x="188" y="287"/>
                  <a:pt x="191" y="273"/>
                </a:cubicBezTo>
                <a:cubicBezTo>
                  <a:pt x="297" y="273"/>
                  <a:pt x="297" y="273"/>
                  <a:pt x="297" y="273"/>
                </a:cubicBezTo>
                <a:cubicBezTo>
                  <a:pt x="301" y="273"/>
                  <a:pt x="305" y="269"/>
                  <a:pt x="305" y="265"/>
                </a:cubicBezTo>
                <a:cubicBezTo>
                  <a:pt x="305" y="260"/>
                  <a:pt x="301" y="257"/>
                  <a:pt x="297" y="257"/>
                </a:cubicBezTo>
                <a:moveTo>
                  <a:pt x="160" y="281"/>
                </a:moveTo>
                <a:cubicBezTo>
                  <a:pt x="151" y="281"/>
                  <a:pt x="144" y="274"/>
                  <a:pt x="144" y="265"/>
                </a:cubicBezTo>
                <a:cubicBezTo>
                  <a:pt x="144" y="256"/>
                  <a:pt x="151" y="249"/>
                  <a:pt x="160" y="249"/>
                </a:cubicBezTo>
                <a:cubicBezTo>
                  <a:pt x="169" y="249"/>
                  <a:pt x="176" y="256"/>
                  <a:pt x="176" y="265"/>
                </a:cubicBezTo>
                <a:cubicBezTo>
                  <a:pt x="176" y="274"/>
                  <a:pt x="169" y="281"/>
                  <a:pt x="160" y="281"/>
                </a:cubicBezTo>
                <a:moveTo>
                  <a:pt x="297" y="168"/>
                </a:moveTo>
                <a:cubicBezTo>
                  <a:pt x="271" y="168"/>
                  <a:pt x="271" y="168"/>
                  <a:pt x="271" y="168"/>
                </a:cubicBezTo>
                <a:cubicBezTo>
                  <a:pt x="268" y="155"/>
                  <a:pt x="255" y="144"/>
                  <a:pt x="240" y="144"/>
                </a:cubicBezTo>
                <a:cubicBezTo>
                  <a:pt x="225" y="144"/>
                  <a:pt x="213" y="155"/>
                  <a:pt x="209" y="168"/>
                </a:cubicBezTo>
                <a:cubicBezTo>
                  <a:pt x="56" y="168"/>
                  <a:pt x="56" y="168"/>
                  <a:pt x="56" y="168"/>
                </a:cubicBezTo>
                <a:cubicBezTo>
                  <a:pt x="51" y="168"/>
                  <a:pt x="48" y="172"/>
                  <a:pt x="48" y="176"/>
                </a:cubicBezTo>
                <a:cubicBezTo>
                  <a:pt x="48" y="181"/>
                  <a:pt x="51" y="184"/>
                  <a:pt x="56" y="184"/>
                </a:cubicBezTo>
                <a:cubicBezTo>
                  <a:pt x="209" y="184"/>
                  <a:pt x="209" y="184"/>
                  <a:pt x="209" y="184"/>
                </a:cubicBezTo>
                <a:cubicBezTo>
                  <a:pt x="213" y="198"/>
                  <a:pt x="225" y="208"/>
                  <a:pt x="240" y="208"/>
                </a:cubicBezTo>
                <a:cubicBezTo>
                  <a:pt x="255" y="208"/>
                  <a:pt x="268" y="198"/>
                  <a:pt x="271" y="184"/>
                </a:cubicBezTo>
                <a:cubicBezTo>
                  <a:pt x="297" y="184"/>
                  <a:pt x="297" y="184"/>
                  <a:pt x="297" y="184"/>
                </a:cubicBezTo>
                <a:cubicBezTo>
                  <a:pt x="301" y="184"/>
                  <a:pt x="305" y="181"/>
                  <a:pt x="305" y="176"/>
                </a:cubicBezTo>
                <a:cubicBezTo>
                  <a:pt x="305" y="172"/>
                  <a:pt x="301" y="168"/>
                  <a:pt x="297" y="168"/>
                </a:cubicBezTo>
                <a:moveTo>
                  <a:pt x="240" y="192"/>
                </a:moveTo>
                <a:cubicBezTo>
                  <a:pt x="232" y="192"/>
                  <a:pt x="224" y="185"/>
                  <a:pt x="224" y="176"/>
                </a:cubicBezTo>
                <a:cubicBezTo>
                  <a:pt x="224" y="168"/>
                  <a:pt x="232" y="160"/>
                  <a:pt x="240" y="160"/>
                </a:cubicBezTo>
                <a:cubicBezTo>
                  <a:pt x="249" y="160"/>
                  <a:pt x="256" y="168"/>
                  <a:pt x="256" y="176"/>
                </a:cubicBezTo>
                <a:cubicBezTo>
                  <a:pt x="256" y="185"/>
                  <a:pt x="249" y="192"/>
                  <a:pt x="240" y="192"/>
                </a:cubicBezTo>
                <a:moveTo>
                  <a:pt x="297" y="80"/>
                </a:moveTo>
                <a:cubicBezTo>
                  <a:pt x="159" y="80"/>
                  <a:pt x="159" y="80"/>
                  <a:pt x="159" y="80"/>
                </a:cubicBezTo>
                <a:cubicBezTo>
                  <a:pt x="155" y="66"/>
                  <a:pt x="143" y="56"/>
                  <a:pt x="128" y="56"/>
                </a:cubicBezTo>
                <a:cubicBezTo>
                  <a:pt x="113" y="56"/>
                  <a:pt x="101" y="66"/>
                  <a:pt x="97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1" y="80"/>
                  <a:pt x="48" y="84"/>
                  <a:pt x="48" y="88"/>
                </a:cubicBezTo>
                <a:cubicBezTo>
                  <a:pt x="48" y="93"/>
                  <a:pt x="51" y="96"/>
                  <a:pt x="56" y="96"/>
                </a:cubicBezTo>
                <a:cubicBezTo>
                  <a:pt x="97" y="96"/>
                  <a:pt x="97" y="96"/>
                  <a:pt x="97" y="96"/>
                </a:cubicBezTo>
                <a:cubicBezTo>
                  <a:pt x="101" y="110"/>
                  <a:pt x="113" y="120"/>
                  <a:pt x="128" y="120"/>
                </a:cubicBezTo>
                <a:cubicBezTo>
                  <a:pt x="143" y="120"/>
                  <a:pt x="155" y="110"/>
                  <a:pt x="159" y="96"/>
                </a:cubicBezTo>
                <a:cubicBezTo>
                  <a:pt x="297" y="96"/>
                  <a:pt x="297" y="96"/>
                  <a:pt x="297" y="96"/>
                </a:cubicBezTo>
                <a:cubicBezTo>
                  <a:pt x="301" y="96"/>
                  <a:pt x="305" y="93"/>
                  <a:pt x="305" y="88"/>
                </a:cubicBezTo>
                <a:cubicBezTo>
                  <a:pt x="305" y="84"/>
                  <a:pt x="301" y="80"/>
                  <a:pt x="297" y="80"/>
                </a:cubicBezTo>
                <a:moveTo>
                  <a:pt x="128" y="104"/>
                </a:moveTo>
                <a:cubicBezTo>
                  <a:pt x="119" y="104"/>
                  <a:pt x="112" y="97"/>
                  <a:pt x="112" y="88"/>
                </a:cubicBezTo>
                <a:cubicBezTo>
                  <a:pt x="112" y="79"/>
                  <a:pt x="119" y="72"/>
                  <a:pt x="128" y="72"/>
                </a:cubicBezTo>
                <a:cubicBezTo>
                  <a:pt x="137" y="72"/>
                  <a:pt x="144" y="79"/>
                  <a:pt x="144" y="88"/>
                </a:cubicBezTo>
                <a:cubicBezTo>
                  <a:pt x="144" y="97"/>
                  <a:pt x="137" y="104"/>
                  <a:pt x="128" y="104"/>
                </a:cubicBezTo>
                <a:moveTo>
                  <a:pt x="321" y="0"/>
                </a:moveTo>
                <a:cubicBezTo>
                  <a:pt x="32" y="0"/>
                  <a:pt x="32" y="0"/>
                  <a:pt x="32" y="0"/>
                </a:cubicBezTo>
                <a:cubicBezTo>
                  <a:pt x="14" y="0"/>
                  <a:pt x="0" y="14"/>
                  <a:pt x="0" y="32"/>
                </a:cubicBezTo>
                <a:cubicBezTo>
                  <a:pt x="0" y="321"/>
                  <a:pt x="0" y="321"/>
                  <a:pt x="0" y="321"/>
                </a:cubicBezTo>
                <a:cubicBezTo>
                  <a:pt x="0" y="339"/>
                  <a:pt x="14" y="353"/>
                  <a:pt x="32" y="353"/>
                </a:cubicBezTo>
                <a:cubicBezTo>
                  <a:pt x="321" y="353"/>
                  <a:pt x="321" y="353"/>
                  <a:pt x="321" y="353"/>
                </a:cubicBezTo>
                <a:cubicBezTo>
                  <a:pt x="338" y="353"/>
                  <a:pt x="353" y="339"/>
                  <a:pt x="353" y="321"/>
                </a:cubicBezTo>
                <a:cubicBezTo>
                  <a:pt x="353" y="32"/>
                  <a:pt x="353" y="32"/>
                  <a:pt x="353" y="32"/>
                </a:cubicBezTo>
                <a:cubicBezTo>
                  <a:pt x="353" y="14"/>
                  <a:pt x="338" y="0"/>
                  <a:pt x="321" y="0"/>
                </a:cubicBezTo>
                <a:moveTo>
                  <a:pt x="337" y="321"/>
                </a:moveTo>
                <a:cubicBezTo>
                  <a:pt x="337" y="330"/>
                  <a:pt x="330" y="337"/>
                  <a:pt x="321" y="337"/>
                </a:cubicBezTo>
                <a:cubicBezTo>
                  <a:pt x="32" y="337"/>
                  <a:pt x="32" y="337"/>
                  <a:pt x="32" y="337"/>
                </a:cubicBezTo>
                <a:cubicBezTo>
                  <a:pt x="23" y="337"/>
                  <a:pt x="16" y="330"/>
                  <a:pt x="16" y="321"/>
                </a:cubicBezTo>
                <a:cubicBezTo>
                  <a:pt x="16" y="32"/>
                  <a:pt x="16" y="32"/>
                  <a:pt x="16" y="32"/>
                </a:cubicBezTo>
                <a:cubicBezTo>
                  <a:pt x="16" y="23"/>
                  <a:pt x="23" y="16"/>
                  <a:pt x="32" y="16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30" y="16"/>
                  <a:pt x="337" y="23"/>
                  <a:pt x="337" y="32"/>
                </a:cubicBezTo>
                <a:lnTo>
                  <a:pt x="337" y="3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pic>
        <p:nvPicPr>
          <p:cNvPr id="15" name="图片 14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SWOT Analysis</a:t>
            </a:r>
            <a:endParaRPr lang="en-US" dirty="0"/>
          </a:p>
        </p:txBody>
      </p:sp>
      <p:sp>
        <p:nvSpPr>
          <p:cNvPr id="4" name="Freeform 5"/>
          <p:cNvSpPr>
            <a:spLocks noEditPoints="1"/>
          </p:cNvSpPr>
          <p:nvPr/>
        </p:nvSpPr>
        <p:spPr bwMode="auto">
          <a:xfrm>
            <a:off x="3790950" y="1903016"/>
            <a:ext cx="2025650" cy="2334419"/>
          </a:xfrm>
          <a:custGeom>
            <a:avLst/>
            <a:gdLst>
              <a:gd name="T0" fmla="*/ 1275 w 2552"/>
              <a:gd name="T1" fmla="*/ 0 h 2941"/>
              <a:gd name="T2" fmla="*/ 0 w 2552"/>
              <a:gd name="T3" fmla="*/ 734 h 2941"/>
              <a:gd name="T4" fmla="*/ 0 w 2552"/>
              <a:gd name="T5" fmla="*/ 2210 h 2941"/>
              <a:gd name="T6" fmla="*/ 1275 w 2552"/>
              <a:gd name="T7" fmla="*/ 2941 h 2941"/>
              <a:gd name="T8" fmla="*/ 2552 w 2552"/>
              <a:gd name="T9" fmla="*/ 2210 h 2941"/>
              <a:gd name="T10" fmla="*/ 2552 w 2552"/>
              <a:gd name="T11" fmla="*/ 734 h 2941"/>
              <a:gd name="T12" fmla="*/ 1275 w 2552"/>
              <a:gd name="T13" fmla="*/ 0 h 2941"/>
              <a:gd name="T14" fmla="*/ 2391 w 2552"/>
              <a:gd name="T15" fmla="*/ 2117 h 2941"/>
              <a:gd name="T16" fmla="*/ 1275 w 2552"/>
              <a:gd name="T17" fmla="*/ 2757 h 2941"/>
              <a:gd name="T18" fmla="*/ 161 w 2552"/>
              <a:gd name="T19" fmla="*/ 2117 h 2941"/>
              <a:gd name="T20" fmla="*/ 161 w 2552"/>
              <a:gd name="T21" fmla="*/ 827 h 2941"/>
              <a:gd name="T22" fmla="*/ 1275 w 2552"/>
              <a:gd name="T23" fmla="*/ 187 h 2941"/>
              <a:gd name="T24" fmla="*/ 2391 w 2552"/>
              <a:gd name="T25" fmla="*/ 827 h 2941"/>
              <a:gd name="T26" fmla="*/ 2391 w 2552"/>
              <a:gd name="T27" fmla="*/ 2117 h 2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52" h="2941">
                <a:moveTo>
                  <a:pt x="1275" y="0"/>
                </a:moveTo>
                <a:lnTo>
                  <a:pt x="0" y="734"/>
                </a:lnTo>
                <a:lnTo>
                  <a:pt x="0" y="2210"/>
                </a:lnTo>
                <a:lnTo>
                  <a:pt x="1275" y="2941"/>
                </a:lnTo>
                <a:lnTo>
                  <a:pt x="2552" y="2210"/>
                </a:lnTo>
                <a:lnTo>
                  <a:pt x="2552" y="734"/>
                </a:lnTo>
                <a:lnTo>
                  <a:pt x="1275" y="0"/>
                </a:lnTo>
                <a:close/>
                <a:moveTo>
                  <a:pt x="2391" y="2117"/>
                </a:moveTo>
                <a:lnTo>
                  <a:pt x="1275" y="2757"/>
                </a:lnTo>
                <a:lnTo>
                  <a:pt x="161" y="2117"/>
                </a:lnTo>
                <a:lnTo>
                  <a:pt x="161" y="827"/>
                </a:lnTo>
                <a:lnTo>
                  <a:pt x="1275" y="187"/>
                </a:lnTo>
                <a:lnTo>
                  <a:pt x="2391" y="827"/>
                </a:lnTo>
                <a:lnTo>
                  <a:pt x="2391" y="211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587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6" name="Freeform 5"/>
          <p:cNvSpPr>
            <a:spLocks noEditPoints="1"/>
          </p:cNvSpPr>
          <p:nvPr/>
        </p:nvSpPr>
        <p:spPr bwMode="auto">
          <a:xfrm>
            <a:off x="1206500" y="1903016"/>
            <a:ext cx="2025650" cy="2334419"/>
          </a:xfrm>
          <a:custGeom>
            <a:avLst/>
            <a:gdLst>
              <a:gd name="T0" fmla="*/ 1275 w 2552"/>
              <a:gd name="T1" fmla="*/ 0 h 2941"/>
              <a:gd name="T2" fmla="*/ 0 w 2552"/>
              <a:gd name="T3" fmla="*/ 734 h 2941"/>
              <a:gd name="T4" fmla="*/ 0 w 2552"/>
              <a:gd name="T5" fmla="*/ 2210 h 2941"/>
              <a:gd name="T6" fmla="*/ 1275 w 2552"/>
              <a:gd name="T7" fmla="*/ 2941 h 2941"/>
              <a:gd name="T8" fmla="*/ 2552 w 2552"/>
              <a:gd name="T9" fmla="*/ 2210 h 2941"/>
              <a:gd name="T10" fmla="*/ 2552 w 2552"/>
              <a:gd name="T11" fmla="*/ 734 h 2941"/>
              <a:gd name="T12" fmla="*/ 1275 w 2552"/>
              <a:gd name="T13" fmla="*/ 0 h 2941"/>
              <a:gd name="T14" fmla="*/ 2391 w 2552"/>
              <a:gd name="T15" fmla="*/ 2117 h 2941"/>
              <a:gd name="T16" fmla="*/ 1275 w 2552"/>
              <a:gd name="T17" fmla="*/ 2757 h 2941"/>
              <a:gd name="T18" fmla="*/ 161 w 2552"/>
              <a:gd name="T19" fmla="*/ 2117 h 2941"/>
              <a:gd name="T20" fmla="*/ 161 w 2552"/>
              <a:gd name="T21" fmla="*/ 827 h 2941"/>
              <a:gd name="T22" fmla="*/ 1275 w 2552"/>
              <a:gd name="T23" fmla="*/ 187 h 2941"/>
              <a:gd name="T24" fmla="*/ 2391 w 2552"/>
              <a:gd name="T25" fmla="*/ 827 h 2941"/>
              <a:gd name="T26" fmla="*/ 2391 w 2552"/>
              <a:gd name="T27" fmla="*/ 2117 h 2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52" h="2941">
                <a:moveTo>
                  <a:pt x="1275" y="0"/>
                </a:moveTo>
                <a:lnTo>
                  <a:pt x="0" y="734"/>
                </a:lnTo>
                <a:lnTo>
                  <a:pt x="0" y="2210"/>
                </a:lnTo>
                <a:lnTo>
                  <a:pt x="1275" y="2941"/>
                </a:lnTo>
                <a:lnTo>
                  <a:pt x="2552" y="2210"/>
                </a:lnTo>
                <a:lnTo>
                  <a:pt x="2552" y="734"/>
                </a:lnTo>
                <a:lnTo>
                  <a:pt x="1275" y="0"/>
                </a:lnTo>
                <a:close/>
                <a:moveTo>
                  <a:pt x="2391" y="2117"/>
                </a:moveTo>
                <a:lnTo>
                  <a:pt x="1275" y="2757"/>
                </a:lnTo>
                <a:lnTo>
                  <a:pt x="161" y="2117"/>
                </a:lnTo>
                <a:lnTo>
                  <a:pt x="161" y="827"/>
                </a:lnTo>
                <a:lnTo>
                  <a:pt x="1275" y="187"/>
                </a:lnTo>
                <a:lnTo>
                  <a:pt x="2391" y="827"/>
                </a:lnTo>
                <a:lnTo>
                  <a:pt x="2391" y="211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587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6375400" y="1903016"/>
            <a:ext cx="2025650" cy="2334419"/>
          </a:xfrm>
          <a:custGeom>
            <a:avLst/>
            <a:gdLst>
              <a:gd name="T0" fmla="*/ 1275 w 2552"/>
              <a:gd name="T1" fmla="*/ 0 h 2941"/>
              <a:gd name="T2" fmla="*/ 0 w 2552"/>
              <a:gd name="T3" fmla="*/ 734 h 2941"/>
              <a:gd name="T4" fmla="*/ 0 w 2552"/>
              <a:gd name="T5" fmla="*/ 2210 h 2941"/>
              <a:gd name="T6" fmla="*/ 1275 w 2552"/>
              <a:gd name="T7" fmla="*/ 2941 h 2941"/>
              <a:gd name="T8" fmla="*/ 2552 w 2552"/>
              <a:gd name="T9" fmla="*/ 2210 h 2941"/>
              <a:gd name="T10" fmla="*/ 2552 w 2552"/>
              <a:gd name="T11" fmla="*/ 734 h 2941"/>
              <a:gd name="T12" fmla="*/ 1275 w 2552"/>
              <a:gd name="T13" fmla="*/ 0 h 2941"/>
              <a:gd name="T14" fmla="*/ 2391 w 2552"/>
              <a:gd name="T15" fmla="*/ 2117 h 2941"/>
              <a:gd name="T16" fmla="*/ 1275 w 2552"/>
              <a:gd name="T17" fmla="*/ 2757 h 2941"/>
              <a:gd name="T18" fmla="*/ 161 w 2552"/>
              <a:gd name="T19" fmla="*/ 2117 h 2941"/>
              <a:gd name="T20" fmla="*/ 161 w 2552"/>
              <a:gd name="T21" fmla="*/ 827 h 2941"/>
              <a:gd name="T22" fmla="*/ 1275 w 2552"/>
              <a:gd name="T23" fmla="*/ 187 h 2941"/>
              <a:gd name="T24" fmla="*/ 2391 w 2552"/>
              <a:gd name="T25" fmla="*/ 827 h 2941"/>
              <a:gd name="T26" fmla="*/ 2391 w 2552"/>
              <a:gd name="T27" fmla="*/ 2117 h 2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52" h="2941">
                <a:moveTo>
                  <a:pt x="1275" y="0"/>
                </a:moveTo>
                <a:lnTo>
                  <a:pt x="0" y="734"/>
                </a:lnTo>
                <a:lnTo>
                  <a:pt x="0" y="2210"/>
                </a:lnTo>
                <a:lnTo>
                  <a:pt x="1275" y="2941"/>
                </a:lnTo>
                <a:lnTo>
                  <a:pt x="2552" y="2210"/>
                </a:lnTo>
                <a:lnTo>
                  <a:pt x="2552" y="734"/>
                </a:lnTo>
                <a:lnTo>
                  <a:pt x="1275" y="0"/>
                </a:lnTo>
                <a:close/>
                <a:moveTo>
                  <a:pt x="2391" y="2117"/>
                </a:moveTo>
                <a:lnTo>
                  <a:pt x="1275" y="2757"/>
                </a:lnTo>
                <a:lnTo>
                  <a:pt x="161" y="2117"/>
                </a:lnTo>
                <a:lnTo>
                  <a:pt x="161" y="827"/>
                </a:lnTo>
                <a:lnTo>
                  <a:pt x="1275" y="187"/>
                </a:lnTo>
                <a:lnTo>
                  <a:pt x="2391" y="827"/>
                </a:lnTo>
                <a:lnTo>
                  <a:pt x="2391" y="211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587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8959850" y="1903016"/>
            <a:ext cx="2025650" cy="2334419"/>
          </a:xfrm>
          <a:custGeom>
            <a:avLst/>
            <a:gdLst>
              <a:gd name="T0" fmla="*/ 1275 w 2552"/>
              <a:gd name="T1" fmla="*/ 0 h 2941"/>
              <a:gd name="T2" fmla="*/ 0 w 2552"/>
              <a:gd name="T3" fmla="*/ 734 h 2941"/>
              <a:gd name="T4" fmla="*/ 0 w 2552"/>
              <a:gd name="T5" fmla="*/ 2210 h 2941"/>
              <a:gd name="T6" fmla="*/ 1275 w 2552"/>
              <a:gd name="T7" fmla="*/ 2941 h 2941"/>
              <a:gd name="T8" fmla="*/ 2552 w 2552"/>
              <a:gd name="T9" fmla="*/ 2210 h 2941"/>
              <a:gd name="T10" fmla="*/ 2552 w 2552"/>
              <a:gd name="T11" fmla="*/ 734 h 2941"/>
              <a:gd name="T12" fmla="*/ 1275 w 2552"/>
              <a:gd name="T13" fmla="*/ 0 h 2941"/>
              <a:gd name="T14" fmla="*/ 2391 w 2552"/>
              <a:gd name="T15" fmla="*/ 2117 h 2941"/>
              <a:gd name="T16" fmla="*/ 1275 w 2552"/>
              <a:gd name="T17" fmla="*/ 2757 h 2941"/>
              <a:gd name="T18" fmla="*/ 161 w 2552"/>
              <a:gd name="T19" fmla="*/ 2117 h 2941"/>
              <a:gd name="T20" fmla="*/ 161 w 2552"/>
              <a:gd name="T21" fmla="*/ 827 h 2941"/>
              <a:gd name="T22" fmla="*/ 1275 w 2552"/>
              <a:gd name="T23" fmla="*/ 187 h 2941"/>
              <a:gd name="T24" fmla="*/ 2391 w 2552"/>
              <a:gd name="T25" fmla="*/ 827 h 2941"/>
              <a:gd name="T26" fmla="*/ 2391 w 2552"/>
              <a:gd name="T27" fmla="*/ 2117 h 2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52" h="2941">
                <a:moveTo>
                  <a:pt x="1275" y="0"/>
                </a:moveTo>
                <a:lnTo>
                  <a:pt x="0" y="734"/>
                </a:lnTo>
                <a:lnTo>
                  <a:pt x="0" y="2210"/>
                </a:lnTo>
                <a:lnTo>
                  <a:pt x="1275" y="2941"/>
                </a:lnTo>
                <a:lnTo>
                  <a:pt x="2552" y="2210"/>
                </a:lnTo>
                <a:lnTo>
                  <a:pt x="2552" y="734"/>
                </a:lnTo>
                <a:lnTo>
                  <a:pt x="1275" y="0"/>
                </a:lnTo>
                <a:close/>
                <a:moveTo>
                  <a:pt x="2391" y="2117"/>
                </a:moveTo>
                <a:lnTo>
                  <a:pt x="1275" y="2757"/>
                </a:lnTo>
                <a:lnTo>
                  <a:pt x="161" y="2117"/>
                </a:lnTo>
                <a:lnTo>
                  <a:pt x="161" y="827"/>
                </a:lnTo>
                <a:lnTo>
                  <a:pt x="1275" y="187"/>
                </a:lnTo>
                <a:lnTo>
                  <a:pt x="2391" y="827"/>
                </a:lnTo>
                <a:lnTo>
                  <a:pt x="2391" y="2117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5875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5" name="Freeform 14"/>
          <p:cNvSpPr/>
          <p:nvPr/>
        </p:nvSpPr>
        <p:spPr bwMode="auto">
          <a:xfrm>
            <a:off x="2157250" y="4092023"/>
            <a:ext cx="125576" cy="144868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6" name="Freeform 15"/>
          <p:cNvSpPr/>
          <p:nvPr/>
        </p:nvSpPr>
        <p:spPr bwMode="auto">
          <a:xfrm>
            <a:off x="4740987" y="4092023"/>
            <a:ext cx="125576" cy="144868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7" name="Freeform 16"/>
          <p:cNvSpPr/>
          <p:nvPr/>
        </p:nvSpPr>
        <p:spPr bwMode="auto">
          <a:xfrm>
            <a:off x="7332956" y="4092023"/>
            <a:ext cx="125576" cy="144868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8" name="Freeform 17"/>
          <p:cNvSpPr/>
          <p:nvPr/>
        </p:nvSpPr>
        <p:spPr bwMode="auto">
          <a:xfrm>
            <a:off x="9909887" y="4092023"/>
            <a:ext cx="125576" cy="144868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grpSp>
        <p:nvGrpSpPr>
          <p:cNvPr id="14" name="Group 13"/>
          <p:cNvGrpSpPr/>
          <p:nvPr/>
        </p:nvGrpSpPr>
        <p:grpSpPr>
          <a:xfrm>
            <a:off x="1106916" y="4653907"/>
            <a:ext cx="2178895" cy="715158"/>
            <a:chOff x="2213832" y="9307814"/>
            <a:chExt cx="4357790" cy="1430316"/>
          </a:xfrm>
        </p:grpSpPr>
        <p:sp>
          <p:nvSpPr>
            <p:cNvPr id="19" name="TextBox 18"/>
            <p:cNvSpPr txBox="1"/>
            <p:nvPr/>
          </p:nvSpPr>
          <p:spPr>
            <a:xfrm>
              <a:off x="2213832" y="9307814"/>
              <a:ext cx="4357790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Strength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13832" y="9904056"/>
              <a:ext cx="4357790" cy="8340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726873" y="4653907"/>
            <a:ext cx="2178895" cy="715158"/>
            <a:chOff x="7453746" y="9307814"/>
            <a:chExt cx="4357790" cy="1430316"/>
          </a:xfrm>
        </p:grpSpPr>
        <p:sp>
          <p:nvSpPr>
            <p:cNvPr id="21" name="TextBox 20"/>
            <p:cNvSpPr txBox="1"/>
            <p:nvPr/>
          </p:nvSpPr>
          <p:spPr>
            <a:xfrm>
              <a:off x="7453746" y="9307814"/>
              <a:ext cx="4357790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Weakness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53746" y="9904056"/>
              <a:ext cx="4357790" cy="8340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299251" y="4653907"/>
            <a:ext cx="2178895" cy="715158"/>
            <a:chOff x="12598501" y="9307814"/>
            <a:chExt cx="4357790" cy="1430316"/>
          </a:xfrm>
        </p:grpSpPr>
        <p:sp>
          <p:nvSpPr>
            <p:cNvPr id="23" name="TextBox 22"/>
            <p:cNvSpPr txBox="1"/>
            <p:nvPr/>
          </p:nvSpPr>
          <p:spPr>
            <a:xfrm>
              <a:off x="12598501" y="9307814"/>
              <a:ext cx="4357790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Opportunity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598501" y="9904056"/>
              <a:ext cx="4357790" cy="8340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876652" y="4653907"/>
            <a:ext cx="2178895" cy="715158"/>
            <a:chOff x="17753304" y="9307814"/>
            <a:chExt cx="4357790" cy="1430316"/>
          </a:xfrm>
        </p:grpSpPr>
        <p:sp>
          <p:nvSpPr>
            <p:cNvPr id="25" name="TextBox 24"/>
            <p:cNvSpPr txBox="1"/>
            <p:nvPr/>
          </p:nvSpPr>
          <p:spPr>
            <a:xfrm>
              <a:off x="17753304" y="9307814"/>
              <a:ext cx="4357790" cy="430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Threat</a:t>
              </a:r>
              <a:endParaRPr lang="en-US" sz="14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7753304" y="9904056"/>
              <a:ext cx="4357790" cy="8340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perspiciatis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25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25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" name="Freeform 4"/>
          <p:cNvSpPr/>
          <p:nvPr/>
        </p:nvSpPr>
        <p:spPr bwMode="auto">
          <a:xfrm>
            <a:off x="1459849" y="2194070"/>
            <a:ext cx="1518953" cy="17523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7" name="TextBox 26"/>
          <p:cNvSpPr txBox="1"/>
          <p:nvPr/>
        </p:nvSpPr>
        <p:spPr>
          <a:xfrm>
            <a:off x="1528947" y="2521389"/>
            <a:ext cx="1334833" cy="11541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75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</a:t>
            </a:r>
            <a:endParaRPr lang="en-US" sz="75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3" name="Freeform 2"/>
          <p:cNvSpPr/>
          <p:nvPr/>
        </p:nvSpPr>
        <p:spPr bwMode="auto">
          <a:xfrm>
            <a:off x="4044299" y="2194070"/>
            <a:ext cx="1518953" cy="17523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8" name="TextBox 27"/>
          <p:cNvSpPr txBox="1"/>
          <p:nvPr/>
        </p:nvSpPr>
        <p:spPr>
          <a:xfrm>
            <a:off x="4112158" y="2521389"/>
            <a:ext cx="1334833" cy="11541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75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W</a:t>
            </a:r>
            <a:endParaRPr lang="en-US" sz="75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6628749" y="2194070"/>
            <a:ext cx="1518953" cy="17523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9" name="TextBox 28"/>
          <p:cNvSpPr txBox="1"/>
          <p:nvPr/>
        </p:nvSpPr>
        <p:spPr>
          <a:xfrm>
            <a:off x="6728327" y="2521389"/>
            <a:ext cx="1334833" cy="11541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75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O</a:t>
            </a:r>
            <a:endParaRPr lang="en-US" sz="75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9213199" y="2194070"/>
            <a:ext cx="1518953" cy="17523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30" name="TextBox 29"/>
          <p:cNvSpPr txBox="1"/>
          <p:nvPr/>
        </p:nvSpPr>
        <p:spPr>
          <a:xfrm>
            <a:off x="9305258" y="2521389"/>
            <a:ext cx="1334833" cy="11541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75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</a:t>
            </a:r>
            <a:endParaRPr lang="en-US" sz="7500" cap="all" dirty="0">
              <a:solidFill>
                <a:schemeClr val="bg1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pic>
        <p:nvPicPr>
          <p:cNvPr id="31" name="图片 30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Puzzle Hexagon</a:t>
            </a:r>
            <a:endParaRPr lang="en-US" dirty="0"/>
          </a:p>
        </p:txBody>
      </p:sp>
      <p:sp>
        <p:nvSpPr>
          <p:cNvPr id="7" name="Freeform 5"/>
          <p:cNvSpPr/>
          <p:nvPr/>
        </p:nvSpPr>
        <p:spPr bwMode="auto">
          <a:xfrm>
            <a:off x="6096000" y="1849662"/>
            <a:ext cx="1565074" cy="2131149"/>
          </a:xfrm>
          <a:custGeom>
            <a:avLst/>
            <a:gdLst>
              <a:gd name="T0" fmla="*/ 0 w 2104"/>
              <a:gd name="T1" fmla="*/ 0 h 2865"/>
              <a:gd name="T2" fmla="*/ 0 w 2104"/>
              <a:gd name="T3" fmla="*/ 1166 h 2865"/>
              <a:gd name="T4" fmla="*/ 289 w 2104"/>
              <a:gd name="T5" fmla="*/ 1166 h 2865"/>
              <a:gd name="T6" fmla="*/ 440 w 2104"/>
              <a:gd name="T7" fmla="*/ 1428 h 2865"/>
              <a:gd name="T8" fmla="*/ 289 w 2104"/>
              <a:gd name="T9" fmla="*/ 1689 h 2865"/>
              <a:gd name="T10" fmla="*/ 0 w 2104"/>
              <a:gd name="T11" fmla="*/ 1689 h 2865"/>
              <a:gd name="T12" fmla="*/ 0 w 2104"/>
              <a:gd name="T13" fmla="*/ 2428 h 2865"/>
              <a:gd name="T14" fmla="*/ 790 w 2104"/>
              <a:gd name="T15" fmla="*/ 2428 h 2865"/>
              <a:gd name="T16" fmla="*/ 790 w 2104"/>
              <a:gd name="T17" fmla="*/ 2715 h 2865"/>
              <a:gd name="T18" fmla="*/ 1052 w 2104"/>
              <a:gd name="T19" fmla="*/ 2865 h 2865"/>
              <a:gd name="T20" fmla="*/ 1313 w 2104"/>
              <a:gd name="T21" fmla="*/ 2715 h 2865"/>
              <a:gd name="T22" fmla="*/ 1313 w 2104"/>
              <a:gd name="T23" fmla="*/ 2428 h 2865"/>
              <a:gd name="T24" fmla="*/ 2104 w 2104"/>
              <a:gd name="T25" fmla="*/ 2428 h 2865"/>
              <a:gd name="T26" fmla="*/ 2104 w 2104"/>
              <a:gd name="T27" fmla="*/ 1210 h 2865"/>
              <a:gd name="T28" fmla="*/ 0 w 2104"/>
              <a:gd name="T29" fmla="*/ 0 h 2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04" h="2865">
                <a:moveTo>
                  <a:pt x="0" y="0"/>
                </a:moveTo>
                <a:lnTo>
                  <a:pt x="0" y="1166"/>
                </a:lnTo>
                <a:lnTo>
                  <a:pt x="289" y="1166"/>
                </a:lnTo>
                <a:lnTo>
                  <a:pt x="440" y="1428"/>
                </a:lnTo>
                <a:lnTo>
                  <a:pt x="289" y="1689"/>
                </a:lnTo>
                <a:lnTo>
                  <a:pt x="0" y="1689"/>
                </a:lnTo>
                <a:lnTo>
                  <a:pt x="0" y="2428"/>
                </a:lnTo>
                <a:lnTo>
                  <a:pt x="790" y="2428"/>
                </a:lnTo>
                <a:lnTo>
                  <a:pt x="790" y="2715"/>
                </a:lnTo>
                <a:lnTo>
                  <a:pt x="1052" y="2865"/>
                </a:lnTo>
                <a:lnTo>
                  <a:pt x="1313" y="2715"/>
                </a:lnTo>
                <a:lnTo>
                  <a:pt x="1313" y="2428"/>
                </a:lnTo>
                <a:lnTo>
                  <a:pt x="2104" y="2428"/>
                </a:lnTo>
                <a:lnTo>
                  <a:pt x="2104" y="12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chemeClr val="bg1"/>
            </a:solidFill>
            <a:round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8" name="Freeform 6"/>
          <p:cNvSpPr/>
          <p:nvPr/>
        </p:nvSpPr>
        <p:spPr bwMode="auto">
          <a:xfrm>
            <a:off x="5779117" y="3655745"/>
            <a:ext cx="1881957" cy="1804596"/>
          </a:xfrm>
          <a:custGeom>
            <a:avLst/>
            <a:gdLst>
              <a:gd name="T0" fmla="*/ 1739 w 2530"/>
              <a:gd name="T1" fmla="*/ 0 h 2426"/>
              <a:gd name="T2" fmla="*/ 1739 w 2530"/>
              <a:gd name="T3" fmla="*/ 287 h 2426"/>
              <a:gd name="T4" fmla="*/ 1478 w 2530"/>
              <a:gd name="T5" fmla="*/ 437 h 2426"/>
              <a:gd name="T6" fmla="*/ 1216 w 2530"/>
              <a:gd name="T7" fmla="*/ 287 h 2426"/>
              <a:gd name="T8" fmla="*/ 1216 w 2530"/>
              <a:gd name="T9" fmla="*/ 0 h 2426"/>
              <a:gd name="T10" fmla="*/ 426 w 2530"/>
              <a:gd name="T11" fmla="*/ 0 h 2426"/>
              <a:gd name="T12" fmla="*/ 426 w 2530"/>
              <a:gd name="T13" fmla="*/ 738 h 2426"/>
              <a:gd name="T14" fmla="*/ 150 w 2530"/>
              <a:gd name="T15" fmla="*/ 738 h 2426"/>
              <a:gd name="T16" fmla="*/ 0 w 2530"/>
              <a:gd name="T17" fmla="*/ 1000 h 2426"/>
              <a:gd name="T18" fmla="*/ 150 w 2530"/>
              <a:gd name="T19" fmla="*/ 1260 h 2426"/>
              <a:gd name="T20" fmla="*/ 426 w 2530"/>
              <a:gd name="T21" fmla="*/ 1260 h 2426"/>
              <a:gd name="T22" fmla="*/ 426 w 2530"/>
              <a:gd name="T23" fmla="*/ 2426 h 2426"/>
              <a:gd name="T24" fmla="*/ 2530 w 2530"/>
              <a:gd name="T25" fmla="*/ 1217 h 2426"/>
              <a:gd name="T26" fmla="*/ 2530 w 2530"/>
              <a:gd name="T27" fmla="*/ 0 h 2426"/>
              <a:gd name="T28" fmla="*/ 1739 w 2530"/>
              <a:gd name="T29" fmla="*/ 0 h 2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30" h="2426">
                <a:moveTo>
                  <a:pt x="1739" y="0"/>
                </a:moveTo>
                <a:lnTo>
                  <a:pt x="1739" y="287"/>
                </a:lnTo>
                <a:lnTo>
                  <a:pt x="1478" y="437"/>
                </a:lnTo>
                <a:lnTo>
                  <a:pt x="1216" y="287"/>
                </a:lnTo>
                <a:lnTo>
                  <a:pt x="1216" y="0"/>
                </a:lnTo>
                <a:lnTo>
                  <a:pt x="426" y="0"/>
                </a:lnTo>
                <a:lnTo>
                  <a:pt x="426" y="738"/>
                </a:lnTo>
                <a:lnTo>
                  <a:pt x="150" y="738"/>
                </a:lnTo>
                <a:lnTo>
                  <a:pt x="0" y="1000"/>
                </a:lnTo>
                <a:lnTo>
                  <a:pt x="150" y="1260"/>
                </a:lnTo>
                <a:lnTo>
                  <a:pt x="426" y="1260"/>
                </a:lnTo>
                <a:lnTo>
                  <a:pt x="426" y="2426"/>
                </a:lnTo>
                <a:lnTo>
                  <a:pt x="2530" y="1217"/>
                </a:lnTo>
                <a:lnTo>
                  <a:pt x="2530" y="0"/>
                </a:lnTo>
                <a:lnTo>
                  <a:pt x="1739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bg1"/>
            </a:solidFill>
            <a:round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9" name="Freeform 7"/>
          <p:cNvSpPr/>
          <p:nvPr/>
        </p:nvSpPr>
        <p:spPr bwMode="auto">
          <a:xfrm>
            <a:off x="4530926" y="3335143"/>
            <a:ext cx="1565074" cy="2125198"/>
          </a:xfrm>
          <a:custGeom>
            <a:avLst/>
            <a:gdLst>
              <a:gd name="T0" fmla="*/ 2104 w 2104"/>
              <a:gd name="T1" fmla="*/ 1169 h 2857"/>
              <a:gd name="T2" fmla="*/ 2104 w 2104"/>
              <a:gd name="T3" fmla="*/ 431 h 2857"/>
              <a:gd name="T4" fmla="*/ 1313 w 2104"/>
              <a:gd name="T5" fmla="*/ 431 h 2857"/>
              <a:gd name="T6" fmla="*/ 1313 w 2104"/>
              <a:gd name="T7" fmla="*/ 151 h 2857"/>
              <a:gd name="T8" fmla="*/ 1052 w 2104"/>
              <a:gd name="T9" fmla="*/ 0 h 2857"/>
              <a:gd name="T10" fmla="*/ 790 w 2104"/>
              <a:gd name="T11" fmla="*/ 151 h 2857"/>
              <a:gd name="T12" fmla="*/ 790 w 2104"/>
              <a:gd name="T13" fmla="*/ 431 h 2857"/>
              <a:gd name="T14" fmla="*/ 0 w 2104"/>
              <a:gd name="T15" fmla="*/ 431 h 2857"/>
              <a:gd name="T16" fmla="*/ 0 w 2104"/>
              <a:gd name="T17" fmla="*/ 1648 h 2857"/>
              <a:gd name="T18" fmla="*/ 2104 w 2104"/>
              <a:gd name="T19" fmla="*/ 2857 h 2857"/>
              <a:gd name="T20" fmla="*/ 2104 w 2104"/>
              <a:gd name="T21" fmla="*/ 2857 h 2857"/>
              <a:gd name="T22" fmla="*/ 2104 w 2104"/>
              <a:gd name="T23" fmla="*/ 1691 h 2857"/>
              <a:gd name="T24" fmla="*/ 1828 w 2104"/>
              <a:gd name="T25" fmla="*/ 1691 h 2857"/>
              <a:gd name="T26" fmla="*/ 1678 w 2104"/>
              <a:gd name="T27" fmla="*/ 1431 h 2857"/>
              <a:gd name="T28" fmla="*/ 1828 w 2104"/>
              <a:gd name="T29" fmla="*/ 1169 h 2857"/>
              <a:gd name="T30" fmla="*/ 2104 w 2104"/>
              <a:gd name="T31" fmla="*/ 1169 h 2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104" h="2857">
                <a:moveTo>
                  <a:pt x="2104" y="1169"/>
                </a:moveTo>
                <a:lnTo>
                  <a:pt x="2104" y="431"/>
                </a:lnTo>
                <a:lnTo>
                  <a:pt x="1313" y="431"/>
                </a:lnTo>
                <a:lnTo>
                  <a:pt x="1313" y="151"/>
                </a:lnTo>
                <a:lnTo>
                  <a:pt x="1052" y="0"/>
                </a:lnTo>
                <a:lnTo>
                  <a:pt x="790" y="151"/>
                </a:lnTo>
                <a:lnTo>
                  <a:pt x="790" y="431"/>
                </a:lnTo>
                <a:lnTo>
                  <a:pt x="0" y="431"/>
                </a:lnTo>
                <a:lnTo>
                  <a:pt x="0" y="1648"/>
                </a:lnTo>
                <a:lnTo>
                  <a:pt x="2104" y="2857"/>
                </a:lnTo>
                <a:lnTo>
                  <a:pt x="2104" y="2857"/>
                </a:lnTo>
                <a:lnTo>
                  <a:pt x="2104" y="1691"/>
                </a:lnTo>
                <a:lnTo>
                  <a:pt x="1828" y="1691"/>
                </a:lnTo>
                <a:lnTo>
                  <a:pt x="1678" y="1431"/>
                </a:lnTo>
                <a:lnTo>
                  <a:pt x="1828" y="1169"/>
                </a:lnTo>
                <a:lnTo>
                  <a:pt x="2104" y="1169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bg1"/>
            </a:solidFill>
            <a:round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0" name="Freeform 8"/>
          <p:cNvSpPr/>
          <p:nvPr/>
        </p:nvSpPr>
        <p:spPr bwMode="auto">
          <a:xfrm>
            <a:off x="4530926" y="1849662"/>
            <a:ext cx="1892371" cy="1806084"/>
          </a:xfrm>
          <a:custGeom>
            <a:avLst/>
            <a:gdLst>
              <a:gd name="T0" fmla="*/ 2393 w 2544"/>
              <a:gd name="T1" fmla="*/ 1166 h 2428"/>
              <a:gd name="T2" fmla="*/ 2104 w 2544"/>
              <a:gd name="T3" fmla="*/ 1166 h 2428"/>
              <a:gd name="T4" fmla="*/ 2104 w 2544"/>
              <a:gd name="T5" fmla="*/ 0 h 2428"/>
              <a:gd name="T6" fmla="*/ 2104 w 2544"/>
              <a:gd name="T7" fmla="*/ 0 h 2428"/>
              <a:gd name="T8" fmla="*/ 0 w 2544"/>
              <a:gd name="T9" fmla="*/ 1210 h 2428"/>
              <a:gd name="T10" fmla="*/ 0 w 2544"/>
              <a:gd name="T11" fmla="*/ 2428 h 2428"/>
              <a:gd name="T12" fmla="*/ 790 w 2544"/>
              <a:gd name="T13" fmla="*/ 2428 h 2428"/>
              <a:gd name="T14" fmla="*/ 790 w 2544"/>
              <a:gd name="T15" fmla="*/ 2148 h 2428"/>
              <a:gd name="T16" fmla="*/ 1052 w 2544"/>
              <a:gd name="T17" fmla="*/ 1997 h 2428"/>
              <a:gd name="T18" fmla="*/ 1313 w 2544"/>
              <a:gd name="T19" fmla="*/ 2148 h 2428"/>
              <a:gd name="T20" fmla="*/ 1313 w 2544"/>
              <a:gd name="T21" fmla="*/ 2428 h 2428"/>
              <a:gd name="T22" fmla="*/ 2104 w 2544"/>
              <a:gd name="T23" fmla="*/ 2428 h 2428"/>
              <a:gd name="T24" fmla="*/ 2104 w 2544"/>
              <a:gd name="T25" fmla="*/ 1689 h 2428"/>
              <a:gd name="T26" fmla="*/ 2393 w 2544"/>
              <a:gd name="T27" fmla="*/ 1689 h 2428"/>
              <a:gd name="T28" fmla="*/ 2544 w 2544"/>
              <a:gd name="T29" fmla="*/ 1428 h 2428"/>
              <a:gd name="T30" fmla="*/ 2393 w 2544"/>
              <a:gd name="T31" fmla="*/ 1166 h 2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44" h="2428">
                <a:moveTo>
                  <a:pt x="2393" y="1166"/>
                </a:moveTo>
                <a:lnTo>
                  <a:pt x="2104" y="1166"/>
                </a:lnTo>
                <a:lnTo>
                  <a:pt x="2104" y="0"/>
                </a:lnTo>
                <a:lnTo>
                  <a:pt x="2104" y="0"/>
                </a:lnTo>
                <a:lnTo>
                  <a:pt x="0" y="1210"/>
                </a:lnTo>
                <a:lnTo>
                  <a:pt x="0" y="2428"/>
                </a:lnTo>
                <a:lnTo>
                  <a:pt x="790" y="2428"/>
                </a:lnTo>
                <a:lnTo>
                  <a:pt x="790" y="2148"/>
                </a:lnTo>
                <a:lnTo>
                  <a:pt x="1052" y="1997"/>
                </a:lnTo>
                <a:lnTo>
                  <a:pt x="1313" y="2148"/>
                </a:lnTo>
                <a:lnTo>
                  <a:pt x="1313" y="2428"/>
                </a:lnTo>
                <a:lnTo>
                  <a:pt x="2104" y="2428"/>
                </a:lnTo>
                <a:lnTo>
                  <a:pt x="2104" y="1689"/>
                </a:lnTo>
                <a:lnTo>
                  <a:pt x="2393" y="1689"/>
                </a:lnTo>
                <a:lnTo>
                  <a:pt x="2544" y="1428"/>
                </a:lnTo>
                <a:lnTo>
                  <a:pt x="2393" y="1166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round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1" name="Freeform 21"/>
          <p:cNvSpPr>
            <a:spLocks noEditPoints="1"/>
          </p:cNvSpPr>
          <p:nvPr/>
        </p:nvSpPr>
        <p:spPr bwMode="auto">
          <a:xfrm>
            <a:off x="4344237" y="1630256"/>
            <a:ext cx="3503526" cy="4049490"/>
          </a:xfrm>
          <a:custGeom>
            <a:avLst/>
            <a:gdLst>
              <a:gd name="T0" fmla="*/ 1760 w 3523"/>
              <a:gd name="T1" fmla="*/ 0 h 4072"/>
              <a:gd name="T2" fmla="*/ 0 w 3523"/>
              <a:gd name="T3" fmla="*/ 1015 h 4072"/>
              <a:gd name="T4" fmla="*/ 0 w 3523"/>
              <a:gd name="T5" fmla="*/ 3057 h 4072"/>
              <a:gd name="T6" fmla="*/ 1760 w 3523"/>
              <a:gd name="T7" fmla="*/ 4072 h 4072"/>
              <a:gd name="T8" fmla="*/ 3523 w 3523"/>
              <a:gd name="T9" fmla="*/ 3057 h 4072"/>
              <a:gd name="T10" fmla="*/ 3523 w 3523"/>
              <a:gd name="T11" fmla="*/ 1015 h 4072"/>
              <a:gd name="T12" fmla="*/ 1760 w 3523"/>
              <a:gd name="T13" fmla="*/ 0 h 4072"/>
              <a:gd name="T14" fmla="*/ 3431 w 3523"/>
              <a:gd name="T15" fmla="*/ 3004 h 4072"/>
              <a:gd name="T16" fmla="*/ 1760 w 3523"/>
              <a:gd name="T17" fmla="*/ 3964 h 4072"/>
              <a:gd name="T18" fmla="*/ 92 w 3523"/>
              <a:gd name="T19" fmla="*/ 3004 h 4072"/>
              <a:gd name="T20" fmla="*/ 92 w 3523"/>
              <a:gd name="T21" fmla="*/ 1068 h 4072"/>
              <a:gd name="T22" fmla="*/ 1760 w 3523"/>
              <a:gd name="T23" fmla="*/ 108 h 4072"/>
              <a:gd name="T24" fmla="*/ 3431 w 3523"/>
              <a:gd name="T25" fmla="*/ 1068 h 4072"/>
              <a:gd name="T26" fmla="*/ 3431 w 3523"/>
              <a:gd name="T27" fmla="*/ 3004 h 4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523" h="4072">
                <a:moveTo>
                  <a:pt x="1760" y="0"/>
                </a:moveTo>
                <a:lnTo>
                  <a:pt x="0" y="1015"/>
                </a:lnTo>
                <a:lnTo>
                  <a:pt x="0" y="3057"/>
                </a:lnTo>
                <a:lnTo>
                  <a:pt x="1760" y="4072"/>
                </a:lnTo>
                <a:lnTo>
                  <a:pt x="3523" y="3057"/>
                </a:lnTo>
                <a:lnTo>
                  <a:pt x="3523" y="1015"/>
                </a:lnTo>
                <a:lnTo>
                  <a:pt x="1760" y="0"/>
                </a:lnTo>
                <a:close/>
                <a:moveTo>
                  <a:pt x="3431" y="3004"/>
                </a:moveTo>
                <a:lnTo>
                  <a:pt x="1760" y="3964"/>
                </a:lnTo>
                <a:lnTo>
                  <a:pt x="92" y="3004"/>
                </a:lnTo>
                <a:lnTo>
                  <a:pt x="92" y="1068"/>
                </a:lnTo>
                <a:lnTo>
                  <a:pt x="1760" y="108"/>
                </a:lnTo>
                <a:lnTo>
                  <a:pt x="3431" y="1068"/>
                </a:lnTo>
                <a:lnTo>
                  <a:pt x="3431" y="3004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4" name="Freeform 84"/>
          <p:cNvSpPr>
            <a:spLocks noEditPoints="1"/>
          </p:cNvSpPr>
          <p:nvPr/>
        </p:nvSpPr>
        <p:spPr bwMode="auto">
          <a:xfrm>
            <a:off x="6666921" y="2728697"/>
            <a:ext cx="465399" cy="465399"/>
          </a:xfrm>
          <a:custGeom>
            <a:avLst/>
            <a:gdLst>
              <a:gd name="T0" fmla="*/ 324 w 353"/>
              <a:gd name="T1" fmla="*/ 137 h 353"/>
              <a:gd name="T2" fmla="*/ 318 w 353"/>
              <a:gd name="T3" fmla="*/ 85 h 353"/>
              <a:gd name="T4" fmla="*/ 285 w 353"/>
              <a:gd name="T5" fmla="*/ 35 h 353"/>
              <a:gd name="T6" fmla="*/ 268 w 353"/>
              <a:gd name="T7" fmla="*/ 35 h 353"/>
              <a:gd name="T8" fmla="*/ 216 w 353"/>
              <a:gd name="T9" fmla="*/ 29 h 353"/>
              <a:gd name="T10" fmla="*/ 200 w 353"/>
              <a:gd name="T11" fmla="*/ 0 h 353"/>
              <a:gd name="T12" fmla="*/ 141 w 353"/>
              <a:gd name="T13" fmla="*/ 12 h 353"/>
              <a:gd name="T14" fmla="*/ 100 w 353"/>
              <a:gd name="T15" fmla="*/ 44 h 353"/>
              <a:gd name="T16" fmla="*/ 76 w 353"/>
              <a:gd name="T17" fmla="*/ 32 h 353"/>
              <a:gd name="T18" fmla="*/ 35 w 353"/>
              <a:gd name="T19" fmla="*/ 68 h 353"/>
              <a:gd name="T20" fmla="*/ 44 w 353"/>
              <a:gd name="T21" fmla="*/ 100 h 353"/>
              <a:gd name="T22" fmla="*/ 12 w 353"/>
              <a:gd name="T23" fmla="*/ 141 h 353"/>
              <a:gd name="T24" fmla="*/ 0 w 353"/>
              <a:gd name="T25" fmla="*/ 200 h 353"/>
              <a:gd name="T26" fmla="*/ 29 w 353"/>
              <a:gd name="T27" fmla="*/ 216 h 353"/>
              <a:gd name="T28" fmla="*/ 35 w 353"/>
              <a:gd name="T29" fmla="*/ 268 h 353"/>
              <a:gd name="T30" fmla="*/ 68 w 353"/>
              <a:gd name="T31" fmla="*/ 318 h 353"/>
              <a:gd name="T32" fmla="*/ 85 w 353"/>
              <a:gd name="T33" fmla="*/ 318 h 353"/>
              <a:gd name="T34" fmla="*/ 137 w 353"/>
              <a:gd name="T35" fmla="*/ 324 h 353"/>
              <a:gd name="T36" fmla="*/ 153 w 353"/>
              <a:gd name="T37" fmla="*/ 353 h 353"/>
              <a:gd name="T38" fmla="*/ 212 w 353"/>
              <a:gd name="T39" fmla="*/ 341 h 353"/>
              <a:gd name="T40" fmla="*/ 253 w 353"/>
              <a:gd name="T41" fmla="*/ 309 h 353"/>
              <a:gd name="T42" fmla="*/ 278 w 353"/>
              <a:gd name="T43" fmla="*/ 321 h 353"/>
              <a:gd name="T44" fmla="*/ 318 w 353"/>
              <a:gd name="T45" fmla="*/ 285 h 353"/>
              <a:gd name="T46" fmla="*/ 309 w 353"/>
              <a:gd name="T47" fmla="*/ 253 h 353"/>
              <a:gd name="T48" fmla="*/ 341 w 353"/>
              <a:gd name="T49" fmla="*/ 212 h 353"/>
              <a:gd name="T50" fmla="*/ 353 w 353"/>
              <a:gd name="T51" fmla="*/ 153 h 353"/>
              <a:gd name="T52" fmla="*/ 337 w 353"/>
              <a:gd name="T53" fmla="*/ 196 h 353"/>
              <a:gd name="T54" fmla="*/ 320 w 353"/>
              <a:gd name="T55" fmla="*/ 200 h 353"/>
              <a:gd name="T56" fmla="*/ 295 w 353"/>
              <a:gd name="T57" fmla="*/ 245 h 353"/>
              <a:gd name="T58" fmla="*/ 304 w 353"/>
              <a:gd name="T59" fmla="*/ 276 h 353"/>
              <a:gd name="T60" fmla="*/ 276 w 353"/>
              <a:gd name="T61" fmla="*/ 304 h 353"/>
              <a:gd name="T62" fmla="*/ 253 w 353"/>
              <a:gd name="T63" fmla="*/ 293 h 353"/>
              <a:gd name="T64" fmla="*/ 212 w 353"/>
              <a:gd name="T65" fmla="*/ 309 h 353"/>
              <a:gd name="T66" fmla="*/ 196 w 353"/>
              <a:gd name="T67" fmla="*/ 337 h 353"/>
              <a:gd name="T68" fmla="*/ 157 w 353"/>
              <a:gd name="T69" fmla="*/ 337 h 353"/>
              <a:gd name="T70" fmla="*/ 141 w 353"/>
              <a:gd name="T71" fmla="*/ 309 h 353"/>
              <a:gd name="T72" fmla="*/ 100 w 353"/>
              <a:gd name="T73" fmla="*/ 293 h 353"/>
              <a:gd name="T74" fmla="*/ 77 w 353"/>
              <a:gd name="T75" fmla="*/ 304 h 353"/>
              <a:gd name="T76" fmla="*/ 49 w 353"/>
              <a:gd name="T77" fmla="*/ 276 h 353"/>
              <a:gd name="T78" fmla="*/ 58 w 353"/>
              <a:gd name="T79" fmla="*/ 245 h 353"/>
              <a:gd name="T80" fmla="*/ 33 w 353"/>
              <a:gd name="T81" fmla="*/ 200 h 353"/>
              <a:gd name="T82" fmla="*/ 16 w 353"/>
              <a:gd name="T83" fmla="*/ 196 h 353"/>
              <a:gd name="T84" fmla="*/ 33 w 353"/>
              <a:gd name="T85" fmla="*/ 152 h 353"/>
              <a:gd name="T86" fmla="*/ 58 w 353"/>
              <a:gd name="T87" fmla="*/ 108 h 353"/>
              <a:gd name="T88" fmla="*/ 49 w 353"/>
              <a:gd name="T89" fmla="*/ 77 h 353"/>
              <a:gd name="T90" fmla="*/ 77 w 353"/>
              <a:gd name="T91" fmla="*/ 49 h 353"/>
              <a:gd name="T92" fmla="*/ 100 w 353"/>
              <a:gd name="T93" fmla="*/ 60 h 353"/>
              <a:gd name="T94" fmla="*/ 141 w 353"/>
              <a:gd name="T95" fmla="*/ 44 h 353"/>
              <a:gd name="T96" fmla="*/ 157 w 353"/>
              <a:gd name="T97" fmla="*/ 16 h 353"/>
              <a:gd name="T98" fmla="*/ 196 w 353"/>
              <a:gd name="T99" fmla="*/ 16 h 353"/>
              <a:gd name="T100" fmla="*/ 212 w 353"/>
              <a:gd name="T101" fmla="*/ 44 h 353"/>
              <a:gd name="T102" fmla="*/ 253 w 353"/>
              <a:gd name="T103" fmla="*/ 60 h 353"/>
              <a:gd name="T104" fmla="*/ 276 w 353"/>
              <a:gd name="T105" fmla="*/ 49 h 353"/>
              <a:gd name="T106" fmla="*/ 304 w 353"/>
              <a:gd name="T107" fmla="*/ 77 h 353"/>
              <a:gd name="T108" fmla="*/ 295 w 353"/>
              <a:gd name="T109" fmla="*/ 108 h 353"/>
              <a:gd name="T110" fmla="*/ 320 w 353"/>
              <a:gd name="T111" fmla="*/ 152 h 353"/>
              <a:gd name="T112" fmla="*/ 337 w 353"/>
              <a:gd name="T113" fmla="*/ 196 h 353"/>
              <a:gd name="T114" fmla="*/ 96 w 353"/>
              <a:gd name="T115" fmla="*/ 176 h 353"/>
              <a:gd name="T116" fmla="*/ 257 w 353"/>
              <a:gd name="T117" fmla="*/ 176 h 353"/>
              <a:gd name="T118" fmla="*/ 176 w 353"/>
              <a:gd name="T119" fmla="*/ 241 h 353"/>
              <a:gd name="T120" fmla="*/ 176 w 353"/>
              <a:gd name="T121" fmla="*/ 112 h 353"/>
              <a:gd name="T122" fmla="*/ 176 w 353"/>
              <a:gd name="T123" fmla="*/ 241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3" h="353">
                <a:moveTo>
                  <a:pt x="341" y="141"/>
                </a:moveTo>
                <a:cubicBezTo>
                  <a:pt x="324" y="137"/>
                  <a:pt x="324" y="137"/>
                  <a:pt x="324" y="137"/>
                </a:cubicBezTo>
                <a:cubicBezTo>
                  <a:pt x="321" y="124"/>
                  <a:pt x="316" y="111"/>
                  <a:pt x="309" y="100"/>
                </a:cubicBezTo>
                <a:cubicBezTo>
                  <a:pt x="318" y="85"/>
                  <a:pt x="318" y="85"/>
                  <a:pt x="318" y="85"/>
                </a:cubicBezTo>
                <a:cubicBezTo>
                  <a:pt x="321" y="79"/>
                  <a:pt x="323" y="73"/>
                  <a:pt x="318" y="68"/>
                </a:cubicBezTo>
                <a:cubicBezTo>
                  <a:pt x="285" y="35"/>
                  <a:pt x="285" y="35"/>
                  <a:pt x="285" y="35"/>
                </a:cubicBezTo>
                <a:cubicBezTo>
                  <a:pt x="283" y="33"/>
                  <a:pt x="280" y="32"/>
                  <a:pt x="277" y="32"/>
                </a:cubicBezTo>
                <a:cubicBezTo>
                  <a:pt x="274" y="32"/>
                  <a:pt x="271" y="33"/>
                  <a:pt x="268" y="35"/>
                </a:cubicBezTo>
                <a:cubicBezTo>
                  <a:pt x="253" y="44"/>
                  <a:pt x="253" y="44"/>
                  <a:pt x="253" y="44"/>
                </a:cubicBezTo>
                <a:cubicBezTo>
                  <a:pt x="241" y="37"/>
                  <a:pt x="229" y="32"/>
                  <a:pt x="216" y="29"/>
                </a:cubicBezTo>
                <a:cubicBezTo>
                  <a:pt x="212" y="12"/>
                  <a:pt x="212" y="12"/>
                  <a:pt x="212" y="12"/>
                </a:cubicBezTo>
                <a:cubicBezTo>
                  <a:pt x="210" y="6"/>
                  <a:pt x="207" y="0"/>
                  <a:pt x="200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46" y="0"/>
                  <a:pt x="143" y="6"/>
                  <a:pt x="141" y="12"/>
                </a:cubicBezTo>
                <a:cubicBezTo>
                  <a:pt x="137" y="29"/>
                  <a:pt x="137" y="29"/>
                  <a:pt x="137" y="29"/>
                </a:cubicBezTo>
                <a:cubicBezTo>
                  <a:pt x="124" y="32"/>
                  <a:pt x="112" y="37"/>
                  <a:pt x="100" y="44"/>
                </a:cubicBezTo>
                <a:cubicBezTo>
                  <a:pt x="85" y="35"/>
                  <a:pt x="85" y="35"/>
                  <a:pt x="85" y="35"/>
                </a:cubicBezTo>
                <a:cubicBezTo>
                  <a:pt x="82" y="33"/>
                  <a:pt x="79" y="32"/>
                  <a:pt x="76" y="32"/>
                </a:cubicBezTo>
                <a:cubicBezTo>
                  <a:pt x="73" y="32"/>
                  <a:pt x="70" y="33"/>
                  <a:pt x="68" y="35"/>
                </a:cubicBezTo>
                <a:cubicBezTo>
                  <a:pt x="35" y="68"/>
                  <a:pt x="35" y="68"/>
                  <a:pt x="35" y="68"/>
                </a:cubicBezTo>
                <a:cubicBezTo>
                  <a:pt x="30" y="73"/>
                  <a:pt x="32" y="79"/>
                  <a:pt x="35" y="85"/>
                </a:cubicBezTo>
                <a:cubicBezTo>
                  <a:pt x="44" y="100"/>
                  <a:pt x="44" y="100"/>
                  <a:pt x="44" y="100"/>
                </a:cubicBezTo>
                <a:cubicBezTo>
                  <a:pt x="37" y="111"/>
                  <a:pt x="32" y="124"/>
                  <a:pt x="29" y="137"/>
                </a:cubicBezTo>
                <a:cubicBezTo>
                  <a:pt x="12" y="141"/>
                  <a:pt x="12" y="141"/>
                  <a:pt x="12" y="141"/>
                </a:cubicBezTo>
                <a:cubicBezTo>
                  <a:pt x="6" y="143"/>
                  <a:pt x="0" y="146"/>
                  <a:pt x="0" y="153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206"/>
                  <a:pt x="6" y="210"/>
                  <a:pt x="12" y="212"/>
                </a:cubicBezTo>
                <a:cubicBezTo>
                  <a:pt x="29" y="216"/>
                  <a:pt x="29" y="216"/>
                  <a:pt x="29" y="216"/>
                </a:cubicBezTo>
                <a:cubicBezTo>
                  <a:pt x="32" y="229"/>
                  <a:pt x="37" y="241"/>
                  <a:pt x="44" y="253"/>
                </a:cubicBezTo>
                <a:cubicBezTo>
                  <a:pt x="35" y="268"/>
                  <a:pt x="35" y="268"/>
                  <a:pt x="35" y="268"/>
                </a:cubicBezTo>
                <a:cubicBezTo>
                  <a:pt x="32" y="273"/>
                  <a:pt x="30" y="280"/>
                  <a:pt x="35" y="285"/>
                </a:cubicBezTo>
                <a:cubicBezTo>
                  <a:pt x="68" y="318"/>
                  <a:pt x="68" y="318"/>
                  <a:pt x="68" y="318"/>
                </a:cubicBezTo>
                <a:cubicBezTo>
                  <a:pt x="70" y="320"/>
                  <a:pt x="73" y="321"/>
                  <a:pt x="75" y="321"/>
                </a:cubicBezTo>
                <a:cubicBezTo>
                  <a:pt x="79" y="321"/>
                  <a:pt x="82" y="319"/>
                  <a:pt x="85" y="318"/>
                </a:cubicBezTo>
                <a:cubicBezTo>
                  <a:pt x="100" y="309"/>
                  <a:pt x="100" y="309"/>
                  <a:pt x="100" y="309"/>
                </a:cubicBezTo>
                <a:cubicBezTo>
                  <a:pt x="112" y="315"/>
                  <a:pt x="124" y="321"/>
                  <a:pt x="137" y="324"/>
                </a:cubicBezTo>
                <a:cubicBezTo>
                  <a:pt x="141" y="341"/>
                  <a:pt x="141" y="341"/>
                  <a:pt x="141" y="341"/>
                </a:cubicBezTo>
                <a:cubicBezTo>
                  <a:pt x="143" y="347"/>
                  <a:pt x="146" y="353"/>
                  <a:pt x="153" y="353"/>
                </a:cubicBezTo>
                <a:cubicBezTo>
                  <a:pt x="200" y="353"/>
                  <a:pt x="200" y="353"/>
                  <a:pt x="200" y="353"/>
                </a:cubicBezTo>
                <a:cubicBezTo>
                  <a:pt x="207" y="353"/>
                  <a:pt x="210" y="347"/>
                  <a:pt x="212" y="341"/>
                </a:cubicBezTo>
                <a:cubicBezTo>
                  <a:pt x="216" y="324"/>
                  <a:pt x="216" y="324"/>
                  <a:pt x="216" y="324"/>
                </a:cubicBezTo>
                <a:cubicBezTo>
                  <a:pt x="229" y="321"/>
                  <a:pt x="241" y="315"/>
                  <a:pt x="253" y="309"/>
                </a:cubicBezTo>
                <a:cubicBezTo>
                  <a:pt x="268" y="318"/>
                  <a:pt x="268" y="318"/>
                  <a:pt x="268" y="318"/>
                </a:cubicBezTo>
                <a:cubicBezTo>
                  <a:pt x="271" y="319"/>
                  <a:pt x="275" y="321"/>
                  <a:pt x="278" y="321"/>
                </a:cubicBezTo>
                <a:cubicBezTo>
                  <a:pt x="280" y="321"/>
                  <a:pt x="283" y="320"/>
                  <a:pt x="285" y="318"/>
                </a:cubicBezTo>
                <a:cubicBezTo>
                  <a:pt x="318" y="285"/>
                  <a:pt x="318" y="285"/>
                  <a:pt x="318" y="285"/>
                </a:cubicBezTo>
                <a:cubicBezTo>
                  <a:pt x="323" y="280"/>
                  <a:pt x="321" y="273"/>
                  <a:pt x="318" y="268"/>
                </a:cubicBezTo>
                <a:cubicBezTo>
                  <a:pt x="309" y="253"/>
                  <a:pt x="309" y="253"/>
                  <a:pt x="309" y="253"/>
                </a:cubicBezTo>
                <a:cubicBezTo>
                  <a:pt x="316" y="241"/>
                  <a:pt x="321" y="229"/>
                  <a:pt x="324" y="216"/>
                </a:cubicBezTo>
                <a:cubicBezTo>
                  <a:pt x="341" y="212"/>
                  <a:pt x="341" y="212"/>
                  <a:pt x="341" y="212"/>
                </a:cubicBezTo>
                <a:cubicBezTo>
                  <a:pt x="347" y="210"/>
                  <a:pt x="353" y="206"/>
                  <a:pt x="353" y="200"/>
                </a:cubicBezTo>
                <a:cubicBezTo>
                  <a:pt x="353" y="153"/>
                  <a:pt x="353" y="153"/>
                  <a:pt x="353" y="153"/>
                </a:cubicBezTo>
                <a:cubicBezTo>
                  <a:pt x="353" y="146"/>
                  <a:pt x="347" y="143"/>
                  <a:pt x="341" y="141"/>
                </a:cubicBezTo>
                <a:moveTo>
                  <a:pt x="337" y="196"/>
                </a:moveTo>
                <a:cubicBezTo>
                  <a:pt x="337" y="196"/>
                  <a:pt x="337" y="196"/>
                  <a:pt x="337" y="196"/>
                </a:cubicBezTo>
                <a:cubicBezTo>
                  <a:pt x="320" y="200"/>
                  <a:pt x="320" y="200"/>
                  <a:pt x="320" y="200"/>
                </a:cubicBezTo>
                <a:cubicBezTo>
                  <a:pt x="315" y="202"/>
                  <a:pt x="310" y="206"/>
                  <a:pt x="309" y="212"/>
                </a:cubicBezTo>
                <a:cubicBezTo>
                  <a:pt x="306" y="223"/>
                  <a:pt x="301" y="234"/>
                  <a:pt x="295" y="245"/>
                </a:cubicBezTo>
                <a:cubicBezTo>
                  <a:pt x="292" y="250"/>
                  <a:pt x="292" y="256"/>
                  <a:pt x="295" y="261"/>
                </a:cubicBezTo>
                <a:cubicBezTo>
                  <a:pt x="304" y="276"/>
                  <a:pt x="304" y="276"/>
                  <a:pt x="304" y="276"/>
                </a:cubicBezTo>
                <a:cubicBezTo>
                  <a:pt x="276" y="304"/>
                  <a:pt x="276" y="304"/>
                  <a:pt x="276" y="304"/>
                </a:cubicBezTo>
                <a:cubicBezTo>
                  <a:pt x="276" y="304"/>
                  <a:pt x="276" y="304"/>
                  <a:pt x="276" y="304"/>
                </a:cubicBezTo>
                <a:cubicBezTo>
                  <a:pt x="261" y="295"/>
                  <a:pt x="261" y="295"/>
                  <a:pt x="261" y="295"/>
                </a:cubicBezTo>
                <a:cubicBezTo>
                  <a:pt x="259" y="294"/>
                  <a:pt x="256" y="293"/>
                  <a:pt x="253" y="293"/>
                </a:cubicBezTo>
                <a:cubicBezTo>
                  <a:pt x="250" y="293"/>
                  <a:pt x="247" y="293"/>
                  <a:pt x="245" y="295"/>
                </a:cubicBezTo>
                <a:cubicBezTo>
                  <a:pt x="235" y="301"/>
                  <a:pt x="223" y="305"/>
                  <a:pt x="212" y="309"/>
                </a:cubicBezTo>
                <a:cubicBezTo>
                  <a:pt x="206" y="310"/>
                  <a:pt x="202" y="315"/>
                  <a:pt x="201" y="320"/>
                </a:cubicBezTo>
                <a:cubicBezTo>
                  <a:pt x="196" y="337"/>
                  <a:pt x="196" y="337"/>
                  <a:pt x="196" y="337"/>
                </a:cubicBezTo>
                <a:cubicBezTo>
                  <a:pt x="196" y="337"/>
                  <a:pt x="196" y="337"/>
                  <a:pt x="196" y="337"/>
                </a:cubicBezTo>
                <a:cubicBezTo>
                  <a:pt x="157" y="337"/>
                  <a:pt x="157" y="337"/>
                  <a:pt x="157" y="337"/>
                </a:cubicBezTo>
                <a:cubicBezTo>
                  <a:pt x="152" y="320"/>
                  <a:pt x="152" y="320"/>
                  <a:pt x="152" y="320"/>
                </a:cubicBezTo>
                <a:cubicBezTo>
                  <a:pt x="151" y="315"/>
                  <a:pt x="147" y="310"/>
                  <a:pt x="141" y="309"/>
                </a:cubicBezTo>
                <a:cubicBezTo>
                  <a:pt x="130" y="305"/>
                  <a:pt x="118" y="301"/>
                  <a:pt x="108" y="295"/>
                </a:cubicBezTo>
                <a:cubicBezTo>
                  <a:pt x="106" y="293"/>
                  <a:pt x="103" y="293"/>
                  <a:pt x="100" y="293"/>
                </a:cubicBezTo>
                <a:cubicBezTo>
                  <a:pt x="97" y="293"/>
                  <a:pt x="94" y="294"/>
                  <a:pt x="92" y="295"/>
                </a:cubicBezTo>
                <a:cubicBezTo>
                  <a:pt x="77" y="304"/>
                  <a:pt x="77" y="304"/>
                  <a:pt x="77" y="304"/>
                </a:cubicBezTo>
                <a:cubicBezTo>
                  <a:pt x="77" y="304"/>
                  <a:pt x="77" y="304"/>
                  <a:pt x="77" y="304"/>
                </a:cubicBezTo>
                <a:cubicBezTo>
                  <a:pt x="49" y="276"/>
                  <a:pt x="49" y="276"/>
                  <a:pt x="49" y="276"/>
                </a:cubicBezTo>
                <a:cubicBezTo>
                  <a:pt x="58" y="261"/>
                  <a:pt x="58" y="261"/>
                  <a:pt x="58" y="261"/>
                </a:cubicBezTo>
                <a:cubicBezTo>
                  <a:pt x="61" y="256"/>
                  <a:pt x="61" y="250"/>
                  <a:pt x="58" y="245"/>
                </a:cubicBezTo>
                <a:cubicBezTo>
                  <a:pt x="52" y="234"/>
                  <a:pt x="47" y="223"/>
                  <a:pt x="44" y="212"/>
                </a:cubicBezTo>
                <a:cubicBezTo>
                  <a:pt x="43" y="206"/>
                  <a:pt x="38" y="202"/>
                  <a:pt x="33" y="200"/>
                </a:cubicBezTo>
                <a:cubicBezTo>
                  <a:pt x="16" y="196"/>
                  <a:pt x="16" y="196"/>
                  <a:pt x="16" y="196"/>
                </a:cubicBezTo>
                <a:cubicBezTo>
                  <a:pt x="16" y="196"/>
                  <a:pt x="16" y="196"/>
                  <a:pt x="16" y="196"/>
                </a:cubicBezTo>
                <a:cubicBezTo>
                  <a:pt x="16" y="157"/>
                  <a:pt x="16" y="157"/>
                  <a:pt x="16" y="157"/>
                </a:cubicBezTo>
                <a:cubicBezTo>
                  <a:pt x="33" y="152"/>
                  <a:pt x="33" y="152"/>
                  <a:pt x="33" y="152"/>
                </a:cubicBezTo>
                <a:cubicBezTo>
                  <a:pt x="38" y="151"/>
                  <a:pt x="43" y="147"/>
                  <a:pt x="44" y="141"/>
                </a:cubicBezTo>
                <a:cubicBezTo>
                  <a:pt x="47" y="129"/>
                  <a:pt x="52" y="118"/>
                  <a:pt x="58" y="108"/>
                </a:cubicBezTo>
                <a:cubicBezTo>
                  <a:pt x="61" y="103"/>
                  <a:pt x="61" y="97"/>
                  <a:pt x="58" y="92"/>
                </a:cubicBezTo>
                <a:cubicBezTo>
                  <a:pt x="49" y="77"/>
                  <a:pt x="49" y="77"/>
                  <a:pt x="49" y="77"/>
                </a:cubicBezTo>
                <a:cubicBezTo>
                  <a:pt x="49" y="77"/>
                  <a:pt x="49" y="77"/>
                  <a:pt x="49" y="77"/>
                </a:cubicBezTo>
                <a:cubicBezTo>
                  <a:pt x="77" y="49"/>
                  <a:pt x="77" y="49"/>
                  <a:pt x="77" y="49"/>
                </a:cubicBezTo>
                <a:cubicBezTo>
                  <a:pt x="92" y="58"/>
                  <a:pt x="92" y="58"/>
                  <a:pt x="92" y="58"/>
                </a:cubicBezTo>
                <a:cubicBezTo>
                  <a:pt x="94" y="59"/>
                  <a:pt x="97" y="60"/>
                  <a:pt x="100" y="60"/>
                </a:cubicBezTo>
                <a:cubicBezTo>
                  <a:pt x="103" y="60"/>
                  <a:pt x="106" y="59"/>
                  <a:pt x="108" y="58"/>
                </a:cubicBezTo>
                <a:cubicBezTo>
                  <a:pt x="118" y="52"/>
                  <a:pt x="130" y="47"/>
                  <a:pt x="141" y="44"/>
                </a:cubicBezTo>
                <a:cubicBezTo>
                  <a:pt x="147" y="43"/>
                  <a:pt x="151" y="38"/>
                  <a:pt x="152" y="33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96" y="16"/>
                  <a:pt x="196" y="16"/>
                  <a:pt x="196" y="16"/>
                </a:cubicBezTo>
                <a:cubicBezTo>
                  <a:pt x="196" y="16"/>
                  <a:pt x="196" y="16"/>
                  <a:pt x="196" y="16"/>
                </a:cubicBezTo>
                <a:cubicBezTo>
                  <a:pt x="201" y="33"/>
                  <a:pt x="201" y="33"/>
                  <a:pt x="201" y="33"/>
                </a:cubicBezTo>
                <a:cubicBezTo>
                  <a:pt x="202" y="38"/>
                  <a:pt x="206" y="43"/>
                  <a:pt x="212" y="44"/>
                </a:cubicBezTo>
                <a:cubicBezTo>
                  <a:pt x="223" y="47"/>
                  <a:pt x="235" y="52"/>
                  <a:pt x="245" y="58"/>
                </a:cubicBezTo>
                <a:cubicBezTo>
                  <a:pt x="247" y="59"/>
                  <a:pt x="250" y="60"/>
                  <a:pt x="253" y="60"/>
                </a:cubicBezTo>
                <a:cubicBezTo>
                  <a:pt x="256" y="60"/>
                  <a:pt x="259" y="59"/>
                  <a:pt x="261" y="58"/>
                </a:cubicBezTo>
                <a:cubicBezTo>
                  <a:pt x="276" y="49"/>
                  <a:pt x="276" y="49"/>
                  <a:pt x="276" y="49"/>
                </a:cubicBezTo>
                <a:cubicBezTo>
                  <a:pt x="304" y="77"/>
                  <a:pt x="304" y="77"/>
                  <a:pt x="304" y="77"/>
                </a:cubicBezTo>
                <a:cubicBezTo>
                  <a:pt x="304" y="77"/>
                  <a:pt x="304" y="77"/>
                  <a:pt x="304" y="77"/>
                </a:cubicBezTo>
                <a:cubicBezTo>
                  <a:pt x="295" y="92"/>
                  <a:pt x="295" y="92"/>
                  <a:pt x="295" y="92"/>
                </a:cubicBezTo>
                <a:cubicBezTo>
                  <a:pt x="292" y="97"/>
                  <a:pt x="292" y="103"/>
                  <a:pt x="295" y="108"/>
                </a:cubicBezTo>
                <a:cubicBezTo>
                  <a:pt x="301" y="118"/>
                  <a:pt x="306" y="129"/>
                  <a:pt x="309" y="141"/>
                </a:cubicBezTo>
                <a:cubicBezTo>
                  <a:pt x="310" y="147"/>
                  <a:pt x="315" y="151"/>
                  <a:pt x="320" y="152"/>
                </a:cubicBezTo>
                <a:cubicBezTo>
                  <a:pt x="337" y="157"/>
                  <a:pt x="337" y="157"/>
                  <a:pt x="337" y="157"/>
                </a:cubicBezTo>
                <a:lnTo>
                  <a:pt x="337" y="196"/>
                </a:lnTo>
                <a:close/>
                <a:moveTo>
                  <a:pt x="176" y="96"/>
                </a:moveTo>
                <a:cubicBezTo>
                  <a:pt x="132" y="96"/>
                  <a:pt x="96" y="132"/>
                  <a:pt x="96" y="176"/>
                </a:cubicBezTo>
                <a:cubicBezTo>
                  <a:pt x="96" y="221"/>
                  <a:pt x="132" y="257"/>
                  <a:pt x="176" y="257"/>
                </a:cubicBezTo>
                <a:cubicBezTo>
                  <a:pt x="221" y="257"/>
                  <a:pt x="257" y="221"/>
                  <a:pt x="257" y="176"/>
                </a:cubicBezTo>
                <a:cubicBezTo>
                  <a:pt x="257" y="132"/>
                  <a:pt x="221" y="96"/>
                  <a:pt x="176" y="96"/>
                </a:cubicBezTo>
                <a:moveTo>
                  <a:pt x="176" y="241"/>
                </a:moveTo>
                <a:cubicBezTo>
                  <a:pt x="141" y="241"/>
                  <a:pt x="112" y="212"/>
                  <a:pt x="112" y="176"/>
                </a:cubicBezTo>
                <a:cubicBezTo>
                  <a:pt x="112" y="141"/>
                  <a:pt x="141" y="112"/>
                  <a:pt x="176" y="112"/>
                </a:cubicBezTo>
                <a:cubicBezTo>
                  <a:pt x="212" y="112"/>
                  <a:pt x="241" y="141"/>
                  <a:pt x="241" y="176"/>
                </a:cubicBezTo>
                <a:cubicBezTo>
                  <a:pt x="241" y="212"/>
                  <a:pt x="212" y="241"/>
                  <a:pt x="176" y="24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5" name="Freeform 97"/>
          <p:cNvSpPr>
            <a:spLocks noEditPoints="1"/>
          </p:cNvSpPr>
          <p:nvPr/>
        </p:nvSpPr>
        <p:spPr bwMode="auto">
          <a:xfrm>
            <a:off x="6635767" y="4187600"/>
            <a:ext cx="465400" cy="381559"/>
          </a:xfrm>
          <a:custGeom>
            <a:avLst/>
            <a:gdLst>
              <a:gd name="T0" fmla="*/ 241 w 353"/>
              <a:gd name="T1" fmla="*/ 32 h 289"/>
              <a:gd name="T2" fmla="*/ 144 w 353"/>
              <a:gd name="T3" fmla="*/ 0 h 289"/>
              <a:gd name="T4" fmla="*/ 16 w 353"/>
              <a:gd name="T5" fmla="*/ 32 h 289"/>
              <a:gd name="T6" fmla="*/ 0 w 353"/>
              <a:gd name="T7" fmla="*/ 129 h 289"/>
              <a:gd name="T8" fmla="*/ 16 w 353"/>
              <a:gd name="T9" fmla="*/ 273 h 289"/>
              <a:gd name="T10" fmla="*/ 321 w 353"/>
              <a:gd name="T11" fmla="*/ 289 h 289"/>
              <a:gd name="T12" fmla="*/ 337 w 353"/>
              <a:gd name="T13" fmla="*/ 145 h 289"/>
              <a:gd name="T14" fmla="*/ 353 w 353"/>
              <a:gd name="T15" fmla="*/ 48 h 289"/>
              <a:gd name="T16" fmla="*/ 144 w 353"/>
              <a:gd name="T17" fmla="*/ 16 h 289"/>
              <a:gd name="T18" fmla="*/ 225 w 353"/>
              <a:gd name="T19" fmla="*/ 32 h 289"/>
              <a:gd name="T20" fmla="*/ 144 w 353"/>
              <a:gd name="T21" fmla="*/ 16 h 289"/>
              <a:gd name="T22" fmla="*/ 32 w 353"/>
              <a:gd name="T23" fmla="*/ 273 h 289"/>
              <a:gd name="T24" fmla="*/ 64 w 353"/>
              <a:gd name="T25" fmla="*/ 145 h 289"/>
              <a:gd name="T26" fmla="*/ 80 w 353"/>
              <a:gd name="T27" fmla="*/ 177 h 289"/>
              <a:gd name="T28" fmla="*/ 128 w 353"/>
              <a:gd name="T29" fmla="*/ 161 h 289"/>
              <a:gd name="T30" fmla="*/ 225 w 353"/>
              <a:gd name="T31" fmla="*/ 145 h 289"/>
              <a:gd name="T32" fmla="*/ 241 w 353"/>
              <a:gd name="T33" fmla="*/ 177 h 289"/>
              <a:gd name="T34" fmla="*/ 289 w 353"/>
              <a:gd name="T35" fmla="*/ 161 h 289"/>
              <a:gd name="T36" fmla="*/ 321 w 353"/>
              <a:gd name="T37" fmla="*/ 145 h 289"/>
              <a:gd name="T38" fmla="*/ 80 w 353"/>
              <a:gd name="T39" fmla="*/ 113 h 289"/>
              <a:gd name="T40" fmla="*/ 112 w 353"/>
              <a:gd name="T41" fmla="*/ 161 h 289"/>
              <a:gd name="T42" fmla="*/ 80 w 353"/>
              <a:gd name="T43" fmla="*/ 113 h 289"/>
              <a:gd name="T44" fmla="*/ 273 w 353"/>
              <a:gd name="T45" fmla="*/ 113 h 289"/>
              <a:gd name="T46" fmla="*/ 241 w 353"/>
              <a:gd name="T47" fmla="*/ 161 h 289"/>
              <a:gd name="T48" fmla="*/ 337 w 353"/>
              <a:gd name="T49" fmla="*/ 129 h 289"/>
              <a:gd name="T50" fmla="*/ 289 w 353"/>
              <a:gd name="T51" fmla="*/ 113 h 289"/>
              <a:gd name="T52" fmla="*/ 241 w 353"/>
              <a:gd name="T53" fmla="*/ 97 h 289"/>
              <a:gd name="T54" fmla="*/ 225 w 353"/>
              <a:gd name="T55" fmla="*/ 129 h 289"/>
              <a:gd name="T56" fmla="*/ 128 w 353"/>
              <a:gd name="T57" fmla="*/ 113 h 289"/>
              <a:gd name="T58" fmla="*/ 80 w 353"/>
              <a:gd name="T59" fmla="*/ 97 h 289"/>
              <a:gd name="T60" fmla="*/ 64 w 353"/>
              <a:gd name="T61" fmla="*/ 129 h 289"/>
              <a:gd name="T62" fmla="*/ 16 w 353"/>
              <a:gd name="T63" fmla="*/ 48 h 289"/>
              <a:gd name="T64" fmla="*/ 337 w 353"/>
              <a:gd name="T65" fmla="*/ 12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53" h="289">
                <a:moveTo>
                  <a:pt x="337" y="32"/>
                </a:moveTo>
                <a:cubicBezTo>
                  <a:pt x="241" y="32"/>
                  <a:pt x="241" y="32"/>
                  <a:pt x="241" y="32"/>
                </a:cubicBezTo>
                <a:cubicBezTo>
                  <a:pt x="241" y="15"/>
                  <a:pt x="226" y="0"/>
                  <a:pt x="209" y="0"/>
                </a:cubicBezTo>
                <a:cubicBezTo>
                  <a:pt x="144" y="0"/>
                  <a:pt x="144" y="0"/>
                  <a:pt x="144" y="0"/>
                </a:cubicBezTo>
                <a:cubicBezTo>
                  <a:pt x="127" y="0"/>
                  <a:pt x="112" y="15"/>
                  <a:pt x="112" y="32"/>
                </a:cubicBez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40"/>
                  <a:pt x="0" y="48"/>
                </a:cubicBezTo>
                <a:cubicBezTo>
                  <a:pt x="0" y="129"/>
                  <a:pt x="0" y="129"/>
                  <a:pt x="0" y="129"/>
                </a:cubicBezTo>
                <a:cubicBezTo>
                  <a:pt x="0" y="138"/>
                  <a:pt x="7" y="145"/>
                  <a:pt x="16" y="145"/>
                </a:cubicBezTo>
                <a:cubicBezTo>
                  <a:pt x="16" y="273"/>
                  <a:pt x="16" y="273"/>
                  <a:pt x="16" y="273"/>
                </a:cubicBezTo>
                <a:cubicBezTo>
                  <a:pt x="16" y="282"/>
                  <a:pt x="23" y="289"/>
                  <a:pt x="32" y="289"/>
                </a:cubicBezTo>
                <a:cubicBezTo>
                  <a:pt x="321" y="289"/>
                  <a:pt x="321" y="289"/>
                  <a:pt x="321" y="289"/>
                </a:cubicBezTo>
                <a:cubicBezTo>
                  <a:pt x="330" y="289"/>
                  <a:pt x="337" y="282"/>
                  <a:pt x="337" y="273"/>
                </a:cubicBezTo>
                <a:cubicBezTo>
                  <a:pt x="337" y="145"/>
                  <a:pt x="337" y="145"/>
                  <a:pt x="337" y="145"/>
                </a:cubicBezTo>
                <a:cubicBezTo>
                  <a:pt x="346" y="145"/>
                  <a:pt x="353" y="138"/>
                  <a:pt x="353" y="129"/>
                </a:cubicBezTo>
                <a:cubicBezTo>
                  <a:pt x="353" y="48"/>
                  <a:pt x="353" y="48"/>
                  <a:pt x="353" y="48"/>
                </a:cubicBezTo>
                <a:cubicBezTo>
                  <a:pt x="353" y="40"/>
                  <a:pt x="346" y="32"/>
                  <a:pt x="337" y="32"/>
                </a:cubicBezTo>
                <a:moveTo>
                  <a:pt x="144" y="16"/>
                </a:moveTo>
                <a:cubicBezTo>
                  <a:pt x="209" y="16"/>
                  <a:pt x="209" y="16"/>
                  <a:pt x="209" y="16"/>
                </a:cubicBezTo>
                <a:cubicBezTo>
                  <a:pt x="217" y="16"/>
                  <a:pt x="225" y="23"/>
                  <a:pt x="225" y="32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128" y="23"/>
                  <a:pt x="136" y="16"/>
                  <a:pt x="144" y="16"/>
                </a:cubicBezTo>
                <a:moveTo>
                  <a:pt x="321" y="273"/>
                </a:moveTo>
                <a:cubicBezTo>
                  <a:pt x="32" y="273"/>
                  <a:pt x="32" y="273"/>
                  <a:pt x="32" y="273"/>
                </a:cubicBezTo>
                <a:cubicBezTo>
                  <a:pt x="32" y="145"/>
                  <a:pt x="32" y="145"/>
                  <a:pt x="32" y="145"/>
                </a:cubicBezTo>
                <a:cubicBezTo>
                  <a:pt x="64" y="145"/>
                  <a:pt x="64" y="145"/>
                  <a:pt x="64" y="145"/>
                </a:cubicBezTo>
                <a:cubicBezTo>
                  <a:pt x="64" y="161"/>
                  <a:pt x="64" y="161"/>
                  <a:pt x="64" y="161"/>
                </a:cubicBezTo>
                <a:cubicBezTo>
                  <a:pt x="64" y="170"/>
                  <a:pt x="71" y="177"/>
                  <a:pt x="80" y="177"/>
                </a:cubicBezTo>
                <a:cubicBezTo>
                  <a:pt x="112" y="177"/>
                  <a:pt x="112" y="177"/>
                  <a:pt x="112" y="177"/>
                </a:cubicBezTo>
                <a:cubicBezTo>
                  <a:pt x="121" y="177"/>
                  <a:pt x="128" y="170"/>
                  <a:pt x="128" y="161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225" y="145"/>
                  <a:pt x="225" y="145"/>
                  <a:pt x="225" y="145"/>
                </a:cubicBezTo>
                <a:cubicBezTo>
                  <a:pt x="225" y="161"/>
                  <a:pt x="225" y="161"/>
                  <a:pt x="225" y="161"/>
                </a:cubicBezTo>
                <a:cubicBezTo>
                  <a:pt x="225" y="170"/>
                  <a:pt x="232" y="177"/>
                  <a:pt x="241" y="177"/>
                </a:cubicBezTo>
                <a:cubicBezTo>
                  <a:pt x="273" y="177"/>
                  <a:pt x="273" y="177"/>
                  <a:pt x="273" y="177"/>
                </a:cubicBezTo>
                <a:cubicBezTo>
                  <a:pt x="282" y="177"/>
                  <a:pt x="289" y="170"/>
                  <a:pt x="289" y="161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321" y="145"/>
                  <a:pt x="321" y="145"/>
                  <a:pt x="321" y="145"/>
                </a:cubicBezTo>
                <a:lnTo>
                  <a:pt x="321" y="273"/>
                </a:lnTo>
                <a:close/>
                <a:moveTo>
                  <a:pt x="80" y="113"/>
                </a:moveTo>
                <a:cubicBezTo>
                  <a:pt x="112" y="113"/>
                  <a:pt x="112" y="113"/>
                  <a:pt x="112" y="113"/>
                </a:cubicBezTo>
                <a:cubicBezTo>
                  <a:pt x="112" y="161"/>
                  <a:pt x="112" y="161"/>
                  <a:pt x="112" y="161"/>
                </a:cubicBezTo>
                <a:cubicBezTo>
                  <a:pt x="80" y="161"/>
                  <a:pt x="80" y="161"/>
                  <a:pt x="80" y="161"/>
                </a:cubicBezTo>
                <a:lnTo>
                  <a:pt x="80" y="113"/>
                </a:lnTo>
                <a:close/>
                <a:moveTo>
                  <a:pt x="241" y="113"/>
                </a:moveTo>
                <a:cubicBezTo>
                  <a:pt x="273" y="113"/>
                  <a:pt x="273" y="113"/>
                  <a:pt x="273" y="113"/>
                </a:cubicBezTo>
                <a:cubicBezTo>
                  <a:pt x="273" y="161"/>
                  <a:pt x="273" y="161"/>
                  <a:pt x="273" y="161"/>
                </a:cubicBezTo>
                <a:cubicBezTo>
                  <a:pt x="241" y="161"/>
                  <a:pt x="241" y="161"/>
                  <a:pt x="241" y="161"/>
                </a:cubicBezTo>
                <a:lnTo>
                  <a:pt x="241" y="113"/>
                </a:lnTo>
                <a:close/>
                <a:moveTo>
                  <a:pt x="337" y="129"/>
                </a:moveTo>
                <a:cubicBezTo>
                  <a:pt x="289" y="129"/>
                  <a:pt x="289" y="129"/>
                  <a:pt x="289" y="129"/>
                </a:cubicBezTo>
                <a:cubicBezTo>
                  <a:pt x="289" y="113"/>
                  <a:pt x="289" y="113"/>
                  <a:pt x="289" y="113"/>
                </a:cubicBezTo>
                <a:cubicBezTo>
                  <a:pt x="289" y="104"/>
                  <a:pt x="282" y="97"/>
                  <a:pt x="273" y="97"/>
                </a:cubicBezTo>
                <a:cubicBezTo>
                  <a:pt x="241" y="97"/>
                  <a:pt x="241" y="97"/>
                  <a:pt x="241" y="97"/>
                </a:cubicBezTo>
                <a:cubicBezTo>
                  <a:pt x="232" y="97"/>
                  <a:pt x="225" y="104"/>
                  <a:pt x="225" y="113"/>
                </a:cubicBezTo>
                <a:cubicBezTo>
                  <a:pt x="225" y="129"/>
                  <a:pt x="225" y="129"/>
                  <a:pt x="225" y="129"/>
                </a:cubicBezTo>
                <a:cubicBezTo>
                  <a:pt x="128" y="129"/>
                  <a:pt x="128" y="129"/>
                  <a:pt x="128" y="129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28" y="104"/>
                  <a:pt x="121" y="97"/>
                  <a:pt x="112" y="97"/>
                </a:cubicBezTo>
                <a:cubicBezTo>
                  <a:pt x="80" y="97"/>
                  <a:pt x="80" y="97"/>
                  <a:pt x="80" y="97"/>
                </a:cubicBezTo>
                <a:cubicBezTo>
                  <a:pt x="71" y="97"/>
                  <a:pt x="64" y="104"/>
                  <a:pt x="64" y="113"/>
                </a:cubicBezTo>
                <a:cubicBezTo>
                  <a:pt x="64" y="129"/>
                  <a:pt x="64" y="129"/>
                  <a:pt x="64" y="129"/>
                </a:cubicBezTo>
                <a:cubicBezTo>
                  <a:pt x="16" y="129"/>
                  <a:pt x="16" y="129"/>
                  <a:pt x="16" y="129"/>
                </a:cubicBezTo>
                <a:cubicBezTo>
                  <a:pt x="16" y="48"/>
                  <a:pt x="16" y="48"/>
                  <a:pt x="16" y="48"/>
                </a:cubicBezTo>
                <a:cubicBezTo>
                  <a:pt x="337" y="48"/>
                  <a:pt x="337" y="48"/>
                  <a:pt x="337" y="48"/>
                </a:cubicBezTo>
                <a:lnTo>
                  <a:pt x="337" y="1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6" name="Freeform 109"/>
          <p:cNvSpPr>
            <a:spLocks noEditPoints="1"/>
          </p:cNvSpPr>
          <p:nvPr/>
        </p:nvSpPr>
        <p:spPr bwMode="auto">
          <a:xfrm>
            <a:off x="5080764" y="2638921"/>
            <a:ext cx="465399" cy="422623"/>
          </a:xfrm>
          <a:custGeom>
            <a:avLst/>
            <a:gdLst>
              <a:gd name="T0" fmla="*/ 265 w 353"/>
              <a:gd name="T1" fmla="*/ 197 h 321"/>
              <a:gd name="T2" fmla="*/ 288 w 353"/>
              <a:gd name="T3" fmla="*/ 121 h 321"/>
              <a:gd name="T4" fmla="*/ 263 w 353"/>
              <a:gd name="T5" fmla="*/ 21 h 321"/>
              <a:gd name="T6" fmla="*/ 209 w 353"/>
              <a:gd name="T7" fmla="*/ 22 h 321"/>
              <a:gd name="T8" fmla="*/ 215 w 353"/>
              <a:gd name="T9" fmla="*/ 37 h 321"/>
              <a:gd name="T10" fmla="*/ 255 w 353"/>
              <a:gd name="T11" fmla="*/ 35 h 321"/>
              <a:gd name="T12" fmla="*/ 275 w 353"/>
              <a:gd name="T13" fmla="*/ 111 h 321"/>
              <a:gd name="T14" fmla="*/ 273 w 353"/>
              <a:gd name="T15" fmla="*/ 144 h 321"/>
              <a:gd name="T16" fmla="*/ 269 w 353"/>
              <a:gd name="T17" fmla="*/ 148 h 321"/>
              <a:gd name="T18" fmla="*/ 291 w 353"/>
              <a:gd name="T19" fmla="*/ 250 h 321"/>
              <a:gd name="T20" fmla="*/ 286 w 353"/>
              <a:gd name="T21" fmla="*/ 289 h 321"/>
              <a:gd name="T22" fmla="*/ 346 w 353"/>
              <a:gd name="T23" fmla="*/ 305 h 321"/>
              <a:gd name="T24" fmla="*/ 295 w 353"/>
              <a:gd name="T25" fmla="*/ 234 h 321"/>
              <a:gd name="T26" fmla="*/ 177 w 353"/>
              <a:gd name="T27" fmla="*/ 202 h 321"/>
              <a:gd name="T28" fmla="*/ 199 w 353"/>
              <a:gd name="T29" fmla="*/ 116 h 321"/>
              <a:gd name="T30" fmla="*/ 174 w 353"/>
              <a:gd name="T31" fmla="*/ 6 h 321"/>
              <a:gd name="T32" fmla="*/ 110 w 353"/>
              <a:gd name="T33" fmla="*/ 9 h 321"/>
              <a:gd name="T34" fmla="*/ 75 w 353"/>
              <a:gd name="T35" fmla="*/ 115 h 321"/>
              <a:gd name="T36" fmla="*/ 97 w 353"/>
              <a:gd name="T37" fmla="*/ 202 h 321"/>
              <a:gd name="T38" fmla="*/ 0 w 353"/>
              <a:gd name="T39" fmla="*/ 313 h 321"/>
              <a:gd name="T40" fmla="*/ 265 w 353"/>
              <a:gd name="T41" fmla="*/ 321 h 321"/>
              <a:gd name="T42" fmla="*/ 209 w 353"/>
              <a:gd name="T43" fmla="*/ 243 h 321"/>
              <a:gd name="T44" fmla="*/ 69 w 353"/>
              <a:gd name="T45" fmla="*/ 258 h 321"/>
              <a:gd name="T46" fmla="*/ 93 w 353"/>
              <a:gd name="T47" fmla="*/ 148 h 321"/>
              <a:gd name="T48" fmla="*/ 91 w 353"/>
              <a:gd name="T49" fmla="*/ 145 h 321"/>
              <a:gd name="T50" fmla="*/ 90 w 353"/>
              <a:gd name="T51" fmla="*/ 108 h 321"/>
              <a:gd name="T52" fmla="*/ 116 w 353"/>
              <a:gd name="T53" fmla="*/ 24 h 321"/>
              <a:gd name="T54" fmla="*/ 148 w 353"/>
              <a:gd name="T55" fmla="*/ 16 h 321"/>
              <a:gd name="T56" fmla="*/ 185 w 353"/>
              <a:gd name="T57" fmla="*/ 48 h 321"/>
              <a:gd name="T58" fmla="*/ 183 w 353"/>
              <a:gd name="T59" fmla="*/ 120 h 321"/>
              <a:gd name="T60" fmla="*/ 182 w 353"/>
              <a:gd name="T61" fmla="*/ 145 h 321"/>
              <a:gd name="T62" fmla="*/ 161 w 353"/>
              <a:gd name="T63" fmla="*/ 202 h 321"/>
              <a:gd name="T64" fmla="*/ 257 w 353"/>
              <a:gd name="T65" fmla="*/ 305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53" h="321">
                <a:moveTo>
                  <a:pt x="295" y="234"/>
                </a:moveTo>
                <a:cubicBezTo>
                  <a:pt x="295" y="234"/>
                  <a:pt x="265" y="227"/>
                  <a:pt x="265" y="197"/>
                </a:cubicBezTo>
                <a:cubicBezTo>
                  <a:pt x="265" y="171"/>
                  <a:pt x="280" y="162"/>
                  <a:pt x="284" y="155"/>
                </a:cubicBezTo>
                <a:cubicBezTo>
                  <a:pt x="284" y="155"/>
                  <a:pt x="294" y="147"/>
                  <a:pt x="288" y="121"/>
                </a:cubicBezTo>
                <a:cubicBezTo>
                  <a:pt x="298" y="106"/>
                  <a:pt x="301" y="80"/>
                  <a:pt x="289" y="53"/>
                </a:cubicBezTo>
                <a:cubicBezTo>
                  <a:pt x="282" y="36"/>
                  <a:pt x="273" y="27"/>
                  <a:pt x="263" y="21"/>
                </a:cubicBezTo>
                <a:cubicBezTo>
                  <a:pt x="256" y="17"/>
                  <a:pt x="247" y="16"/>
                  <a:pt x="239" y="16"/>
                </a:cubicBezTo>
                <a:cubicBezTo>
                  <a:pt x="227" y="16"/>
                  <a:pt x="216" y="19"/>
                  <a:pt x="209" y="22"/>
                </a:cubicBezTo>
                <a:cubicBezTo>
                  <a:pt x="211" y="26"/>
                  <a:pt x="213" y="30"/>
                  <a:pt x="215" y="35"/>
                </a:cubicBezTo>
                <a:cubicBezTo>
                  <a:pt x="215" y="36"/>
                  <a:pt x="215" y="36"/>
                  <a:pt x="215" y="37"/>
                </a:cubicBezTo>
                <a:cubicBezTo>
                  <a:pt x="220" y="35"/>
                  <a:pt x="229" y="32"/>
                  <a:pt x="239" y="32"/>
                </a:cubicBezTo>
                <a:cubicBezTo>
                  <a:pt x="246" y="32"/>
                  <a:pt x="251" y="33"/>
                  <a:pt x="255" y="35"/>
                </a:cubicBezTo>
                <a:cubicBezTo>
                  <a:pt x="260" y="38"/>
                  <a:pt x="268" y="44"/>
                  <a:pt x="274" y="60"/>
                </a:cubicBezTo>
                <a:cubicBezTo>
                  <a:pt x="284" y="82"/>
                  <a:pt x="282" y="102"/>
                  <a:pt x="275" y="111"/>
                </a:cubicBezTo>
                <a:cubicBezTo>
                  <a:pt x="272" y="115"/>
                  <a:pt x="271" y="120"/>
                  <a:pt x="272" y="124"/>
                </a:cubicBezTo>
                <a:cubicBezTo>
                  <a:pt x="275" y="138"/>
                  <a:pt x="273" y="143"/>
                  <a:pt x="273" y="144"/>
                </a:cubicBezTo>
                <a:cubicBezTo>
                  <a:pt x="272" y="145"/>
                  <a:pt x="272" y="145"/>
                  <a:pt x="271" y="146"/>
                </a:cubicBezTo>
                <a:cubicBezTo>
                  <a:pt x="271" y="146"/>
                  <a:pt x="270" y="147"/>
                  <a:pt x="269" y="148"/>
                </a:cubicBezTo>
                <a:cubicBezTo>
                  <a:pt x="262" y="156"/>
                  <a:pt x="249" y="170"/>
                  <a:pt x="249" y="197"/>
                </a:cubicBezTo>
                <a:cubicBezTo>
                  <a:pt x="249" y="231"/>
                  <a:pt x="276" y="246"/>
                  <a:pt x="291" y="250"/>
                </a:cubicBezTo>
                <a:cubicBezTo>
                  <a:pt x="312" y="257"/>
                  <a:pt x="332" y="266"/>
                  <a:pt x="337" y="289"/>
                </a:cubicBezTo>
                <a:cubicBezTo>
                  <a:pt x="286" y="289"/>
                  <a:pt x="286" y="289"/>
                  <a:pt x="286" y="289"/>
                </a:cubicBezTo>
                <a:cubicBezTo>
                  <a:pt x="287" y="294"/>
                  <a:pt x="288" y="299"/>
                  <a:pt x="289" y="305"/>
                </a:cubicBezTo>
                <a:cubicBezTo>
                  <a:pt x="346" y="305"/>
                  <a:pt x="346" y="305"/>
                  <a:pt x="346" y="305"/>
                </a:cubicBezTo>
                <a:cubicBezTo>
                  <a:pt x="353" y="305"/>
                  <a:pt x="353" y="298"/>
                  <a:pt x="353" y="298"/>
                </a:cubicBezTo>
                <a:cubicBezTo>
                  <a:pt x="353" y="254"/>
                  <a:pt x="314" y="241"/>
                  <a:pt x="295" y="234"/>
                </a:cubicBezTo>
                <a:moveTo>
                  <a:pt x="209" y="243"/>
                </a:moveTo>
                <a:cubicBezTo>
                  <a:pt x="209" y="243"/>
                  <a:pt x="177" y="235"/>
                  <a:pt x="177" y="202"/>
                </a:cubicBezTo>
                <a:cubicBezTo>
                  <a:pt x="177" y="172"/>
                  <a:pt x="190" y="162"/>
                  <a:pt x="195" y="155"/>
                </a:cubicBezTo>
                <a:cubicBezTo>
                  <a:pt x="195" y="155"/>
                  <a:pt x="206" y="146"/>
                  <a:pt x="199" y="116"/>
                </a:cubicBezTo>
                <a:cubicBezTo>
                  <a:pt x="211" y="100"/>
                  <a:pt x="213" y="71"/>
                  <a:pt x="200" y="41"/>
                </a:cubicBezTo>
                <a:cubicBezTo>
                  <a:pt x="192" y="22"/>
                  <a:pt x="185" y="12"/>
                  <a:pt x="174" y="6"/>
                </a:cubicBezTo>
                <a:cubicBezTo>
                  <a:pt x="166" y="1"/>
                  <a:pt x="157" y="0"/>
                  <a:pt x="148" y="0"/>
                </a:cubicBezTo>
                <a:cubicBezTo>
                  <a:pt x="131" y="0"/>
                  <a:pt x="116" y="5"/>
                  <a:pt x="110" y="9"/>
                </a:cubicBezTo>
                <a:cubicBezTo>
                  <a:pt x="91" y="17"/>
                  <a:pt x="79" y="25"/>
                  <a:pt x="68" y="53"/>
                </a:cubicBezTo>
                <a:cubicBezTo>
                  <a:pt x="58" y="76"/>
                  <a:pt x="70" y="102"/>
                  <a:pt x="75" y="115"/>
                </a:cubicBezTo>
                <a:cubicBezTo>
                  <a:pt x="68" y="145"/>
                  <a:pt x="78" y="155"/>
                  <a:pt x="78" y="155"/>
                </a:cubicBezTo>
                <a:cubicBezTo>
                  <a:pt x="83" y="162"/>
                  <a:pt x="97" y="172"/>
                  <a:pt x="97" y="202"/>
                </a:cubicBezTo>
                <a:cubicBezTo>
                  <a:pt x="97" y="235"/>
                  <a:pt x="64" y="243"/>
                  <a:pt x="64" y="243"/>
                </a:cubicBezTo>
                <a:cubicBezTo>
                  <a:pt x="43" y="250"/>
                  <a:pt x="0" y="265"/>
                  <a:pt x="0" y="313"/>
                </a:cubicBezTo>
                <a:cubicBezTo>
                  <a:pt x="0" y="313"/>
                  <a:pt x="0" y="321"/>
                  <a:pt x="8" y="321"/>
                </a:cubicBezTo>
                <a:cubicBezTo>
                  <a:pt x="265" y="321"/>
                  <a:pt x="265" y="321"/>
                  <a:pt x="265" y="321"/>
                </a:cubicBezTo>
                <a:cubicBezTo>
                  <a:pt x="273" y="321"/>
                  <a:pt x="273" y="313"/>
                  <a:pt x="273" y="313"/>
                </a:cubicBezTo>
                <a:cubicBezTo>
                  <a:pt x="273" y="265"/>
                  <a:pt x="230" y="250"/>
                  <a:pt x="209" y="243"/>
                </a:cubicBezTo>
                <a:moveTo>
                  <a:pt x="17" y="305"/>
                </a:moveTo>
                <a:cubicBezTo>
                  <a:pt x="21" y="277"/>
                  <a:pt x="45" y="266"/>
                  <a:pt x="69" y="258"/>
                </a:cubicBezTo>
                <a:cubicBezTo>
                  <a:pt x="85" y="254"/>
                  <a:pt x="113" y="237"/>
                  <a:pt x="113" y="202"/>
                </a:cubicBezTo>
                <a:cubicBezTo>
                  <a:pt x="113" y="171"/>
                  <a:pt x="100" y="156"/>
                  <a:pt x="93" y="148"/>
                </a:cubicBezTo>
                <a:cubicBezTo>
                  <a:pt x="93" y="147"/>
                  <a:pt x="92" y="146"/>
                  <a:pt x="91" y="145"/>
                </a:cubicBezTo>
                <a:cubicBezTo>
                  <a:pt x="91" y="145"/>
                  <a:pt x="91" y="145"/>
                  <a:pt x="91" y="145"/>
                </a:cubicBezTo>
                <a:cubicBezTo>
                  <a:pt x="90" y="143"/>
                  <a:pt x="87" y="136"/>
                  <a:pt x="91" y="119"/>
                </a:cubicBezTo>
                <a:cubicBezTo>
                  <a:pt x="92" y="115"/>
                  <a:pt x="92" y="112"/>
                  <a:pt x="90" y="108"/>
                </a:cubicBezTo>
                <a:cubicBezTo>
                  <a:pt x="86" y="100"/>
                  <a:pt x="75" y="76"/>
                  <a:pt x="83" y="59"/>
                </a:cubicBezTo>
                <a:cubicBezTo>
                  <a:pt x="92" y="36"/>
                  <a:pt x="101" y="31"/>
                  <a:pt x="116" y="24"/>
                </a:cubicBezTo>
                <a:cubicBezTo>
                  <a:pt x="117" y="24"/>
                  <a:pt x="118" y="23"/>
                  <a:pt x="118" y="23"/>
                </a:cubicBezTo>
                <a:cubicBezTo>
                  <a:pt x="122" y="20"/>
                  <a:pt x="135" y="16"/>
                  <a:pt x="148" y="16"/>
                </a:cubicBezTo>
                <a:cubicBezTo>
                  <a:pt x="155" y="16"/>
                  <a:pt x="161" y="17"/>
                  <a:pt x="166" y="20"/>
                </a:cubicBezTo>
                <a:cubicBezTo>
                  <a:pt x="172" y="23"/>
                  <a:pt x="177" y="29"/>
                  <a:pt x="185" y="48"/>
                </a:cubicBezTo>
                <a:cubicBezTo>
                  <a:pt x="196" y="74"/>
                  <a:pt x="194" y="96"/>
                  <a:pt x="186" y="107"/>
                </a:cubicBezTo>
                <a:cubicBezTo>
                  <a:pt x="183" y="110"/>
                  <a:pt x="182" y="115"/>
                  <a:pt x="183" y="120"/>
                </a:cubicBezTo>
                <a:cubicBezTo>
                  <a:pt x="187" y="136"/>
                  <a:pt x="184" y="143"/>
                  <a:pt x="184" y="144"/>
                </a:cubicBezTo>
                <a:cubicBezTo>
                  <a:pt x="183" y="144"/>
                  <a:pt x="183" y="145"/>
                  <a:pt x="182" y="145"/>
                </a:cubicBezTo>
                <a:cubicBezTo>
                  <a:pt x="182" y="146"/>
                  <a:pt x="181" y="147"/>
                  <a:pt x="180" y="148"/>
                </a:cubicBezTo>
                <a:cubicBezTo>
                  <a:pt x="173" y="156"/>
                  <a:pt x="161" y="171"/>
                  <a:pt x="161" y="202"/>
                </a:cubicBezTo>
                <a:cubicBezTo>
                  <a:pt x="161" y="237"/>
                  <a:pt x="189" y="254"/>
                  <a:pt x="205" y="258"/>
                </a:cubicBezTo>
                <a:cubicBezTo>
                  <a:pt x="228" y="266"/>
                  <a:pt x="253" y="277"/>
                  <a:pt x="257" y="305"/>
                </a:cubicBezTo>
                <a:lnTo>
                  <a:pt x="17" y="3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7" name="Freeform 115"/>
          <p:cNvSpPr>
            <a:spLocks noEditPoints="1"/>
          </p:cNvSpPr>
          <p:nvPr/>
        </p:nvSpPr>
        <p:spPr bwMode="auto">
          <a:xfrm>
            <a:off x="5102025" y="4176679"/>
            <a:ext cx="422876" cy="422876"/>
          </a:xfrm>
          <a:custGeom>
            <a:avLst/>
            <a:gdLst>
              <a:gd name="T0" fmla="*/ 289 w 353"/>
              <a:gd name="T1" fmla="*/ 32 h 353"/>
              <a:gd name="T2" fmla="*/ 281 w 353"/>
              <a:gd name="T3" fmla="*/ 0 h 353"/>
              <a:gd name="T4" fmla="*/ 273 w 353"/>
              <a:gd name="T5" fmla="*/ 32 h 353"/>
              <a:gd name="T6" fmla="*/ 80 w 353"/>
              <a:gd name="T7" fmla="*/ 8 h 353"/>
              <a:gd name="T8" fmla="*/ 64 w 353"/>
              <a:gd name="T9" fmla="*/ 8 h 353"/>
              <a:gd name="T10" fmla="*/ 32 w 353"/>
              <a:gd name="T11" fmla="*/ 32 h 353"/>
              <a:gd name="T12" fmla="*/ 0 w 353"/>
              <a:gd name="T13" fmla="*/ 321 h 353"/>
              <a:gd name="T14" fmla="*/ 321 w 353"/>
              <a:gd name="T15" fmla="*/ 353 h 353"/>
              <a:gd name="T16" fmla="*/ 353 w 353"/>
              <a:gd name="T17" fmla="*/ 64 h 353"/>
              <a:gd name="T18" fmla="*/ 337 w 353"/>
              <a:gd name="T19" fmla="*/ 321 h 353"/>
              <a:gd name="T20" fmla="*/ 32 w 353"/>
              <a:gd name="T21" fmla="*/ 337 h 353"/>
              <a:gd name="T22" fmla="*/ 16 w 353"/>
              <a:gd name="T23" fmla="*/ 128 h 353"/>
              <a:gd name="T24" fmla="*/ 337 w 353"/>
              <a:gd name="T25" fmla="*/ 321 h 353"/>
              <a:gd name="T26" fmla="*/ 16 w 353"/>
              <a:gd name="T27" fmla="*/ 112 h 353"/>
              <a:gd name="T28" fmla="*/ 32 w 353"/>
              <a:gd name="T29" fmla="*/ 48 h 353"/>
              <a:gd name="T30" fmla="*/ 64 w 353"/>
              <a:gd name="T31" fmla="*/ 72 h 353"/>
              <a:gd name="T32" fmla="*/ 80 w 353"/>
              <a:gd name="T33" fmla="*/ 72 h 353"/>
              <a:gd name="T34" fmla="*/ 273 w 353"/>
              <a:gd name="T35" fmla="*/ 48 h 353"/>
              <a:gd name="T36" fmla="*/ 281 w 353"/>
              <a:gd name="T37" fmla="*/ 80 h 353"/>
              <a:gd name="T38" fmla="*/ 289 w 353"/>
              <a:gd name="T39" fmla="*/ 48 h 353"/>
              <a:gd name="T40" fmla="*/ 337 w 353"/>
              <a:gd name="T41" fmla="*/ 64 h 353"/>
              <a:gd name="T42" fmla="*/ 233 w 353"/>
              <a:gd name="T43" fmla="*/ 297 h 353"/>
              <a:gd name="T44" fmla="*/ 248 w 353"/>
              <a:gd name="T45" fmla="*/ 168 h 353"/>
              <a:gd name="T46" fmla="*/ 232 w 353"/>
              <a:gd name="T47" fmla="*/ 180 h 353"/>
              <a:gd name="T48" fmla="*/ 213 w 353"/>
              <a:gd name="T49" fmla="*/ 191 h 353"/>
              <a:gd name="T50" fmla="*/ 201 w 353"/>
              <a:gd name="T51" fmla="*/ 204 h 353"/>
              <a:gd name="T52" fmla="*/ 233 w 353"/>
              <a:gd name="T53" fmla="*/ 297 h 353"/>
              <a:gd name="T54" fmla="*/ 148 w 353"/>
              <a:gd name="T55" fmla="*/ 283 h 353"/>
              <a:gd name="T56" fmla="*/ 118 w 353"/>
              <a:gd name="T57" fmla="*/ 277 h 353"/>
              <a:gd name="T58" fmla="*/ 96 w 353"/>
              <a:gd name="T59" fmla="*/ 257 h 353"/>
              <a:gd name="T60" fmla="*/ 107 w 353"/>
              <a:gd name="T61" fmla="*/ 288 h 353"/>
              <a:gd name="T62" fmla="*/ 138 w 353"/>
              <a:gd name="T63" fmla="*/ 299 h 353"/>
              <a:gd name="T64" fmla="*/ 168 w 353"/>
              <a:gd name="T65" fmla="*/ 289 h 353"/>
              <a:gd name="T66" fmla="*/ 181 w 353"/>
              <a:gd name="T67" fmla="*/ 259 h 353"/>
              <a:gd name="T68" fmla="*/ 158 w 353"/>
              <a:gd name="T69" fmla="*/ 228 h 353"/>
              <a:gd name="T70" fmla="*/ 171 w 353"/>
              <a:gd name="T71" fmla="*/ 218 h 353"/>
              <a:gd name="T72" fmla="*/ 173 w 353"/>
              <a:gd name="T73" fmla="*/ 187 h 353"/>
              <a:gd name="T74" fmla="*/ 153 w 353"/>
              <a:gd name="T75" fmla="*/ 170 h 353"/>
              <a:gd name="T76" fmla="*/ 121 w 353"/>
              <a:gd name="T77" fmla="*/ 171 h 353"/>
              <a:gd name="T78" fmla="*/ 102 w 353"/>
              <a:gd name="T79" fmla="*/ 192 h 353"/>
              <a:gd name="T80" fmla="*/ 114 w 353"/>
              <a:gd name="T81" fmla="*/ 209 h 353"/>
              <a:gd name="T82" fmla="*/ 120 w 353"/>
              <a:gd name="T83" fmla="*/ 190 h 353"/>
              <a:gd name="T84" fmla="*/ 137 w 353"/>
              <a:gd name="T85" fmla="*/ 181 h 353"/>
              <a:gd name="T86" fmla="*/ 160 w 353"/>
              <a:gd name="T87" fmla="*/ 202 h 353"/>
              <a:gd name="T88" fmla="*/ 153 w 353"/>
              <a:gd name="T89" fmla="*/ 218 h 353"/>
              <a:gd name="T90" fmla="*/ 136 w 353"/>
              <a:gd name="T91" fmla="*/ 223 h 353"/>
              <a:gd name="T92" fmla="*/ 129 w 353"/>
              <a:gd name="T93" fmla="*/ 223 h 353"/>
              <a:gd name="T94" fmla="*/ 138 w 353"/>
              <a:gd name="T95" fmla="*/ 235 h 353"/>
              <a:gd name="T96" fmla="*/ 157 w 353"/>
              <a:gd name="T97" fmla="*/ 242 h 353"/>
              <a:gd name="T98" fmla="*/ 165 w 353"/>
              <a:gd name="T99" fmla="*/ 260 h 353"/>
              <a:gd name="T100" fmla="*/ 157 w 353"/>
              <a:gd name="T101" fmla="*/ 278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53" h="353">
                <a:moveTo>
                  <a:pt x="321" y="32"/>
                </a:moveTo>
                <a:cubicBezTo>
                  <a:pt x="289" y="32"/>
                  <a:pt x="289" y="32"/>
                  <a:pt x="289" y="32"/>
                </a:cubicBezTo>
                <a:cubicBezTo>
                  <a:pt x="289" y="8"/>
                  <a:pt x="289" y="8"/>
                  <a:pt x="289" y="8"/>
                </a:cubicBezTo>
                <a:cubicBezTo>
                  <a:pt x="289" y="3"/>
                  <a:pt x="286" y="0"/>
                  <a:pt x="281" y="0"/>
                </a:cubicBezTo>
                <a:cubicBezTo>
                  <a:pt x="277" y="0"/>
                  <a:pt x="273" y="3"/>
                  <a:pt x="273" y="8"/>
                </a:cubicBezTo>
                <a:cubicBezTo>
                  <a:pt x="273" y="32"/>
                  <a:pt x="273" y="32"/>
                  <a:pt x="273" y="32"/>
                </a:cubicBezTo>
                <a:cubicBezTo>
                  <a:pt x="80" y="32"/>
                  <a:pt x="80" y="32"/>
                  <a:pt x="80" y="32"/>
                </a:cubicBezTo>
                <a:cubicBezTo>
                  <a:pt x="80" y="8"/>
                  <a:pt x="80" y="8"/>
                  <a:pt x="80" y="8"/>
                </a:cubicBezTo>
                <a:cubicBezTo>
                  <a:pt x="80" y="3"/>
                  <a:pt x="77" y="0"/>
                  <a:pt x="72" y="0"/>
                </a:cubicBezTo>
                <a:cubicBezTo>
                  <a:pt x="68" y="0"/>
                  <a:pt x="64" y="3"/>
                  <a:pt x="64" y="8"/>
                </a:cubicBezTo>
                <a:cubicBezTo>
                  <a:pt x="64" y="32"/>
                  <a:pt x="64" y="32"/>
                  <a:pt x="64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15" y="32"/>
                  <a:pt x="0" y="46"/>
                  <a:pt x="0" y="64"/>
                </a:cubicBezTo>
                <a:cubicBezTo>
                  <a:pt x="0" y="321"/>
                  <a:pt x="0" y="321"/>
                  <a:pt x="0" y="321"/>
                </a:cubicBezTo>
                <a:cubicBezTo>
                  <a:pt x="0" y="339"/>
                  <a:pt x="15" y="353"/>
                  <a:pt x="32" y="353"/>
                </a:cubicBezTo>
                <a:cubicBezTo>
                  <a:pt x="321" y="353"/>
                  <a:pt x="321" y="353"/>
                  <a:pt x="321" y="353"/>
                </a:cubicBezTo>
                <a:cubicBezTo>
                  <a:pt x="339" y="353"/>
                  <a:pt x="353" y="339"/>
                  <a:pt x="353" y="321"/>
                </a:cubicBezTo>
                <a:cubicBezTo>
                  <a:pt x="353" y="64"/>
                  <a:pt x="353" y="64"/>
                  <a:pt x="353" y="64"/>
                </a:cubicBezTo>
                <a:cubicBezTo>
                  <a:pt x="353" y="46"/>
                  <a:pt x="339" y="32"/>
                  <a:pt x="321" y="32"/>
                </a:cubicBezTo>
                <a:moveTo>
                  <a:pt x="337" y="321"/>
                </a:moveTo>
                <a:cubicBezTo>
                  <a:pt x="337" y="330"/>
                  <a:pt x="330" y="337"/>
                  <a:pt x="321" y="337"/>
                </a:cubicBezTo>
                <a:cubicBezTo>
                  <a:pt x="32" y="337"/>
                  <a:pt x="32" y="337"/>
                  <a:pt x="32" y="337"/>
                </a:cubicBezTo>
                <a:cubicBezTo>
                  <a:pt x="23" y="337"/>
                  <a:pt x="16" y="330"/>
                  <a:pt x="16" y="321"/>
                </a:cubicBezTo>
                <a:cubicBezTo>
                  <a:pt x="16" y="128"/>
                  <a:pt x="16" y="128"/>
                  <a:pt x="16" y="128"/>
                </a:cubicBezTo>
                <a:cubicBezTo>
                  <a:pt x="337" y="128"/>
                  <a:pt x="337" y="128"/>
                  <a:pt x="337" y="128"/>
                </a:cubicBezTo>
                <a:lnTo>
                  <a:pt x="337" y="321"/>
                </a:lnTo>
                <a:close/>
                <a:moveTo>
                  <a:pt x="337" y="112"/>
                </a:moveTo>
                <a:cubicBezTo>
                  <a:pt x="16" y="112"/>
                  <a:pt x="16" y="112"/>
                  <a:pt x="16" y="112"/>
                </a:cubicBezTo>
                <a:cubicBezTo>
                  <a:pt x="16" y="64"/>
                  <a:pt x="16" y="64"/>
                  <a:pt x="16" y="64"/>
                </a:cubicBezTo>
                <a:cubicBezTo>
                  <a:pt x="16" y="55"/>
                  <a:pt x="23" y="48"/>
                  <a:pt x="32" y="48"/>
                </a:cubicBezTo>
                <a:cubicBezTo>
                  <a:pt x="64" y="48"/>
                  <a:pt x="64" y="48"/>
                  <a:pt x="64" y="48"/>
                </a:cubicBezTo>
                <a:cubicBezTo>
                  <a:pt x="64" y="72"/>
                  <a:pt x="64" y="72"/>
                  <a:pt x="64" y="72"/>
                </a:cubicBezTo>
                <a:cubicBezTo>
                  <a:pt x="64" y="76"/>
                  <a:pt x="68" y="80"/>
                  <a:pt x="72" y="80"/>
                </a:cubicBezTo>
                <a:cubicBezTo>
                  <a:pt x="77" y="80"/>
                  <a:pt x="80" y="76"/>
                  <a:pt x="80" y="72"/>
                </a:cubicBezTo>
                <a:cubicBezTo>
                  <a:pt x="80" y="48"/>
                  <a:pt x="80" y="48"/>
                  <a:pt x="80" y="48"/>
                </a:cubicBezTo>
                <a:cubicBezTo>
                  <a:pt x="273" y="48"/>
                  <a:pt x="273" y="48"/>
                  <a:pt x="273" y="48"/>
                </a:cubicBezTo>
                <a:cubicBezTo>
                  <a:pt x="273" y="72"/>
                  <a:pt x="273" y="72"/>
                  <a:pt x="273" y="72"/>
                </a:cubicBezTo>
                <a:cubicBezTo>
                  <a:pt x="273" y="76"/>
                  <a:pt x="277" y="80"/>
                  <a:pt x="281" y="80"/>
                </a:cubicBezTo>
                <a:cubicBezTo>
                  <a:pt x="286" y="80"/>
                  <a:pt x="289" y="76"/>
                  <a:pt x="289" y="72"/>
                </a:cubicBezTo>
                <a:cubicBezTo>
                  <a:pt x="289" y="48"/>
                  <a:pt x="289" y="48"/>
                  <a:pt x="289" y="48"/>
                </a:cubicBezTo>
                <a:cubicBezTo>
                  <a:pt x="321" y="48"/>
                  <a:pt x="321" y="48"/>
                  <a:pt x="321" y="48"/>
                </a:cubicBezTo>
                <a:cubicBezTo>
                  <a:pt x="330" y="48"/>
                  <a:pt x="337" y="55"/>
                  <a:pt x="337" y="64"/>
                </a:cubicBezTo>
                <a:lnTo>
                  <a:pt x="337" y="112"/>
                </a:lnTo>
                <a:close/>
                <a:moveTo>
                  <a:pt x="233" y="297"/>
                </a:moveTo>
                <a:cubicBezTo>
                  <a:pt x="248" y="297"/>
                  <a:pt x="248" y="297"/>
                  <a:pt x="248" y="297"/>
                </a:cubicBezTo>
                <a:cubicBezTo>
                  <a:pt x="248" y="168"/>
                  <a:pt x="248" y="168"/>
                  <a:pt x="248" y="168"/>
                </a:cubicBezTo>
                <a:cubicBezTo>
                  <a:pt x="237" y="168"/>
                  <a:pt x="237" y="168"/>
                  <a:pt x="237" y="168"/>
                </a:cubicBezTo>
                <a:cubicBezTo>
                  <a:pt x="236" y="172"/>
                  <a:pt x="235" y="176"/>
                  <a:pt x="232" y="180"/>
                </a:cubicBezTo>
                <a:cubicBezTo>
                  <a:pt x="230" y="183"/>
                  <a:pt x="227" y="185"/>
                  <a:pt x="224" y="187"/>
                </a:cubicBezTo>
                <a:cubicBezTo>
                  <a:pt x="221" y="189"/>
                  <a:pt x="217" y="190"/>
                  <a:pt x="213" y="191"/>
                </a:cubicBezTo>
                <a:cubicBezTo>
                  <a:pt x="209" y="191"/>
                  <a:pt x="205" y="192"/>
                  <a:pt x="201" y="192"/>
                </a:cubicBezTo>
                <a:cubicBezTo>
                  <a:pt x="201" y="204"/>
                  <a:pt x="201" y="204"/>
                  <a:pt x="201" y="204"/>
                </a:cubicBezTo>
                <a:cubicBezTo>
                  <a:pt x="233" y="204"/>
                  <a:pt x="233" y="204"/>
                  <a:pt x="233" y="204"/>
                </a:cubicBezTo>
                <a:lnTo>
                  <a:pt x="233" y="297"/>
                </a:lnTo>
                <a:close/>
                <a:moveTo>
                  <a:pt x="157" y="278"/>
                </a:moveTo>
                <a:cubicBezTo>
                  <a:pt x="154" y="281"/>
                  <a:pt x="152" y="282"/>
                  <a:pt x="148" y="283"/>
                </a:cubicBezTo>
                <a:cubicBezTo>
                  <a:pt x="145" y="285"/>
                  <a:pt x="141" y="285"/>
                  <a:pt x="138" y="285"/>
                </a:cubicBezTo>
                <a:cubicBezTo>
                  <a:pt x="129" y="285"/>
                  <a:pt x="123" y="282"/>
                  <a:pt x="118" y="277"/>
                </a:cubicBezTo>
                <a:cubicBezTo>
                  <a:pt x="114" y="272"/>
                  <a:pt x="111" y="265"/>
                  <a:pt x="111" y="257"/>
                </a:cubicBezTo>
                <a:cubicBezTo>
                  <a:pt x="96" y="257"/>
                  <a:pt x="96" y="257"/>
                  <a:pt x="96" y="257"/>
                </a:cubicBezTo>
                <a:cubicBezTo>
                  <a:pt x="96" y="263"/>
                  <a:pt x="97" y="269"/>
                  <a:pt x="99" y="275"/>
                </a:cubicBezTo>
                <a:cubicBezTo>
                  <a:pt x="101" y="280"/>
                  <a:pt x="104" y="284"/>
                  <a:pt x="107" y="288"/>
                </a:cubicBezTo>
                <a:cubicBezTo>
                  <a:pt x="111" y="291"/>
                  <a:pt x="115" y="294"/>
                  <a:pt x="120" y="296"/>
                </a:cubicBezTo>
                <a:cubicBezTo>
                  <a:pt x="126" y="298"/>
                  <a:pt x="131" y="299"/>
                  <a:pt x="138" y="299"/>
                </a:cubicBezTo>
                <a:cubicBezTo>
                  <a:pt x="144" y="299"/>
                  <a:pt x="149" y="298"/>
                  <a:pt x="154" y="296"/>
                </a:cubicBezTo>
                <a:cubicBezTo>
                  <a:pt x="160" y="294"/>
                  <a:pt x="164" y="292"/>
                  <a:pt x="168" y="289"/>
                </a:cubicBezTo>
                <a:cubicBezTo>
                  <a:pt x="172" y="285"/>
                  <a:pt x="175" y="281"/>
                  <a:pt x="177" y="276"/>
                </a:cubicBezTo>
                <a:cubicBezTo>
                  <a:pt x="180" y="272"/>
                  <a:pt x="181" y="266"/>
                  <a:pt x="181" y="259"/>
                </a:cubicBezTo>
                <a:cubicBezTo>
                  <a:pt x="181" y="252"/>
                  <a:pt x="179" y="245"/>
                  <a:pt x="175" y="239"/>
                </a:cubicBezTo>
                <a:cubicBezTo>
                  <a:pt x="172" y="234"/>
                  <a:pt x="166" y="230"/>
                  <a:pt x="158" y="228"/>
                </a:cubicBezTo>
                <a:cubicBezTo>
                  <a:pt x="158" y="228"/>
                  <a:pt x="158" y="228"/>
                  <a:pt x="158" y="228"/>
                </a:cubicBezTo>
                <a:cubicBezTo>
                  <a:pt x="163" y="226"/>
                  <a:pt x="167" y="222"/>
                  <a:pt x="171" y="218"/>
                </a:cubicBezTo>
                <a:cubicBezTo>
                  <a:pt x="174" y="213"/>
                  <a:pt x="176" y="208"/>
                  <a:pt x="176" y="202"/>
                </a:cubicBezTo>
                <a:cubicBezTo>
                  <a:pt x="176" y="196"/>
                  <a:pt x="175" y="191"/>
                  <a:pt x="173" y="187"/>
                </a:cubicBezTo>
                <a:cubicBezTo>
                  <a:pt x="171" y="182"/>
                  <a:pt x="168" y="179"/>
                  <a:pt x="165" y="176"/>
                </a:cubicBezTo>
                <a:cubicBezTo>
                  <a:pt x="161" y="173"/>
                  <a:pt x="157" y="171"/>
                  <a:pt x="153" y="170"/>
                </a:cubicBezTo>
                <a:cubicBezTo>
                  <a:pt x="148" y="168"/>
                  <a:pt x="143" y="168"/>
                  <a:pt x="137" y="168"/>
                </a:cubicBezTo>
                <a:cubicBezTo>
                  <a:pt x="131" y="168"/>
                  <a:pt x="126" y="169"/>
                  <a:pt x="121" y="171"/>
                </a:cubicBezTo>
                <a:cubicBezTo>
                  <a:pt x="116" y="173"/>
                  <a:pt x="112" y="176"/>
                  <a:pt x="109" y="179"/>
                </a:cubicBezTo>
                <a:cubicBezTo>
                  <a:pt x="106" y="183"/>
                  <a:pt x="103" y="187"/>
                  <a:pt x="102" y="192"/>
                </a:cubicBezTo>
                <a:cubicBezTo>
                  <a:pt x="100" y="197"/>
                  <a:pt x="99" y="203"/>
                  <a:pt x="99" y="209"/>
                </a:cubicBezTo>
                <a:cubicBezTo>
                  <a:pt x="114" y="209"/>
                  <a:pt x="114" y="209"/>
                  <a:pt x="114" y="209"/>
                </a:cubicBezTo>
                <a:cubicBezTo>
                  <a:pt x="114" y="205"/>
                  <a:pt x="114" y="202"/>
                  <a:pt x="115" y="199"/>
                </a:cubicBezTo>
                <a:cubicBezTo>
                  <a:pt x="116" y="195"/>
                  <a:pt x="118" y="192"/>
                  <a:pt x="120" y="190"/>
                </a:cubicBezTo>
                <a:cubicBezTo>
                  <a:pt x="121" y="187"/>
                  <a:pt x="124" y="185"/>
                  <a:pt x="127" y="184"/>
                </a:cubicBezTo>
                <a:cubicBezTo>
                  <a:pt x="130" y="182"/>
                  <a:pt x="133" y="181"/>
                  <a:pt x="137" y="181"/>
                </a:cubicBezTo>
                <a:cubicBezTo>
                  <a:pt x="144" y="181"/>
                  <a:pt x="149" y="183"/>
                  <a:pt x="153" y="186"/>
                </a:cubicBezTo>
                <a:cubicBezTo>
                  <a:pt x="158" y="190"/>
                  <a:pt x="160" y="195"/>
                  <a:pt x="160" y="202"/>
                </a:cubicBezTo>
                <a:cubicBezTo>
                  <a:pt x="160" y="205"/>
                  <a:pt x="159" y="208"/>
                  <a:pt x="158" y="211"/>
                </a:cubicBezTo>
                <a:cubicBezTo>
                  <a:pt x="156" y="214"/>
                  <a:pt x="155" y="216"/>
                  <a:pt x="153" y="218"/>
                </a:cubicBezTo>
                <a:cubicBezTo>
                  <a:pt x="150" y="219"/>
                  <a:pt x="148" y="221"/>
                  <a:pt x="145" y="222"/>
                </a:cubicBezTo>
                <a:cubicBezTo>
                  <a:pt x="142" y="223"/>
                  <a:pt x="139" y="223"/>
                  <a:pt x="136" y="223"/>
                </a:cubicBezTo>
                <a:cubicBezTo>
                  <a:pt x="131" y="223"/>
                  <a:pt x="131" y="223"/>
                  <a:pt x="131" y="223"/>
                </a:cubicBezTo>
                <a:cubicBezTo>
                  <a:pt x="130" y="223"/>
                  <a:pt x="130" y="223"/>
                  <a:pt x="129" y="223"/>
                </a:cubicBezTo>
                <a:cubicBezTo>
                  <a:pt x="129" y="236"/>
                  <a:pt x="129" y="236"/>
                  <a:pt x="129" y="236"/>
                </a:cubicBezTo>
                <a:cubicBezTo>
                  <a:pt x="132" y="236"/>
                  <a:pt x="135" y="235"/>
                  <a:pt x="138" y="235"/>
                </a:cubicBezTo>
                <a:cubicBezTo>
                  <a:pt x="142" y="235"/>
                  <a:pt x="146" y="236"/>
                  <a:pt x="149" y="237"/>
                </a:cubicBezTo>
                <a:cubicBezTo>
                  <a:pt x="152" y="238"/>
                  <a:pt x="155" y="240"/>
                  <a:pt x="157" y="242"/>
                </a:cubicBezTo>
                <a:cubicBezTo>
                  <a:pt x="160" y="244"/>
                  <a:pt x="161" y="246"/>
                  <a:pt x="163" y="250"/>
                </a:cubicBezTo>
                <a:cubicBezTo>
                  <a:pt x="164" y="253"/>
                  <a:pt x="165" y="256"/>
                  <a:pt x="165" y="260"/>
                </a:cubicBezTo>
                <a:cubicBezTo>
                  <a:pt x="165" y="264"/>
                  <a:pt x="164" y="268"/>
                  <a:pt x="163" y="271"/>
                </a:cubicBezTo>
                <a:cubicBezTo>
                  <a:pt x="161" y="274"/>
                  <a:pt x="159" y="276"/>
                  <a:pt x="157" y="27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8" name="Freeform 17"/>
          <p:cNvSpPr/>
          <p:nvPr/>
        </p:nvSpPr>
        <p:spPr bwMode="auto">
          <a:xfrm>
            <a:off x="7757573" y="2751840"/>
            <a:ext cx="91027" cy="105011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19" name="Freeform 18"/>
          <p:cNvSpPr/>
          <p:nvPr/>
        </p:nvSpPr>
        <p:spPr bwMode="auto">
          <a:xfrm>
            <a:off x="7756779" y="4134179"/>
            <a:ext cx="92615" cy="106843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grpSp>
        <p:nvGrpSpPr>
          <p:cNvPr id="3" name="Group 2"/>
          <p:cNvGrpSpPr/>
          <p:nvPr/>
        </p:nvGrpSpPr>
        <p:grpSpPr>
          <a:xfrm>
            <a:off x="8572500" y="2684108"/>
            <a:ext cx="2781301" cy="729710"/>
            <a:chOff x="17145000" y="5368215"/>
            <a:chExt cx="5562601" cy="1459420"/>
          </a:xfrm>
        </p:grpSpPr>
        <p:sp>
          <p:nvSpPr>
            <p:cNvPr id="20" name="TextBox 19"/>
            <p:cNvSpPr txBox="1"/>
            <p:nvPr/>
          </p:nvSpPr>
          <p:spPr>
            <a:xfrm>
              <a:off x="17145000" y="5368215"/>
              <a:ext cx="5562601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Implementation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145000" y="5934313"/>
              <a:ext cx="5562601" cy="8933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perspitis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volup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tatem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572500" y="4087573"/>
            <a:ext cx="2781301" cy="729710"/>
            <a:chOff x="17145000" y="8175145"/>
            <a:chExt cx="5562601" cy="1459420"/>
          </a:xfrm>
        </p:grpSpPr>
        <p:sp>
          <p:nvSpPr>
            <p:cNvPr id="22" name="TextBox 21"/>
            <p:cNvSpPr txBox="1"/>
            <p:nvPr/>
          </p:nvSpPr>
          <p:spPr>
            <a:xfrm>
              <a:off x="17145000" y="8175145"/>
              <a:ext cx="5562601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management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145000" y="8741243"/>
              <a:ext cx="5562601" cy="8933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perspitis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volup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tatem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4" name="Freeform 23"/>
          <p:cNvSpPr/>
          <p:nvPr/>
        </p:nvSpPr>
        <p:spPr bwMode="auto">
          <a:xfrm>
            <a:off x="4344237" y="2746270"/>
            <a:ext cx="92978" cy="107262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sp>
        <p:nvSpPr>
          <p:cNvPr id="25" name="Freeform 24"/>
          <p:cNvSpPr/>
          <p:nvPr/>
        </p:nvSpPr>
        <p:spPr bwMode="auto">
          <a:xfrm>
            <a:off x="4344237" y="4129524"/>
            <a:ext cx="92978" cy="107262"/>
          </a:xfrm>
          <a:custGeom>
            <a:avLst/>
            <a:gdLst>
              <a:gd name="T0" fmla="*/ 895 w 1790"/>
              <a:gd name="T1" fmla="*/ 0 h 2065"/>
              <a:gd name="T2" fmla="*/ 0 w 1790"/>
              <a:gd name="T3" fmla="*/ 515 h 2065"/>
              <a:gd name="T4" fmla="*/ 0 w 1790"/>
              <a:gd name="T5" fmla="*/ 1550 h 2065"/>
              <a:gd name="T6" fmla="*/ 895 w 1790"/>
              <a:gd name="T7" fmla="*/ 2065 h 2065"/>
              <a:gd name="T8" fmla="*/ 1790 w 1790"/>
              <a:gd name="T9" fmla="*/ 1550 h 2065"/>
              <a:gd name="T10" fmla="*/ 1790 w 1790"/>
              <a:gd name="T11" fmla="*/ 515 h 2065"/>
              <a:gd name="T12" fmla="*/ 895 w 1790"/>
              <a:gd name="T13" fmla="*/ 0 h 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0" h="2065">
                <a:moveTo>
                  <a:pt x="895" y="0"/>
                </a:moveTo>
                <a:lnTo>
                  <a:pt x="0" y="515"/>
                </a:lnTo>
                <a:lnTo>
                  <a:pt x="0" y="1550"/>
                </a:lnTo>
                <a:lnTo>
                  <a:pt x="895" y="2065"/>
                </a:lnTo>
                <a:lnTo>
                  <a:pt x="1790" y="1550"/>
                </a:lnTo>
                <a:lnTo>
                  <a:pt x="1790" y="515"/>
                </a:lnTo>
                <a:lnTo>
                  <a:pt x="89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900"/>
          </a:p>
        </p:txBody>
      </p:sp>
      <p:grpSp>
        <p:nvGrpSpPr>
          <p:cNvPr id="6" name="Group 5"/>
          <p:cNvGrpSpPr/>
          <p:nvPr/>
        </p:nvGrpSpPr>
        <p:grpSpPr>
          <a:xfrm>
            <a:off x="838200" y="2684108"/>
            <a:ext cx="2781301" cy="729710"/>
            <a:chOff x="1676400" y="5368215"/>
            <a:chExt cx="5562601" cy="1459420"/>
          </a:xfrm>
        </p:grpSpPr>
        <p:sp>
          <p:nvSpPr>
            <p:cNvPr id="30" name="TextBox 29"/>
            <p:cNvSpPr txBox="1"/>
            <p:nvPr/>
          </p:nvSpPr>
          <p:spPr>
            <a:xfrm>
              <a:off x="1676400" y="5368215"/>
              <a:ext cx="5562601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Staff hard work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76400" y="5934313"/>
              <a:ext cx="5562601" cy="8933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perspitis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volup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tatem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38200" y="4087573"/>
            <a:ext cx="2781301" cy="729710"/>
            <a:chOff x="1676400" y="8175145"/>
            <a:chExt cx="5562601" cy="1459420"/>
          </a:xfrm>
        </p:grpSpPr>
        <p:sp>
          <p:nvSpPr>
            <p:cNvPr id="32" name="TextBox 31"/>
            <p:cNvSpPr txBox="1"/>
            <p:nvPr/>
          </p:nvSpPr>
          <p:spPr>
            <a:xfrm>
              <a:off x="1676400" y="8175145"/>
              <a:ext cx="5562601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300" cap="all" dirty="0">
                  <a:solidFill>
                    <a:schemeClr val="accent6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On time budget</a:t>
              </a:r>
              <a:endPara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676400" y="8741243"/>
              <a:ext cx="5562601" cy="8933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40000"/>
                </a:lnSpc>
                <a:spcAft>
                  <a:spcPts val="600"/>
                </a:spcAft>
              </a:pP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perspitis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volup</a:t>
              </a:r>
              <a:r>
                <a:rPr lang="en-US" sz="1100" spc="5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100" spc="50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tatem</a:t>
              </a:r>
              <a:endParaRPr lang="en-US" sz="1100" spc="25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2" name="图片 1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Market Opportunity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032250" y="1705585"/>
            <a:ext cx="4127501" cy="4190630"/>
            <a:chOff x="8064499" y="3411170"/>
            <a:chExt cx="8255002" cy="8381260"/>
          </a:xfrm>
        </p:grpSpPr>
        <p:sp>
          <p:nvSpPr>
            <p:cNvPr id="10" name="Oval 9"/>
            <p:cNvSpPr/>
            <p:nvPr/>
          </p:nvSpPr>
          <p:spPr>
            <a:xfrm>
              <a:off x="8324088" y="3719587"/>
              <a:ext cx="7735824" cy="77358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Pie 6"/>
            <p:cNvSpPr/>
            <p:nvPr/>
          </p:nvSpPr>
          <p:spPr>
            <a:xfrm>
              <a:off x="8324088" y="3719587"/>
              <a:ext cx="7735824" cy="7735824"/>
            </a:xfrm>
            <a:prstGeom prst="pie">
              <a:avLst>
                <a:gd name="adj1" fmla="val 7317934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</a:endParaRPr>
            </a:p>
          </p:txBody>
        </p:sp>
        <p:sp>
          <p:nvSpPr>
            <p:cNvPr id="8" name="Pie 7"/>
            <p:cNvSpPr/>
            <p:nvPr/>
          </p:nvSpPr>
          <p:spPr>
            <a:xfrm>
              <a:off x="8324088" y="3719587"/>
              <a:ext cx="7735824" cy="7735824"/>
            </a:xfrm>
            <a:prstGeom prst="pie">
              <a:avLst>
                <a:gd name="adj1" fmla="val 10284606"/>
                <a:gd name="adj2" fmla="val 1620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8064499" y="3459998"/>
              <a:ext cx="8255002" cy="8255002"/>
            </a:xfrm>
            <a:custGeom>
              <a:avLst/>
              <a:gdLst>
                <a:gd name="connsiteX0" fmla="*/ 4607692 w 9220026"/>
                <a:gd name="connsiteY0" fmla="*/ 391268 h 9220026"/>
                <a:gd name="connsiteX1" fmla="*/ 955470 w 9220026"/>
                <a:gd name="connsiteY1" fmla="*/ 2490193 h 9220026"/>
                <a:gd name="connsiteX2" fmla="*/ 955470 w 9220026"/>
                <a:gd name="connsiteY2" fmla="*/ 6729835 h 9220026"/>
                <a:gd name="connsiteX3" fmla="*/ 4607692 w 9220026"/>
                <a:gd name="connsiteY3" fmla="*/ 8828759 h 9220026"/>
                <a:gd name="connsiteX4" fmla="*/ 8264557 w 9220026"/>
                <a:gd name="connsiteY4" fmla="*/ 6729835 h 9220026"/>
                <a:gd name="connsiteX5" fmla="*/ 8264557 w 9220026"/>
                <a:gd name="connsiteY5" fmla="*/ 2490193 h 9220026"/>
                <a:gd name="connsiteX6" fmla="*/ 0 w 9220026"/>
                <a:gd name="connsiteY6" fmla="*/ 0 h 9220026"/>
                <a:gd name="connsiteX7" fmla="*/ 9220026 w 9220026"/>
                <a:gd name="connsiteY7" fmla="*/ 0 h 9220026"/>
                <a:gd name="connsiteX8" fmla="*/ 9220026 w 9220026"/>
                <a:gd name="connsiteY8" fmla="*/ 9220026 h 9220026"/>
                <a:gd name="connsiteX9" fmla="*/ 0 w 9220026"/>
                <a:gd name="connsiteY9" fmla="*/ 9220026 h 9220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20026" h="9220026">
                  <a:moveTo>
                    <a:pt x="4607692" y="391268"/>
                  </a:moveTo>
                  <a:lnTo>
                    <a:pt x="955470" y="2490193"/>
                  </a:lnTo>
                  <a:lnTo>
                    <a:pt x="955470" y="6729835"/>
                  </a:lnTo>
                  <a:lnTo>
                    <a:pt x="4607692" y="8828759"/>
                  </a:lnTo>
                  <a:lnTo>
                    <a:pt x="8264557" y="6729835"/>
                  </a:lnTo>
                  <a:lnTo>
                    <a:pt x="8264557" y="2490193"/>
                  </a:lnTo>
                  <a:close/>
                  <a:moveTo>
                    <a:pt x="0" y="0"/>
                  </a:moveTo>
                  <a:lnTo>
                    <a:pt x="9220026" y="0"/>
                  </a:lnTo>
                  <a:lnTo>
                    <a:pt x="9220026" y="9220026"/>
                  </a:lnTo>
                  <a:lnTo>
                    <a:pt x="0" y="92200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459849" y="7587500"/>
              <a:ext cx="2135876" cy="615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 cap="all" dirty="0">
                  <a:solidFill>
                    <a:schemeClr val="bg1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60%</a:t>
              </a:r>
              <a:endParaRPr lang="en-US" sz="20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587695" y="5981438"/>
              <a:ext cx="2135876" cy="615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 cap="all" dirty="0">
                  <a:solidFill>
                    <a:schemeClr val="bg1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30%</a:t>
              </a:r>
              <a:endParaRPr lang="en-US" sz="20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86643" y="8551066"/>
              <a:ext cx="2135876" cy="615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 cap="all" dirty="0">
                  <a:solidFill>
                    <a:schemeClr val="bg1"/>
                  </a:solidFill>
                  <a:latin typeface="Montserrat SemiBold" panose="00000700000000000000" pitchFamily="50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20%</a:t>
              </a:r>
              <a:endParaRPr lang="en-US" sz="2000" cap="all" dirty="0">
                <a:solidFill>
                  <a:schemeClr val="bg1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16" name="Freeform 21"/>
            <p:cNvSpPr>
              <a:spLocks noEditPoints="1"/>
            </p:cNvSpPr>
            <p:nvPr/>
          </p:nvSpPr>
          <p:spPr bwMode="auto">
            <a:xfrm>
              <a:off x="8566363" y="3411170"/>
              <a:ext cx="7251274" cy="8381260"/>
            </a:xfrm>
            <a:custGeom>
              <a:avLst/>
              <a:gdLst>
                <a:gd name="T0" fmla="*/ 1760 w 3523"/>
                <a:gd name="T1" fmla="*/ 0 h 4072"/>
                <a:gd name="T2" fmla="*/ 0 w 3523"/>
                <a:gd name="T3" fmla="*/ 1015 h 4072"/>
                <a:gd name="T4" fmla="*/ 0 w 3523"/>
                <a:gd name="T5" fmla="*/ 3057 h 4072"/>
                <a:gd name="T6" fmla="*/ 1760 w 3523"/>
                <a:gd name="T7" fmla="*/ 4072 h 4072"/>
                <a:gd name="T8" fmla="*/ 3523 w 3523"/>
                <a:gd name="T9" fmla="*/ 3057 h 4072"/>
                <a:gd name="T10" fmla="*/ 3523 w 3523"/>
                <a:gd name="T11" fmla="*/ 1015 h 4072"/>
                <a:gd name="T12" fmla="*/ 1760 w 3523"/>
                <a:gd name="T13" fmla="*/ 0 h 4072"/>
                <a:gd name="T14" fmla="*/ 3431 w 3523"/>
                <a:gd name="T15" fmla="*/ 3004 h 4072"/>
                <a:gd name="T16" fmla="*/ 1760 w 3523"/>
                <a:gd name="T17" fmla="*/ 3964 h 4072"/>
                <a:gd name="T18" fmla="*/ 92 w 3523"/>
                <a:gd name="T19" fmla="*/ 3004 h 4072"/>
                <a:gd name="T20" fmla="*/ 92 w 3523"/>
                <a:gd name="T21" fmla="*/ 1068 h 4072"/>
                <a:gd name="T22" fmla="*/ 1760 w 3523"/>
                <a:gd name="T23" fmla="*/ 108 h 4072"/>
                <a:gd name="T24" fmla="*/ 3431 w 3523"/>
                <a:gd name="T25" fmla="*/ 1068 h 4072"/>
                <a:gd name="T26" fmla="*/ 3431 w 3523"/>
                <a:gd name="T27" fmla="*/ 3004 h 4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23" h="4072">
                  <a:moveTo>
                    <a:pt x="1760" y="0"/>
                  </a:moveTo>
                  <a:lnTo>
                    <a:pt x="0" y="1015"/>
                  </a:lnTo>
                  <a:lnTo>
                    <a:pt x="0" y="3057"/>
                  </a:lnTo>
                  <a:lnTo>
                    <a:pt x="1760" y="4072"/>
                  </a:lnTo>
                  <a:lnTo>
                    <a:pt x="3523" y="3057"/>
                  </a:lnTo>
                  <a:lnTo>
                    <a:pt x="3523" y="1015"/>
                  </a:lnTo>
                  <a:lnTo>
                    <a:pt x="1760" y="0"/>
                  </a:lnTo>
                  <a:close/>
                  <a:moveTo>
                    <a:pt x="3431" y="3004"/>
                  </a:moveTo>
                  <a:lnTo>
                    <a:pt x="1760" y="3964"/>
                  </a:lnTo>
                  <a:lnTo>
                    <a:pt x="92" y="3004"/>
                  </a:lnTo>
                  <a:lnTo>
                    <a:pt x="92" y="1068"/>
                  </a:lnTo>
                  <a:lnTo>
                    <a:pt x="1760" y="108"/>
                  </a:lnTo>
                  <a:lnTo>
                    <a:pt x="3431" y="1068"/>
                  </a:lnTo>
                  <a:lnTo>
                    <a:pt x="3431" y="3004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>
              <a:noFill/>
              <a:prstDash val="solid"/>
              <a:miter lim="800000"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9219319" y="3251837"/>
            <a:ext cx="2134482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$8.7 million from</a:t>
            </a:r>
            <a:endParaRPr lang="en-US" sz="1300" cap="all" dirty="0">
              <a:solidFill>
                <a:schemeClr val="accent6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r>
              <a: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marketing</a:t>
            </a:r>
            <a:endParaRPr lang="en-US" sz="1300" cap="all" dirty="0">
              <a:solidFill>
                <a:schemeClr val="accent6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8200" y="4264662"/>
            <a:ext cx="2134482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$2.65 million from others</a:t>
            </a:r>
            <a:endParaRPr lang="en-US" sz="1300" cap="all" dirty="0">
              <a:solidFill>
                <a:schemeClr val="accent6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8200" y="3007362"/>
            <a:ext cx="2134482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300" cap="all" dirty="0">
                <a:solidFill>
                  <a:schemeClr val="accent6"/>
                </a:solidFill>
                <a:latin typeface="Montserrat SemiBold" panose="00000700000000000000" pitchFamily="50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$3.85 million from Direct Sales</a:t>
            </a:r>
            <a:endParaRPr lang="en-US" sz="1300" cap="all" dirty="0">
              <a:solidFill>
                <a:schemeClr val="accent6"/>
              </a:solidFill>
              <a:latin typeface="Montserrat SemiBold" panose="00000700000000000000" pitchFamily="50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241808" y="4167071"/>
            <a:ext cx="515983" cy="595292"/>
            <a:chOff x="6483615" y="8334142"/>
            <a:chExt cx="1031966" cy="1190584"/>
          </a:xfrm>
        </p:grpSpPr>
        <p:sp>
          <p:nvSpPr>
            <p:cNvPr id="21" name="Freeform 26"/>
            <p:cNvSpPr/>
            <p:nvPr/>
          </p:nvSpPr>
          <p:spPr bwMode="auto">
            <a:xfrm>
              <a:off x="6483615" y="8334142"/>
              <a:ext cx="1031966" cy="1190584"/>
            </a:xfrm>
            <a:custGeom>
              <a:avLst/>
              <a:gdLst>
                <a:gd name="T0" fmla="*/ 1633 w 1633"/>
                <a:gd name="T1" fmla="*/ 1415 h 1884"/>
                <a:gd name="T2" fmla="*/ 816 w 1633"/>
                <a:gd name="T3" fmla="*/ 1884 h 1884"/>
                <a:gd name="T4" fmla="*/ 0 w 1633"/>
                <a:gd name="T5" fmla="*/ 1415 h 1884"/>
                <a:gd name="T6" fmla="*/ 0 w 1633"/>
                <a:gd name="T7" fmla="*/ 469 h 1884"/>
                <a:gd name="T8" fmla="*/ 816 w 1633"/>
                <a:gd name="T9" fmla="*/ 0 h 1884"/>
                <a:gd name="T10" fmla="*/ 1633 w 1633"/>
                <a:gd name="T11" fmla="*/ 469 h 1884"/>
                <a:gd name="T12" fmla="*/ 1633 w 1633"/>
                <a:gd name="T13" fmla="*/ 1415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33" h="1884">
                  <a:moveTo>
                    <a:pt x="1633" y="1415"/>
                  </a:moveTo>
                  <a:lnTo>
                    <a:pt x="816" y="1884"/>
                  </a:lnTo>
                  <a:lnTo>
                    <a:pt x="0" y="1415"/>
                  </a:lnTo>
                  <a:lnTo>
                    <a:pt x="0" y="469"/>
                  </a:lnTo>
                  <a:lnTo>
                    <a:pt x="816" y="0"/>
                  </a:lnTo>
                  <a:lnTo>
                    <a:pt x="1633" y="469"/>
                  </a:lnTo>
                  <a:lnTo>
                    <a:pt x="1633" y="141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>
                <a:latin typeface="Montserrat SemiBold" panose="00000700000000000000" pitchFamily="50" charset="0"/>
              </a:endParaRPr>
            </a:p>
          </p:txBody>
        </p:sp>
        <p:sp>
          <p:nvSpPr>
            <p:cNvPr id="25" name="Freeform 42"/>
            <p:cNvSpPr/>
            <p:nvPr/>
          </p:nvSpPr>
          <p:spPr bwMode="auto">
            <a:xfrm>
              <a:off x="6695327" y="8750232"/>
              <a:ext cx="592617" cy="378497"/>
            </a:xfrm>
            <a:custGeom>
              <a:avLst/>
              <a:gdLst>
                <a:gd name="T0" fmla="*/ 261 w 353"/>
                <a:gd name="T1" fmla="*/ 16 h 225"/>
                <a:gd name="T2" fmla="*/ 169 w 353"/>
                <a:gd name="T3" fmla="*/ 109 h 225"/>
                <a:gd name="T4" fmla="*/ 169 w 353"/>
                <a:gd name="T5" fmla="*/ 117 h 225"/>
                <a:gd name="T6" fmla="*/ 93 w 353"/>
                <a:gd name="T7" fmla="*/ 193 h 225"/>
                <a:gd name="T8" fmla="*/ 16 w 353"/>
                <a:gd name="T9" fmla="*/ 117 h 225"/>
                <a:gd name="T10" fmla="*/ 16 w 353"/>
                <a:gd name="T11" fmla="*/ 109 h 225"/>
                <a:gd name="T12" fmla="*/ 93 w 353"/>
                <a:gd name="T13" fmla="*/ 32 h 225"/>
                <a:gd name="T14" fmla="*/ 136 w 353"/>
                <a:gd name="T15" fmla="*/ 48 h 225"/>
                <a:gd name="T16" fmla="*/ 105 w 353"/>
                <a:gd name="T17" fmla="*/ 48 h 225"/>
                <a:gd name="T18" fmla="*/ 97 w 353"/>
                <a:gd name="T19" fmla="*/ 56 h 225"/>
                <a:gd name="T20" fmla="*/ 105 w 353"/>
                <a:gd name="T21" fmla="*/ 64 h 225"/>
                <a:gd name="T22" fmla="*/ 153 w 353"/>
                <a:gd name="T23" fmla="*/ 64 h 225"/>
                <a:gd name="T24" fmla="*/ 161 w 353"/>
                <a:gd name="T25" fmla="*/ 56 h 225"/>
                <a:gd name="T26" fmla="*/ 161 w 353"/>
                <a:gd name="T27" fmla="*/ 8 h 225"/>
                <a:gd name="T28" fmla="*/ 153 w 353"/>
                <a:gd name="T29" fmla="*/ 0 h 225"/>
                <a:gd name="T30" fmla="*/ 145 w 353"/>
                <a:gd name="T31" fmla="*/ 8 h 225"/>
                <a:gd name="T32" fmla="*/ 145 w 353"/>
                <a:gd name="T33" fmla="*/ 35 h 225"/>
                <a:gd name="T34" fmla="*/ 93 w 353"/>
                <a:gd name="T35" fmla="*/ 16 h 225"/>
                <a:gd name="T36" fmla="*/ 0 w 353"/>
                <a:gd name="T37" fmla="*/ 109 h 225"/>
                <a:gd name="T38" fmla="*/ 0 w 353"/>
                <a:gd name="T39" fmla="*/ 117 h 225"/>
                <a:gd name="T40" fmla="*/ 93 w 353"/>
                <a:gd name="T41" fmla="*/ 209 h 225"/>
                <a:gd name="T42" fmla="*/ 185 w 353"/>
                <a:gd name="T43" fmla="*/ 117 h 225"/>
                <a:gd name="T44" fmla="*/ 185 w 353"/>
                <a:gd name="T45" fmla="*/ 109 h 225"/>
                <a:gd name="T46" fmla="*/ 261 w 353"/>
                <a:gd name="T47" fmla="*/ 32 h 225"/>
                <a:gd name="T48" fmla="*/ 337 w 353"/>
                <a:gd name="T49" fmla="*/ 109 h 225"/>
                <a:gd name="T50" fmla="*/ 337 w 353"/>
                <a:gd name="T51" fmla="*/ 117 h 225"/>
                <a:gd name="T52" fmla="*/ 261 w 353"/>
                <a:gd name="T53" fmla="*/ 193 h 225"/>
                <a:gd name="T54" fmla="*/ 217 w 353"/>
                <a:gd name="T55" fmla="*/ 177 h 225"/>
                <a:gd name="T56" fmla="*/ 249 w 353"/>
                <a:gd name="T57" fmla="*/ 177 h 225"/>
                <a:gd name="T58" fmla="*/ 257 w 353"/>
                <a:gd name="T59" fmla="*/ 169 h 225"/>
                <a:gd name="T60" fmla="*/ 249 w 353"/>
                <a:gd name="T61" fmla="*/ 161 h 225"/>
                <a:gd name="T62" fmla="*/ 201 w 353"/>
                <a:gd name="T63" fmla="*/ 161 h 225"/>
                <a:gd name="T64" fmla="*/ 193 w 353"/>
                <a:gd name="T65" fmla="*/ 169 h 225"/>
                <a:gd name="T66" fmla="*/ 193 w 353"/>
                <a:gd name="T67" fmla="*/ 217 h 225"/>
                <a:gd name="T68" fmla="*/ 201 w 353"/>
                <a:gd name="T69" fmla="*/ 225 h 225"/>
                <a:gd name="T70" fmla="*/ 209 w 353"/>
                <a:gd name="T71" fmla="*/ 217 h 225"/>
                <a:gd name="T72" fmla="*/ 209 w 353"/>
                <a:gd name="T73" fmla="*/ 190 h 225"/>
                <a:gd name="T74" fmla="*/ 261 w 353"/>
                <a:gd name="T75" fmla="*/ 209 h 225"/>
                <a:gd name="T76" fmla="*/ 353 w 353"/>
                <a:gd name="T77" fmla="*/ 117 h 225"/>
                <a:gd name="T78" fmla="*/ 353 w 353"/>
                <a:gd name="T79" fmla="*/ 109 h 225"/>
                <a:gd name="T80" fmla="*/ 261 w 353"/>
                <a:gd name="T81" fmla="*/ 16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53" h="225">
                  <a:moveTo>
                    <a:pt x="261" y="16"/>
                  </a:moveTo>
                  <a:cubicBezTo>
                    <a:pt x="210" y="16"/>
                    <a:pt x="169" y="58"/>
                    <a:pt x="169" y="109"/>
                  </a:cubicBezTo>
                  <a:cubicBezTo>
                    <a:pt x="169" y="117"/>
                    <a:pt x="169" y="117"/>
                    <a:pt x="169" y="117"/>
                  </a:cubicBezTo>
                  <a:cubicBezTo>
                    <a:pt x="169" y="159"/>
                    <a:pt x="135" y="193"/>
                    <a:pt x="93" y="193"/>
                  </a:cubicBezTo>
                  <a:cubicBezTo>
                    <a:pt x="50" y="193"/>
                    <a:pt x="16" y="159"/>
                    <a:pt x="16" y="117"/>
                  </a:cubicBezTo>
                  <a:cubicBezTo>
                    <a:pt x="16" y="109"/>
                    <a:pt x="16" y="109"/>
                    <a:pt x="16" y="109"/>
                  </a:cubicBezTo>
                  <a:cubicBezTo>
                    <a:pt x="16" y="67"/>
                    <a:pt x="50" y="32"/>
                    <a:pt x="93" y="32"/>
                  </a:cubicBezTo>
                  <a:cubicBezTo>
                    <a:pt x="109" y="32"/>
                    <a:pt x="124" y="38"/>
                    <a:pt x="136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0" y="48"/>
                    <a:pt x="97" y="52"/>
                    <a:pt x="97" y="56"/>
                  </a:cubicBezTo>
                  <a:cubicBezTo>
                    <a:pt x="97" y="61"/>
                    <a:pt x="100" y="64"/>
                    <a:pt x="105" y="64"/>
                  </a:cubicBezTo>
                  <a:cubicBezTo>
                    <a:pt x="153" y="64"/>
                    <a:pt x="153" y="64"/>
                    <a:pt x="153" y="64"/>
                  </a:cubicBezTo>
                  <a:cubicBezTo>
                    <a:pt x="157" y="64"/>
                    <a:pt x="161" y="61"/>
                    <a:pt x="161" y="56"/>
                  </a:cubicBezTo>
                  <a:cubicBezTo>
                    <a:pt x="161" y="8"/>
                    <a:pt x="161" y="8"/>
                    <a:pt x="161" y="8"/>
                  </a:cubicBezTo>
                  <a:cubicBezTo>
                    <a:pt x="161" y="4"/>
                    <a:pt x="157" y="0"/>
                    <a:pt x="153" y="0"/>
                  </a:cubicBezTo>
                  <a:cubicBezTo>
                    <a:pt x="148" y="0"/>
                    <a:pt x="145" y="4"/>
                    <a:pt x="145" y="8"/>
                  </a:cubicBezTo>
                  <a:cubicBezTo>
                    <a:pt x="145" y="35"/>
                    <a:pt x="145" y="35"/>
                    <a:pt x="145" y="35"/>
                  </a:cubicBezTo>
                  <a:cubicBezTo>
                    <a:pt x="129" y="23"/>
                    <a:pt x="110" y="16"/>
                    <a:pt x="93" y="16"/>
                  </a:cubicBezTo>
                  <a:cubicBezTo>
                    <a:pt x="42" y="16"/>
                    <a:pt x="0" y="58"/>
                    <a:pt x="0" y="109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68"/>
                    <a:pt x="42" y="209"/>
                    <a:pt x="93" y="209"/>
                  </a:cubicBezTo>
                  <a:cubicBezTo>
                    <a:pt x="144" y="209"/>
                    <a:pt x="185" y="168"/>
                    <a:pt x="185" y="117"/>
                  </a:cubicBezTo>
                  <a:cubicBezTo>
                    <a:pt x="185" y="109"/>
                    <a:pt x="185" y="109"/>
                    <a:pt x="185" y="109"/>
                  </a:cubicBezTo>
                  <a:cubicBezTo>
                    <a:pt x="185" y="67"/>
                    <a:pt x="219" y="32"/>
                    <a:pt x="261" y="32"/>
                  </a:cubicBezTo>
                  <a:cubicBezTo>
                    <a:pt x="303" y="32"/>
                    <a:pt x="337" y="67"/>
                    <a:pt x="337" y="109"/>
                  </a:cubicBezTo>
                  <a:cubicBezTo>
                    <a:pt x="337" y="117"/>
                    <a:pt x="337" y="117"/>
                    <a:pt x="337" y="117"/>
                  </a:cubicBezTo>
                  <a:cubicBezTo>
                    <a:pt x="337" y="159"/>
                    <a:pt x="303" y="193"/>
                    <a:pt x="261" y="193"/>
                  </a:cubicBezTo>
                  <a:cubicBezTo>
                    <a:pt x="244" y="193"/>
                    <a:pt x="230" y="187"/>
                    <a:pt x="217" y="177"/>
                  </a:cubicBezTo>
                  <a:cubicBezTo>
                    <a:pt x="249" y="177"/>
                    <a:pt x="249" y="177"/>
                    <a:pt x="249" y="177"/>
                  </a:cubicBezTo>
                  <a:cubicBezTo>
                    <a:pt x="254" y="177"/>
                    <a:pt x="257" y="173"/>
                    <a:pt x="257" y="169"/>
                  </a:cubicBezTo>
                  <a:cubicBezTo>
                    <a:pt x="257" y="164"/>
                    <a:pt x="254" y="161"/>
                    <a:pt x="249" y="161"/>
                  </a:cubicBezTo>
                  <a:cubicBezTo>
                    <a:pt x="201" y="161"/>
                    <a:pt x="201" y="161"/>
                    <a:pt x="201" y="161"/>
                  </a:cubicBezTo>
                  <a:cubicBezTo>
                    <a:pt x="196" y="161"/>
                    <a:pt x="193" y="164"/>
                    <a:pt x="193" y="169"/>
                  </a:cubicBezTo>
                  <a:cubicBezTo>
                    <a:pt x="193" y="217"/>
                    <a:pt x="193" y="217"/>
                    <a:pt x="193" y="217"/>
                  </a:cubicBezTo>
                  <a:cubicBezTo>
                    <a:pt x="193" y="221"/>
                    <a:pt x="196" y="225"/>
                    <a:pt x="201" y="225"/>
                  </a:cubicBezTo>
                  <a:cubicBezTo>
                    <a:pt x="205" y="225"/>
                    <a:pt x="209" y="221"/>
                    <a:pt x="209" y="217"/>
                  </a:cubicBezTo>
                  <a:cubicBezTo>
                    <a:pt x="209" y="190"/>
                    <a:pt x="209" y="190"/>
                    <a:pt x="209" y="190"/>
                  </a:cubicBezTo>
                  <a:cubicBezTo>
                    <a:pt x="225" y="203"/>
                    <a:pt x="244" y="209"/>
                    <a:pt x="261" y="209"/>
                  </a:cubicBezTo>
                  <a:cubicBezTo>
                    <a:pt x="312" y="209"/>
                    <a:pt x="353" y="168"/>
                    <a:pt x="353" y="117"/>
                  </a:cubicBezTo>
                  <a:cubicBezTo>
                    <a:pt x="353" y="109"/>
                    <a:pt x="353" y="109"/>
                    <a:pt x="353" y="109"/>
                  </a:cubicBezTo>
                  <a:cubicBezTo>
                    <a:pt x="353" y="58"/>
                    <a:pt x="312" y="16"/>
                    <a:pt x="261" y="1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241808" y="2909771"/>
            <a:ext cx="515983" cy="595292"/>
            <a:chOff x="6483615" y="5819542"/>
            <a:chExt cx="1031966" cy="1190584"/>
          </a:xfrm>
        </p:grpSpPr>
        <p:sp>
          <p:nvSpPr>
            <p:cNvPr id="23" name="Freeform 26"/>
            <p:cNvSpPr/>
            <p:nvPr/>
          </p:nvSpPr>
          <p:spPr bwMode="auto">
            <a:xfrm>
              <a:off x="6483615" y="5819542"/>
              <a:ext cx="1031966" cy="1190584"/>
            </a:xfrm>
            <a:custGeom>
              <a:avLst/>
              <a:gdLst>
                <a:gd name="T0" fmla="*/ 1633 w 1633"/>
                <a:gd name="T1" fmla="*/ 1415 h 1884"/>
                <a:gd name="T2" fmla="*/ 816 w 1633"/>
                <a:gd name="T3" fmla="*/ 1884 h 1884"/>
                <a:gd name="T4" fmla="*/ 0 w 1633"/>
                <a:gd name="T5" fmla="*/ 1415 h 1884"/>
                <a:gd name="T6" fmla="*/ 0 w 1633"/>
                <a:gd name="T7" fmla="*/ 469 h 1884"/>
                <a:gd name="T8" fmla="*/ 816 w 1633"/>
                <a:gd name="T9" fmla="*/ 0 h 1884"/>
                <a:gd name="T10" fmla="*/ 1633 w 1633"/>
                <a:gd name="T11" fmla="*/ 469 h 1884"/>
                <a:gd name="T12" fmla="*/ 1633 w 1633"/>
                <a:gd name="T13" fmla="*/ 1415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33" h="1884">
                  <a:moveTo>
                    <a:pt x="1633" y="1415"/>
                  </a:moveTo>
                  <a:lnTo>
                    <a:pt x="816" y="1884"/>
                  </a:lnTo>
                  <a:lnTo>
                    <a:pt x="0" y="1415"/>
                  </a:lnTo>
                  <a:lnTo>
                    <a:pt x="0" y="469"/>
                  </a:lnTo>
                  <a:lnTo>
                    <a:pt x="816" y="0"/>
                  </a:lnTo>
                  <a:lnTo>
                    <a:pt x="1633" y="469"/>
                  </a:lnTo>
                  <a:lnTo>
                    <a:pt x="1633" y="1415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>
                <a:latin typeface="Montserrat SemiBold" panose="00000700000000000000" pitchFamily="50" charset="0"/>
              </a:endParaRPr>
            </a:p>
          </p:txBody>
        </p:sp>
        <p:sp>
          <p:nvSpPr>
            <p:cNvPr id="26" name="Freeform 10"/>
            <p:cNvSpPr>
              <a:spLocks noEditPoints="1"/>
            </p:cNvSpPr>
            <p:nvPr/>
          </p:nvSpPr>
          <p:spPr bwMode="auto">
            <a:xfrm>
              <a:off x="6730324" y="6079413"/>
              <a:ext cx="538547" cy="590455"/>
            </a:xfrm>
            <a:custGeom>
              <a:avLst/>
              <a:gdLst>
                <a:gd name="T0" fmla="*/ 321 w 321"/>
                <a:gd name="T1" fmla="*/ 344 h 353"/>
                <a:gd name="T2" fmla="*/ 321 w 321"/>
                <a:gd name="T3" fmla="*/ 344 h 353"/>
                <a:gd name="T4" fmla="*/ 289 w 321"/>
                <a:gd name="T5" fmla="*/ 103 h 353"/>
                <a:gd name="T6" fmla="*/ 288 w 321"/>
                <a:gd name="T7" fmla="*/ 103 h 353"/>
                <a:gd name="T8" fmla="*/ 281 w 321"/>
                <a:gd name="T9" fmla="*/ 96 h 353"/>
                <a:gd name="T10" fmla="*/ 224 w 321"/>
                <a:gd name="T11" fmla="*/ 96 h 353"/>
                <a:gd name="T12" fmla="*/ 224 w 321"/>
                <a:gd name="T13" fmla="*/ 64 h 353"/>
                <a:gd name="T14" fmla="*/ 160 w 321"/>
                <a:gd name="T15" fmla="*/ 0 h 353"/>
                <a:gd name="T16" fmla="*/ 96 w 321"/>
                <a:gd name="T17" fmla="*/ 64 h 353"/>
                <a:gd name="T18" fmla="*/ 96 w 321"/>
                <a:gd name="T19" fmla="*/ 96 h 353"/>
                <a:gd name="T20" fmla="*/ 40 w 321"/>
                <a:gd name="T21" fmla="*/ 96 h 353"/>
                <a:gd name="T22" fmla="*/ 32 w 321"/>
                <a:gd name="T23" fmla="*/ 103 h 353"/>
                <a:gd name="T24" fmla="*/ 32 w 321"/>
                <a:gd name="T25" fmla="*/ 103 h 353"/>
                <a:gd name="T26" fmla="*/ 0 w 321"/>
                <a:gd name="T27" fmla="*/ 344 h 353"/>
                <a:gd name="T28" fmla="*/ 0 w 321"/>
                <a:gd name="T29" fmla="*/ 344 h 353"/>
                <a:gd name="T30" fmla="*/ 0 w 321"/>
                <a:gd name="T31" fmla="*/ 345 h 353"/>
                <a:gd name="T32" fmla="*/ 8 w 321"/>
                <a:gd name="T33" fmla="*/ 353 h 353"/>
                <a:gd name="T34" fmla="*/ 313 w 321"/>
                <a:gd name="T35" fmla="*/ 353 h 353"/>
                <a:gd name="T36" fmla="*/ 321 w 321"/>
                <a:gd name="T37" fmla="*/ 345 h 353"/>
                <a:gd name="T38" fmla="*/ 321 w 321"/>
                <a:gd name="T39" fmla="*/ 344 h 353"/>
                <a:gd name="T40" fmla="*/ 112 w 321"/>
                <a:gd name="T41" fmla="*/ 64 h 353"/>
                <a:gd name="T42" fmla="*/ 160 w 321"/>
                <a:gd name="T43" fmla="*/ 16 h 353"/>
                <a:gd name="T44" fmla="*/ 208 w 321"/>
                <a:gd name="T45" fmla="*/ 64 h 353"/>
                <a:gd name="T46" fmla="*/ 208 w 321"/>
                <a:gd name="T47" fmla="*/ 96 h 353"/>
                <a:gd name="T48" fmla="*/ 112 w 321"/>
                <a:gd name="T49" fmla="*/ 96 h 353"/>
                <a:gd name="T50" fmla="*/ 112 w 321"/>
                <a:gd name="T51" fmla="*/ 64 h 353"/>
                <a:gd name="T52" fmla="*/ 47 w 321"/>
                <a:gd name="T53" fmla="*/ 112 h 353"/>
                <a:gd name="T54" fmla="*/ 96 w 321"/>
                <a:gd name="T55" fmla="*/ 112 h 353"/>
                <a:gd name="T56" fmla="*/ 96 w 321"/>
                <a:gd name="T57" fmla="*/ 146 h 353"/>
                <a:gd name="T58" fmla="*/ 88 w 321"/>
                <a:gd name="T59" fmla="*/ 160 h 353"/>
                <a:gd name="T60" fmla="*/ 104 w 321"/>
                <a:gd name="T61" fmla="*/ 176 h 353"/>
                <a:gd name="T62" fmla="*/ 120 w 321"/>
                <a:gd name="T63" fmla="*/ 160 h 353"/>
                <a:gd name="T64" fmla="*/ 112 w 321"/>
                <a:gd name="T65" fmla="*/ 146 h 353"/>
                <a:gd name="T66" fmla="*/ 112 w 321"/>
                <a:gd name="T67" fmla="*/ 112 h 353"/>
                <a:gd name="T68" fmla="*/ 208 w 321"/>
                <a:gd name="T69" fmla="*/ 112 h 353"/>
                <a:gd name="T70" fmla="*/ 208 w 321"/>
                <a:gd name="T71" fmla="*/ 146 h 353"/>
                <a:gd name="T72" fmla="*/ 200 w 321"/>
                <a:gd name="T73" fmla="*/ 160 h 353"/>
                <a:gd name="T74" fmla="*/ 216 w 321"/>
                <a:gd name="T75" fmla="*/ 176 h 353"/>
                <a:gd name="T76" fmla="*/ 232 w 321"/>
                <a:gd name="T77" fmla="*/ 160 h 353"/>
                <a:gd name="T78" fmla="*/ 224 w 321"/>
                <a:gd name="T79" fmla="*/ 146 h 353"/>
                <a:gd name="T80" fmla="*/ 224 w 321"/>
                <a:gd name="T81" fmla="*/ 112 h 353"/>
                <a:gd name="T82" fmla="*/ 274 w 321"/>
                <a:gd name="T83" fmla="*/ 112 h 353"/>
                <a:gd name="T84" fmla="*/ 299 w 321"/>
                <a:gd name="T85" fmla="*/ 305 h 353"/>
                <a:gd name="T86" fmla="*/ 21 w 321"/>
                <a:gd name="T87" fmla="*/ 305 h 353"/>
                <a:gd name="T88" fmla="*/ 47 w 321"/>
                <a:gd name="T89" fmla="*/ 112 h 353"/>
                <a:gd name="T90" fmla="*/ 17 w 321"/>
                <a:gd name="T91" fmla="*/ 337 h 353"/>
                <a:gd name="T92" fmla="*/ 19 w 321"/>
                <a:gd name="T93" fmla="*/ 321 h 353"/>
                <a:gd name="T94" fmla="*/ 301 w 321"/>
                <a:gd name="T95" fmla="*/ 321 h 353"/>
                <a:gd name="T96" fmla="*/ 304 w 321"/>
                <a:gd name="T97" fmla="*/ 337 h 353"/>
                <a:gd name="T98" fmla="*/ 17 w 321"/>
                <a:gd name="T99" fmla="*/ 33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1" h="353">
                  <a:moveTo>
                    <a:pt x="321" y="344"/>
                  </a:moveTo>
                  <a:cubicBezTo>
                    <a:pt x="321" y="344"/>
                    <a:pt x="321" y="344"/>
                    <a:pt x="321" y="344"/>
                  </a:cubicBezTo>
                  <a:cubicBezTo>
                    <a:pt x="289" y="103"/>
                    <a:pt x="289" y="103"/>
                    <a:pt x="289" y="103"/>
                  </a:cubicBezTo>
                  <a:cubicBezTo>
                    <a:pt x="288" y="103"/>
                    <a:pt x="288" y="103"/>
                    <a:pt x="288" y="103"/>
                  </a:cubicBezTo>
                  <a:cubicBezTo>
                    <a:pt x="288" y="99"/>
                    <a:pt x="285" y="96"/>
                    <a:pt x="281" y="96"/>
                  </a:cubicBezTo>
                  <a:cubicBezTo>
                    <a:pt x="224" y="96"/>
                    <a:pt x="224" y="96"/>
                    <a:pt x="224" y="96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24" y="28"/>
                    <a:pt x="196" y="0"/>
                    <a:pt x="160" y="0"/>
                  </a:cubicBezTo>
                  <a:cubicBezTo>
                    <a:pt x="125" y="0"/>
                    <a:pt x="96" y="28"/>
                    <a:pt x="96" y="64"/>
                  </a:cubicBezTo>
                  <a:cubicBezTo>
                    <a:pt x="96" y="96"/>
                    <a:pt x="96" y="96"/>
                    <a:pt x="96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36" y="96"/>
                    <a:pt x="32" y="99"/>
                    <a:pt x="32" y="103"/>
                  </a:cubicBezTo>
                  <a:cubicBezTo>
                    <a:pt x="32" y="103"/>
                    <a:pt x="32" y="103"/>
                    <a:pt x="32" y="103"/>
                  </a:cubicBezTo>
                  <a:cubicBezTo>
                    <a:pt x="0" y="344"/>
                    <a:pt x="0" y="344"/>
                    <a:pt x="0" y="344"/>
                  </a:cubicBezTo>
                  <a:cubicBezTo>
                    <a:pt x="0" y="344"/>
                    <a:pt x="0" y="344"/>
                    <a:pt x="0" y="344"/>
                  </a:cubicBezTo>
                  <a:cubicBezTo>
                    <a:pt x="0" y="344"/>
                    <a:pt x="0" y="345"/>
                    <a:pt x="0" y="345"/>
                  </a:cubicBezTo>
                  <a:cubicBezTo>
                    <a:pt x="0" y="349"/>
                    <a:pt x="3" y="353"/>
                    <a:pt x="8" y="353"/>
                  </a:cubicBezTo>
                  <a:cubicBezTo>
                    <a:pt x="313" y="353"/>
                    <a:pt x="313" y="353"/>
                    <a:pt x="313" y="353"/>
                  </a:cubicBezTo>
                  <a:cubicBezTo>
                    <a:pt x="317" y="353"/>
                    <a:pt x="321" y="349"/>
                    <a:pt x="321" y="345"/>
                  </a:cubicBezTo>
                  <a:cubicBezTo>
                    <a:pt x="321" y="345"/>
                    <a:pt x="321" y="344"/>
                    <a:pt x="321" y="344"/>
                  </a:cubicBezTo>
                  <a:moveTo>
                    <a:pt x="112" y="64"/>
                  </a:moveTo>
                  <a:cubicBezTo>
                    <a:pt x="112" y="37"/>
                    <a:pt x="134" y="16"/>
                    <a:pt x="160" y="16"/>
                  </a:cubicBezTo>
                  <a:cubicBezTo>
                    <a:pt x="187" y="16"/>
                    <a:pt x="208" y="37"/>
                    <a:pt x="208" y="64"/>
                  </a:cubicBezTo>
                  <a:cubicBezTo>
                    <a:pt x="208" y="96"/>
                    <a:pt x="208" y="96"/>
                    <a:pt x="208" y="96"/>
                  </a:cubicBezTo>
                  <a:cubicBezTo>
                    <a:pt x="112" y="96"/>
                    <a:pt x="112" y="96"/>
                    <a:pt x="112" y="96"/>
                  </a:cubicBezTo>
                  <a:lnTo>
                    <a:pt x="112" y="64"/>
                  </a:lnTo>
                  <a:close/>
                  <a:moveTo>
                    <a:pt x="47" y="112"/>
                  </a:moveTo>
                  <a:cubicBezTo>
                    <a:pt x="96" y="112"/>
                    <a:pt x="96" y="112"/>
                    <a:pt x="96" y="112"/>
                  </a:cubicBezTo>
                  <a:cubicBezTo>
                    <a:pt x="96" y="146"/>
                    <a:pt x="96" y="146"/>
                    <a:pt x="96" y="146"/>
                  </a:cubicBezTo>
                  <a:cubicBezTo>
                    <a:pt x="91" y="149"/>
                    <a:pt x="88" y="154"/>
                    <a:pt x="88" y="160"/>
                  </a:cubicBezTo>
                  <a:cubicBezTo>
                    <a:pt x="88" y="169"/>
                    <a:pt x="95" y="176"/>
                    <a:pt x="104" y="176"/>
                  </a:cubicBezTo>
                  <a:cubicBezTo>
                    <a:pt x="113" y="176"/>
                    <a:pt x="120" y="169"/>
                    <a:pt x="120" y="160"/>
                  </a:cubicBezTo>
                  <a:cubicBezTo>
                    <a:pt x="120" y="154"/>
                    <a:pt x="117" y="149"/>
                    <a:pt x="112" y="146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208" y="112"/>
                    <a:pt x="208" y="112"/>
                    <a:pt x="208" y="112"/>
                  </a:cubicBezTo>
                  <a:cubicBezTo>
                    <a:pt x="208" y="146"/>
                    <a:pt x="208" y="146"/>
                    <a:pt x="208" y="146"/>
                  </a:cubicBezTo>
                  <a:cubicBezTo>
                    <a:pt x="204" y="149"/>
                    <a:pt x="200" y="154"/>
                    <a:pt x="200" y="160"/>
                  </a:cubicBezTo>
                  <a:cubicBezTo>
                    <a:pt x="200" y="169"/>
                    <a:pt x="207" y="176"/>
                    <a:pt x="216" y="176"/>
                  </a:cubicBezTo>
                  <a:cubicBezTo>
                    <a:pt x="225" y="176"/>
                    <a:pt x="232" y="169"/>
                    <a:pt x="232" y="160"/>
                  </a:cubicBezTo>
                  <a:cubicBezTo>
                    <a:pt x="232" y="154"/>
                    <a:pt x="229" y="149"/>
                    <a:pt x="224" y="146"/>
                  </a:cubicBezTo>
                  <a:cubicBezTo>
                    <a:pt x="224" y="112"/>
                    <a:pt x="224" y="112"/>
                    <a:pt x="224" y="112"/>
                  </a:cubicBezTo>
                  <a:cubicBezTo>
                    <a:pt x="274" y="112"/>
                    <a:pt x="274" y="112"/>
                    <a:pt x="274" y="112"/>
                  </a:cubicBezTo>
                  <a:cubicBezTo>
                    <a:pt x="299" y="305"/>
                    <a:pt x="299" y="305"/>
                    <a:pt x="299" y="305"/>
                  </a:cubicBezTo>
                  <a:cubicBezTo>
                    <a:pt x="21" y="305"/>
                    <a:pt x="21" y="305"/>
                    <a:pt x="21" y="305"/>
                  </a:cubicBezTo>
                  <a:lnTo>
                    <a:pt x="47" y="112"/>
                  </a:lnTo>
                  <a:close/>
                  <a:moveTo>
                    <a:pt x="17" y="337"/>
                  </a:moveTo>
                  <a:cubicBezTo>
                    <a:pt x="19" y="321"/>
                    <a:pt x="19" y="321"/>
                    <a:pt x="19" y="321"/>
                  </a:cubicBezTo>
                  <a:cubicBezTo>
                    <a:pt x="301" y="321"/>
                    <a:pt x="301" y="321"/>
                    <a:pt x="301" y="321"/>
                  </a:cubicBezTo>
                  <a:cubicBezTo>
                    <a:pt x="304" y="337"/>
                    <a:pt x="304" y="337"/>
                    <a:pt x="304" y="337"/>
                  </a:cubicBezTo>
                  <a:lnTo>
                    <a:pt x="17" y="3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434210" y="3154246"/>
            <a:ext cx="515983" cy="595292"/>
            <a:chOff x="16868419" y="6308492"/>
            <a:chExt cx="1031966" cy="1190584"/>
          </a:xfrm>
        </p:grpSpPr>
        <p:sp>
          <p:nvSpPr>
            <p:cNvPr id="17" name="Freeform 26"/>
            <p:cNvSpPr/>
            <p:nvPr/>
          </p:nvSpPr>
          <p:spPr bwMode="auto">
            <a:xfrm>
              <a:off x="16868419" y="6308492"/>
              <a:ext cx="1031966" cy="1190584"/>
            </a:xfrm>
            <a:custGeom>
              <a:avLst/>
              <a:gdLst>
                <a:gd name="T0" fmla="*/ 1633 w 1633"/>
                <a:gd name="T1" fmla="*/ 1415 h 1884"/>
                <a:gd name="T2" fmla="*/ 816 w 1633"/>
                <a:gd name="T3" fmla="*/ 1884 h 1884"/>
                <a:gd name="T4" fmla="*/ 0 w 1633"/>
                <a:gd name="T5" fmla="*/ 1415 h 1884"/>
                <a:gd name="T6" fmla="*/ 0 w 1633"/>
                <a:gd name="T7" fmla="*/ 469 h 1884"/>
                <a:gd name="T8" fmla="*/ 816 w 1633"/>
                <a:gd name="T9" fmla="*/ 0 h 1884"/>
                <a:gd name="T10" fmla="*/ 1633 w 1633"/>
                <a:gd name="T11" fmla="*/ 469 h 1884"/>
                <a:gd name="T12" fmla="*/ 1633 w 1633"/>
                <a:gd name="T13" fmla="*/ 1415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33" h="1884">
                  <a:moveTo>
                    <a:pt x="1633" y="1415"/>
                  </a:moveTo>
                  <a:lnTo>
                    <a:pt x="816" y="1884"/>
                  </a:lnTo>
                  <a:lnTo>
                    <a:pt x="0" y="1415"/>
                  </a:lnTo>
                  <a:lnTo>
                    <a:pt x="0" y="469"/>
                  </a:lnTo>
                  <a:lnTo>
                    <a:pt x="816" y="0"/>
                  </a:lnTo>
                  <a:lnTo>
                    <a:pt x="1633" y="469"/>
                  </a:lnTo>
                  <a:lnTo>
                    <a:pt x="1633" y="1415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>
                <a:latin typeface="Montserrat SemiBold" panose="00000700000000000000" pitchFamily="50" charset="0"/>
              </a:endParaRPr>
            </a:p>
          </p:txBody>
        </p:sp>
        <p:sp>
          <p:nvSpPr>
            <p:cNvPr id="27" name="Freeform 26"/>
            <p:cNvSpPr>
              <a:spLocks noEditPoints="1"/>
            </p:cNvSpPr>
            <p:nvPr/>
          </p:nvSpPr>
          <p:spPr bwMode="auto">
            <a:xfrm>
              <a:off x="17081244" y="6596991"/>
              <a:ext cx="590455" cy="540709"/>
            </a:xfrm>
            <a:custGeom>
              <a:avLst/>
              <a:gdLst>
                <a:gd name="T0" fmla="*/ 96 w 353"/>
                <a:gd name="T1" fmla="*/ 121 h 322"/>
                <a:gd name="T2" fmla="*/ 72 w 353"/>
                <a:gd name="T3" fmla="*/ 145 h 322"/>
                <a:gd name="T4" fmla="*/ 96 w 353"/>
                <a:gd name="T5" fmla="*/ 169 h 322"/>
                <a:gd name="T6" fmla="*/ 120 w 353"/>
                <a:gd name="T7" fmla="*/ 145 h 322"/>
                <a:gd name="T8" fmla="*/ 96 w 353"/>
                <a:gd name="T9" fmla="*/ 121 h 322"/>
                <a:gd name="T10" fmla="*/ 176 w 353"/>
                <a:gd name="T11" fmla="*/ 121 h 322"/>
                <a:gd name="T12" fmla="*/ 152 w 353"/>
                <a:gd name="T13" fmla="*/ 145 h 322"/>
                <a:gd name="T14" fmla="*/ 176 w 353"/>
                <a:gd name="T15" fmla="*/ 169 h 322"/>
                <a:gd name="T16" fmla="*/ 200 w 353"/>
                <a:gd name="T17" fmla="*/ 145 h 322"/>
                <a:gd name="T18" fmla="*/ 176 w 353"/>
                <a:gd name="T19" fmla="*/ 121 h 322"/>
                <a:gd name="T20" fmla="*/ 176 w 353"/>
                <a:gd name="T21" fmla="*/ 0 h 322"/>
                <a:gd name="T22" fmla="*/ 0 w 353"/>
                <a:gd name="T23" fmla="*/ 145 h 322"/>
                <a:gd name="T24" fmla="*/ 50 w 353"/>
                <a:gd name="T25" fmla="*/ 246 h 322"/>
                <a:gd name="T26" fmla="*/ 32 w 353"/>
                <a:gd name="T27" fmla="*/ 322 h 322"/>
                <a:gd name="T28" fmla="*/ 127 w 353"/>
                <a:gd name="T29" fmla="*/ 284 h 322"/>
                <a:gd name="T30" fmla="*/ 176 w 353"/>
                <a:gd name="T31" fmla="*/ 289 h 322"/>
                <a:gd name="T32" fmla="*/ 353 w 353"/>
                <a:gd name="T33" fmla="*/ 145 h 322"/>
                <a:gd name="T34" fmla="*/ 176 w 353"/>
                <a:gd name="T35" fmla="*/ 0 h 322"/>
                <a:gd name="T36" fmla="*/ 176 w 353"/>
                <a:gd name="T37" fmla="*/ 273 h 322"/>
                <a:gd name="T38" fmla="*/ 130 w 353"/>
                <a:gd name="T39" fmla="*/ 268 h 322"/>
                <a:gd name="T40" fmla="*/ 127 w 353"/>
                <a:gd name="T41" fmla="*/ 268 h 322"/>
                <a:gd name="T42" fmla="*/ 121 w 353"/>
                <a:gd name="T43" fmla="*/ 269 h 322"/>
                <a:gd name="T44" fmla="*/ 54 w 353"/>
                <a:gd name="T45" fmla="*/ 295 h 322"/>
                <a:gd name="T46" fmla="*/ 65 w 353"/>
                <a:gd name="T47" fmla="*/ 249 h 322"/>
                <a:gd name="T48" fmla="*/ 60 w 353"/>
                <a:gd name="T49" fmla="*/ 233 h 322"/>
                <a:gd name="T50" fmla="*/ 16 w 353"/>
                <a:gd name="T51" fmla="*/ 145 h 322"/>
                <a:gd name="T52" fmla="*/ 176 w 353"/>
                <a:gd name="T53" fmla="*/ 17 h 322"/>
                <a:gd name="T54" fmla="*/ 337 w 353"/>
                <a:gd name="T55" fmla="*/ 145 h 322"/>
                <a:gd name="T56" fmla="*/ 176 w 353"/>
                <a:gd name="T57" fmla="*/ 273 h 322"/>
                <a:gd name="T58" fmla="*/ 256 w 353"/>
                <a:gd name="T59" fmla="*/ 121 h 322"/>
                <a:gd name="T60" fmla="*/ 232 w 353"/>
                <a:gd name="T61" fmla="*/ 145 h 322"/>
                <a:gd name="T62" fmla="*/ 256 w 353"/>
                <a:gd name="T63" fmla="*/ 169 h 322"/>
                <a:gd name="T64" fmla="*/ 281 w 353"/>
                <a:gd name="T65" fmla="*/ 145 h 322"/>
                <a:gd name="T66" fmla="*/ 256 w 353"/>
                <a:gd name="T67" fmla="*/ 121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3" h="322">
                  <a:moveTo>
                    <a:pt x="96" y="121"/>
                  </a:moveTo>
                  <a:cubicBezTo>
                    <a:pt x="83" y="121"/>
                    <a:pt x="72" y="132"/>
                    <a:pt x="72" y="145"/>
                  </a:cubicBezTo>
                  <a:cubicBezTo>
                    <a:pt x="72" y="158"/>
                    <a:pt x="83" y="169"/>
                    <a:pt x="96" y="169"/>
                  </a:cubicBezTo>
                  <a:cubicBezTo>
                    <a:pt x="109" y="169"/>
                    <a:pt x="120" y="158"/>
                    <a:pt x="120" y="145"/>
                  </a:cubicBezTo>
                  <a:cubicBezTo>
                    <a:pt x="120" y="132"/>
                    <a:pt x="109" y="121"/>
                    <a:pt x="96" y="121"/>
                  </a:cubicBezTo>
                  <a:moveTo>
                    <a:pt x="176" y="121"/>
                  </a:moveTo>
                  <a:cubicBezTo>
                    <a:pt x="163" y="121"/>
                    <a:pt x="152" y="132"/>
                    <a:pt x="152" y="145"/>
                  </a:cubicBezTo>
                  <a:cubicBezTo>
                    <a:pt x="152" y="158"/>
                    <a:pt x="163" y="169"/>
                    <a:pt x="176" y="169"/>
                  </a:cubicBezTo>
                  <a:cubicBezTo>
                    <a:pt x="189" y="169"/>
                    <a:pt x="200" y="158"/>
                    <a:pt x="200" y="145"/>
                  </a:cubicBezTo>
                  <a:cubicBezTo>
                    <a:pt x="200" y="132"/>
                    <a:pt x="189" y="121"/>
                    <a:pt x="176" y="121"/>
                  </a:cubicBezTo>
                  <a:moveTo>
                    <a:pt x="176" y="0"/>
                  </a:moveTo>
                  <a:cubicBezTo>
                    <a:pt x="79" y="0"/>
                    <a:pt x="0" y="65"/>
                    <a:pt x="0" y="145"/>
                  </a:cubicBezTo>
                  <a:cubicBezTo>
                    <a:pt x="0" y="184"/>
                    <a:pt x="19" y="220"/>
                    <a:pt x="50" y="246"/>
                  </a:cubicBezTo>
                  <a:cubicBezTo>
                    <a:pt x="32" y="322"/>
                    <a:pt x="32" y="322"/>
                    <a:pt x="32" y="322"/>
                  </a:cubicBezTo>
                  <a:cubicBezTo>
                    <a:pt x="127" y="284"/>
                    <a:pt x="127" y="284"/>
                    <a:pt x="127" y="284"/>
                  </a:cubicBezTo>
                  <a:cubicBezTo>
                    <a:pt x="142" y="287"/>
                    <a:pt x="159" y="289"/>
                    <a:pt x="176" y="289"/>
                  </a:cubicBezTo>
                  <a:cubicBezTo>
                    <a:pt x="274" y="289"/>
                    <a:pt x="353" y="225"/>
                    <a:pt x="353" y="145"/>
                  </a:cubicBezTo>
                  <a:cubicBezTo>
                    <a:pt x="353" y="65"/>
                    <a:pt x="274" y="0"/>
                    <a:pt x="176" y="0"/>
                  </a:cubicBezTo>
                  <a:moveTo>
                    <a:pt x="176" y="273"/>
                  </a:moveTo>
                  <a:cubicBezTo>
                    <a:pt x="161" y="273"/>
                    <a:pt x="145" y="272"/>
                    <a:pt x="130" y="268"/>
                  </a:cubicBezTo>
                  <a:cubicBezTo>
                    <a:pt x="129" y="268"/>
                    <a:pt x="128" y="268"/>
                    <a:pt x="127" y="268"/>
                  </a:cubicBezTo>
                  <a:cubicBezTo>
                    <a:pt x="125" y="268"/>
                    <a:pt x="123" y="268"/>
                    <a:pt x="121" y="269"/>
                  </a:cubicBezTo>
                  <a:cubicBezTo>
                    <a:pt x="54" y="295"/>
                    <a:pt x="54" y="295"/>
                    <a:pt x="54" y="295"/>
                  </a:cubicBezTo>
                  <a:cubicBezTo>
                    <a:pt x="65" y="249"/>
                    <a:pt x="65" y="249"/>
                    <a:pt x="65" y="249"/>
                  </a:cubicBezTo>
                  <a:cubicBezTo>
                    <a:pt x="67" y="243"/>
                    <a:pt x="65" y="237"/>
                    <a:pt x="60" y="233"/>
                  </a:cubicBezTo>
                  <a:cubicBezTo>
                    <a:pt x="31" y="209"/>
                    <a:pt x="16" y="178"/>
                    <a:pt x="16" y="145"/>
                  </a:cubicBezTo>
                  <a:cubicBezTo>
                    <a:pt x="16" y="74"/>
                    <a:pt x="88" y="17"/>
                    <a:pt x="176" y="17"/>
                  </a:cubicBezTo>
                  <a:cubicBezTo>
                    <a:pt x="265" y="17"/>
                    <a:pt x="337" y="74"/>
                    <a:pt x="337" y="145"/>
                  </a:cubicBezTo>
                  <a:cubicBezTo>
                    <a:pt x="337" y="216"/>
                    <a:pt x="265" y="273"/>
                    <a:pt x="176" y="273"/>
                  </a:cubicBezTo>
                  <a:moveTo>
                    <a:pt x="256" y="121"/>
                  </a:moveTo>
                  <a:cubicBezTo>
                    <a:pt x="243" y="121"/>
                    <a:pt x="232" y="132"/>
                    <a:pt x="232" y="145"/>
                  </a:cubicBezTo>
                  <a:cubicBezTo>
                    <a:pt x="232" y="158"/>
                    <a:pt x="243" y="169"/>
                    <a:pt x="256" y="169"/>
                  </a:cubicBezTo>
                  <a:cubicBezTo>
                    <a:pt x="270" y="169"/>
                    <a:pt x="281" y="158"/>
                    <a:pt x="281" y="145"/>
                  </a:cubicBezTo>
                  <a:cubicBezTo>
                    <a:pt x="281" y="132"/>
                    <a:pt x="270" y="121"/>
                    <a:pt x="256" y="12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900"/>
            </a:p>
          </p:txBody>
        </p:sp>
      </p:grpSp>
      <p:pic>
        <p:nvPicPr>
          <p:cNvPr id="9" name="图片 8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5777230"/>
            <a:ext cx="752475" cy="752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6000">
        <p:random/>
      </p:transition>
    </mc:Choice>
    <mc:Fallback>
      <p:transition spd="slow" advClick="0" advTm="6000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</Words>
  <Application>WPS 演示</Application>
  <PresentationFormat>宽屏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Montserrat SemiBold</vt:lpstr>
      <vt:lpstr>Segoe Print</vt:lpstr>
      <vt:lpstr>Open Sans</vt:lpstr>
      <vt:lpstr>Open Sans Semibold</vt:lpstr>
      <vt:lpstr>等线</vt:lpstr>
      <vt:lpstr>微软雅黑</vt:lpstr>
      <vt:lpstr>Arial Unicode MS</vt:lpstr>
      <vt:lpstr>等线 Light</vt:lpstr>
      <vt:lpstr>Calibri</vt:lpstr>
      <vt:lpstr>Office 主题​​</vt:lpstr>
      <vt:lpstr>Proposal Benefits</vt:lpstr>
      <vt:lpstr>company history</vt:lpstr>
      <vt:lpstr>Our Vision</vt:lpstr>
      <vt:lpstr>What We Do?</vt:lpstr>
      <vt:lpstr>Business Model</vt:lpstr>
      <vt:lpstr>Marketing Plan</vt:lpstr>
      <vt:lpstr>Marketing Strategy</vt:lpstr>
      <vt:lpstr>SWOT Analysis</vt:lpstr>
      <vt:lpstr>Puzzle Hexagon</vt:lpstr>
      <vt:lpstr>Market Opportunity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Benefits</dc:title>
  <dc:creator>Arthas</dc:creator>
  <cp:lastModifiedBy>xin</cp:lastModifiedBy>
  <cp:revision>2</cp:revision>
  <dcterms:created xsi:type="dcterms:W3CDTF">2019-05-29T05:13:00Z</dcterms:created>
  <dcterms:modified xsi:type="dcterms:W3CDTF">2020-10-13T08:26:28Z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