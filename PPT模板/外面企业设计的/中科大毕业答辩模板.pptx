
<file path=[Content_Types].xml><?xml version="1.0" encoding="utf-8"?>
<Types xmlns="http://schemas.openxmlformats.org/package/2006/content-types">
  <Default Extension="jpeg" ContentType="image/jpe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72" r:id="rId5"/>
    <p:sldId id="271" r:id="rId6"/>
    <p:sldId id="260" r:id="rId7"/>
    <p:sldId id="257" r:id="rId8"/>
    <p:sldId id="259" r:id="rId9"/>
    <p:sldId id="273" r:id="rId10"/>
    <p:sldId id="258" r:id="rId11"/>
    <p:sldId id="262" r:id="rId12"/>
    <p:sldId id="261" r:id="rId13"/>
    <p:sldId id="263" r:id="rId14"/>
    <p:sldId id="264" r:id="rId15"/>
    <p:sldId id="274" r:id="rId16"/>
    <p:sldId id="268" r:id="rId17"/>
    <p:sldId id="266" r:id="rId18"/>
    <p:sldId id="270" r:id="rId19"/>
    <p:sldId id="265" r:id="rId20"/>
    <p:sldId id="275" r:id="rId21"/>
    <p:sldId id="269" r:id="rId22"/>
    <p:sldId id="267" r:id="rId23"/>
    <p:sldId id="277"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2532"/>
    <a:srgbClr val="E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2" d="100"/>
          <a:sy n="112" d="100"/>
        </p:scale>
        <p:origin x="7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4.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319EE0-E623-45DA-A604-D1062C99C91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A85128-04DA-43CB-AFD0-CCE20C3C9BA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A85128-04DA-43CB-AFD0-CCE20C3C9BA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81FF8DB-7B75-4A6E-8887-713C180A605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852A8F-EAD6-4492-BCE2-3ED08C27FED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81FF8DB-7B75-4A6E-8887-713C180A605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852A8F-EAD6-4492-BCE2-3ED08C27FED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E81FF8DB-7B75-4A6E-8887-713C180A605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852A8F-EAD6-4492-BCE2-3ED08C27FED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E81FF8DB-7B75-4A6E-8887-713C180A605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852A8F-EAD6-4492-BCE2-3ED08C27FED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E81FF8DB-7B75-4A6E-8887-713C180A605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852A8F-EAD6-4492-BCE2-3ED08C27FED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81FF8DB-7B75-4A6E-8887-713C180A605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852A8F-EAD6-4492-BCE2-3ED08C27FED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E81FF8DB-7B75-4A6E-8887-713C180A605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852A8F-EAD6-4492-BCE2-3ED08C27FED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E81FF8DB-7B75-4A6E-8887-713C180A605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852A8F-EAD6-4492-BCE2-3ED08C27FED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81FF8DB-7B75-4A6E-8887-713C180A605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852A8F-EAD6-4492-BCE2-3ED08C27FED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20000"/>
                    </a14:imgEffect>
                    <a14:imgEffect>
                      <a14:sharpenSoften amount="-25000"/>
                    </a14:imgEffect>
                  </a14:imgLayer>
                </a14:imgProps>
              </a:ext>
              <a:ext uri="{28A0092B-C50C-407E-A947-70E740481C1C}">
                <a14:useLocalDpi xmlns:a14="http://schemas.microsoft.com/office/drawing/2010/main" val="0"/>
              </a:ext>
            </a:extLst>
          </a:blip>
          <a:stretch>
            <a:fillRect/>
          </a:stretch>
        </p:blipFill>
        <p:spPr>
          <a:xfrm rot="162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1FF8DB-7B75-4A6E-8887-713C180A605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852A8F-EAD6-4492-BCE2-3ED08C27FED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1.xml"/><Relationship Id="rId5" Type="http://schemas.openxmlformats.org/officeDocument/2006/relationships/tags" Target="../tags/tag3.xml"/><Relationship Id="rId4" Type="http://schemas.openxmlformats.org/officeDocument/2006/relationships/image" Target="../media/image4.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1.xml"/><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1.xml"/><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image" Target="../media/image9.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pic>
        <p:nvPicPr>
          <p:cNvPr id="43" name="图片 42" descr="C:\Users\xin\Desktop\微信图片_20201013160825.jpg微信图片_20201013160825"/>
          <p:cNvPicPr>
            <a:picLocks noChangeAspect="1"/>
          </p:cNvPicPr>
          <p:nvPr/>
        </p:nvPicPr>
        <p:blipFill rotWithShape="1">
          <a:blip r:embed="rId1"/>
          <a:srcRect/>
          <a:stretch>
            <a:fillRect/>
          </a:stretch>
        </p:blipFill>
        <p:spPr>
          <a:xfrm>
            <a:off x="4927600" y="0"/>
            <a:ext cx="10091420" cy="6868160"/>
          </a:xfrm>
          <a:prstGeom prst="trapezoid">
            <a:avLst>
              <a:gd name="adj" fmla="val 59635"/>
            </a:avLst>
          </a:prstGeom>
        </p:spPr>
      </p:pic>
      <p:sp>
        <p:nvSpPr>
          <p:cNvPr id="8" name="Flying impression design ——飞印象设计是一家专业的广告设计制作工作室，专注于平面、OFFICE、摄影等业务，工作室成立于2016年，拥有高水平的设计团队，已经立足于市场，今后将输出更多精致作品。"/>
          <p:cNvSpPr txBox="1"/>
          <p:nvPr>
            <p:custDataLst>
              <p:tags r:id="rId2"/>
            </p:custDataLst>
          </p:nvPr>
        </p:nvSpPr>
        <p:spPr>
          <a:xfrm>
            <a:off x="2556401" y="2737513"/>
            <a:ext cx="3848672" cy="646331"/>
          </a:xfrm>
          <a:prstGeom prst="rect">
            <a:avLst/>
          </a:prstGeom>
          <a:noFill/>
        </p:spPr>
        <p:txBody>
          <a:bodyPr wrap="square" rtlCol="0">
            <a:spAutoFit/>
          </a:bodyPr>
          <a:lstStyle/>
          <a:p>
            <a:pPr>
              <a:lnSpc>
                <a:spcPct val="120000"/>
              </a:lnSpc>
            </a:pPr>
            <a:r>
              <a:rPr lang="en-US" altLang="zh-CN" sz="1000" dirty="0">
                <a:solidFill>
                  <a:schemeClr val="tx1">
                    <a:lumMod val="75000"/>
                    <a:lumOff val="25000"/>
                  </a:schemeClr>
                </a:solidFill>
                <a:cs typeface="+mn-ea"/>
                <a:sym typeface="+mn-lt"/>
              </a:rPr>
              <a:t>Professional custom all kinds of industry ppt template, this work belongs to fly impression design original, do not download after the network communication.</a:t>
            </a:r>
            <a:endParaRPr lang="zh-CN" altLang="en-US" sz="1000" dirty="0">
              <a:solidFill>
                <a:schemeClr val="tx1">
                  <a:lumMod val="75000"/>
                  <a:lumOff val="25000"/>
                </a:schemeClr>
              </a:solidFill>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499360" y="1842770"/>
            <a:ext cx="3962400" cy="583565"/>
          </a:xfrm>
          <a:prstGeom prst="rect">
            <a:avLst/>
          </a:prstGeom>
          <a:noFill/>
        </p:spPr>
        <p:txBody>
          <a:bodyPr wrap="square" rtlCol="0">
            <a:spAutoFit/>
          </a:bodyPr>
          <a:lstStyle/>
          <a:p>
            <a:r>
              <a:rPr lang="zh-CN" sz="3200" dirty="0">
                <a:solidFill>
                  <a:schemeClr val="bg2">
                    <a:lumMod val="25000"/>
                  </a:schemeClr>
                </a:solidFill>
                <a:cs typeface="+mn-ea"/>
                <a:sym typeface="+mn-lt"/>
              </a:rPr>
              <a:t>中科大毕业答辩模板</a:t>
            </a:r>
            <a:endParaRPr lang="zh-CN" sz="3200" dirty="0">
              <a:solidFill>
                <a:schemeClr val="bg2">
                  <a:lumMod val="25000"/>
                </a:schemeClr>
              </a:solidFill>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3522277" y="812134"/>
            <a:ext cx="3828528" cy="922020"/>
          </a:xfrm>
          <a:prstGeom prst="rect">
            <a:avLst/>
          </a:prstGeom>
          <a:noFill/>
        </p:spPr>
        <p:txBody>
          <a:bodyPr wrap="square" rtlCol="0">
            <a:spAutoFit/>
          </a:bodyPr>
          <a:lstStyle/>
          <a:p>
            <a:r>
              <a:rPr lang="en-US" altLang="zh-CN" sz="5400" dirty="0">
                <a:solidFill>
                  <a:schemeClr val="tx1">
                    <a:lumMod val="75000"/>
                    <a:lumOff val="25000"/>
                  </a:schemeClr>
                </a:solidFill>
                <a:cs typeface="+mn-ea"/>
                <a:sym typeface="+mn-lt"/>
              </a:rPr>
              <a:t>2020</a:t>
            </a:r>
            <a:endParaRPr lang="en-US" altLang="zh-CN" sz="5400" dirty="0">
              <a:solidFill>
                <a:schemeClr val="tx1">
                  <a:lumMod val="75000"/>
                  <a:lumOff val="25000"/>
                </a:schemeClr>
              </a:solidFill>
              <a:cs typeface="+mn-ea"/>
              <a:sym typeface="+mn-lt"/>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txBox="1"/>
          <p:nvPr>
            <p:custDataLst>
              <p:tags r:id="rId3"/>
            </p:custDataLst>
          </p:nvPr>
        </p:nvSpPr>
        <p:spPr>
          <a:xfrm>
            <a:off x="3675367" y="3993940"/>
            <a:ext cx="1635370" cy="261610"/>
          </a:xfrm>
          <a:prstGeom prst="rect">
            <a:avLst/>
          </a:prstGeom>
          <a:solidFill>
            <a:schemeClr val="bg2">
              <a:lumMod val="25000"/>
            </a:schemeClr>
          </a:solidFill>
          <a:ln>
            <a:solidFill>
              <a:schemeClr val="tx1">
                <a:lumMod val="85000"/>
                <a:lumOff val="15000"/>
              </a:schemeClr>
            </a:solidFill>
          </a:ln>
        </p:spPr>
        <p:txBody>
          <a:bodyPr wrap="square" rtlCol="0">
            <a:spAutoFit/>
          </a:bodyPr>
          <a:lstStyle/>
          <a:p>
            <a:pPr algn="ctr"/>
            <a:r>
              <a:rPr lang="zh-CN" altLang="en-US" sz="1100" dirty="0">
                <a:solidFill>
                  <a:schemeClr val="bg1"/>
                </a:solidFill>
                <a:cs typeface="+mn-ea"/>
                <a:sym typeface="+mn-lt"/>
              </a:rPr>
              <a:t>汇报人：</a:t>
            </a:r>
            <a:r>
              <a:rPr lang="en-US" altLang="zh-CN" sz="1100" dirty="0">
                <a:solidFill>
                  <a:schemeClr val="bg1"/>
                </a:solidFill>
                <a:cs typeface="+mn-ea"/>
                <a:sym typeface="+mn-lt"/>
              </a:rPr>
              <a:t>XXX</a:t>
            </a:r>
            <a:endParaRPr lang="zh-CN" altLang="en-US" sz="1100" dirty="0">
              <a:solidFill>
                <a:schemeClr val="bg1"/>
              </a:solidFill>
              <a:cs typeface="+mn-ea"/>
              <a:sym typeface="+mn-lt"/>
            </a:endParaRPr>
          </a:p>
        </p:txBody>
      </p:sp>
      <p:cxnSp>
        <p:nvCxnSpPr>
          <p:cNvPr id="16" name="直接连接符 15"/>
          <p:cNvCxnSpPr/>
          <p:nvPr/>
        </p:nvCxnSpPr>
        <p:spPr>
          <a:xfrm>
            <a:off x="832777" y="0"/>
            <a:ext cx="3660275" cy="6868404"/>
          </a:xfrm>
          <a:prstGeom prst="line">
            <a:avLst/>
          </a:prstGeom>
          <a:ln>
            <a:solidFill>
              <a:schemeClr val="tx1">
                <a:lumMod val="85000"/>
                <a:lumOff val="15000"/>
              </a:schemeClr>
            </a:solidFill>
          </a:ln>
          <a:effectLst>
            <a:outerShdw blurRad="50800" dist="38100" dir="5400000" algn="t" rotWithShape="0">
              <a:prstClr val="black">
                <a:alpha val="40000"/>
              </a:prstClr>
            </a:outerShdw>
          </a:effectLst>
        </p:spPr>
        <p:style>
          <a:lnRef idx="3">
            <a:schemeClr val="accent6"/>
          </a:lnRef>
          <a:fillRef idx="0">
            <a:schemeClr val="accent6"/>
          </a:fillRef>
          <a:effectRef idx="2">
            <a:schemeClr val="accent6"/>
          </a:effectRef>
          <a:fontRef idx="minor">
            <a:schemeClr val="tx1"/>
          </a:fontRef>
        </p:style>
      </p:cxnSp>
      <p:cxnSp>
        <p:nvCxnSpPr>
          <p:cNvPr id="18" name="直接连接符 17"/>
          <p:cNvCxnSpPr/>
          <p:nvPr/>
        </p:nvCxnSpPr>
        <p:spPr>
          <a:xfrm flipV="1">
            <a:off x="4493052" y="-20808"/>
            <a:ext cx="4108460" cy="6858000"/>
          </a:xfrm>
          <a:prstGeom prst="line">
            <a:avLst/>
          </a:prstGeom>
          <a:ln>
            <a:solidFill>
              <a:schemeClr val="tx1">
                <a:lumMod val="85000"/>
                <a:lumOff val="15000"/>
              </a:schemeClr>
            </a:solidFill>
          </a:ln>
          <a:effectLst>
            <a:outerShdw blurRad="50800" dist="38100" algn="l" rotWithShape="0">
              <a:prstClr val="black">
                <a:alpha val="40000"/>
              </a:prstClr>
            </a:outerShdw>
          </a:effectLst>
        </p:spPr>
        <p:style>
          <a:lnRef idx="3">
            <a:schemeClr val="accent6"/>
          </a:lnRef>
          <a:fillRef idx="0">
            <a:schemeClr val="accent6"/>
          </a:fillRef>
          <a:effectRef idx="2">
            <a:schemeClr val="accent6"/>
          </a:effectRef>
          <a:fontRef idx="minor">
            <a:schemeClr val="tx1"/>
          </a:fontRef>
        </p:style>
      </p:cxnSp>
      <p:pic>
        <p:nvPicPr>
          <p:cNvPr id="2" name="图片 1" descr="中科大"/>
          <p:cNvPicPr>
            <a:picLocks noChangeAspect="1"/>
          </p:cNvPicPr>
          <p:nvPr/>
        </p:nvPicPr>
        <p:blipFill>
          <a:blip r:embed="rId4"/>
          <a:stretch>
            <a:fillRect/>
          </a:stretch>
        </p:blipFill>
        <p:spPr>
          <a:xfrm>
            <a:off x="3997960" y="4589780"/>
            <a:ext cx="929640" cy="929640"/>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1+#ppt_w/2"/>
                                          </p:val>
                                        </p:tav>
                                        <p:tav tm="100000">
                                          <p:val>
                                            <p:strVal val="#ppt_x"/>
                                          </p:val>
                                        </p:tav>
                                      </p:tavLst>
                                    </p:anim>
                                    <p:anim calcmode="lin" valueType="num">
                                      <p:cBhvr additive="base">
                                        <p:cTn id="14"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00" fill="hold"/>
                                        <p:tgtEl>
                                          <p:spTgt spid="43"/>
                                        </p:tgtEl>
                                        <p:attrNameLst>
                                          <p:attrName>ppt_x</p:attrName>
                                        </p:attrNameLst>
                                      </p:cBhvr>
                                      <p:tavLst>
                                        <p:tav tm="0">
                                          <p:val>
                                            <p:strVal val="#ppt_x"/>
                                          </p:val>
                                        </p:tav>
                                        <p:tav tm="100000">
                                          <p:val>
                                            <p:strVal val="#ppt_x"/>
                                          </p:val>
                                        </p:tav>
                                      </p:tavLst>
                                    </p:anim>
                                    <p:anim calcmode="lin" valueType="num">
                                      <p:cBhvr additive="base">
                                        <p:cTn id="2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1" presetClass="entr" presetSubtype="0" fill="hold" grpId="0" nodeType="clickEffect">
                                  <p:stCondLst>
                                    <p:cond delay="0"/>
                                  </p:stCondLst>
                                  <p:iterate type="lt">
                                    <p:tmPct val="10000"/>
                                  </p:iterate>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26" dur="1000" fill="hold"/>
                                        <p:tgtEl>
                                          <p:spTgt spid="10"/>
                                        </p:tgtEl>
                                        <p:attrNameLst>
                                          <p:attrName>ppt_y</p:attrName>
                                        </p:attrNameLst>
                                      </p:cBhvr>
                                      <p:tavLst>
                                        <p:tav tm="0">
                                          <p:val>
                                            <p:strVal val="#ppt_y"/>
                                          </p:val>
                                        </p:tav>
                                        <p:tav tm="100000">
                                          <p:val>
                                            <p:strVal val="#ppt_y"/>
                                          </p:val>
                                        </p:tav>
                                      </p:tavLst>
                                    </p:anim>
                                    <p:anim calcmode="lin" valueType="num">
                                      <p:cBhvr>
                                        <p:cTn id="27" dur="10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28" dur="10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29" dur="1000" tmFilter="0,0; .5, 1; 1, 1"/>
                                        <p:tgtEl>
                                          <p:spTgt spid="10"/>
                                        </p:tgtEl>
                                      </p:cBhvr>
                                    </p:animEffect>
                                  </p:childTnLst>
                                </p:cTn>
                              </p:par>
                              <p:par>
                                <p:cTn id="30" presetID="41" presetClass="entr" presetSubtype="0" fill="hold" grpId="0" nodeType="withEffect">
                                  <p:stCondLst>
                                    <p:cond delay="0"/>
                                  </p:stCondLst>
                                  <p:iterate type="lt">
                                    <p:tmPct val="10000"/>
                                  </p:iterate>
                                  <p:childTnLst>
                                    <p:set>
                                      <p:cBhvr>
                                        <p:cTn id="31" dur="1" fill="hold">
                                          <p:stCondLst>
                                            <p:cond delay="0"/>
                                          </p:stCondLst>
                                        </p:cTn>
                                        <p:tgtEl>
                                          <p:spTgt spid="9"/>
                                        </p:tgtEl>
                                        <p:attrNameLst>
                                          <p:attrName>style.visibility</p:attrName>
                                        </p:attrNameLst>
                                      </p:cBhvr>
                                      <p:to>
                                        <p:strVal val="visible"/>
                                      </p:to>
                                    </p:set>
                                    <p:anim calcmode="lin" valueType="num">
                                      <p:cBhvr>
                                        <p:cTn id="32" dur="10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33" dur="1000" fill="hold"/>
                                        <p:tgtEl>
                                          <p:spTgt spid="9"/>
                                        </p:tgtEl>
                                        <p:attrNameLst>
                                          <p:attrName>ppt_y</p:attrName>
                                        </p:attrNameLst>
                                      </p:cBhvr>
                                      <p:tavLst>
                                        <p:tav tm="0">
                                          <p:val>
                                            <p:strVal val="#ppt_y"/>
                                          </p:val>
                                        </p:tav>
                                        <p:tav tm="100000">
                                          <p:val>
                                            <p:strVal val="#ppt_y"/>
                                          </p:val>
                                        </p:tav>
                                      </p:tavLst>
                                    </p:anim>
                                    <p:anim calcmode="lin" valueType="num">
                                      <p:cBhvr>
                                        <p:cTn id="34" dur="10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35" dur="10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36" dur="1000" tmFilter="0,0; .5, 1; 1, 1"/>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up)">
                                      <p:cBhvr>
                                        <p:cTn id="41" dur="10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ying impression design ——飞印象设计是一家专业的广告设计制作工作室，专注于平面、OFFICE、摄影等业务，工作室成立于2016年，拥有高水平的设计团队，已经立足于市场，今后将输出更多精致作品。"/>
          <p:cNvSpPr>
            <a:spLocks noChangeArrowheads="1"/>
          </p:cNvSpPr>
          <p:nvPr/>
        </p:nvSpPr>
        <p:spPr bwMode="auto">
          <a:xfrm>
            <a:off x="2383938" y="3805380"/>
            <a:ext cx="1503938" cy="461665"/>
          </a:xfrm>
          <a:prstGeom prst="rect">
            <a:avLst/>
          </a:prstGeom>
          <a:noFill/>
        </p:spPr>
        <p:txBody>
          <a:bodyPr wrap="none">
            <a:spAutoFit/>
          </a:bodyPr>
          <a:lstStyle/>
          <a:p>
            <a:pPr>
              <a:spcBef>
                <a:spcPct val="0"/>
              </a:spcBef>
            </a:pPr>
            <a:r>
              <a:rPr lang="en-US" altLang="zh-CN" sz="2400" dirty="0">
                <a:solidFill>
                  <a:schemeClr val="bg2">
                    <a:lumMod val="25000"/>
                  </a:schemeClr>
                </a:solidFill>
                <a:cs typeface="+mn-ea"/>
                <a:sym typeface="+mn-lt"/>
              </a:rPr>
              <a:t>Company</a:t>
            </a:r>
            <a:endParaRPr lang="zh-CN" altLang="en-US" sz="2400" dirty="0">
              <a:solidFill>
                <a:schemeClr val="bg2">
                  <a:lumMod val="25000"/>
                </a:schemeClr>
              </a:solidFill>
              <a:cs typeface="+mn-ea"/>
              <a:sym typeface="+mn-lt"/>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566818" y="4368654"/>
            <a:ext cx="1649582" cy="973793"/>
          </a:xfrm>
          <a:prstGeom prst="rect">
            <a:avLst/>
          </a:prstGeom>
          <a:noFill/>
        </p:spPr>
        <p:txBody>
          <a:bodyPr wrap="square" rtlCol="0">
            <a:spAutoFit/>
          </a:bodyPr>
          <a:lstStyle/>
          <a:p>
            <a:pPr>
              <a:lnSpc>
                <a:spcPct val="130000"/>
              </a:lnSpc>
            </a:pPr>
            <a:r>
              <a:rPr lang="en-US" altLang="zh-CN" sz="900" dirty="0">
                <a:solidFill>
                  <a:schemeClr val="tx1">
                    <a:lumMod val="75000"/>
                    <a:lumOff val="25000"/>
                  </a:schemeClr>
                </a:solidFill>
                <a:cs typeface="+mn-ea"/>
                <a:sym typeface="+mn-lt"/>
              </a:rPr>
              <a:t>Flying impression graphic design thank you for buying this template, we mainly engaged in various types of advertising graphic design.</a:t>
            </a:r>
            <a:endParaRPr lang="en-US" altLang="zh-CN" sz="900" dirty="0">
              <a:solidFill>
                <a:schemeClr val="tx1">
                  <a:lumMod val="75000"/>
                  <a:lumOff val="25000"/>
                </a:schemeClr>
              </a:solidFill>
              <a:cs typeface="+mn-ea"/>
              <a:sym typeface="+mn-lt"/>
            </a:endParaRPr>
          </a:p>
        </p:txBody>
      </p:sp>
      <p:grpSp>
        <p:nvGrpSpPr>
          <p:cNvPr id="16" name="组合 15"/>
          <p:cNvGrpSpPr/>
          <p:nvPr/>
        </p:nvGrpSpPr>
        <p:grpSpPr>
          <a:xfrm>
            <a:off x="7688716" y="788733"/>
            <a:ext cx="3332600" cy="695308"/>
            <a:chOff x="6295350" y="984611"/>
            <a:chExt cx="3332600" cy="695308"/>
          </a:xfrm>
        </p:grpSpPr>
        <p:grpSp>
          <p:nvGrpSpPr>
            <p:cNvPr id="12" name="Flying impression design ——飞印象设计是一家专业的广告设计制作工作室，专注于平面、OFFICE、摄影等业务，工作室成立于2016年，拥有高水平的设计团队，已经立足于市场，今后将输出更多精致作品。"/>
            <p:cNvGrpSpPr/>
            <p:nvPr/>
          </p:nvGrpSpPr>
          <p:grpSpPr>
            <a:xfrm>
              <a:off x="7099436" y="984611"/>
              <a:ext cx="2528514" cy="678636"/>
              <a:chOff x="2249443" y="3081346"/>
              <a:chExt cx="2528514" cy="678636"/>
            </a:xfrm>
          </p:grpSpPr>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a:off x="2249443" y="3081346"/>
                <a:ext cx="2433955" cy="368300"/>
              </a:xfrm>
              <a:prstGeom prst="rect">
                <a:avLst/>
              </a:prstGeom>
              <a:noFill/>
            </p:spPr>
            <p:txBody>
              <a:bodyPr wrap="none">
                <a:spAutoFit/>
              </a:bodyPr>
              <a:lstStyle/>
              <a:p>
                <a:pPr algn="l">
                  <a:spcBef>
                    <a:spcPct val="0"/>
                  </a:spcBef>
                </a:pPr>
                <a:r>
                  <a:rPr lang="en-US" altLang="zh-CN" dirty="0">
                    <a:solidFill>
                      <a:schemeClr val="bg2">
                        <a:lumMod val="25000"/>
                      </a:schemeClr>
                    </a:solidFill>
                    <a:cs typeface="+mn-ea"/>
                    <a:sym typeface="+mn-lt"/>
                  </a:rPr>
                  <a:t>Wang</a:t>
                </a:r>
                <a:r>
                  <a:rPr lang="en-US" altLang="zh-CN" dirty="0">
                    <a:solidFill>
                      <a:schemeClr val="tx1">
                        <a:lumMod val="75000"/>
                        <a:lumOff val="25000"/>
                      </a:schemeClr>
                    </a:solidFill>
                    <a:cs typeface="+mn-ea"/>
                    <a:sym typeface="+mn-lt"/>
                  </a:rPr>
                  <a:t> Impression Title</a:t>
                </a:r>
                <a:endParaRPr lang="en-US" altLang="zh-CN" dirty="0">
                  <a:solidFill>
                    <a:schemeClr val="tx1">
                      <a:lumMod val="75000"/>
                      <a:lumOff val="25000"/>
                    </a:schemeClr>
                  </a:solidFill>
                  <a:cs typeface="+mn-ea"/>
                  <a:sym typeface="+mn-lt"/>
                </a:endParaRPr>
              </a:p>
            </p:txBody>
          </p:sp>
          <p:sp>
            <p:nvSpPr>
              <p:cNvPr id="14"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249443" y="3364233"/>
                <a:ext cx="2528514" cy="395749"/>
              </a:xfrm>
              <a:prstGeom prst="rect">
                <a:avLst/>
              </a:prstGeom>
              <a:noFill/>
            </p:spPr>
            <p:txBody>
              <a:bodyPr wrap="square" rtlCol="0">
                <a:spAutoFit/>
              </a:bodyPr>
              <a:lstStyle/>
              <a:p>
                <a:pPr>
                  <a:lnSpc>
                    <a:spcPct val="130000"/>
                  </a:lnSpc>
                </a:pPr>
                <a:r>
                  <a:rPr lang="en-US" altLang="zh-CN" sz="800" dirty="0">
                    <a:solidFill>
                      <a:schemeClr val="tx1">
                        <a:lumMod val="75000"/>
                        <a:lumOff val="25000"/>
                      </a:schemeClr>
                    </a:solidFill>
                    <a:cs typeface="+mn-ea"/>
                    <a:sym typeface="+mn-lt"/>
                  </a:rPr>
                  <a:t>Flying impression graphic design thank you for buying this template</a:t>
                </a:r>
                <a:endParaRPr lang="en-US" altLang="zh-CN" sz="800" dirty="0">
                  <a:solidFill>
                    <a:schemeClr val="tx1">
                      <a:lumMod val="75000"/>
                      <a:lumOff val="25000"/>
                    </a:schemeClr>
                  </a:solidFill>
                  <a:cs typeface="+mn-ea"/>
                  <a:sym typeface="+mn-lt"/>
                </a:endParaRPr>
              </a:p>
            </p:txBody>
          </p:sp>
        </p:grpSp>
        <p:sp>
          <p:nvSpPr>
            <p:cNvPr id="15" name="Flying impression design ——飞印象设计是一家专业的广告设计制作工作室，专注于平面、OFFICE、摄影等业务，工作室成立于2016年，拥有高水平的设计团队，已经立足于市场，今后将输出更多精致作品。"/>
            <p:cNvSpPr/>
            <p:nvPr/>
          </p:nvSpPr>
          <p:spPr>
            <a:xfrm>
              <a:off x="6295350" y="984611"/>
              <a:ext cx="695308" cy="695308"/>
            </a:xfrm>
            <a:prstGeom prst="ellipse">
              <a:avLst/>
            </a:prstGeom>
            <a:solidFill>
              <a:schemeClr val="bg2">
                <a:lumMod val="25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EFEFEF"/>
                  </a:solidFill>
                  <a:cs typeface="+mn-ea"/>
                  <a:sym typeface="+mn-lt"/>
                </a:rPr>
                <a:t>1</a:t>
              </a:r>
              <a:endParaRPr lang="zh-CN" altLang="en-US" sz="2800" dirty="0">
                <a:solidFill>
                  <a:srgbClr val="EFEFEF"/>
                </a:solidFill>
                <a:cs typeface="+mn-ea"/>
                <a:sym typeface="+mn-lt"/>
              </a:endParaRPr>
            </a:p>
          </p:txBody>
        </p:sp>
      </p:grpSp>
      <p:grpSp>
        <p:nvGrpSpPr>
          <p:cNvPr id="17" name="组合 16"/>
          <p:cNvGrpSpPr/>
          <p:nvPr/>
        </p:nvGrpSpPr>
        <p:grpSpPr>
          <a:xfrm>
            <a:off x="6884630" y="1859501"/>
            <a:ext cx="3332600" cy="695308"/>
            <a:chOff x="6295350" y="984611"/>
            <a:chExt cx="3332600" cy="695308"/>
          </a:xfrm>
        </p:grpSpPr>
        <p:grpSp>
          <p:nvGrpSpPr>
            <p:cNvPr id="18" name="Flying impression design ——飞印象设计是一家专业的广告设计制作工作室，专注于平面、OFFICE、摄影等业务，工作室成立于2016年，拥有高水平的设计团队，已经立足于市场，今后将输出更多精致作品。"/>
            <p:cNvGrpSpPr/>
            <p:nvPr/>
          </p:nvGrpSpPr>
          <p:grpSpPr>
            <a:xfrm>
              <a:off x="7099436" y="984611"/>
              <a:ext cx="2528514" cy="678636"/>
              <a:chOff x="2249443" y="3081346"/>
              <a:chExt cx="2528514" cy="678636"/>
            </a:xfrm>
          </p:grpSpPr>
          <p:sp>
            <p:nvSpPr>
              <p:cNvPr id="20" name="Flying impression design ——飞印象设计是一家专业的广告设计制作工作室，专注于平面、OFFICE、摄影等业务，工作室成立于2016年，拥有高水平的设计团队，已经立足于市场，今后将输出更多精致作品。"/>
              <p:cNvSpPr/>
              <p:nvPr/>
            </p:nvSpPr>
            <p:spPr>
              <a:xfrm>
                <a:off x="2249443" y="3081346"/>
                <a:ext cx="2433955" cy="368300"/>
              </a:xfrm>
              <a:prstGeom prst="rect">
                <a:avLst/>
              </a:prstGeom>
              <a:noFill/>
            </p:spPr>
            <p:txBody>
              <a:bodyPr wrap="none">
                <a:spAutoFit/>
              </a:bodyPr>
              <a:lstStyle/>
              <a:p>
                <a:pPr algn="l">
                  <a:spcBef>
                    <a:spcPct val="0"/>
                  </a:spcBef>
                </a:pPr>
                <a:r>
                  <a:rPr lang="en-US" altLang="zh-CN" dirty="0">
                    <a:solidFill>
                      <a:schemeClr val="bg2">
                        <a:lumMod val="25000"/>
                      </a:schemeClr>
                    </a:solidFill>
                    <a:cs typeface="+mn-ea"/>
                    <a:sym typeface="+mn-lt"/>
                  </a:rPr>
                  <a:t>Wang</a:t>
                </a:r>
                <a:r>
                  <a:rPr lang="en-US" altLang="zh-CN" dirty="0">
                    <a:solidFill>
                      <a:schemeClr val="tx1">
                        <a:lumMod val="75000"/>
                        <a:lumOff val="25000"/>
                      </a:schemeClr>
                    </a:solidFill>
                    <a:cs typeface="+mn-ea"/>
                    <a:sym typeface="+mn-lt"/>
                  </a:rPr>
                  <a:t> Impression Title</a:t>
                </a:r>
                <a:endParaRPr lang="en-US" altLang="zh-CN" dirty="0">
                  <a:solidFill>
                    <a:schemeClr val="tx1">
                      <a:lumMod val="75000"/>
                      <a:lumOff val="25000"/>
                    </a:schemeClr>
                  </a:solidFill>
                  <a:cs typeface="+mn-ea"/>
                  <a:sym typeface="+mn-lt"/>
                </a:endParaRPr>
              </a:p>
            </p:txBody>
          </p:sp>
          <p:sp>
            <p:nvSpPr>
              <p:cNvPr id="21"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249443" y="3364233"/>
                <a:ext cx="2528514" cy="395749"/>
              </a:xfrm>
              <a:prstGeom prst="rect">
                <a:avLst/>
              </a:prstGeom>
              <a:noFill/>
            </p:spPr>
            <p:txBody>
              <a:bodyPr wrap="square" rtlCol="0">
                <a:spAutoFit/>
              </a:bodyPr>
              <a:lstStyle/>
              <a:p>
                <a:pPr>
                  <a:lnSpc>
                    <a:spcPct val="130000"/>
                  </a:lnSpc>
                </a:pPr>
                <a:r>
                  <a:rPr lang="en-US" altLang="zh-CN" sz="800" dirty="0">
                    <a:solidFill>
                      <a:schemeClr val="tx1">
                        <a:lumMod val="75000"/>
                        <a:lumOff val="25000"/>
                      </a:schemeClr>
                    </a:solidFill>
                    <a:cs typeface="+mn-ea"/>
                    <a:sym typeface="+mn-lt"/>
                  </a:rPr>
                  <a:t>Flying impression graphic design thank you for buying this template</a:t>
                </a:r>
                <a:endParaRPr lang="en-US" altLang="zh-CN" sz="800" dirty="0">
                  <a:solidFill>
                    <a:schemeClr val="tx1">
                      <a:lumMod val="75000"/>
                      <a:lumOff val="25000"/>
                    </a:schemeClr>
                  </a:solidFill>
                  <a:cs typeface="+mn-ea"/>
                  <a:sym typeface="+mn-lt"/>
                </a:endParaRPr>
              </a:p>
            </p:txBody>
          </p:sp>
        </p:grpSp>
        <p:sp>
          <p:nvSpPr>
            <p:cNvPr id="19" name="Flying impression design ——飞印象设计是一家专业的广告设计制作工作室，专注于平面、OFFICE、摄影等业务，工作室成立于2016年，拥有高水平的设计团队，已经立足于市场，今后将输出更多精致作品。"/>
            <p:cNvSpPr/>
            <p:nvPr/>
          </p:nvSpPr>
          <p:spPr>
            <a:xfrm>
              <a:off x="6295350" y="984611"/>
              <a:ext cx="695308" cy="695308"/>
            </a:xfrm>
            <a:prstGeom prst="ellipse">
              <a:avLst/>
            </a:prstGeom>
            <a:solidFill>
              <a:schemeClr val="bg2">
                <a:lumMod val="25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EFEFEF"/>
                  </a:solidFill>
                  <a:cs typeface="+mn-ea"/>
                  <a:sym typeface="+mn-lt"/>
                </a:rPr>
                <a:t>2</a:t>
              </a:r>
              <a:endParaRPr lang="zh-CN" altLang="en-US" sz="2800" dirty="0">
                <a:solidFill>
                  <a:srgbClr val="EFEFEF"/>
                </a:solidFill>
                <a:cs typeface="+mn-ea"/>
                <a:sym typeface="+mn-lt"/>
              </a:endParaRPr>
            </a:p>
          </p:txBody>
        </p:sp>
      </p:grpSp>
      <p:grpSp>
        <p:nvGrpSpPr>
          <p:cNvPr id="22" name="组合 21"/>
          <p:cNvGrpSpPr/>
          <p:nvPr/>
        </p:nvGrpSpPr>
        <p:grpSpPr>
          <a:xfrm>
            <a:off x="7688716" y="2925843"/>
            <a:ext cx="3332600" cy="695308"/>
            <a:chOff x="6295350" y="984611"/>
            <a:chExt cx="3332600" cy="695308"/>
          </a:xfrm>
        </p:grpSpPr>
        <p:grpSp>
          <p:nvGrpSpPr>
            <p:cNvPr id="23" name="Flying impression design ——飞印象设计是一家专业的广告设计制作工作室，专注于平面、OFFICE、摄影等业务，工作室成立于2016年，拥有高水平的设计团队，已经立足于市场，今后将输出更多精致作品。"/>
            <p:cNvGrpSpPr/>
            <p:nvPr/>
          </p:nvGrpSpPr>
          <p:grpSpPr>
            <a:xfrm>
              <a:off x="7099436" y="984611"/>
              <a:ext cx="2528514" cy="678636"/>
              <a:chOff x="2249443" y="3081346"/>
              <a:chExt cx="2528514" cy="678636"/>
            </a:xfrm>
          </p:grpSpPr>
          <p:sp>
            <p:nvSpPr>
              <p:cNvPr id="25" name="Flying impression design ——飞印象设计是一家专业的广告设计制作工作室，专注于平面、OFFICE、摄影等业务，工作室成立于2016年，拥有高水平的设计团队，已经立足于市场，今后将输出更多精致作品。"/>
              <p:cNvSpPr/>
              <p:nvPr/>
            </p:nvSpPr>
            <p:spPr>
              <a:xfrm>
                <a:off x="2249443" y="3081346"/>
                <a:ext cx="2433955" cy="368300"/>
              </a:xfrm>
              <a:prstGeom prst="rect">
                <a:avLst/>
              </a:prstGeom>
              <a:noFill/>
            </p:spPr>
            <p:txBody>
              <a:bodyPr wrap="none">
                <a:spAutoFit/>
              </a:bodyPr>
              <a:lstStyle/>
              <a:p>
                <a:pPr algn="l">
                  <a:spcBef>
                    <a:spcPct val="0"/>
                  </a:spcBef>
                </a:pPr>
                <a:r>
                  <a:rPr lang="en-US" altLang="zh-CN" dirty="0">
                    <a:solidFill>
                      <a:schemeClr val="bg2">
                        <a:lumMod val="25000"/>
                      </a:schemeClr>
                    </a:solidFill>
                    <a:cs typeface="+mn-ea"/>
                    <a:sym typeface="+mn-lt"/>
                  </a:rPr>
                  <a:t>Wang</a:t>
                </a:r>
                <a:r>
                  <a:rPr lang="en-US" altLang="zh-CN" dirty="0">
                    <a:solidFill>
                      <a:schemeClr val="tx1">
                        <a:lumMod val="75000"/>
                        <a:lumOff val="25000"/>
                      </a:schemeClr>
                    </a:solidFill>
                    <a:cs typeface="+mn-ea"/>
                    <a:sym typeface="+mn-lt"/>
                  </a:rPr>
                  <a:t> Impression Title</a:t>
                </a:r>
                <a:endParaRPr lang="en-US" altLang="zh-CN" dirty="0">
                  <a:solidFill>
                    <a:schemeClr val="tx1">
                      <a:lumMod val="75000"/>
                      <a:lumOff val="25000"/>
                    </a:schemeClr>
                  </a:solidFill>
                  <a:cs typeface="+mn-ea"/>
                  <a:sym typeface="+mn-lt"/>
                </a:endParaRPr>
              </a:p>
            </p:txBody>
          </p:sp>
          <p:sp>
            <p:nvSpPr>
              <p:cNvPr id="26"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249443" y="3364233"/>
                <a:ext cx="2528514" cy="395749"/>
              </a:xfrm>
              <a:prstGeom prst="rect">
                <a:avLst/>
              </a:prstGeom>
              <a:noFill/>
            </p:spPr>
            <p:txBody>
              <a:bodyPr wrap="square" rtlCol="0">
                <a:spAutoFit/>
              </a:bodyPr>
              <a:lstStyle/>
              <a:p>
                <a:pPr>
                  <a:lnSpc>
                    <a:spcPct val="130000"/>
                  </a:lnSpc>
                </a:pPr>
                <a:r>
                  <a:rPr lang="en-US" altLang="zh-CN" sz="800" dirty="0">
                    <a:solidFill>
                      <a:schemeClr val="tx1">
                        <a:lumMod val="75000"/>
                        <a:lumOff val="25000"/>
                      </a:schemeClr>
                    </a:solidFill>
                    <a:cs typeface="+mn-ea"/>
                    <a:sym typeface="+mn-lt"/>
                  </a:rPr>
                  <a:t>Flying impression graphic design thank you for buying this template</a:t>
                </a:r>
                <a:endParaRPr lang="en-US" altLang="zh-CN" sz="800" dirty="0">
                  <a:solidFill>
                    <a:schemeClr val="tx1">
                      <a:lumMod val="75000"/>
                      <a:lumOff val="25000"/>
                    </a:schemeClr>
                  </a:solidFill>
                  <a:cs typeface="+mn-ea"/>
                  <a:sym typeface="+mn-lt"/>
                </a:endParaRPr>
              </a:p>
            </p:txBody>
          </p:sp>
        </p:grpSp>
        <p:sp>
          <p:nvSpPr>
            <p:cNvPr id="24" name="Flying impression design ——飞印象设计是一家专业的广告设计制作工作室，专注于平面、OFFICE、摄影等业务，工作室成立于2016年，拥有高水平的设计团队，已经立足于市场，今后将输出更多精致作品。"/>
            <p:cNvSpPr/>
            <p:nvPr/>
          </p:nvSpPr>
          <p:spPr>
            <a:xfrm>
              <a:off x="6295350" y="984611"/>
              <a:ext cx="695308" cy="695308"/>
            </a:xfrm>
            <a:prstGeom prst="ellipse">
              <a:avLst/>
            </a:prstGeom>
            <a:solidFill>
              <a:schemeClr val="bg2">
                <a:lumMod val="25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EFEFEF"/>
                  </a:solidFill>
                  <a:cs typeface="+mn-ea"/>
                  <a:sym typeface="+mn-lt"/>
                </a:rPr>
                <a:t>3</a:t>
              </a:r>
              <a:endParaRPr lang="zh-CN" altLang="en-US" sz="2800" dirty="0">
                <a:solidFill>
                  <a:srgbClr val="EFEFEF"/>
                </a:solidFill>
                <a:cs typeface="+mn-ea"/>
                <a:sym typeface="+mn-lt"/>
              </a:endParaRPr>
            </a:p>
          </p:txBody>
        </p:sp>
      </p:grpSp>
      <p:grpSp>
        <p:nvGrpSpPr>
          <p:cNvPr id="27" name="组合 26"/>
          <p:cNvGrpSpPr/>
          <p:nvPr/>
        </p:nvGrpSpPr>
        <p:grpSpPr>
          <a:xfrm>
            <a:off x="6884630" y="4029903"/>
            <a:ext cx="3332600" cy="695308"/>
            <a:chOff x="6295350" y="984611"/>
            <a:chExt cx="3332600" cy="695308"/>
          </a:xfrm>
        </p:grpSpPr>
        <p:grpSp>
          <p:nvGrpSpPr>
            <p:cNvPr id="28" name="Flying impression design ——飞印象设计是一家专业的广告设计制作工作室，专注于平面、OFFICE、摄影等业务，工作室成立于2016年，拥有高水平的设计团队，已经立足于市场，今后将输出更多精致作品。"/>
            <p:cNvGrpSpPr/>
            <p:nvPr/>
          </p:nvGrpSpPr>
          <p:grpSpPr>
            <a:xfrm>
              <a:off x="7099436" y="984611"/>
              <a:ext cx="2528514" cy="678636"/>
              <a:chOff x="2249443" y="3081346"/>
              <a:chExt cx="2528514" cy="678636"/>
            </a:xfrm>
          </p:grpSpPr>
          <p:sp>
            <p:nvSpPr>
              <p:cNvPr id="30" name="Flying impression design ——飞印象设计是一家专业的广告设计制作工作室，专注于平面、OFFICE、摄影等业务，工作室成立于2016年，拥有高水平的设计团队，已经立足于市场，今后将输出更多精致作品。"/>
              <p:cNvSpPr/>
              <p:nvPr/>
            </p:nvSpPr>
            <p:spPr>
              <a:xfrm>
                <a:off x="2249443" y="3081346"/>
                <a:ext cx="2433955" cy="368300"/>
              </a:xfrm>
              <a:prstGeom prst="rect">
                <a:avLst/>
              </a:prstGeom>
              <a:noFill/>
            </p:spPr>
            <p:txBody>
              <a:bodyPr wrap="none">
                <a:spAutoFit/>
              </a:bodyPr>
              <a:lstStyle/>
              <a:p>
                <a:pPr>
                  <a:spcBef>
                    <a:spcPct val="0"/>
                  </a:spcBef>
                </a:pPr>
                <a:r>
                  <a:rPr lang="en-US" altLang="zh-CN" dirty="0">
                    <a:solidFill>
                      <a:schemeClr val="tx1">
                        <a:lumMod val="75000"/>
                        <a:lumOff val="25000"/>
                      </a:schemeClr>
                    </a:solidFill>
                    <a:cs typeface="+mn-ea"/>
                    <a:sym typeface="+mn-lt"/>
                  </a:rPr>
                  <a:t>Wang Impression Title</a:t>
                </a:r>
                <a:endParaRPr lang="en-US" altLang="zh-CN" dirty="0">
                  <a:solidFill>
                    <a:schemeClr val="tx1">
                      <a:lumMod val="75000"/>
                      <a:lumOff val="25000"/>
                    </a:schemeClr>
                  </a:solidFill>
                  <a:cs typeface="+mn-ea"/>
                  <a:sym typeface="+mn-lt"/>
                </a:endParaRPr>
              </a:p>
            </p:txBody>
          </p:sp>
          <p:sp>
            <p:nvSpPr>
              <p:cNvPr id="31"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249443" y="3364233"/>
                <a:ext cx="2528514" cy="395749"/>
              </a:xfrm>
              <a:prstGeom prst="rect">
                <a:avLst/>
              </a:prstGeom>
              <a:noFill/>
            </p:spPr>
            <p:txBody>
              <a:bodyPr wrap="square" rtlCol="0">
                <a:spAutoFit/>
              </a:bodyPr>
              <a:lstStyle/>
              <a:p>
                <a:pPr>
                  <a:lnSpc>
                    <a:spcPct val="130000"/>
                  </a:lnSpc>
                </a:pPr>
                <a:r>
                  <a:rPr lang="en-US" altLang="zh-CN" sz="800" dirty="0">
                    <a:solidFill>
                      <a:schemeClr val="tx1">
                        <a:lumMod val="75000"/>
                        <a:lumOff val="25000"/>
                      </a:schemeClr>
                    </a:solidFill>
                    <a:cs typeface="+mn-ea"/>
                    <a:sym typeface="+mn-lt"/>
                  </a:rPr>
                  <a:t>Flying impression graphic design thank you for buying this template</a:t>
                </a:r>
                <a:endParaRPr lang="en-US" altLang="zh-CN" sz="800" dirty="0">
                  <a:solidFill>
                    <a:schemeClr val="tx1">
                      <a:lumMod val="75000"/>
                      <a:lumOff val="25000"/>
                    </a:schemeClr>
                  </a:solidFill>
                  <a:cs typeface="+mn-ea"/>
                  <a:sym typeface="+mn-lt"/>
                </a:endParaRPr>
              </a:p>
            </p:txBody>
          </p:sp>
        </p:grpSp>
        <p:sp>
          <p:nvSpPr>
            <p:cNvPr id="29" name="Flying impression design ——飞印象设计是一家专业的广告设计制作工作室，专注于平面、OFFICE、摄影等业务，工作室成立于2016年，拥有高水平的设计团队，已经立足于市场，今后将输出更多精致作品。"/>
            <p:cNvSpPr/>
            <p:nvPr/>
          </p:nvSpPr>
          <p:spPr>
            <a:xfrm>
              <a:off x="6295350" y="984611"/>
              <a:ext cx="695308" cy="695308"/>
            </a:xfrm>
            <a:prstGeom prst="ellipse">
              <a:avLst/>
            </a:prstGeom>
            <a:solidFill>
              <a:schemeClr val="bg2">
                <a:lumMod val="25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EFEFEF"/>
                  </a:solidFill>
                  <a:cs typeface="+mn-ea"/>
                  <a:sym typeface="+mn-lt"/>
                </a:rPr>
                <a:t>4</a:t>
              </a:r>
              <a:endParaRPr lang="zh-CN" altLang="en-US" sz="2800" dirty="0">
                <a:solidFill>
                  <a:srgbClr val="EFEFEF"/>
                </a:solidFill>
                <a:cs typeface="+mn-ea"/>
                <a:sym typeface="+mn-lt"/>
              </a:endParaRPr>
            </a:p>
          </p:txBody>
        </p:sp>
      </p:grpSp>
      <p:pic>
        <p:nvPicPr>
          <p:cNvPr id="7" name="图片 6" descr="C:\Users\xin\Desktop\微信图片_20201013160825.jpg微信图片_20201013160825"/>
          <p:cNvPicPr>
            <a:picLocks noChangeAspect="1"/>
          </p:cNvPicPr>
          <p:nvPr/>
        </p:nvPicPr>
        <p:blipFill>
          <a:blip r:embed="rId1"/>
          <a:srcRect/>
          <a:stretch>
            <a:fillRect/>
          </a:stretch>
        </p:blipFill>
        <p:spPr>
          <a:xfrm>
            <a:off x="1123005" y="436523"/>
            <a:ext cx="4797425" cy="3265170"/>
          </a:xfrm>
          <a:prstGeom prst="rect">
            <a:avLst/>
          </a:prstGeom>
        </p:spPr>
      </p:pic>
      <p:pic>
        <p:nvPicPr>
          <p:cNvPr id="2" name="图片 1" descr="中科大"/>
          <p:cNvPicPr>
            <a:picLocks noChangeAspect="1"/>
          </p:cNvPicPr>
          <p:nvPr/>
        </p:nvPicPr>
        <p:blipFill>
          <a:blip r:embed="rId2"/>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1" presetClass="entr" presetSubtype="0" fill="hold" grpId="0" nodeType="clickEffect">
                                  <p:stCondLst>
                                    <p:cond delay="0"/>
                                  </p:stCondLst>
                                  <p:iterate type="lt">
                                    <p:tmPct val="10000"/>
                                  </p:iterate>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10"/>
                                        </p:tgtEl>
                                        <p:attrNameLst>
                                          <p:attrName>ppt_y</p:attrName>
                                        </p:attrNameLst>
                                      </p:cBhvr>
                                      <p:tavLst>
                                        <p:tav tm="0">
                                          <p:val>
                                            <p:strVal val="#ppt_y"/>
                                          </p:val>
                                        </p:tav>
                                        <p:tav tm="100000">
                                          <p:val>
                                            <p:strVal val="#ppt_y"/>
                                          </p:val>
                                        </p:tav>
                                      </p:tavLst>
                                    </p:anim>
                                    <p:anim calcmode="lin" valueType="num">
                                      <p:cBhvr>
                                        <p:cTn id="16" dur="5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up)">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1000" fill="hold"/>
                                        <p:tgtEl>
                                          <p:spTgt spid="16"/>
                                        </p:tgtEl>
                                        <p:attrNameLst>
                                          <p:attrName>ppt_x</p:attrName>
                                        </p:attrNameLst>
                                      </p:cBhvr>
                                      <p:tavLst>
                                        <p:tav tm="0">
                                          <p:val>
                                            <p:strVal val="#ppt_x"/>
                                          </p:val>
                                        </p:tav>
                                        <p:tav tm="100000">
                                          <p:val>
                                            <p:strVal val="#ppt_x"/>
                                          </p:val>
                                        </p:tav>
                                      </p:tavLst>
                                    </p:anim>
                                    <p:anim calcmode="lin" valueType="num">
                                      <p:cBhvr additive="base">
                                        <p:cTn id="29" dur="1000" fill="hold"/>
                                        <p:tgtEl>
                                          <p:spTgt spid="16"/>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1000" fill="hold"/>
                                        <p:tgtEl>
                                          <p:spTgt spid="17"/>
                                        </p:tgtEl>
                                        <p:attrNameLst>
                                          <p:attrName>ppt_x</p:attrName>
                                        </p:attrNameLst>
                                      </p:cBhvr>
                                      <p:tavLst>
                                        <p:tav tm="0">
                                          <p:val>
                                            <p:strVal val="#ppt_x"/>
                                          </p:val>
                                        </p:tav>
                                        <p:tav tm="100000">
                                          <p:val>
                                            <p:strVal val="#ppt_x"/>
                                          </p:val>
                                        </p:tav>
                                      </p:tavLst>
                                    </p:anim>
                                    <p:anim calcmode="lin" valueType="num">
                                      <p:cBhvr additive="base">
                                        <p:cTn id="33" dur="1000" fill="hold"/>
                                        <p:tgtEl>
                                          <p:spTgt spid="17"/>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additive="base">
                                        <p:cTn id="36" dur="1000" fill="hold"/>
                                        <p:tgtEl>
                                          <p:spTgt spid="22"/>
                                        </p:tgtEl>
                                        <p:attrNameLst>
                                          <p:attrName>ppt_x</p:attrName>
                                        </p:attrNameLst>
                                      </p:cBhvr>
                                      <p:tavLst>
                                        <p:tav tm="0">
                                          <p:val>
                                            <p:strVal val="#ppt_x"/>
                                          </p:val>
                                        </p:tav>
                                        <p:tav tm="100000">
                                          <p:val>
                                            <p:strVal val="#ppt_x"/>
                                          </p:val>
                                        </p:tav>
                                      </p:tavLst>
                                    </p:anim>
                                    <p:anim calcmode="lin" valueType="num">
                                      <p:cBhvr additive="base">
                                        <p:cTn id="37" dur="1000" fill="hold"/>
                                        <p:tgtEl>
                                          <p:spTgt spid="22"/>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1000" fill="hold"/>
                                        <p:tgtEl>
                                          <p:spTgt spid="27"/>
                                        </p:tgtEl>
                                        <p:attrNameLst>
                                          <p:attrName>ppt_x</p:attrName>
                                        </p:attrNameLst>
                                      </p:cBhvr>
                                      <p:tavLst>
                                        <p:tav tm="0">
                                          <p:val>
                                            <p:strVal val="#ppt_x"/>
                                          </p:val>
                                        </p:tav>
                                        <p:tav tm="100000">
                                          <p:val>
                                            <p:strVal val="#ppt_x"/>
                                          </p:val>
                                        </p:tav>
                                      </p:tavLst>
                                    </p:anim>
                                    <p:anim calcmode="lin" valueType="num">
                                      <p:cBhvr additive="base">
                                        <p:cTn id="41" dur="10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114925" y="2465070"/>
            <a:ext cx="1961515" cy="706755"/>
          </a:xfrm>
          <a:prstGeom prst="rect">
            <a:avLst/>
          </a:prstGeom>
          <a:noFill/>
        </p:spPr>
        <p:txBody>
          <a:bodyPr wrap="none" rtlCol="0">
            <a:spAutoFit/>
          </a:bodyPr>
          <a:lstStyle/>
          <a:p>
            <a:pPr algn="ctr"/>
            <a:r>
              <a:rPr lang="en-US" altLang="zh-CN" sz="4000" dirty="0">
                <a:solidFill>
                  <a:schemeClr val="tx1">
                    <a:lumMod val="95000"/>
                    <a:lumOff val="5000"/>
                  </a:schemeClr>
                </a:solidFill>
                <a:cs typeface="+mn-ea"/>
                <a:sym typeface="+mn-lt"/>
              </a:rPr>
              <a:t>Part /01</a:t>
            </a:r>
            <a:endParaRPr lang="zh-CN" altLang="en-US" sz="4000" dirty="0">
              <a:solidFill>
                <a:schemeClr val="tx1">
                  <a:lumMod val="95000"/>
                  <a:lumOff val="5000"/>
                </a:schemeClr>
              </a:solidFill>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p:nvPr/>
        </p:nvSpPr>
        <p:spPr>
          <a:xfrm>
            <a:off x="4253865" y="3168015"/>
            <a:ext cx="3684270" cy="521970"/>
          </a:xfrm>
          <a:prstGeom prst="rect">
            <a:avLst/>
          </a:prstGeom>
          <a:noFill/>
        </p:spPr>
        <p:txBody>
          <a:bodyPr wrap="none">
            <a:spAutoFit/>
          </a:bodyPr>
          <a:lstStyle/>
          <a:p>
            <a:pPr algn="ctr">
              <a:spcBef>
                <a:spcPct val="0"/>
              </a:spcBef>
            </a:pPr>
            <a:r>
              <a:rPr lang="en-US" altLang="zh-CN" sz="2800" dirty="0">
                <a:solidFill>
                  <a:schemeClr val="bg2">
                    <a:lumMod val="25000"/>
                  </a:schemeClr>
                </a:solidFill>
                <a:cs typeface="+mn-ea"/>
                <a:sym typeface="+mn-lt"/>
              </a:rPr>
              <a:t>Wang</a:t>
            </a:r>
            <a:r>
              <a:rPr lang="en-US" altLang="zh-CN" sz="2800" dirty="0">
                <a:solidFill>
                  <a:schemeClr val="tx1">
                    <a:lumMod val="95000"/>
                    <a:lumOff val="5000"/>
                  </a:schemeClr>
                </a:solidFill>
                <a:cs typeface="+mn-ea"/>
                <a:sym typeface="+mn-lt"/>
              </a:rPr>
              <a:t> Impression Title</a:t>
            </a:r>
            <a:endParaRPr lang="en-US" altLang="zh-CN" sz="2800" dirty="0">
              <a:solidFill>
                <a:schemeClr val="tx1">
                  <a:lumMod val="95000"/>
                  <a:lumOff val="5000"/>
                </a:schemeClr>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956560" y="4015740"/>
            <a:ext cx="6278880" cy="510540"/>
          </a:xfrm>
          <a:prstGeom prst="rect">
            <a:avLst/>
          </a:prstGeom>
          <a:noFill/>
        </p:spPr>
        <p:txBody>
          <a:bodyPr wrap="square" rtlCol="0">
            <a:spAutoFit/>
          </a:bodyPr>
          <a:lstStyle/>
          <a:p>
            <a:pPr algn="ctr">
              <a:lnSpc>
                <a:spcPct val="130000"/>
              </a:lnSpc>
            </a:pPr>
            <a:r>
              <a:rPr lang="en-US" altLang="zh-CN" sz="1050" dirty="0">
                <a:solidFill>
                  <a:schemeClr val="tx1">
                    <a:lumMod val="95000"/>
                    <a:lumOff val="5000"/>
                  </a:schemeClr>
                </a:solidFill>
                <a:cs typeface="+mn-ea"/>
                <a:sym typeface="+mn-lt"/>
              </a:rPr>
              <a:t>Flying impression graphic design thank you for buying this template, we mainly engaged in various types of advertising graphic design.</a:t>
            </a:r>
            <a:endParaRPr lang="en-US" altLang="zh-CN" sz="1050" dirty="0">
              <a:solidFill>
                <a:schemeClr val="tx1">
                  <a:lumMod val="95000"/>
                  <a:lumOff val="5000"/>
                </a:schemeClr>
              </a:solidFill>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a:off x="5719445" y="1452880"/>
            <a:ext cx="753110" cy="737235"/>
          </a:xfrm>
          <a:custGeom>
            <a:avLst/>
            <a:gdLst/>
            <a:ahLst/>
            <a:cxnLst>
              <a:cxn ang="0">
                <a:pos x="wd2" y="hd2"/>
              </a:cxn>
              <a:cxn ang="5400000">
                <a:pos x="wd2" y="hd2"/>
              </a:cxn>
              <a:cxn ang="10800000">
                <a:pos x="wd2" y="hd2"/>
              </a:cxn>
              <a:cxn ang="16200000">
                <a:pos x="wd2" y="hd2"/>
              </a:cxn>
            </a:cxnLst>
            <a:rect l="0" t="0" r="r" b="b"/>
            <a:pathLst>
              <a:path w="21600" h="21600" extrusionOk="0">
                <a:moveTo>
                  <a:pt x="10800" y="12408"/>
                </a:moveTo>
                <a:cubicBezTo>
                  <a:pt x="10303" y="12408"/>
                  <a:pt x="9900" y="12820"/>
                  <a:pt x="9900" y="13328"/>
                </a:cubicBezTo>
                <a:cubicBezTo>
                  <a:pt x="9900" y="13836"/>
                  <a:pt x="10303" y="14247"/>
                  <a:pt x="10800" y="14247"/>
                </a:cubicBezTo>
                <a:cubicBezTo>
                  <a:pt x="11297" y="14247"/>
                  <a:pt x="11700" y="13836"/>
                  <a:pt x="11700" y="13328"/>
                </a:cubicBezTo>
                <a:cubicBezTo>
                  <a:pt x="11700" y="12820"/>
                  <a:pt x="11297" y="12408"/>
                  <a:pt x="10800" y="12408"/>
                </a:cubicBezTo>
                <a:close/>
                <a:moveTo>
                  <a:pt x="1800" y="14706"/>
                </a:moveTo>
                <a:lnTo>
                  <a:pt x="1800" y="11959"/>
                </a:lnTo>
                <a:lnTo>
                  <a:pt x="19800" y="11959"/>
                </a:lnTo>
                <a:lnTo>
                  <a:pt x="19800" y="14706"/>
                </a:lnTo>
                <a:cubicBezTo>
                  <a:pt x="19800" y="14706"/>
                  <a:pt x="1800" y="14706"/>
                  <a:pt x="1800" y="14706"/>
                </a:cubicBezTo>
                <a:close/>
                <a:moveTo>
                  <a:pt x="11700" y="19760"/>
                </a:moveTo>
                <a:lnTo>
                  <a:pt x="9900" y="19760"/>
                </a:lnTo>
                <a:lnTo>
                  <a:pt x="9900" y="16559"/>
                </a:lnTo>
                <a:lnTo>
                  <a:pt x="11700" y="16559"/>
                </a:lnTo>
                <a:cubicBezTo>
                  <a:pt x="11700" y="16559"/>
                  <a:pt x="11700" y="19760"/>
                  <a:pt x="11700" y="19760"/>
                </a:cubicBezTo>
                <a:close/>
                <a:moveTo>
                  <a:pt x="1800" y="1840"/>
                </a:moveTo>
                <a:lnTo>
                  <a:pt x="19800" y="1840"/>
                </a:lnTo>
                <a:lnTo>
                  <a:pt x="19800" y="10111"/>
                </a:lnTo>
                <a:lnTo>
                  <a:pt x="1800" y="10111"/>
                </a:lnTo>
                <a:cubicBezTo>
                  <a:pt x="1800" y="10111"/>
                  <a:pt x="1800" y="1840"/>
                  <a:pt x="1800" y="1840"/>
                </a:cubicBezTo>
                <a:close/>
                <a:moveTo>
                  <a:pt x="21600" y="16559"/>
                </a:moveTo>
                <a:lnTo>
                  <a:pt x="21600" y="0"/>
                </a:lnTo>
                <a:lnTo>
                  <a:pt x="0" y="0"/>
                </a:lnTo>
                <a:lnTo>
                  <a:pt x="0" y="16559"/>
                </a:lnTo>
                <a:lnTo>
                  <a:pt x="8100" y="16559"/>
                </a:lnTo>
                <a:lnTo>
                  <a:pt x="8100" y="19760"/>
                </a:lnTo>
                <a:lnTo>
                  <a:pt x="6300" y="19760"/>
                </a:lnTo>
                <a:lnTo>
                  <a:pt x="6300" y="21600"/>
                </a:lnTo>
                <a:lnTo>
                  <a:pt x="15300" y="21600"/>
                </a:lnTo>
                <a:lnTo>
                  <a:pt x="15300" y="19760"/>
                </a:lnTo>
                <a:lnTo>
                  <a:pt x="13500" y="19760"/>
                </a:lnTo>
                <a:lnTo>
                  <a:pt x="13500" y="16559"/>
                </a:lnTo>
                <a:cubicBezTo>
                  <a:pt x="13500" y="16559"/>
                  <a:pt x="21600" y="16559"/>
                  <a:pt x="21600" y="16559"/>
                </a:cubicBezTo>
                <a:close/>
              </a:path>
            </a:pathLst>
          </a:custGeom>
          <a:solidFill>
            <a:schemeClr val="bg2">
              <a:lumMod val="10000"/>
            </a:schemeClr>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pic>
        <p:nvPicPr>
          <p:cNvPr id="2" name="图片 1"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Flying impression design ——飞印象设计是一家专业的广告设计制作工作室，专注于平面、OFFICE、摄影等业务，工作室成立于2016年，拥有高水平的设计团队，已经立足于市场，今后将输出更多精致作品。"/>
          <p:cNvSpPr/>
          <p:nvPr/>
        </p:nvSpPr>
        <p:spPr>
          <a:xfrm>
            <a:off x="1320800" y="2606040"/>
            <a:ext cx="2133600" cy="213360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a:off x="4318000" y="1676400"/>
            <a:ext cx="975360" cy="97536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a:off x="4318000" y="4693920"/>
            <a:ext cx="975360" cy="97536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676918" y="1907856"/>
            <a:ext cx="5346681" cy="491994"/>
          </a:xfrm>
          <a:prstGeom prst="rect">
            <a:avLst/>
          </a:prstGeom>
          <a:noFill/>
        </p:spPr>
        <p:txBody>
          <a:bodyPr wrap="square" rtlCol="0">
            <a:spAutoFit/>
          </a:bodyPr>
          <a:lstStyle/>
          <a:p>
            <a:pPr>
              <a:lnSpc>
                <a:spcPct val="130000"/>
              </a:lnSpc>
            </a:pPr>
            <a:r>
              <a:rPr lang="en-US" altLang="zh-CN" sz="1050" dirty="0">
                <a:solidFill>
                  <a:schemeClr val="tx1">
                    <a:lumMod val="75000"/>
                    <a:lumOff val="25000"/>
                  </a:schemeClr>
                </a:solidFill>
                <a:cs typeface="+mn-ea"/>
                <a:sym typeface="+mn-lt"/>
              </a:rPr>
              <a:t>Flying impression graphic design thank you for buying this template, we mainly engaged in various types of advertising graphic design.</a:t>
            </a:r>
            <a:endParaRPr lang="en-US" altLang="zh-CN" sz="1050" dirty="0">
              <a:solidFill>
                <a:schemeClr val="tx1">
                  <a:lumMod val="75000"/>
                  <a:lumOff val="25000"/>
                </a:schemeClr>
              </a:solidFill>
              <a:cs typeface="+mn-ea"/>
              <a:sym typeface="+mn-lt"/>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676918" y="4925376"/>
            <a:ext cx="5346681" cy="491994"/>
          </a:xfrm>
          <a:prstGeom prst="rect">
            <a:avLst/>
          </a:prstGeom>
          <a:noFill/>
        </p:spPr>
        <p:txBody>
          <a:bodyPr wrap="square" rtlCol="0">
            <a:spAutoFit/>
          </a:bodyPr>
          <a:lstStyle/>
          <a:p>
            <a:pPr>
              <a:lnSpc>
                <a:spcPct val="130000"/>
              </a:lnSpc>
            </a:pPr>
            <a:r>
              <a:rPr lang="en-US" altLang="zh-CN" sz="1050" dirty="0">
                <a:solidFill>
                  <a:schemeClr val="tx1">
                    <a:lumMod val="75000"/>
                    <a:lumOff val="25000"/>
                  </a:schemeClr>
                </a:solidFill>
                <a:cs typeface="+mn-ea"/>
                <a:sym typeface="+mn-lt"/>
              </a:rPr>
              <a:t>Flying impression graphic design thank you for buying this template, we mainly engaged in various types of advertising graphic design.</a:t>
            </a:r>
            <a:endParaRPr lang="en-US" altLang="zh-CN" sz="1050" dirty="0">
              <a:solidFill>
                <a:schemeClr val="tx1">
                  <a:lumMod val="75000"/>
                  <a:lumOff val="25000"/>
                </a:schemeClr>
              </a:solidFill>
              <a:cs typeface="+mn-ea"/>
              <a:sym typeface="+mn-lt"/>
            </a:endParaRPr>
          </a:p>
        </p:txBody>
      </p:sp>
      <p:sp>
        <p:nvSpPr>
          <p:cNvPr id="14" name="Flying impression design ——飞印象设计是一家专业的广告设计制作工作室，专注于平面、OFFICE、摄影等业务，工作室成立于2016年，拥有高水平的设计团队，已经立足于市场，今后将输出更多精致作品。"/>
          <p:cNvSpPr/>
          <p:nvPr/>
        </p:nvSpPr>
        <p:spPr>
          <a:xfrm>
            <a:off x="2000116" y="3355808"/>
            <a:ext cx="774968" cy="634063"/>
          </a:xfrm>
          <a:custGeom>
            <a:avLst/>
            <a:gdLst/>
            <a:ahLst/>
            <a:cxnLst>
              <a:cxn ang="0">
                <a:pos x="wd2" y="hd2"/>
              </a:cxn>
              <a:cxn ang="5400000">
                <a:pos x="wd2" y="hd2"/>
              </a:cxn>
              <a:cxn ang="10800000">
                <a:pos x="wd2" y="hd2"/>
              </a:cxn>
              <a:cxn ang="16200000">
                <a:pos x="wd2" y="hd2"/>
              </a:cxn>
            </a:cxnLst>
            <a:rect l="0" t="0" r="r" b="b"/>
            <a:pathLst>
              <a:path w="21600" h="21600" extrusionOk="0">
                <a:moveTo>
                  <a:pt x="19636" y="19200"/>
                </a:moveTo>
                <a:lnTo>
                  <a:pt x="1964" y="19200"/>
                </a:lnTo>
                <a:lnTo>
                  <a:pt x="1964" y="10800"/>
                </a:lnTo>
                <a:lnTo>
                  <a:pt x="4909" y="10800"/>
                </a:lnTo>
                <a:cubicBezTo>
                  <a:pt x="5739" y="13930"/>
                  <a:pt x="7966" y="16200"/>
                  <a:pt x="10800" y="16200"/>
                </a:cubicBezTo>
                <a:cubicBezTo>
                  <a:pt x="13634" y="16200"/>
                  <a:pt x="15861" y="13930"/>
                  <a:pt x="16691" y="10800"/>
                </a:cubicBezTo>
                <a:lnTo>
                  <a:pt x="19636" y="10800"/>
                </a:lnTo>
                <a:cubicBezTo>
                  <a:pt x="19636" y="10800"/>
                  <a:pt x="19636" y="19200"/>
                  <a:pt x="19636" y="19200"/>
                </a:cubicBezTo>
                <a:close/>
                <a:moveTo>
                  <a:pt x="4418" y="2400"/>
                </a:moveTo>
                <a:lnTo>
                  <a:pt x="17182" y="2400"/>
                </a:lnTo>
                <a:lnTo>
                  <a:pt x="19145" y="8400"/>
                </a:lnTo>
                <a:lnTo>
                  <a:pt x="15218" y="8400"/>
                </a:lnTo>
                <a:cubicBezTo>
                  <a:pt x="15218" y="11382"/>
                  <a:pt x="13240" y="13800"/>
                  <a:pt x="10800" y="13800"/>
                </a:cubicBezTo>
                <a:cubicBezTo>
                  <a:pt x="8360" y="13800"/>
                  <a:pt x="6382" y="11382"/>
                  <a:pt x="6382" y="8400"/>
                </a:cubicBezTo>
                <a:lnTo>
                  <a:pt x="2455" y="8400"/>
                </a:lnTo>
                <a:cubicBezTo>
                  <a:pt x="2455" y="8400"/>
                  <a:pt x="4418" y="2400"/>
                  <a:pt x="4418" y="2400"/>
                </a:cubicBezTo>
                <a:close/>
                <a:moveTo>
                  <a:pt x="18655" y="0"/>
                </a:moveTo>
                <a:lnTo>
                  <a:pt x="2945" y="0"/>
                </a:lnTo>
                <a:lnTo>
                  <a:pt x="0" y="8400"/>
                </a:lnTo>
                <a:lnTo>
                  <a:pt x="0" y="21600"/>
                </a:lnTo>
                <a:lnTo>
                  <a:pt x="21600" y="21600"/>
                </a:lnTo>
                <a:lnTo>
                  <a:pt x="21600" y="8400"/>
                </a:lnTo>
                <a:cubicBezTo>
                  <a:pt x="21600" y="8400"/>
                  <a:pt x="18655" y="0"/>
                  <a:pt x="18655" y="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15" name="Flying impression design ——飞印象设计是一家专业的广告设计制作工作室，专注于平面、OFFICE、摄影等业务，工作室成立于2016年，拥有高水平的设计团队，已经立足于市场，今后将输出更多精致作品。"/>
          <p:cNvSpPr/>
          <p:nvPr/>
        </p:nvSpPr>
        <p:spPr>
          <a:xfrm>
            <a:off x="4708988" y="2023438"/>
            <a:ext cx="193383" cy="281283"/>
          </a:xfrm>
          <a:custGeom>
            <a:avLst/>
            <a:gdLst/>
            <a:ahLst/>
            <a:cxnLst>
              <a:cxn ang="0">
                <a:pos x="wd2" y="hd2"/>
              </a:cxn>
              <a:cxn ang="5400000">
                <a:pos x="wd2" y="hd2"/>
              </a:cxn>
              <a:cxn ang="10800000">
                <a:pos x="wd2" y="hd2"/>
              </a:cxn>
              <a:cxn ang="16200000">
                <a:pos x="wd2" y="hd2"/>
              </a:cxn>
            </a:cxnLst>
            <a:rect l="0" t="0" r="r" b="b"/>
            <a:pathLst>
              <a:path w="21600" h="21600" extrusionOk="0">
                <a:moveTo>
                  <a:pt x="16364" y="18450"/>
                </a:moveTo>
                <a:lnTo>
                  <a:pt x="13745" y="19350"/>
                </a:lnTo>
                <a:lnTo>
                  <a:pt x="7855" y="11700"/>
                </a:lnTo>
                <a:lnTo>
                  <a:pt x="2618" y="13950"/>
                </a:lnTo>
                <a:lnTo>
                  <a:pt x="2618" y="3150"/>
                </a:lnTo>
                <a:lnTo>
                  <a:pt x="15709" y="9000"/>
                </a:lnTo>
                <a:lnTo>
                  <a:pt x="9818" y="10800"/>
                </a:lnTo>
                <a:cubicBezTo>
                  <a:pt x="9818" y="10800"/>
                  <a:pt x="16364" y="18450"/>
                  <a:pt x="16364" y="18450"/>
                </a:cubicBezTo>
                <a:close/>
                <a:moveTo>
                  <a:pt x="21600" y="9450"/>
                </a:moveTo>
                <a:lnTo>
                  <a:pt x="0" y="0"/>
                </a:lnTo>
                <a:lnTo>
                  <a:pt x="0" y="17550"/>
                </a:lnTo>
                <a:lnTo>
                  <a:pt x="6739" y="14145"/>
                </a:lnTo>
                <a:lnTo>
                  <a:pt x="12436" y="21600"/>
                </a:lnTo>
                <a:lnTo>
                  <a:pt x="19636" y="18900"/>
                </a:lnTo>
                <a:lnTo>
                  <a:pt x="13621" y="11516"/>
                </a:lnTo>
                <a:cubicBezTo>
                  <a:pt x="13621" y="11516"/>
                  <a:pt x="21600" y="9450"/>
                  <a:pt x="21600" y="945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16" name="Flying impression design ——飞印象设计是一家专业的广告设计制作工作室，专注于平面、OFFICE、摄影等业务，工作室成立于2016年，拥有高水平的设计团队，已经立足于市场，今后将输出更多精致作品。"/>
          <p:cNvSpPr/>
          <p:nvPr/>
        </p:nvSpPr>
        <p:spPr>
          <a:xfrm>
            <a:off x="4708988" y="5040958"/>
            <a:ext cx="193383" cy="281283"/>
          </a:xfrm>
          <a:custGeom>
            <a:avLst/>
            <a:gdLst/>
            <a:ahLst/>
            <a:cxnLst>
              <a:cxn ang="0">
                <a:pos x="wd2" y="hd2"/>
              </a:cxn>
              <a:cxn ang="5400000">
                <a:pos x="wd2" y="hd2"/>
              </a:cxn>
              <a:cxn ang="10800000">
                <a:pos x="wd2" y="hd2"/>
              </a:cxn>
              <a:cxn ang="16200000">
                <a:pos x="wd2" y="hd2"/>
              </a:cxn>
            </a:cxnLst>
            <a:rect l="0" t="0" r="r" b="b"/>
            <a:pathLst>
              <a:path w="21600" h="21600" extrusionOk="0">
                <a:moveTo>
                  <a:pt x="16364" y="18450"/>
                </a:moveTo>
                <a:lnTo>
                  <a:pt x="13745" y="19350"/>
                </a:lnTo>
                <a:lnTo>
                  <a:pt x="7855" y="11700"/>
                </a:lnTo>
                <a:lnTo>
                  <a:pt x="2618" y="13950"/>
                </a:lnTo>
                <a:lnTo>
                  <a:pt x="2618" y="3150"/>
                </a:lnTo>
                <a:lnTo>
                  <a:pt x="15709" y="9000"/>
                </a:lnTo>
                <a:lnTo>
                  <a:pt x="9818" y="10800"/>
                </a:lnTo>
                <a:cubicBezTo>
                  <a:pt x="9818" y="10800"/>
                  <a:pt x="16364" y="18450"/>
                  <a:pt x="16364" y="18450"/>
                </a:cubicBezTo>
                <a:close/>
                <a:moveTo>
                  <a:pt x="21600" y="9450"/>
                </a:moveTo>
                <a:lnTo>
                  <a:pt x="0" y="0"/>
                </a:lnTo>
                <a:lnTo>
                  <a:pt x="0" y="17550"/>
                </a:lnTo>
                <a:lnTo>
                  <a:pt x="6739" y="14145"/>
                </a:lnTo>
                <a:lnTo>
                  <a:pt x="12436" y="21600"/>
                </a:lnTo>
                <a:lnTo>
                  <a:pt x="19636" y="18900"/>
                </a:lnTo>
                <a:lnTo>
                  <a:pt x="13621" y="11516"/>
                </a:lnTo>
                <a:cubicBezTo>
                  <a:pt x="13621" y="11516"/>
                  <a:pt x="21600" y="9450"/>
                  <a:pt x="21600" y="945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pic>
        <p:nvPicPr>
          <p:cNvPr id="3" name="图片 2"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0-#ppt_w/2"/>
                                          </p:val>
                                        </p:tav>
                                        <p:tav tm="100000">
                                          <p:val>
                                            <p:strVal val="#ppt_x"/>
                                          </p:val>
                                        </p:tav>
                                      </p:tavLst>
                                    </p:anim>
                                    <p:anim calcmode="lin" valueType="num">
                                      <p:cBhvr additive="base">
                                        <p:cTn id="12"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1000"/>
                                        <p:tgtEl>
                                          <p:spTgt spid="15"/>
                                        </p:tgtEl>
                                      </p:cBhvr>
                                    </p:animEffect>
                                    <p:anim calcmode="lin" valueType="num">
                                      <p:cBhvr>
                                        <p:cTn id="35" dur="1000" fill="hold"/>
                                        <p:tgtEl>
                                          <p:spTgt spid="15"/>
                                        </p:tgtEl>
                                        <p:attrNameLst>
                                          <p:attrName>ppt_x</p:attrName>
                                        </p:attrNameLst>
                                      </p:cBhvr>
                                      <p:tavLst>
                                        <p:tav tm="0">
                                          <p:val>
                                            <p:strVal val="#ppt_x"/>
                                          </p:val>
                                        </p:tav>
                                        <p:tav tm="100000">
                                          <p:val>
                                            <p:strVal val="#ppt_x"/>
                                          </p:val>
                                        </p:tav>
                                      </p:tavLst>
                                    </p:anim>
                                    <p:anim calcmode="lin" valueType="num">
                                      <p:cBhvr>
                                        <p:cTn id="36" dur="1000" fill="hold"/>
                                        <p:tgtEl>
                                          <p:spTgt spid="15"/>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000"/>
                                        <p:tgtEl>
                                          <p:spTgt spid="12"/>
                                        </p:tgtEl>
                                      </p:cBhvr>
                                    </p:animEffect>
                                    <p:anim calcmode="lin" valueType="num">
                                      <p:cBhvr>
                                        <p:cTn id="40" dur="1000" fill="hold"/>
                                        <p:tgtEl>
                                          <p:spTgt spid="12"/>
                                        </p:tgtEl>
                                        <p:attrNameLst>
                                          <p:attrName>ppt_x</p:attrName>
                                        </p:attrNameLst>
                                      </p:cBhvr>
                                      <p:tavLst>
                                        <p:tav tm="0">
                                          <p:val>
                                            <p:strVal val="#ppt_x"/>
                                          </p:val>
                                        </p:tav>
                                        <p:tav tm="100000">
                                          <p:val>
                                            <p:strVal val="#ppt_x"/>
                                          </p:val>
                                        </p:tav>
                                      </p:tavLst>
                                    </p:anim>
                                    <p:anim calcmode="lin" valueType="num">
                                      <p:cBhvr>
                                        <p:cTn id="4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anim calcmode="lin" valueType="num">
                                      <p:cBhvr>
                                        <p:cTn id="47" dur="1000" fill="hold"/>
                                        <p:tgtEl>
                                          <p:spTgt spid="10"/>
                                        </p:tgtEl>
                                        <p:attrNameLst>
                                          <p:attrName>ppt_x</p:attrName>
                                        </p:attrNameLst>
                                      </p:cBhvr>
                                      <p:tavLst>
                                        <p:tav tm="0">
                                          <p:val>
                                            <p:strVal val="#ppt_x"/>
                                          </p:val>
                                        </p:tav>
                                        <p:tav tm="100000">
                                          <p:val>
                                            <p:strVal val="#ppt_x"/>
                                          </p:val>
                                        </p:tav>
                                      </p:tavLst>
                                    </p:anim>
                                    <p:anim calcmode="lin" valueType="num">
                                      <p:cBhvr>
                                        <p:cTn id="48" dur="1000" fill="hold"/>
                                        <p:tgtEl>
                                          <p:spTgt spid="1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1000"/>
                                        <p:tgtEl>
                                          <p:spTgt spid="16"/>
                                        </p:tgtEl>
                                      </p:cBhvr>
                                    </p:animEffect>
                                    <p:anim calcmode="lin" valueType="num">
                                      <p:cBhvr>
                                        <p:cTn id="52" dur="1000" fill="hold"/>
                                        <p:tgtEl>
                                          <p:spTgt spid="16"/>
                                        </p:tgtEl>
                                        <p:attrNameLst>
                                          <p:attrName>ppt_x</p:attrName>
                                        </p:attrNameLst>
                                      </p:cBhvr>
                                      <p:tavLst>
                                        <p:tav tm="0">
                                          <p:val>
                                            <p:strVal val="#ppt_x"/>
                                          </p:val>
                                        </p:tav>
                                        <p:tav tm="100000">
                                          <p:val>
                                            <p:strVal val="#ppt_x"/>
                                          </p:val>
                                        </p:tav>
                                      </p:tavLst>
                                    </p:anim>
                                    <p:anim calcmode="lin" valueType="num">
                                      <p:cBhvr>
                                        <p:cTn id="53" dur="1000" fill="hold"/>
                                        <p:tgtEl>
                                          <p:spTgt spid="16"/>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9" grpId="0" animBg="1"/>
      <p:bldP spid="10" grpId="0" animBg="1"/>
      <p:bldP spid="12" grpId="0"/>
      <p:bldP spid="13" grpId="0"/>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a:off x="1230490" y="1952977"/>
            <a:ext cx="1789480" cy="1309512"/>
          </a:xfrm>
          <a:custGeom>
            <a:avLst/>
            <a:gdLst>
              <a:gd name="connsiteX0" fmla="*/ 745067 w 1789480"/>
              <a:gd name="connsiteY0" fmla="*/ 0 h 1490134"/>
              <a:gd name="connsiteX1" fmla="*/ 824340 w 1789480"/>
              <a:gd name="connsiteY1" fmla="*/ 0 h 1490134"/>
              <a:gd name="connsiteX2" fmla="*/ 1789480 w 1789480"/>
              <a:gd name="connsiteY2" fmla="*/ 1490134 h 1490134"/>
              <a:gd name="connsiteX3" fmla="*/ 0 w 1789480"/>
              <a:gd name="connsiteY3" fmla="*/ 1490134 h 1490134"/>
              <a:gd name="connsiteX4" fmla="*/ 0 w 1789480"/>
              <a:gd name="connsiteY4" fmla="*/ 745067 h 1490134"/>
              <a:gd name="connsiteX5" fmla="*/ 745067 w 1789480"/>
              <a:gd name="connsiteY5" fmla="*/ 0 h 149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480" h="1490134">
                <a:moveTo>
                  <a:pt x="745067" y="0"/>
                </a:moveTo>
                <a:lnTo>
                  <a:pt x="824340" y="0"/>
                </a:lnTo>
                <a:lnTo>
                  <a:pt x="1789480" y="1490134"/>
                </a:lnTo>
                <a:lnTo>
                  <a:pt x="0" y="1490134"/>
                </a:lnTo>
                <a:lnTo>
                  <a:pt x="0" y="745067"/>
                </a:lnTo>
                <a:cubicBezTo>
                  <a:pt x="0" y="333578"/>
                  <a:pt x="333578" y="0"/>
                  <a:pt x="745067" y="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a:xfrm>
            <a:off x="2054830" y="1952977"/>
            <a:ext cx="3589615" cy="1309512"/>
          </a:xfrm>
          <a:custGeom>
            <a:avLst/>
            <a:gdLst>
              <a:gd name="connsiteX0" fmla="*/ 0 w 3589615"/>
              <a:gd name="connsiteY0" fmla="*/ 0 h 1490134"/>
              <a:gd name="connsiteX1" fmla="*/ 3589615 w 3589615"/>
              <a:gd name="connsiteY1" fmla="*/ 0 h 1490134"/>
              <a:gd name="connsiteX2" fmla="*/ 3589615 w 3589615"/>
              <a:gd name="connsiteY2" fmla="*/ 745067 h 1490134"/>
              <a:gd name="connsiteX3" fmla="*/ 2844548 w 3589615"/>
              <a:gd name="connsiteY3" fmla="*/ 1490134 h 1490134"/>
              <a:gd name="connsiteX4" fmla="*/ 965140 w 3589615"/>
              <a:gd name="connsiteY4" fmla="*/ 1490134 h 1490134"/>
              <a:gd name="connsiteX5" fmla="*/ 0 w 3589615"/>
              <a:gd name="connsiteY5" fmla="*/ 0 h 149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9615" h="1490134">
                <a:moveTo>
                  <a:pt x="0" y="0"/>
                </a:moveTo>
                <a:lnTo>
                  <a:pt x="3589615" y="0"/>
                </a:lnTo>
                <a:lnTo>
                  <a:pt x="3589615" y="745067"/>
                </a:lnTo>
                <a:cubicBezTo>
                  <a:pt x="3589615" y="1156556"/>
                  <a:pt x="3256037" y="1490134"/>
                  <a:pt x="2844548" y="1490134"/>
                </a:cubicBezTo>
                <a:lnTo>
                  <a:pt x="965140" y="1490134"/>
                </a:lnTo>
                <a:lnTo>
                  <a:pt x="0" y="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749146" y="2352215"/>
            <a:ext cx="2526780" cy="511037"/>
          </a:xfrm>
          <a:prstGeom prst="rect">
            <a:avLst/>
          </a:prstGeom>
          <a:noFill/>
          <a:effectLst/>
        </p:spPr>
        <p:txBody>
          <a:bodyPr wrap="square" rtlCol="0">
            <a:spAutoFit/>
          </a:bodyPr>
          <a:lstStyle/>
          <a:p>
            <a:pPr>
              <a:lnSpc>
                <a:spcPct val="130000"/>
              </a:lnSpc>
            </a:pPr>
            <a:r>
              <a:rPr lang="en-US" altLang="zh-CN" sz="1100" dirty="0">
                <a:solidFill>
                  <a:schemeClr val="tx1">
                    <a:lumMod val="75000"/>
                    <a:lumOff val="25000"/>
                  </a:schemeClr>
                </a:solidFill>
                <a:cs typeface="+mn-ea"/>
                <a:sym typeface="+mn-lt"/>
              </a:rPr>
              <a:t>Please add your text description to the flying impression plane. </a:t>
            </a:r>
            <a:endParaRPr lang="en-US" altLang="zh-CN" sz="1100" dirty="0">
              <a:solidFill>
                <a:schemeClr val="tx1">
                  <a:lumMod val="75000"/>
                  <a:lumOff val="25000"/>
                </a:schemeClr>
              </a:solidFill>
              <a:cs typeface="+mn-ea"/>
              <a:sym typeface="+mn-lt"/>
            </a:endParaRPr>
          </a:p>
        </p:txBody>
      </p:sp>
      <p:sp>
        <p:nvSpPr>
          <p:cNvPr id="27" name="Flying impression design ——飞印象设计是一家专业的广告设计制作工作室，专注于平面、OFFICE、摄影等业务，工作室成立于2016年，拥有高水平的设计团队，已经立足于市场，今后将输出更多精致作品。"/>
          <p:cNvSpPr/>
          <p:nvPr/>
        </p:nvSpPr>
        <p:spPr>
          <a:xfrm>
            <a:off x="1230490" y="4086577"/>
            <a:ext cx="1789480" cy="1309512"/>
          </a:xfrm>
          <a:custGeom>
            <a:avLst/>
            <a:gdLst>
              <a:gd name="connsiteX0" fmla="*/ 745067 w 1789480"/>
              <a:gd name="connsiteY0" fmla="*/ 0 h 1490134"/>
              <a:gd name="connsiteX1" fmla="*/ 824340 w 1789480"/>
              <a:gd name="connsiteY1" fmla="*/ 0 h 1490134"/>
              <a:gd name="connsiteX2" fmla="*/ 1789480 w 1789480"/>
              <a:gd name="connsiteY2" fmla="*/ 1490134 h 1490134"/>
              <a:gd name="connsiteX3" fmla="*/ 0 w 1789480"/>
              <a:gd name="connsiteY3" fmla="*/ 1490134 h 1490134"/>
              <a:gd name="connsiteX4" fmla="*/ 0 w 1789480"/>
              <a:gd name="connsiteY4" fmla="*/ 745067 h 1490134"/>
              <a:gd name="connsiteX5" fmla="*/ 745067 w 1789480"/>
              <a:gd name="connsiteY5" fmla="*/ 0 h 149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480" h="1490134">
                <a:moveTo>
                  <a:pt x="745067" y="0"/>
                </a:moveTo>
                <a:lnTo>
                  <a:pt x="824340" y="0"/>
                </a:lnTo>
                <a:lnTo>
                  <a:pt x="1789480" y="1490134"/>
                </a:lnTo>
                <a:lnTo>
                  <a:pt x="0" y="1490134"/>
                </a:lnTo>
                <a:lnTo>
                  <a:pt x="0" y="745067"/>
                </a:lnTo>
                <a:cubicBezTo>
                  <a:pt x="0" y="333578"/>
                  <a:pt x="333578" y="0"/>
                  <a:pt x="745067" y="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Flying impression design ——飞印象设计是一家专业的广告设计制作工作室，专注于平面、OFFICE、摄影等业务，工作室成立于2016年，拥有高水平的设计团队，已经立足于市场，今后将输出更多精致作品。"/>
          <p:cNvSpPr/>
          <p:nvPr/>
        </p:nvSpPr>
        <p:spPr>
          <a:xfrm>
            <a:off x="2054830" y="4086577"/>
            <a:ext cx="3589615" cy="1309512"/>
          </a:xfrm>
          <a:custGeom>
            <a:avLst/>
            <a:gdLst>
              <a:gd name="connsiteX0" fmla="*/ 0 w 3589615"/>
              <a:gd name="connsiteY0" fmla="*/ 0 h 1490134"/>
              <a:gd name="connsiteX1" fmla="*/ 3589615 w 3589615"/>
              <a:gd name="connsiteY1" fmla="*/ 0 h 1490134"/>
              <a:gd name="connsiteX2" fmla="*/ 3589615 w 3589615"/>
              <a:gd name="connsiteY2" fmla="*/ 745067 h 1490134"/>
              <a:gd name="connsiteX3" fmla="*/ 2844548 w 3589615"/>
              <a:gd name="connsiteY3" fmla="*/ 1490134 h 1490134"/>
              <a:gd name="connsiteX4" fmla="*/ 965140 w 3589615"/>
              <a:gd name="connsiteY4" fmla="*/ 1490134 h 1490134"/>
              <a:gd name="connsiteX5" fmla="*/ 0 w 3589615"/>
              <a:gd name="connsiteY5" fmla="*/ 0 h 149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9615" h="1490134">
                <a:moveTo>
                  <a:pt x="0" y="0"/>
                </a:moveTo>
                <a:lnTo>
                  <a:pt x="3589615" y="0"/>
                </a:lnTo>
                <a:lnTo>
                  <a:pt x="3589615" y="745067"/>
                </a:lnTo>
                <a:cubicBezTo>
                  <a:pt x="3589615" y="1156556"/>
                  <a:pt x="3256037" y="1490134"/>
                  <a:pt x="2844548" y="1490134"/>
                </a:cubicBezTo>
                <a:lnTo>
                  <a:pt x="965140" y="1490134"/>
                </a:lnTo>
                <a:lnTo>
                  <a:pt x="0" y="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749146" y="4485815"/>
            <a:ext cx="2526780" cy="511037"/>
          </a:xfrm>
          <a:prstGeom prst="rect">
            <a:avLst/>
          </a:prstGeom>
          <a:noFill/>
          <a:effectLst/>
        </p:spPr>
        <p:txBody>
          <a:bodyPr wrap="square" rtlCol="0">
            <a:spAutoFit/>
          </a:bodyPr>
          <a:lstStyle/>
          <a:p>
            <a:pPr>
              <a:lnSpc>
                <a:spcPct val="130000"/>
              </a:lnSpc>
            </a:pPr>
            <a:r>
              <a:rPr lang="en-US" altLang="zh-CN" sz="1100" dirty="0">
                <a:solidFill>
                  <a:schemeClr val="tx1">
                    <a:lumMod val="75000"/>
                    <a:lumOff val="25000"/>
                  </a:schemeClr>
                </a:solidFill>
                <a:cs typeface="+mn-ea"/>
                <a:sym typeface="+mn-lt"/>
              </a:rPr>
              <a:t>Please add your text description to the flying impression plane. </a:t>
            </a:r>
            <a:endParaRPr lang="en-US" altLang="zh-CN" sz="1100" dirty="0">
              <a:solidFill>
                <a:schemeClr val="tx1">
                  <a:lumMod val="75000"/>
                  <a:lumOff val="25000"/>
                </a:schemeClr>
              </a:solidFill>
              <a:cs typeface="+mn-ea"/>
              <a:sym typeface="+mn-lt"/>
            </a:endParaRPr>
          </a:p>
        </p:txBody>
      </p:sp>
      <p:sp>
        <p:nvSpPr>
          <p:cNvPr id="32" name="Flying impression design ——飞印象设计是一家专业的广告设计制作工作室，专注于平面、OFFICE、摄影等业务，工作室成立于2016年，拥有高水平的设计团队，已经立足于市场，今后将输出更多精致作品。"/>
          <p:cNvSpPr/>
          <p:nvPr/>
        </p:nvSpPr>
        <p:spPr>
          <a:xfrm>
            <a:off x="6547556" y="1952977"/>
            <a:ext cx="1789480" cy="1309512"/>
          </a:xfrm>
          <a:custGeom>
            <a:avLst/>
            <a:gdLst>
              <a:gd name="connsiteX0" fmla="*/ 745067 w 1789480"/>
              <a:gd name="connsiteY0" fmla="*/ 0 h 1490134"/>
              <a:gd name="connsiteX1" fmla="*/ 824340 w 1789480"/>
              <a:gd name="connsiteY1" fmla="*/ 0 h 1490134"/>
              <a:gd name="connsiteX2" fmla="*/ 1789480 w 1789480"/>
              <a:gd name="connsiteY2" fmla="*/ 1490134 h 1490134"/>
              <a:gd name="connsiteX3" fmla="*/ 0 w 1789480"/>
              <a:gd name="connsiteY3" fmla="*/ 1490134 h 1490134"/>
              <a:gd name="connsiteX4" fmla="*/ 0 w 1789480"/>
              <a:gd name="connsiteY4" fmla="*/ 745067 h 1490134"/>
              <a:gd name="connsiteX5" fmla="*/ 745067 w 1789480"/>
              <a:gd name="connsiteY5" fmla="*/ 0 h 149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480" h="1490134">
                <a:moveTo>
                  <a:pt x="745067" y="0"/>
                </a:moveTo>
                <a:lnTo>
                  <a:pt x="824340" y="0"/>
                </a:lnTo>
                <a:lnTo>
                  <a:pt x="1789480" y="1490134"/>
                </a:lnTo>
                <a:lnTo>
                  <a:pt x="0" y="1490134"/>
                </a:lnTo>
                <a:lnTo>
                  <a:pt x="0" y="745067"/>
                </a:lnTo>
                <a:cubicBezTo>
                  <a:pt x="0" y="333578"/>
                  <a:pt x="333578" y="0"/>
                  <a:pt x="745067" y="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Flying impression design ——飞印象设计是一家专业的广告设计制作工作室，专注于平面、OFFICE、摄影等业务，工作室成立于2016年，拥有高水平的设计团队，已经立足于市场，今后将输出更多精致作品。"/>
          <p:cNvSpPr/>
          <p:nvPr/>
        </p:nvSpPr>
        <p:spPr>
          <a:xfrm>
            <a:off x="7371896" y="1952977"/>
            <a:ext cx="3589615" cy="1309512"/>
          </a:xfrm>
          <a:custGeom>
            <a:avLst/>
            <a:gdLst>
              <a:gd name="connsiteX0" fmla="*/ 0 w 3589615"/>
              <a:gd name="connsiteY0" fmla="*/ 0 h 1490134"/>
              <a:gd name="connsiteX1" fmla="*/ 3589615 w 3589615"/>
              <a:gd name="connsiteY1" fmla="*/ 0 h 1490134"/>
              <a:gd name="connsiteX2" fmla="*/ 3589615 w 3589615"/>
              <a:gd name="connsiteY2" fmla="*/ 745067 h 1490134"/>
              <a:gd name="connsiteX3" fmla="*/ 2844548 w 3589615"/>
              <a:gd name="connsiteY3" fmla="*/ 1490134 h 1490134"/>
              <a:gd name="connsiteX4" fmla="*/ 965140 w 3589615"/>
              <a:gd name="connsiteY4" fmla="*/ 1490134 h 1490134"/>
              <a:gd name="connsiteX5" fmla="*/ 0 w 3589615"/>
              <a:gd name="connsiteY5" fmla="*/ 0 h 149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9615" h="1490134">
                <a:moveTo>
                  <a:pt x="0" y="0"/>
                </a:moveTo>
                <a:lnTo>
                  <a:pt x="3589615" y="0"/>
                </a:lnTo>
                <a:lnTo>
                  <a:pt x="3589615" y="745067"/>
                </a:lnTo>
                <a:cubicBezTo>
                  <a:pt x="3589615" y="1156556"/>
                  <a:pt x="3256037" y="1490134"/>
                  <a:pt x="2844548" y="1490134"/>
                </a:cubicBezTo>
                <a:lnTo>
                  <a:pt x="965140" y="1490134"/>
                </a:lnTo>
                <a:lnTo>
                  <a:pt x="0" y="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8066212" y="2352215"/>
            <a:ext cx="2526780" cy="511037"/>
          </a:xfrm>
          <a:prstGeom prst="rect">
            <a:avLst/>
          </a:prstGeom>
          <a:noFill/>
          <a:effectLst/>
        </p:spPr>
        <p:txBody>
          <a:bodyPr wrap="square" rtlCol="0">
            <a:spAutoFit/>
          </a:bodyPr>
          <a:lstStyle/>
          <a:p>
            <a:pPr>
              <a:lnSpc>
                <a:spcPct val="130000"/>
              </a:lnSpc>
            </a:pPr>
            <a:r>
              <a:rPr lang="en-US" altLang="zh-CN" sz="1100" dirty="0">
                <a:solidFill>
                  <a:schemeClr val="tx1">
                    <a:lumMod val="75000"/>
                    <a:lumOff val="25000"/>
                  </a:schemeClr>
                </a:solidFill>
                <a:cs typeface="+mn-ea"/>
                <a:sym typeface="+mn-lt"/>
              </a:rPr>
              <a:t>Please add your text description to the flying impression plane. </a:t>
            </a:r>
            <a:endParaRPr lang="en-US" altLang="zh-CN" sz="1100" dirty="0">
              <a:solidFill>
                <a:schemeClr val="tx1">
                  <a:lumMod val="75000"/>
                  <a:lumOff val="25000"/>
                </a:schemeClr>
              </a:solidFill>
              <a:cs typeface="+mn-ea"/>
              <a:sym typeface="+mn-lt"/>
            </a:endParaRPr>
          </a:p>
        </p:txBody>
      </p:sp>
      <p:sp>
        <p:nvSpPr>
          <p:cNvPr id="37" name="Flying impression design ——飞印象设计是一家专业的广告设计制作工作室，专注于平面、OFFICE、摄影等业务，工作室成立于2016年，拥有高水平的设计团队，已经立足于市场，今后将输出更多精致作品。"/>
          <p:cNvSpPr/>
          <p:nvPr/>
        </p:nvSpPr>
        <p:spPr>
          <a:xfrm>
            <a:off x="6547556" y="4086577"/>
            <a:ext cx="1789480" cy="1309512"/>
          </a:xfrm>
          <a:custGeom>
            <a:avLst/>
            <a:gdLst>
              <a:gd name="connsiteX0" fmla="*/ 745067 w 1789480"/>
              <a:gd name="connsiteY0" fmla="*/ 0 h 1490134"/>
              <a:gd name="connsiteX1" fmla="*/ 824340 w 1789480"/>
              <a:gd name="connsiteY1" fmla="*/ 0 h 1490134"/>
              <a:gd name="connsiteX2" fmla="*/ 1789480 w 1789480"/>
              <a:gd name="connsiteY2" fmla="*/ 1490134 h 1490134"/>
              <a:gd name="connsiteX3" fmla="*/ 0 w 1789480"/>
              <a:gd name="connsiteY3" fmla="*/ 1490134 h 1490134"/>
              <a:gd name="connsiteX4" fmla="*/ 0 w 1789480"/>
              <a:gd name="connsiteY4" fmla="*/ 745067 h 1490134"/>
              <a:gd name="connsiteX5" fmla="*/ 745067 w 1789480"/>
              <a:gd name="connsiteY5" fmla="*/ 0 h 149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480" h="1490134">
                <a:moveTo>
                  <a:pt x="745067" y="0"/>
                </a:moveTo>
                <a:lnTo>
                  <a:pt x="824340" y="0"/>
                </a:lnTo>
                <a:lnTo>
                  <a:pt x="1789480" y="1490134"/>
                </a:lnTo>
                <a:lnTo>
                  <a:pt x="0" y="1490134"/>
                </a:lnTo>
                <a:lnTo>
                  <a:pt x="0" y="745067"/>
                </a:lnTo>
                <a:cubicBezTo>
                  <a:pt x="0" y="333578"/>
                  <a:pt x="333578" y="0"/>
                  <a:pt x="745067" y="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Flying impression design ——飞印象设计是一家专业的广告设计制作工作室，专注于平面、OFFICE、摄影等业务，工作室成立于2016年，拥有高水平的设计团队，已经立足于市场，今后将输出更多精致作品。"/>
          <p:cNvSpPr/>
          <p:nvPr/>
        </p:nvSpPr>
        <p:spPr>
          <a:xfrm>
            <a:off x="7371896" y="4086577"/>
            <a:ext cx="3589615" cy="1309512"/>
          </a:xfrm>
          <a:custGeom>
            <a:avLst/>
            <a:gdLst>
              <a:gd name="connsiteX0" fmla="*/ 0 w 3589615"/>
              <a:gd name="connsiteY0" fmla="*/ 0 h 1490134"/>
              <a:gd name="connsiteX1" fmla="*/ 3589615 w 3589615"/>
              <a:gd name="connsiteY1" fmla="*/ 0 h 1490134"/>
              <a:gd name="connsiteX2" fmla="*/ 3589615 w 3589615"/>
              <a:gd name="connsiteY2" fmla="*/ 745067 h 1490134"/>
              <a:gd name="connsiteX3" fmla="*/ 2844548 w 3589615"/>
              <a:gd name="connsiteY3" fmla="*/ 1490134 h 1490134"/>
              <a:gd name="connsiteX4" fmla="*/ 965140 w 3589615"/>
              <a:gd name="connsiteY4" fmla="*/ 1490134 h 1490134"/>
              <a:gd name="connsiteX5" fmla="*/ 0 w 3589615"/>
              <a:gd name="connsiteY5" fmla="*/ 0 h 149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9615" h="1490134">
                <a:moveTo>
                  <a:pt x="0" y="0"/>
                </a:moveTo>
                <a:lnTo>
                  <a:pt x="3589615" y="0"/>
                </a:lnTo>
                <a:lnTo>
                  <a:pt x="3589615" y="745067"/>
                </a:lnTo>
                <a:cubicBezTo>
                  <a:pt x="3589615" y="1156556"/>
                  <a:pt x="3256037" y="1490134"/>
                  <a:pt x="2844548" y="1490134"/>
                </a:cubicBezTo>
                <a:lnTo>
                  <a:pt x="965140" y="1490134"/>
                </a:lnTo>
                <a:lnTo>
                  <a:pt x="0" y="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8066212" y="4485815"/>
            <a:ext cx="2526780" cy="511037"/>
          </a:xfrm>
          <a:prstGeom prst="rect">
            <a:avLst/>
          </a:prstGeom>
          <a:noFill/>
          <a:effectLst/>
        </p:spPr>
        <p:txBody>
          <a:bodyPr wrap="square" rtlCol="0">
            <a:spAutoFit/>
          </a:bodyPr>
          <a:lstStyle/>
          <a:p>
            <a:pPr>
              <a:lnSpc>
                <a:spcPct val="130000"/>
              </a:lnSpc>
            </a:pPr>
            <a:r>
              <a:rPr lang="en-US" altLang="zh-CN" sz="1100" dirty="0">
                <a:solidFill>
                  <a:schemeClr val="tx1">
                    <a:lumMod val="75000"/>
                    <a:lumOff val="25000"/>
                  </a:schemeClr>
                </a:solidFill>
                <a:cs typeface="+mn-ea"/>
                <a:sym typeface="+mn-lt"/>
              </a:rPr>
              <a:t>Please add your text description to the flying impression plane. </a:t>
            </a:r>
            <a:endParaRPr lang="en-US" altLang="zh-CN" sz="1100" dirty="0">
              <a:solidFill>
                <a:schemeClr val="tx1">
                  <a:lumMod val="75000"/>
                  <a:lumOff val="25000"/>
                </a:schemeClr>
              </a:solidFill>
              <a:cs typeface="+mn-ea"/>
              <a:sym typeface="+mn-lt"/>
            </a:endParaRPr>
          </a:p>
        </p:txBody>
      </p:sp>
      <p:sp>
        <p:nvSpPr>
          <p:cNvPr id="40" name="Flying impression design ——飞印象设计是一家专业的广告设计制作工作室，专注于平面、OFFICE、摄影等业务，工作室成立于2016年，拥有高水平的设计团队，已经立足于市场，今后将输出更多精致作品。"/>
          <p:cNvSpPr/>
          <p:nvPr/>
        </p:nvSpPr>
        <p:spPr>
          <a:xfrm>
            <a:off x="6865707" y="4500196"/>
            <a:ext cx="576589" cy="482275"/>
          </a:xfrm>
          <a:custGeom>
            <a:avLst/>
            <a:gdLst/>
            <a:ahLst/>
            <a:cxnLst>
              <a:cxn ang="0">
                <a:pos x="wd2" y="hd2"/>
              </a:cxn>
              <a:cxn ang="5400000">
                <a:pos x="wd2" y="hd2"/>
              </a:cxn>
              <a:cxn ang="10800000">
                <a:pos x="wd2" y="hd2"/>
              </a:cxn>
              <a:cxn ang="16200000">
                <a:pos x="wd2" y="hd2"/>
              </a:cxn>
            </a:cxnLst>
            <a:rect l="0" t="0" r="r" b="b"/>
            <a:pathLst>
              <a:path w="21600" h="21600" extrusionOk="0">
                <a:moveTo>
                  <a:pt x="19244" y="5166"/>
                </a:moveTo>
                <a:lnTo>
                  <a:pt x="17280" y="11739"/>
                </a:lnTo>
                <a:lnTo>
                  <a:pt x="9425" y="11739"/>
                </a:lnTo>
                <a:lnTo>
                  <a:pt x="6676" y="5166"/>
                </a:lnTo>
                <a:cubicBezTo>
                  <a:pt x="6676" y="5166"/>
                  <a:pt x="19244" y="5166"/>
                  <a:pt x="19244" y="5166"/>
                </a:cubicBezTo>
                <a:close/>
                <a:moveTo>
                  <a:pt x="18458" y="13617"/>
                </a:moveTo>
                <a:lnTo>
                  <a:pt x="21600" y="3288"/>
                </a:lnTo>
                <a:lnTo>
                  <a:pt x="6284" y="3288"/>
                </a:lnTo>
                <a:lnTo>
                  <a:pt x="5053" y="0"/>
                </a:lnTo>
                <a:lnTo>
                  <a:pt x="0" y="0"/>
                </a:lnTo>
                <a:lnTo>
                  <a:pt x="0" y="1879"/>
                </a:lnTo>
                <a:lnTo>
                  <a:pt x="3927" y="1879"/>
                </a:lnTo>
                <a:lnTo>
                  <a:pt x="8247" y="13617"/>
                </a:lnTo>
                <a:cubicBezTo>
                  <a:pt x="8247" y="13617"/>
                  <a:pt x="18458" y="13617"/>
                  <a:pt x="18458" y="13617"/>
                </a:cubicBezTo>
                <a:close/>
                <a:moveTo>
                  <a:pt x="16882" y="19725"/>
                </a:moveTo>
                <a:cubicBezTo>
                  <a:pt x="16341" y="19725"/>
                  <a:pt x="15901" y="19200"/>
                  <a:pt x="15901" y="18553"/>
                </a:cubicBezTo>
                <a:cubicBezTo>
                  <a:pt x="15901" y="17907"/>
                  <a:pt x="16341" y="17382"/>
                  <a:pt x="16882" y="17382"/>
                </a:cubicBezTo>
                <a:cubicBezTo>
                  <a:pt x="17424" y="17382"/>
                  <a:pt x="17864" y="17907"/>
                  <a:pt x="17864" y="18553"/>
                </a:cubicBezTo>
                <a:cubicBezTo>
                  <a:pt x="17864" y="19200"/>
                  <a:pt x="17424" y="19725"/>
                  <a:pt x="16882" y="19725"/>
                </a:cubicBezTo>
                <a:close/>
                <a:moveTo>
                  <a:pt x="16882" y="15507"/>
                </a:moveTo>
                <a:cubicBezTo>
                  <a:pt x="15473" y="15507"/>
                  <a:pt x="14330" y="16871"/>
                  <a:pt x="14330" y="18553"/>
                </a:cubicBezTo>
                <a:cubicBezTo>
                  <a:pt x="14330" y="20236"/>
                  <a:pt x="15473" y="21600"/>
                  <a:pt x="16882" y="21600"/>
                </a:cubicBezTo>
                <a:cubicBezTo>
                  <a:pt x="18292" y="21600"/>
                  <a:pt x="19435" y="20236"/>
                  <a:pt x="19435" y="18553"/>
                </a:cubicBezTo>
                <a:cubicBezTo>
                  <a:pt x="19435" y="16871"/>
                  <a:pt x="18292" y="15507"/>
                  <a:pt x="16882" y="15507"/>
                </a:cubicBezTo>
                <a:close/>
                <a:moveTo>
                  <a:pt x="10206" y="19725"/>
                </a:moveTo>
                <a:cubicBezTo>
                  <a:pt x="9664" y="19725"/>
                  <a:pt x="9224" y="19200"/>
                  <a:pt x="9224" y="18553"/>
                </a:cubicBezTo>
                <a:cubicBezTo>
                  <a:pt x="9224" y="17907"/>
                  <a:pt x="9664" y="17382"/>
                  <a:pt x="10206" y="17382"/>
                </a:cubicBezTo>
                <a:cubicBezTo>
                  <a:pt x="10747" y="17382"/>
                  <a:pt x="11188" y="17907"/>
                  <a:pt x="11188" y="18553"/>
                </a:cubicBezTo>
                <a:cubicBezTo>
                  <a:pt x="11188" y="19200"/>
                  <a:pt x="10747" y="19725"/>
                  <a:pt x="10206" y="19725"/>
                </a:cubicBezTo>
                <a:close/>
                <a:moveTo>
                  <a:pt x="10206" y="15507"/>
                </a:moveTo>
                <a:cubicBezTo>
                  <a:pt x="8796" y="15507"/>
                  <a:pt x="7653" y="16871"/>
                  <a:pt x="7653" y="18553"/>
                </a:cubicBezTo>
                <a:cubicBezTo>
                  <a:pt x="7653" y="20236"/>
                  <a:pt x="8796" y="21600"/>
                  <a:pt x="10206" y="21600"/>
                </a:cubicBezTo>
                <a:cubicBezTo>
                  <a:pt x="11616" y="21600"/>
                  <a:pt x="12759" y="20236"/>
                  <a:pt x="12759" y="18553"/>
                </a:cubicBezTo>
                <a:cubicBezTo>
                  <a:pt x="12759" y="16871"/>
                  <a:pt x="11616" y="15507"/>
                  <a:pt x="10206" y="15507"/>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42" name="Flying impression design ——飞印象设计是一家专业的广告设计制作工作室，专注于平面、OFFICE、摄影等业务，工作室成立于2016年，拥有高水平的设计团队，已经立足于市场，今后将输出更多精致作品。"/>
          <p:cNvSpPr/>
          <p:nvPr/>
        </p:nvSpPr>
        <p:spPr>
          <a:xfrm>
            <a:off x="6954815" y="2398064"/>
            <a:ext cx="398372" cy="419339"/>
          </a:xfrm>
          <a:custGeom>
            <a:avLst/>
            <a:gdLst/>
            <a:ahLst/>
            <a:cxnLst>
              <a:cxn ang="0">
                <a:pos x="wd2" y="hd2"/>
              </a:cxn>
              <a:cxn ang="5400000">
                <a:pos x="wd2" y="hd2"/>
              </a:cxn>
              <a:cxn ang="10800000">
                <a:pos x="wd2" y="hd2"/>
              </a:cxn>
              <a:cxn ang="16200000">
                <a:pos x="wd2" y="hd2"/>
              </a:cxn>
            </a:cxnLst>
            <a:rect l="0" t="0" r="r" b="b"/>
            <a:pathLst>
              <a:path w="21600" h="21600" extrusionOk="0">
                <a:moveTo>
                  <a:pt x="10800" y="19440"/>
                </a:moveTo>
                <a:cubicBezTo>
                  <a:pt x="7783" y="19440"/>
                  <a:pt x="4899" y="17955"/>
                  <a:pt x="3411" y="15660"/>
                </a:cubicBezTo>
                <a:lnTo>
                  <a:pt x="7958" y="15660"/>
                </a:lnTo>
                <a:lnTo>
                  <a:pt x="7958" y="13500"/>
                </a:lnTo>
                <a:lnTo>
                  <a:pt x="0" y="13500"/>
                </a:lnTo>
                <a:lnTo>
                  <a:pt x="0" y="21060"/>
                </a:lnTo>
                <a:lnTo>
                  <a:pt x="2274" y="21060"/>
                </a:lnTo>
                <a:lnTo>
                  <a:pt x="2274" y="17820"/>
                </a:lnTo>
                <a:cubicBezTo>
                  <a:pt x="4229" y="20241"/>
                  <a:pt x="7370" y="21600"/>
                  <a:pt x="10800" y="21600"/>
                </a:cubicBezTo>
                <a:cubicBezTo>
                  <a:pt x="16692" y="21600"/>
                  <a:pt x="21600" y="16997"/>
                  <a:pt x="21600" y="11340"/>
                </a:cubicBezTo>
                <a:lnTo>
                  <a:pt x="19326" y="11340"/>
                </a:lnTo>
                <a:cubicBezTo>
                  <a:pt x="19326" y="15806"/>
                  <a:pt x="15451" y="19440"/>
                  <a:pt x="10800" y="19440"/>
                </a:cubicBezTo>
                <a:close/>
                <a:moveTo>
                  <a:pt x="19326" y="540"/>
                </a:moveTo>
                <a:lnTo>
                  <a:pt x="19326" y="3986"/>
                </a:lnTo>
                <a:cubicBezTo>
                  <a:pt x="17371" y="1565"/>
                  <a:pt x="14230" y="0"/>
                  <a:pt x="10800" y="0"/>
                </a:cubicBezTo>
                <a:cubicBezTo>
                  <a:pt x="4909" y="0"/>
                  <a:pt x="0" y="4603"/>
                  <a:pt x="0" y="10260"/>
                </a:cubicBezTo>
                <a:lnTo>
                  <a:pt x="2274" y="10260"/>
                </a:lnTo>
                <a:cubicBezTo>
                  <a:pt x="2274" y="5793"/>
                  <a:pt x="6149" y="2160"/>
                  <a:pt x="10800" y="2160"/>
                </a:cubicBezTo>
                <a:cubicBezTo>
                  <a:pt x="13817" y="2160"/>
                  <a:pt x="16701" y="3645"/>
                  <a:pt x="18189" y="5940"/>
                </a:cubicBezTo>
                <a:lnTo>
                  <a:pt x="13642" y="5940"/>
                </a:lnTo>
                <a:lnTo>
                  <a:pt x="13642" y="8100"/>
                </a:lnTo>
                <a:lnTo>
                  <a:pt x="21600" y="8100"/>
                </a:lnTo>
                <a:lnTo>
                  <a:pt x="21600" y="540"/>
                </a:lnTo>
                <a:cubicBezTo>
                  <a:pt x="21600" y="540"/>
                  <a:pt x="19326" y="540"/>
                  <a:pt x="19326" y="54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44" name="Flying impression design ——飞印象设计是一家专业的广告设计制作工作室，专注于平面、OFFICE、摄影等业务，工作室成立于2016年，拥有高水平的设计团队，已经立足于市场，今后将输出更多精致作品。"/>
          <p:cNvSpPr/>
          <p:nvPr/>
        </p:nvSpPr>
        <p:spPr>
          <a:xfrm>
            <a:off x="1655754" y="2382213"/>
            <a:ext cx="493069" cy="451041"/>
          </a:xfrm>
          <a:custGeom>
            <a:avLst/>
            <a:gdLst/>
            <a:ahLst/>
            <a:cxnLst>
              <a:cxn ang="0">
                <a:pos x="wd2" y="hd2"/>
              </a:cxn>
              <a:cxn ang="5400000">
                <a:pos x="wd2" y="hd2"/>
              </a:cxn>
              <a:cxn ang="10800000">
                <a:pos x="wd2" y="hd2"/>
              </a:cxn>
              <a:cxn ang="16200000">
                <a:pos x="wd2" y="hd2"/>
              </a:cxn>
            </a:cxnLst>
            <a:rect l="0" t="0" r="r" b="b"/>
            <a:pathLst>
              <a:path w="21042" h="20926" extrusionOk="0">
                <a:moveTo>
                  <a:pt x="21034" y="6777"/>
                </a:moveTo>
                <a:cubicBezTo>
                  <a:pt x="20950" y="4984"/>
                  <a:pt x="20255" y="3250"/>
                  <a:pt x="19127" y="2020"/>
                </a:cubicBezTo>
                <a:cubicBezTo>
                  <a:pt x="16793" y="-528"/>
                  <a:pt x="12972" y="-674"/>
                  <a:pt x="10636" y="1630"/>
                </a:cubicBezTo>
                <a:lnTo>
                  <a:pt x="10625" y="1618"/>
                </a:lnTo>
                <a:lnTo>
                  <a:pt x="1225" y="11875"/>
                </a:lnTo>
                <a:cubicBezTo>
                  <a:pt x="-478" y="13733"/>
                  <a:pt x="-394" y="16964"/>
                  <a:pt x="1409" y="18931"/>
                </a:cubicBezTo>
                <a:cubicBezTo>
                  <a:pt x="2250" y="19849"/>
                  <a:pt x="3371" y="20365"/>
                  <a:pt x="4565" y="20386"/>
                </a:cubicBezTo>
                <a:lnTo>
                  <a:pt x="4638" y="20386"/>
                </a:lnTo>
                <a:cubicBezTo>
                  <a:pt x="5713" y="20386"/>
                  <a:pt x="6719" y="19977"/>
                  <a:pt x="7512" y="19229"/>
                </a:cubicBezTo>
                <a:lnTo>
                  <a:pt x="7523" y="19241"/>
                </a:lnTo>
                <a:lnTo>
                  <a:pt x="16726" y="9200"/>
                </a:lnTo>
                <a:cubicBezTo>
                  <a:pt x="17847" y="7976"/>
                  <a:pt x="17847" y="5985"/>
                  <a:pt x="16726" y="4761"/>
                </a:cubicBezTo>
                <a:cubicBezTo>
                  <a:pt x="16183" y="4169"/>
                  <a:pt x="15460" y="3842"/>
                  <a:pt x="14692" y="3842"/>
                </a:cubicBezTo>
                <a:cubicBezTo>
                  <a:pt x="13924" y="3842"/>
                  <a:pt x="13202" y="4169"/>
                  <a:pt x="12658" y="4761"/>
                </a:cubicBezTo>
                <a:lnTo>
                  <a:pt x="4710" y="13433"/>
                </a:lnTo>
                <a:lnTo>
                  <a:pt x="5989" y="14829"/>
                </a:lnTo>
                <a:lnTo>
                  <a:pt x="13937" y="6157"/>
                </a:lnTo>
                <a:cubicBezTo>
                  <a:pt x="14340" y="5717"/>
                  <a:pt x="15044" y="5717"/>
                  <a:pt x="15447" y="6157"/>
                </a:cubicBezTo>
                <a:cubicBezTo>
                  <a:pt x="15863" y="6611"/>
                  <a:pt x="15863" y="7350"/>
                  <a:pt x="15447" y="7804"/>
                </a:cubicBezTo>
                <a:lnTo>
                  <a:pt x="6470" y="17598"/>
                </a:lnTo>
                <a:cubicBezTo>
                  <a:pt x="5978" y="18135"/>
                  <a:pt x="5312" y="18425"/>
                  <a:pt x="4593" y="18412"/>
                </a:cubicBezTo>
                <a:cubicBezTo>
                  <a:pt x="3872" y="18400"/>
                  <a:pt x="3195" y="18088"/>
                  <a:pt x="2688" y="17535"/>
                </a:cubicBezTo>
                <a:cubicBezTo>
                  <a:pt x="1598" y="16346"/>
                  <a:pt x="1512" y="14353"/>
                  <a:pt x="2504" y="13270"/>
                </a:cubicBezTo>
                <a:lnTo>
                  <a:pt x="11706" y="3229"/>
                </a:lnTo>
                <a:cubicBezTo>
                  <a:pt x="13297" y="1494"/>
                  <a:pt x="16167" y="1581"/>
                  <a:pt x="17848" y="3416"/>
                </a:cubicBezTo>
                <a:cubicBezTo>
                  <a:pt x="18664" y="4305"/>
                  <a:pt x="19166" y="5567"/>
                  <a:pt x="19227" y="6877"/>
                </a:cubicBezTo>
                <a:cubicBezTo>
                  <a:pt x="19289" y="8205"/>
                  <a:pt x="18899" y="9399"/>
                  <a:pt x="18130" y="10238"/>
                </a:cubicBezTo>
                <a:lnTo>
                  <a:pt x="9614" y="19530"/>
                </a:lnTo>
                <a:lnTo>
                  <a:pt x="10893" y="20926"/>
                </a:lnTo>
                <a:lnTo>
                  <a:pt x="19409" y="11634"/>
                </a:lnTo>
                <a:cubicBezTo>
                  <a:pt x="20545" y="10394"/>
                  <a:pt x="21122" y="8670"/>
                  <a:pt x="21034" y="6777"/>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45" name="Flying impression design ——飞印象设计是一家专业的广告设计制作工作室，专注于平面、OFFICE、摄影等业务，工作室成立于2016年，拥有高水平的设计团队，已经立足于市场，今后将输出更多精致作品。"/>
          <p:cNvSpPr/>
          <p:nvPr/>
        </p:nvSpPr>
        <p:spPr>
          <a:xfrm>
            <a:off x="1713586" y="4468747"/>
            <a:ext cx="377404" cy="545172"/>
          </a:xfrm>
          <a:custGeom>
            <a:avLst/>
            <a:gdLst/>
            <a:ahLst/>
            <a:cxnLst>
              <a:cxn ang="0">
                <a:pos x="wd2" y="hd2"/>
              </a:cxn>
              <a:cxn ang="5400000">
                <a:pos x="wd2" y="hd2"/>
              </a:cxn>
              <a:cxn ang="10800000">
                <a:pos x="wd2" y="hd2"/>
              </a:cxn>
              <a:cxn ang="16200000">
                <a:pos x="wd2" y="hd2"/>
              </a:cxn>
            </a:cxnLst>
            <a:rect l="0" t="0" r="r" b="b"/>
            <a:pathLst>
              <a:path w="21600" h="21600" extrusionOk="0">
                <a:moveTo>
                  <a:pt x="3000" y="16616"/>
                </a:moveTo>
                <a:lnTo>
                  <a:pt x="3600" y="14539"/>
                </a:lnTo>
                <a:lnTo>
                  <a:pt x="3600" y="10800"/>
                </a:lnTo>
                <a:cubicBezTo>
                  <a:pt x="3600" y="8106"/>
                  <a:pt x="6716" y="5877"/>
                  <a:pt x="10587" y="5798"/>
                </a:cubicBezTo>
                <a:lnTo>
                  <a:pt x="11013" y="5798"/>
                </a:lnTo>
                <a:cubicBezTo>
                  <a:pt x="14884" y="5877"/>
                  <a:pt x="18000" y="8106"/>
                  <a:pt x="18000" y="10800"/>
                </a:cubicBezTo>
                <a:lnTo>
                  <a:pt x="18000" y="14539"/>
                </a:lnTo>
                <a:lnTo>
                  <a:pt x="18600" y="16616"/>
                </a:lnTo>
                <a:cubicBezTo>
                  <a:pt x="18600" y="16616"/>
                  <a:pt x="3000" y="16616"/>
                  <a:pt x="3000" y="16616"/>
                </a:cubicBezTo>
                <a:close/>
                <a:moveTo>
                  <a:pt x="10800" y="19938"/>
                </a:moveTo>
                <a:cubicBezTo>
                  <a:pt x="9441" y="19938"/>
                  <a:pt x="7800" y="19224"/>
                  <a:pt x="7800" y="18277"/>
                </a:cubicBezTo>
                <a:lnTo>
                  <a:pt x="13800" y="18277"/>
                </a:lnTo>
                <a:cubicBezTo>
                  <a:pt x="13800" y="19224"/>
                  <a:pt x="12159" y="19938"/>
                  <a:pt x="10800" y="19938"/>
                </a:cubicBezTo>
                <a:close/>
                <a:moveTo>
                  <a:pt x="10800" y="1659"/>
                </a:moveTo>
                <a:cubicBezTo>
                  <a:pt x="11792" y="1659"/>
                  <a:pt x="12600" y="2217"/>
                  <a:pt x="12600" y="2903"/>
                </a:cubicBezTo>
                <a:cubicBezTo>
                  <a:pt x="12600" y="3555"/>
                  <a:pt x="11867" y="4086"/>
                  <a:pt x="10942" y="4137"/>
                </a:cubicBezTo>
                <a:lnTo>
                  <a:pt x="10800" y="4132"/>
                </a:lnTo>
                <a:lnTo>
                  <a:pt x="10658" y="4137"/>
                </a:lnTo>
                <a:cubicBezTo>
                  <a:pt x="9733" y="4086"/>
                  <a:pt x="9000" y="3555"/>
                  <a:pt x="9000" y="2903"/>
                </a:cubicBezTo>
                <a:cubicBezTo>
                  <a:pt x="9000" y="2217"/>
                  <a:pt x="9808" y="1659"/>
                  <a:pt x="10800" y="1659"/>
                </a:cubicBezTo>
                <a:close/>
                <a:moveTo>
                  <a:pt x="20400" y="14123"/>
                </a:moveTo>
                <a:lnTo>
                  <a:pt x="20400" y="10800"/>
                </a:lnTo>
                <a:cubicBezTo>
                  <a:pt x="20400" y="7972"/>
                  <a:pt x="17835" y="5530"/>
                  <a:pt x="14229" y="4575"/>
                </a:cubicBezTo>
                <a:cubicBezTo>
                  <a:pt x="14713" y="4102"/>
                  <a:pt x="15000" y="3526"/>
                  <a:pt x="15000" y="2903"/>
                </a:cubicBezTo>
                <a:cubicBezTo>
                  <a:pt x="15000" y="1300"/>
                  <a:pt x="13120" y="0"/>
                  <a:pt x="10800" y="0"/>
                </a:cubicBezTo>
                <a:cubicBezTo>
                  <a:pt x="8480" y="0"/>
                  <a:pt x="6600" y="1300"/>
                  <a:pt x="6600" y="2903"/>
                </a:cubicBezTo>
                <a:cubicBezTo>
                  <a:pt x="6600" y="3526"/>
                  <a:pt x="6887" y="4102"/>
                  <a:pt x="7371" y="4575"/>
                </a:cubicBezTo>
                <a:cubicBezTo>
                  <a:pt x="3765" y="5530"/>
                  <a:pt x="1200" y="7972"/>
                  <a:pt x="1200" y="10800"/>
                </a:cubicBezTo>
                <a:lnTo>
                  <a:pt x="1200" y="14123"/>
                </a:lnTo>
                <a:lnTo>
                  <a:pt x="0" y="18277"/>
                </a:lnTo>
                <a:lnTo>
                  <a:pt x="5400" y="18277"/>
                </a:lnTo>
                <a:cubicBezTo>
                  <a:pt x="5400" y="20205"/>
                  <a:pt x="8251" y="21600"/>
                  <a:pt x="10800" y="21600"/>
                </a:cubicBezTo>
                <a:cubicBezTo>
                  <a:pt x="13349" y="21600"/>
                  <a:pt x="16200" y="20205"/>
                  <a:pt x="16200" y="18277"/>
                </a:cubicBezTo>
                <a:lnTo>
                  <a:pt x="21600" y="18277"/>
                </a:lnTo>
                <a:cubicBezTo>
                  <a:pt x="21600" y="18277"/>
                  <a:pt x="20400" y="14123"/>
                  <a:pt x="20400" y="14123"/>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pic>
        <p:nvPicPr>
          <p:cNvPr id="2" name="图片 1"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0-#ppt_w/2"/>
                                          </p:val>
                                        </p:tav>
                                        <p:tav tm="100000">
                                          <p:val>
                                            <p:strVal val="#ppt_x"/>
                                          </p:val>
                                        </p:tav>
                                      </p:tavLst>
                                    </p:anim>
                                    <p:anim calcmode="lin" valueType="num">
                                      <p:cBhvr additive="base">
                                        <p:cTn id="12"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1000"/>
                                        <p:tgtEl>
                                          <p:spTgt spid="44"/>
                                        </p:tgtEl>
                                      </p:cBhvr>
                                    </p:animEffect>
                                    <p:anim calcmode="lin" valueType="num">
                                      <p:cBhvr>
                                        <p:cTn id="28" dur="1000" fill="hold"/>
                                        <p:tgtEl>
                                          <p:spTgt spid="44"/>
                                        </p:tgtEl>
                                        <p:attrNameLst>
                                          <p:attrName>ppt_x</p:attrName>
                                        </p:attrNameLst>
                                      </p:cBhvr>
                                      <p:tavLst>
                                        <p:tav tm="0">
                                          <p:val>
                                            <p:strVal val="#ppt_x"/>
                                          </p:val>
                                        </p:tav>
                                        <p:tav tm="100000">
                                          <p:val>
                                            <p:strVal val="#ppt_x"/>
                                          </p:val>
                                        </p:tav>
                                      </p:tavLst>
                                    </p:anim>
                                    <p:anim calcmode="lin" valueType="num">
                                      <p:cBhvr>
                                        <p:cTn id="29" dur="1000" fill="hold"/>
                                        <p:tgtEl>
                                          <p:spTgt spid="4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1000"/>
                                        <p:tgtEl>
                                          <p:spTgt spid="32"/>
                                        </p:tgtEl>
                                      </p:cBhvr>
                                    </p:animEffect>
                                    <p:anim calcmode="lin" valueType="num">
                                      <p:cBhvr>
                                        <p:cTn id="40" dur="1000" fill="hold"/>
                                        <p:tgtEl>
                                          <p:spTgt spid="32"/>
                                        </p:tgtEl>
                                        <p:attrNameLst>
                                          <p:attrName>ppt_x</p:attrName>
                                        </p:attrNameLst>
                                      </p:cBhvr>
                                      <p:tavLst>
                                        <p:tav tm="0">
                                          <p:val>
                                            <p:strVal val="#ppt_x"/>
                                          </p:val>
                                        </p:tav>
                                        <p:tav tm="100000">
                                          <p:val>
                                            <p:strVal val="#ppt_x"/>
                                          </p:val>
                                        </p:tav>
                                      </p:tavLst>
                                    </p:anim>
                                    <p:anim calcmode="lin" valueType="num">
                                      <p:cBhvr>
                                        <p:cTn id="41" dur="1000" fill="hold"/>
                                        <p:tgtEl>
                                          <p:spTgt spid="32"/>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1000"/>
                                        <p:tgtEl>
                                          <p:spTgt spid="33"/>
                                        </p:tgtEl>
                                      </p:cBhvr>
                                    </p:animEffect>
                                    <p:anim calcmode="lin" valueType="num">
                                      <p:cBhvr>
                                        <p:cTn id="45" dur="1000" fill="hold"/>
                                        <p:tgtEl>
                                          <p:spTgt spid="33"/>
                                        </p:tgtEl>
                                        <p:attrNameLst>
                                          <p:attrName>ppt_x</p:attrName>
                                        </p:attrNameLst>
                                      </p:cBhvr>
                                      <p:tavLst>
                                        <p:tav tm="0">
                                          <p:val>
                                            <p:strVal val="#ppt_x"/>
                                          </p:val>
                                        </p:tav>
                                        <p:tav tm="100000">
                                          <p:val>
                                            <p:strVal val="#ppt_x"/>
                                          </p:val>
                                        </p:tav>
                                      </p:tavLst>
                                    </p:anim>
                                    <p:anim calcmode="lin" valueType="num">
                                      <p:cBhvr>
                                        <p:cTn id="46" dur="1000" fill="hold"/>
                                        <p:tgtEl>
                                          <p:spTgt spid="33"/>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1000"/>
                                        <p:tgtEl>
                                          <p:spTgt spid="34"/>
                                        </p:tgtEl>
                                      </p:cBhvr>
                                    </p:animEffect>
                                    <p:anim calcmode="lin" valueType="num">
                                      <p:cBhvr>
                                        <p:cTn id="50" dur="1000" fill="hold"/>
                                        <p:tgtEl>
                                          <p:spTgt spid="34"/>
                                        </p:tgtEl>
                                        <p:attrNameLst>
                                          <p:attrName>ppt_x</p:attrName>
                                        </p:attrNameLst>
                                      </p:cBhvr>
                                      <p:tavLst>
                                        <p:tav tm="0">
                                          <p:val>
                                            <p:strVal val="#ppt_x"/>
                                          </p:val>
                                        </p:tav>
                                        <p:tav tm="100000">
                                          <p:val>
                                            <p:strVal val="#ppt_x"/>
                                          </p:val>
                                        </p:tav>
                                      </p:tavLst>
                                    </p:anim>
                                    <p:anim calcmode="lin" valueType="num">
                                      <p:cBhvr>
                                        <p:cTn id="51" dur="1000" fill="hold"/>
                                        <p:tgtEl>
                                          <p:spTgt spid="34"/>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1000"/>
                                        <p:tgtEl>
                                          <p:spTgt spid="42"/>
                                        </p:tgtEl>
                                      </p:cBhvr>
                                    </p:animEffect>
                                    <p:anim calcmode="lin" valueType="num">
                                      <p:cBhvr>
                                        <p:cTn id="55" dur="1000" fill="hold"/>
                                        <p:tgtEl>
                                          <p:spTgt spid="42"/>
                                        </p:tgtEl>
                                        <p:attrNameLst>
                                          <p:attrName>ppt_x</p:attrName>
                                        </p:attrNameLst>
                                      </p:cBhvr>
                                      <p:tavLst>
                                        <p:tav tm="0">
                                          <p:val>
                                            <p:strVal val="#ppt_x"/>
                                          </p:val>
                                        </p:tav>
                                        <p:tav tm="100000">
                                          <p:val>
                                            <p:strVal val="#ppt_x"/>
                                          </p:val>
                                        </p:tav>
                                      </p:tavLst>
                                    </p:anim>
                                    <p:anim calcmode="lin" valueType="num">
                                      <p:cBhvr>
                                        <p:cTn id="56"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1000"/>
                                        <p:tgtEl>
                                          <p:spTgt spid="27"/>
                                        </p:tgtEl>
                                      </p:cBhvr>
                                    </p:animEffect>
                                    <p:anim calcmode="lin" valueType="num">
                                      <p:cBhvr>
                                        <p:cTn id="62" dur="1000" fill="hold"/>
                                        <p:tgtEl>
                                          <p:spTgt spid="27"/>
                                        </p:tgtEl>
                                        <p:attrNameLst>
                                          <p:attrName>ppt_x</p:attrName>
                                        </p:attrNameLst>
                                      </p:cBhvr>
                                      <p:tavLst>
                                        <p:tav tm="0">
                                          <p:val>
                                            <p:strVal val="#ppt_x"/>
                                          </p:val>
                                        </p:tav>
                                        <p:tav tm="100000">
                                          <p:val>
                                            <p:strVal val="#ppt_x"/>
                                          </p:val>
                                        </p:tav>
                                      </p:tavLst>
                                    </p:anim>
                                    <p:anim calcmode="lin" valueType="num">
                                      <p:cBhvr>
                                        <p:cTn id="63" dur="1000" fill="hold"/>
                                        <p:tgtEl>
                                          <p:spTgt spid="27"/>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1000"/>
                                        <p:tgtEl>
                                          <p:spTgt spid="28"/>
                                        </p:tgtEl>
                                      </p:cBhvr>
                                    </p:animEffect>
                                    <p:anim calcmode="lin" valueType="num">
                                      <p:cBhvr>
                                        <p:cTn id="67" dur="1000" fill="hold"/>
                                        <p:tgtEl>
                                          <p:spTgt spid="28"/>
                                        </p:tgtEl>
                                        <p:attrNameLst>
                                          <p:attrName>ppt_x</p:attrName>
                                        </p:attrNameLst>
                                      </p:cBhvr>
                                      <p:tavLst>
                                        <p:tav tm="0">
                                          <p:val>
                                            <p:strVal val="#ppt_x"/>
                                          </p:val>
                                        </p:tav>
                                        <p:tav tm="100000">
                                          <p:val>
                                            <p:strVal val="#ppt_x"/>
                                          </p:val>
                                        </p:tav>
                                      </p:tavLst>
                                    </p:anim>
                                    <p:anim calcmode="lin" valueType="num">
                                      <p:cBhvr>
                                        <p:cTn id="68" dur="1000" fill="hold"/>
                                        <p:tgtEl>
                                          <p:spTgt spid="28"/>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1000"/>
                                        <p:tgtEl>
                                          <p:spTgt spid="29"/>
                                        </p:tgtEl>
                                      </p:cBhvr>
                                    </p:animEffect>
                                    <p:anim calcmode="lin" valueType="num">
                                      <p:cBhvr>
                                        <p:cTn id="72" dur="1000" fill="hold"/>
                                        <p:tgtEl>
                                          <p:spTgt spid="29"/>
                                        </p:tgtEl>
                                        <p:attrNameLst>
                                          <p:attrName>ppt_x</p:attrName>
                                        </p:attrNameLst>
                                      </p:cBhvr>
                                      <p:tavLst>
                                        <p:tav tm="0">
                                          <p:val>
                                            <p:strVal val="#ppt_x"/>
                                          </p:val>
                                        </p:tav>
                                        <p:tav tm="100000">
                                          <p:val>
                                            <p:strVal val="#ppt_x"/>
                                          </p:val>
                                        </p:tav>
                                      </p:tavLst>
                                    </p:anim>
                                    <p:anim calcmode="lin" valueType="num">
                                      <p:cBhvr>
                                        <p:cTn id="73" dur="1000" fill="hold"/>
                                        <p:tgtEl>
                                          <p:spTgt spid="29"/>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45"/>
                                        </p:tgtEl>
                                        <p:attrNameLst>
                                          <p:attrName>style.visibility</p:attrName>
                                        </p:attrNameLst>
                                      </p:cBhvr>
                                      <p:to>
                                        <p:strVal val="visible"/>
                                      </p:to>
                                    </p:set>
                                    <p:animEffect transition="in" filter="fade">
                                      <p:cBhvr>
                                        <p:cTn id="76" dur="1000"/>
                                        <p:tgtEl>
                                          <p:spTgt spid="45"/>
                                        </p:tgtEl>
                                      </p:cBhvr>
                                    </p:animEffect>
                                    <p:anim calcmode="lin" valueType="num">
                                      <p:cBhvr>
                                        <p:cTn id="77" dur="1000" fill="hold"/>
                                        <p:tgtEl>
                                          <p:spTgt spid="45"/>
                                        </p:tgtEl>
                                        <p:attrNameLst>
                                          <p:attrName>ppt_x</p:attrName>
                                        </p:attrNameLst>
                                      </p:cBhvr>
                                      <p:tavLst>
                                        <p:tav tm="0">
                                          <p:val>
                                            <p:strVal val="#ppt_x"/>
                                          </p:val>
                                        </p:tav>
                                        <p:tav tm="100000">
                                          <p:val>
                                            <p:strVal val="#ppt_x"/>
                                          </p:val>
                                        </p:tav>
                                      </p:tavLst>
                                    </p:anim>
                                    <p:anim calcmode="lin" valueType="num">
                                      <p:cBhvr>
                                        <p:cTn id="78"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1000"/>
                                        <p:tgtEl>
                                          <p:spTgt spid="37"/>
                                        </p:tgtEl>
                                      </p:cBhvr>
                                    </p:animEffect>
                                    <p:anim calcmode="lin" valueType="num">
                                      <p:cBhvr>
                                        <p:cTn id="84" dur="1000" fill="hold"/>
                                        <p:tgtEl>
                                          <p:spTgt spid="37"/>
                                        </p:tgtEl>
                                        <p:attrNameLst>
                                          <p:attrName>ppt_x</p:attrName>
                                        </p:attrNameLst>
                                      </p:cBhvr>
                                      <p:tavLst>
                                        <p:tav tm="0">
                                          <p:val>
                                            <p:strVal val="#ppt_x"/>
                                          </p:val>
                                        </p:tav>
                                        <p:tav tm="100000">
                                          <p:val>
                                            <p:strVal val="#ppt_x"/>
                                          </p:val>
                                        </p:tav>
                                      </p:tavLst>
                                    </p:anim>
                                    <p:anim calcmode="lin" valueType="num">
                                      <p:cBhvr>
                                        <p:cTn id="85" dur="1000" fill="hold"/>
                                        <p:tgtEl>
                                          <p:spTgt spid="37"/>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1000"/>
                                        <p:tgtEl>
                                          <p:spTgt spid="38"/>
                                        </p:tgtEl>
                                      </p:cBhvr>
                                    </p:animEffect>
                                    <p:anim calcmode="lin" valueType="num">
                                      <p:cBhvr>
                                        <p:cTn id="89" dur="1000" fill="hold"/>
                                        <p:tgtEl>
                                          <p:spTgt spid="38"/>
                                        </p:tgtEl>
                                        <p:attrNameLst>
                                          <p:attrName>ppt_x</p:attrName>
                                        </p:attrNameLst>
                                      </p:cBhvr>
                                      <p:tavLst>
                                        <p:tav tm="0">
                                          <p:val>
                                            <p:strVal val="#ppt_x"/>
                                          </p:val>
                                        </p:tav>
                                        <p:tav tm="100000">
                                          <p:val>
                                            <p:strVal val="#ppt_x"/>
                                          </p:val>
                                        </p:tav>
                                      </p:tavLst>
                                    </p:anim>
                                    <p:anim calcmode="lin" valueType="num">
                                      <p:cBhvr>
                                        <p:cTn id="90" dur="1000" fill="hold"/>
                                        <p:tgtEl>
                                          <p:spTgt spid="38"/>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1000"/>
                                        <p:tgtEl>
                                          <p:spTgt spid="39"/>
                                        </p:tgtEl>
                                      </p:cBhvr>
                                    </p:animEffect>
                                    <p:anim calcmode="lin" valueType="num">
                                      <p:cBhvr>
                                        <p:cTn id="94" dur="1000" fill="hold"/>
                                        <p:tgtEl>
                                          <p:spTgt spid="39"/>
                                        </p:tgtEl>
                                        <p:attrNameLst>
                                          <p:attrName>ppt_x</p:attrName>
                                        </p:attrNameLst>
                                      </p:cBhvr>
                                      <p:tavLst>
                                        <p:tav tm="0">
                                          <p:val>
                                            <p:strVal val="#ppt_x"/>
                                          </p:val>
                                        </p:tav>
                                        <p:tav tm="100000">
                                          <p:val>
                                            <p:strVal val="#ppt_x"/>
                                          </p:val>
                                        </p:tav>
                                      </p:tavLst>
                                    </p:anim>
                                    <p:anim calcmode="lin" valueType="num">
                                      <p:cBhvr>
                                        <p:cTn id="95" dur="1000" fill="hold"/>
                                        <p:tgtEl>
                                          <p:spTgt spid="39"/>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fade">
                                      <p:cBhvr>
                                        <p:cTn id="98" dur="1000"/>
                                        <p:tgtEl>
                                          <p:spTgt spid="40"/>
                                        </p:tgtEl>
                                      </p:cBhvr>
                                    </p:animEffect>
                                    <p:anim calcmode="lin" valueType="num">
                                      <p:cBhvr>
                                        <p:cTn id="99" dur="1000" fill="hold"/>
                                        <p:tgtEl>
                                          <p:spTgt spid="40"/>
                                        </p:tgtEl>
                                        <p:attrNameLst>
                                          <p:attrName>ppt_x</p:attrName>
                                        </p:attrNameLst>
                                      </p:cBhvr>
                                      <p:tavLst>
                                        <p:tav tm="0">
                                          <p:val>
                                            <p:strVal val="#ppt_x"/>
                                          </p:val>
                                        </p:tav>
                                        <p:tav tm="100000">
                                          <p:val>
                                            <p:strVal val="#ppt_x"/>
                                          </p:val>
                                        </p:tav>
                                      </p:tavLst>
                                    </p:anim>
                                    <p:anim calcmode="lin" valueType="num">
                                      <p:cBhvr>
                                        <p:cTn id="100"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1" grpId="0" animBg="1"/>
      <p:bldP spid="15" grpId="0"/>
      <p:bldP spid="27" grpId="0" animBg="1"/>
      <p:bldP spid="28" grpId="0" animBg="1"/>
      <p:bldP spid="29" grpId="0"/>
      <p:bldP spid="32" grpId="0" animBg="1"/>
      <p:bldP spid="33" grpId="0" animBg="1"/>
      <p:bldP spid="34" grpId="0"/>
      <p:bldP spid="37" grpId="0" animBg="1"/>
      <p:bldP spid="38" grpId="0" animBg="1"/>
      <p:bldP spid="39" grpId="0"/>
      <p:bldP spid="40" grpId="0" animBg="1"/>
      <p:bldP spid="42" grpId="0" animBg="1"/>
      <p:bldP spid="44" grpId="0" animBg="1"/>
      <p:bldP spid="4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a:off x="2093480" y="3352805"/>
            <a:ext cx="8005039" cy="3505195"/>
          </a:xfrm>
          <a:custGeom>
            <a:avLst/>
            <a:gdLst>
              <a:gd name="connsiteX0" fmla="*/ 2877177 w 5754355"/>
              <a:gd name="connsiteY0" fmla="*/ 0 h 2519680"/>
              <a:gd name="connsiteX1" fmla="*/ 5723902 w 5754355"/>
              <a:gd name="connsiteY1" fmla="*/ 2320148 h 2519680"/>
              <a:gd name="connsiteX2" fmla="*/ 5754355 w 5754355"/>
              <a:gd name="connsiteY2" fmla="*/ 2519680 h 2519680"/>
              <a:gd name="connsiteX3" fmla="*/ 0 w 5754355"/>
              <a:gd name="connsiteY3" fmla="*/ 2519680 h 2519680"/>
              <a:gd name="connsiteX4" fmla="*/ 30452 w 5754355"/>
              <a:gd name="connsiteY4" fmla="*/ 2320148 h 2519680"/>
              <a:gd name="connsiteX5" fmla="*/ 2877177 w 5754355"/>
              <a:gd name="connsiteY5" fmla="*/ 0 h 251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4355" h="2519680">
                <a:moveTo>
                  <a:pt x="2877177" y="0"/>
                </a:moveTo>
                <a:cubicBezTo>
                  <a:pt x="4281383" y="0"/>
                  <a:pt x="5452951" y="996042"/>
                  <a:pt x="5723902" y="2320148"/>
                </a:cubicBezTo>
                <a:lnTo>
                  <a:pt x="5754355" y="2519680"/>
                </a:lnTo>
                <a:lnTo>
                  <a:pt x="0" y="2519680"/>
                </a:lnTo>
                <a:lnTo>
                  <a:pt x="30452" y="2320148"/>
                </a:lnTo>
                <a:cubicBezTo>
                  <a:pt x="301403" y="996042"/>
                  <a:pt x="1472971" y="0"/>
                  <a:pt x="2877177" y="0"/>
                </a:cubicBezTo>
                <a:close/>
              </a:path>
            </a:pathLst>
          </a:custGeom>
          <a:blipFill dpi="0" rotWithShape="1">
            <a:blip r:embed="rId1"/>
            <a:srcRect/>
            <a:stretch>
              <a:fillRect t="-2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1745093" y="2369762"/>
            <a:ext cx="8701814" cy="549061"/>
          </a:xfrm>
          <a:prstGeom prst="rect">
            <a:avLst/>
          </a:prstGeom>
          <a:noFill/>
        </p:spPr>
        <p:txBody>
          <a:bodyPr wrap="square" rtlCol="0">
            <a:spAutoFit/>
          </a:bodyPr>
          <a:lstStyle/>
          <a:p>
            <a:pPr algn="ctr">
              <a:lnSpc>
                <a:spcPct val="130000"/>
              </a:lnSpc>
            </a:pPr>
            <a:r>
              <a:rPr lang="en-US" altLang="zh-CN" sz="1200" dirty="0">
                <a:solidFill>
                  <a:schemeClr val="tx1">
                    <a:lumMod val="75000"/>
                    <a:lumOff val="25000"/>
                  </a:schemeClr>
                </a:solidFill>
                <a:cs typeface="+mn-ea"/>
                <a:sym typeface="+mn-lt"/>
              </a:rPr>
              <a:t>Flying impression graphic design thank you for buying this template, we mainly engaged in various types of advertising graphic design.</a:t>
            </a:r>
            <a:endParaRPr lang="en-US" altLang="zh-CN" sz="1200" dirty="0">
              <a:solidFill>
                <a:schemeClr val="tx1">
                  <a:lumMod val="75000"/>
                  <a:lumOff val="25000"/>
                </a:schemeClr>
              </a:solidFill>
              <a:cs typeface="+mn-ea"/>
              <a:sym typeface="+mn-lt"/>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4544381" y="1790445"/>
            <a:ext cx="3103245" cy="583565"/>
          </a:xfrm>
          <a:prstGeom prst="rect">
            <a:avLst/>
          </a:prstGeom>
          <a:noFill/>
        </p:spPr>
        <p:txBody>
          <a:bodyPr wrap="none" rtlCol="0">
            <a:spAutoFit/>
          </a:bodyPr>
          <a:lstStyle/>
          <a:p>
            <a:pPr algn="ctr"/>
            <a:r>
              <a:rPr lang="en-US" sz="3200" dirty="0">
                <a:solidFill>
                  <a:schemeClr val="bg2">
                    <a:lumMod val="25000"/>
                  </a:schemeClr>
                </a:solidFill>
                <a:cs typeface="+mn-ea"/>
                <a:sym typeface="+mn-lt"/>
              </a:rPr>
              <a:t>WANG DESIGN</a:t>
            </a:r>
            <a:endParaRPr lang="en-US" sz="4000" dirty="0">
              <a:solidFill>
                <a:schemeClr val="bg2">
                  <a:lumMod val="25000"/>
                </a:schemeClr>
              </a:solidFill>
              <a:cs typeface="+mn-ea"/>
              <a:sym typeface="+mn-lt"/>
            </a:endParaRPr>
          </a:p>
        </p:txBody>
      </p:sp>
      <p:pic>
        <p:nvPicPr>
          <p:cNvPr id="2" name="图片 1" descr="中科大"/>
          <p:cNvPicPr>
            <a:picLocks noChangeAspect="1"/>
          </p:cNvPicPr>
          <p:nvPr/>
        </p:nvPicPr>
        <p:blipFill>
          <a:blip r:embed="rId2"/>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ppt_x"/>
                                          </p:val>
                                        </p:tav>
                                        <p:tav tm="100000">
                                          <p:val>
                                            <p:strVal val="#ppt_x"/>
                                          </p:val>
                                        </p:tav>
                                      </p:tavLst>
                                    </p:anim>
                                    <p:anim calcmode="lin" valueType="num">
                                      <p:cBhvr additive="base">
                                        <p:cTn id="1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bldLvl="0" animBg="1"/>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114925" y="2409190"/>
            <a:ext cx="196151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schemeClr val="bg2">
                    <a:lumMod val="25000"/>
                  </a:schemeClr>
                </a:solidFill>
                <a:effectLst/>
                <a:uLnTx/>
                <a:uFillTx/>
                <a:cs typeface="+mn-ea"/>
                <a:sym typeface="+mn-lt"/>
              </a:rPr>
              <a:t>Part /02</a:t>
            </a:r>
            <a:endParaRPr kumimoji="0" lang="zh-CN" altLang="en-US" sz="4000" b="0" i="0" u="none" strike="noStrike" kern="1200" cap="none" spc="0" normalizeH="0" baseline="0" noProof="0" dirty="0">
              <a:ln>
                <a:noFill/>
              </a:ln>
              <a:solidFill>
                <a:schemeClr val="bg2">
                  <a:lumMod val="25000"/>
                </a:schemeClr>
              </a:solidFill>
              <a:effectLst/>
              <a:uLnTx/>
              <a:uFillTx/>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p:nvPr/>
        </p:nvSpPr>
        <p:spPr>
          <a:xfrm>
            <a:off x="4253865" y="3180715"/>
            <a:ext cx="3684270" cy="521970"/>
          </a:xfrm>
          <a:prstGeom prst="rect">
            <a:avLst/>
          </a:prstGeom>
          <a:noFill/>
        </p:spPr>
        <p:txBody>
          <a:bodyPr wrap="non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altLang="zh-CN" sz="2800" dirty="0">
                <a:solidFill>
                  <a:schemeClr val="bg2">
                    <a:lumMod val="25000"/>
                  </a:schemeClr>
                </a:solidFill>
                <a:cs typeface="+mn-ea"/>
                <a:sym typeface="+mn-lt"/>
              </a:rPr>
              <a:t>Wang</a:t>
            </a:r>
            <a:r>
              <a:rPr kumimoji="0" lang="en-US" altLang="zh-CN" sz="2800" b="0" i="0" u="none" strike="noStrike" kern="1200" cap="none" spc="0" normalizeH="0" baseline="0" noProof="0" dirty="0">
                <a:ln>
                  <a:noFill/>
                </a:ln>
                <a:solidFill>
                  <a:prstClr val="black">
                    <a:lumMod val="75000"/>
                    <a:lumOff val="25000"/>
                  </a:prstClr>
                </a:solidFill>
                <a:effectLst/>
                <a:uLnTx/>
                <a:uFillTx/>
                <a:cs typeface="+mn-ea"/>
                <a:sym typeface="+mn-lt"/>
              </a:rPr>
              <a:t> Impression Title</a:t>
            </a:r>
            <a:endParaRPr kumimoji="0" lang="en-US" altLang="zh-CN" sz="280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956560" y="4065270"/>
            <a:ext cx="6278880" cy="510540"/>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black">
                    <a:lumMod val="75000"/>
                    <a:lumOff val="25000"/>
                  </a:prstClr>
                </a:solidFill>
                <a:effectLst/>
                <a:uLnTx/>
                <a:uFillTx/>
                <a:cs typeface="+mn-ea"/>
                <a:sym typeface="+mn-lt"/>
              </a:rPr>
              <a:t>Flying impression graphic design thank you for buying this template, we mainly engaged in various types of advertising graphic design.</a:t>
            </a:r>
            <a:endParaRPr kumimoji="0" lang="en-US" altLang="zh-CN" sz="105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a:off x="5719445" y="1593215"/>
            <a:ext cx="753110" cy="737235"/>
          </a:xfrm>
          <a:custGeom>
            <a:avLst/>
            <a:gdLst/>
            <a:ahLst/>
            <a:cxnLst>
              <a:cxn ang="0">
                <a:pos x="wd2" y="hd2"/>
              </a:cxn>
              <a:cxn ang="5400000">
                <a:pos x="wd2" y="hd2"/>
              </a:cxn>
              <a:cxn ang="10800000">
                <a:pos x="wd2" y="hd2"/>
              </a:cxn>
              <a:cxn ang="16200000">
                <a:pos x="wd2" y="hd2"/>
              </a:cxn>
            </a:cxnLst>
            <a:rect l="0" t="0" r="r" b="b"/>
            <a:pathLst>
              <a:path w="21600" h="21600" extrusionOk="0">
                <a:moveTo>
                  <a:pt x="10800" y="12408"/>
                </a:moveTo>
                <a:cubicBezTo>
                  <a:pt x="10303" y="12408"/>
                  <a:pt x="9900" y="12820"/>
                  <a:pt x="9900" y="13328"/>
                </a:cubicBezTo>
                <a:cubicBezTo>
                  <a:pt x="9900" y="13836"/>
                  <a:pt x="10303" y="14247"/>
                  <a:pt x="10800" y="14247"/>
                </a:cubicBezTo>
                <a:cubicBezTo>
                  <a:pt x="11297" y="14247"/>
                  <a:pt x="11700" y="13836"/>
                  <a:pt x="11700" y="13328"/>
                </a:cubicBezTo>
                <a:cubicBezTo>
                  <a:pt x="11700" y="12820"/>
                  <a:pt x="11297" y="12408"/>
                  <a:pt x="10800" y="12408"/>
                </a:cubicBezTo>
                <a:close/>
                <a:moveTo>
                  <a:pt x="1800" y="14706"/>
                </a:moveTo>
                <a:lnTo>
                  <a:pt x="1800" y="11959"/>
                </a:lnTo>
                <a:lnTo>
                  <a:pt x="19800" y="11959"/>
                </a:lnTo>
                <a:lnTo>
                  <a:pt x="19800" y="14706"/>
                </a:lnTo>
                <a:cubicBezTo>
                  <a:pt x="19800" y="14706"/>
                  <a:pt x="1800" y="14706"/>
                  <a:pt x="1800" y="14706"/>
                </a:cubicBezTo>
                <a:close/>
                <a:moveTo>
                  <a:pt x="11700" y="19760"/>
                </a:moveTo>
                <a:lnTo>
                  <a:pt x="9900" y="19760"/>
                </a:lnTo>
                <a:lnTo>
                  <a:pt x="9900" y="16559"/>
                </a:lnTo>
                <a:lnTo>
                  <a:pt x="11700" y="16559"/>
                </a:lnTo>
                <a:cubicBezTo>
                  <a:pt x="11700" y="16559"/>
                  <a:pt x="11700" y="19760"/>
                  <a:pt x="11700" y="19760"/>
                </a:cubicBezTo>
                <a:close/>
                <a:moveTo>
                  <a:pt x="1800" y="1840"/>
                </a:moveTo>
                <a:lnTo>
                  <a:pt x="19800" y="1840"/>
                </a:lnTo>
                <a:lnTo>
                  <a:pt x="19800" y="10111"/>
                </a:lnTo>
                <a:lnTo>
                  <a:pt x="1800" y="10111"/>
                </a:lnTo>
                <a:cubicBezTo>
                  <a:pt x="1800" y="10111"/>
                  <a:pt x="1800" y="1840"/>
                  <a:pt x="1800" y="1840"/>
                </a:cubicBezTo>
                <a:close/>
                <a:moveTo>
                  <a:pt x="21600" y="16559"/>
                </a:moveTo>
                <a:lnTo>
                  <a:pt x="21600" y="0"/>
                </a:lnTo>
                <a:lnTo>
                  <a:pt x="0" y="0"/>
                </a:lnTo>
                <a:lnTo>
                  <a:pt x="0" y="16559"/>
                </a:lnTo>
                <a:lnTo>
                  <a:pt x="8100" y="16559"/>
                </a:lnTo>
                <a:lnTo>
                  <a:pt x="8100" y="19760"/>
                </a:lnTo>
                <a:lnTo>
                  <a:pt x="6300" y="19760"/>
                </a:lnTo>
                <a:lnTo>
                  <a:pt x="6300" y="21600"/>
                </a:lnTo>
                <a:lnTo>
                  <a:pt x="15300" y="21600"/>
                </a:lnTo>
                <a:lnTo>
                  <a:pt x="15300" y="19760"/>
                </a:lnTo>
                <a:lnTo>
                  <a:pt x="13500" y="19760"/>
                </a:lnTo>
                <a:lnTo>
                  <a:pt x="13500" y="16559"/>
                </a:lnTo>
                <a:cubicBezTo>
                  <a:pt x="13500" y="16559"/>
                  <a:pt x="21600" y="16559"/>
                  <a:pt x="21600" y="16559"/>
                </a:cubicBezTo>
                <a:close/>
              </a:path>
            </a:pathLst>
          </a:custGeom>
          <a:solidFill>
            <a:schemeClr val="bg2">
              <a:lumMod val="25000"/>
            </a:schemeClr>
          </a:solidFill>
          <a:ln w="12700">
            <a:miter lim="400000"/>
          </a:ln>
        </p:spPr>
        <p:txBody>
          <a:bodyPr lIns="35719" tIns="35719" rIns="35719" bIns="35719"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cs typeface="+mn-ea"/>
              <a:sym typeface="+mn-lt"/>
            </a:endParaRPr>
          </a:p>
        </p:txBody>
      </p:sp>
      <p:pic>
        <p:nvPicPr>
          <p:cNvPr id="2" name="图片 1"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Flying impression design ——飞印象设计是一家专业的广告设计制作工作室，专注于平面、OFFICE、摄影等业务，工作室成立于2016年，拥有高水平的设计团队，已经立足于市场，今后将输出更多精致作品。"/>
          <p:cNvSpPr/>
          <p:nvPr/>
        </p:nvSpPr>
        <p:spPr>
          <a:xfrm>
            <a:off x="4641399" y="2346960"/>
            <a:ext cx="1306288" cy="1126110"/>
          </a:xfrm>
          <a:prstGeom prst="hexagon">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 name="Flying impression design ——飞印象设计是一家专业的广告设计制作工作室，专注于平面、OFFICE、摄影等业务，工作室成立于2016年，拥有高水平的设计团队，已经立足于市场，今后将输出更多精致作品。"/>
          <p:cNvCxnSpPr/>
          <p:nvPr/>
        </p:nvCxnSpPr>
        <p:spPr>
          <a:xfrm rot="10800000">
            <a:off x="3802853" y="1818640"/>
            <a:ext cx="838546" cy="528320"/>
          </a:xfrm>
          <a:prstGeom prst="bentConnector3">
            <a:avLst/>
          </a:prstGeom>
          <a:ln w="19050">
            <a:solidFill>
              <a:schemeClr val="tx1">
                <a:lumMod val="75000"/>
                <a:lumOff val="2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6"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042678" y="1775422"/>
            <a:ext cx="1567533" cy="369332"/>
          </a:xfrm>
          <a:prstGeom prst="rect">
            <a:avLst/>
          </a:prstGeom>
          <a:noFill/>
          <a:effectLst/>
        </p:spPr>
        <p:txBody>
          <a:bodyPr wrap="square" rtlCol="0">
            <a:spAutoFit/>
          </a:bodyPr>
          <a:lstStyle/>
          <a:p>
            <a:pPr algn="r"/>
            <a:r>
              <a:rPr lang="en-US" altLang="zh-CN" dirty="0">
                <a:solidFill>
                  <a:schemeClr val="bg2">
                    <a:lumMod val="25000"/>
                  </a:schemeClr>
                </a:solidFill>
                <a:cs typeface="+mn-ea"/>
                <a:sym typeface="+mn-lt"/>
              </a:rPr>
              <a:t>Add Title</a:t>
            </a:r>
            <a:endParaRPr lang="en-US" altLang="zh-CN" dirty="0">
              <a:solidFill>
                <a:schemeClr val="bg2">
                  <a:lumMod val="25000"/>
                </a:schemeClr>
              </a:solidFill>
              <a:cs typeface="+mn-ea"/>
              <a:sym typeface="+mn-lt"/>
            </a:endParaRPr>
          </a:p>
        </p:txBody>
      </p:sp>
      <p:sp>
        <p:nvSpPr>
          <p:cNvPr id="30"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1276073" y="2132608"/>
            <a:ext cx="2526780" cy="511037"/>
          </a:xfrm>
          <a:prstGeom prst="rect">
            <a:avLst/>
          </a:prstGeom>
          <a:noFill/>
          <a:effectLst/>
        </p:spPr>
        <p:txBody>
          <a:bodyPr wrap="square" rtlCol="0">
            <a:spAutoFit/>
          </a:bodyPr>
          <a:lstStyle/>
          <a:p>
            <a:pPr algn="r">
              <a:lnSpc>
                <a:spcPct val="130000"/>
              </a:lnSpc>
            </a:pPr>
            <a:r>
              <a:rPr lang="en-US" altLang="zh-CN" sz="1100" dirty="0">
                <a:solidFill>
                  <a:schemeClr val="tx1">
                    <a:lumMod val="75000"/>
                    <a:lumOff val="25000"/>
                  </a:schemeClr>
                </a:solidFill>
                <a:cs typeface="+mn-ea"/>
                <a:sym typeface="+mn-lt"/>
              </a:rPr>
              <a:t>Please add your text description to the flying impression plane. </a:t>
            </a:r>
            <a:endParaRPr lang="en-US" altLang="zh-CN" sz="1100" dirty="0">
              <a:solidFill>
                <a:schemeClr val="tx1">
                  <a:lumMod val="75000"/>
                  <a:lumOff val="25000"/>
                </a:schemeClr>
              </a:solidFill>
              <a:cs typeface="+mn-ea"/>
              <a:sym typeface="+mn-lt"/>
            </a:endParaRPr>
          </a:p>
        </p:txBody>
      </p:sp>
      <p:sp>
        <p:nvSpPr>
          <p:cNvPr id="35"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4641399" y="3810000"/>
            <a:ext cx="1306288" cy="1126110"/>
          </a:xfrm>
          <a:prstGeom prst="hexagon">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cs typeface="+mn-ea"/>
              <a:sym typeface="+mn-lt"/>
            </a:endParaRPr>
          </a:p>
        </p:txBody>
      </p:sp>
      <p:cxnSp>
        <p:nvCxnSpPr>
          <p:cNvPr id="36" name="Flying impression design ——飞印象设计是一家专业的广告设计制作工作室，专注于平面、OFFICE、摄影等业务，工作室成立于2016年，拥有高水平的设计团队，已经立足于市场，今后将输出更多精致作品。"/>
          <p:cNvCxnSpPr/>
          <p:nvPr/>
        </p:nvCxnSpPr>
        <p:spPr>
          <a:xfrm rot="10800000" flipV="1">
            <a:off x="3802853" y="4936110"/>
            <a:ext cx="838546" cy="528320"/>
          </a:xfrm>
          <a:prstGeom prst="bentConnector3">
            <a:avLst/>
          </a:prstGeom>
          <a:ln w="19050">
            <a:solidFill>
              <a:schemeClr val="tx1">
                <a:lumMod val="75000"/>
                <a:lumOff val="2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7" name="Flying impression design ——飞印象设计是一家专业的广告设计制作工作室，专注于平面、OFFICE、摄影等业务，工作室成立于2016年，拥有高水平的设计团队，已经立足于市场，今后将输出更多精致作品。"/>
          <p:cNvSpPr/>
          <p:nvPr/>
        </p:nvSpPr>
        <p:spPr>
          <a:xfrm flipH="1">
            <a:off x="6244313" y="2346960"/>
            <a:ext cx="1306288" cy="1126110"/>
          </a:xfrm>
          <a:prstGeom prst="hexagon">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9" name="Flying impression design ——飞印象设计是一家专业的广告设计制作工作室，专注于平面、OFFICE、摄影等业务，工作室成立于2016年，拥有高水平的设计团队，已经立足于市场，今后将输出更多精致作品。"/>
          <p:cNvCxnSpPr/>
          <p:nvPr/>
        </p:nvCxnSpPr>
        <p:spPr>
          <a:xfrm rot="10800000" flipH="1">
            <a:off x="7550601" y="1818640"/>
            <a:ext cx="838546" cy="528320"/>
          </a:xfrm>
          <a:prstGeom prst="bentConnector3">
            <a:avLst/>
          </a:prstGeom>
          <a:ln w="19050">
            <a:solidFill>
              <a:schemeClr val="tx1">
                <a:lumMod val="75000"/>
                <a:lumOff val="2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0" name="Flying impression design ——飞印象设计是一家专业的广告设计制作工作室，专注于平面、OFFICE、摄影等业务，工作室成立于2016年，拥有高水平的设计团队，已经立足于市场，今后将输出更多精致作品。"/>
          <p:cNvSpPr txBox="1"/>
          <p:nvPr/>
        </p:nvSpPr>
        <p:spPr>
          <a:xfrm flipH="1">
            <a:off x="8389147" y="1818640"/>
            <a:ext cx="1952816" cy="369332"/>
          </a:xfrm>
          <a:prstGeom prst="rect">
            <a:avLst/>
          </a:prstGeom>
          <a:noFill/>
          <a:effectLst/>
        </p:spPr>
        <p:txBody>
          <a:bodyPr wrap="square" rtlCol="0">
            <a:spAutoFit/>
          </a:bodyPr>
          <a:lstStyle/>
          <a:p>
            <a:r>
              <a:rPr lang="en-US" altLang="zh-CN" dirty="0">
                <a:solidFill>
                  <a:schemeClr val="bg2">
                    <a:lumMod val="25000"/>
                  </a:schemeClr>
                </a:solidFill>
                <a:cs typeface="+mn-ea"/>
                <a:sym typeface="+mn-lt"/>
              </a:rPr>
              <a:t>Add Title</a:t>
            </a:r>
            <a:endParaRPr lang="en-US" altLang="zh-CN" dirty="0">
              <a:solidFill>
                <a:schemeClr val="bg2">
                  <a:lumMod val="25000"/>
                </a:schemeClr>
              </a:solidFill>
              <a:cs typeface="+mn-ea"/>
              <a:sym typeface="+mn-lt"/>
            </a:endParaRPr>
          </a:p>
        </p:txBody>
      </p:sp>
      <p:sp>
        <p:nvSpPr>
          <p:cNvPr id="51" name="Flying impression design ——飞印象设计是一家专业的广告设计制作工作室，专注于平面、OFFICE、摄影等业务，工作室成立于2016年，拥有高水平的设计团队，已经立足于市场，今后将输出更多精致作品。"/>
          <p:cNvSpPr txBox="1"/>
          <p:nvPr/>
        </p:nvSpPr>
        <p:spPr>
          <a:xfrm flipH="1">
            <a:off x="8389147" y="2132608"/>
            <a:ext cx="2526780" cy="511037"/>
          </a:xfrm>
          <a:prstGeom prst="rect">
            <a:avLst/>
          </a:prstGeom>
          <a:noFill/>
          <a:effectLst/>
        </p:spPr>
        <p:txBody>
          <a:bodyPr wrap="square" rtlCol="0">
            <a:spAutoFit/>
          </a:bodyPr>
          <a:lstStyle/>
          <a:p>
            <a:pPr>
              <a:lnSpc>
                <a:spcPct val="130000"/>
              </a:lnSpc>
            </a:pPr>
            <a:r>
              <a:rPr lang="en-US" altLang="zh-CN" sz="1100" dirty="0">
                <a:solidFill>
                  <a:schemeClr val="tx1">
                    <a:lumMod val="75000"/>
                    <a:lumOff val="25000"/>
                  </a:schemeClr>
                </a:solidFill>
                <a:cs typeface="+mn-ea"/>
                <a:sym typeface="+mn-lt"/>
              </a:rPr>
              <a:t>Please add your text description to the flying impression plane. </a:t>
            </a:r>
            <a:endParaRPr lang="en-US" altLang="zh-CN" sz="1100" dirty="0">
              <a:solidFill>
                <a:schemeClr val="tx1">
                  <a:lumMod val="75000"/>
                  <a:lumOff val="25000"/>
                </a:schemeClr>
              </a:solidFill>
              <a:cs typeface="+mn-ea"/>
              <a:sym typeface="+mn-lt"/>
            </a:endParaRPr>
          </a:p>
        </p:txBody>
      </p:sp>
      <p:sp>
        <p:nvSpPr>
          <p:cNvPr id="53"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244313" y="3810000"/>
            <a:ext cx="1306288" cy="1126110"/>
          </a:xfrm>
          <a:prstGeom prst="hexagon">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54" name="Flying impression design ——飞印象设计是一家专业的广告设计制作工作室，专注于平面、OFFICE、摄影等业务，工作室成立于2016年，拥有高水平的设计团队，已经立足于市场，今后将输出更多精致作品。"/>
          <p:cNvCxnSpPr/>
          <p:nvPr/>
        </p:nvCxnSpPr>
        <p:spPr>
          <a:xfrm rot="10800000" flipH="1" flipV="1">
            <a:off x="7550601" y="4936110"/>
            <a:ext cx="838546" cy="528320"/>
          </a:xfrm>
          <a:prstGeom prst="bentConnector3">
            <a:avLst/>
          </a:prstGeom>
          <a:ln w="19050">
            <a:solidFill>
              <a:schemeClr val="tx1">
                <a:lumMod val="75000"/>
                <a:lumOff val="2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1"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1850037" y="4639425"/>
            <a:ext cx="1952816" cy="369332"/>
          </a:xfrm>
          <a:prstGeom prst="rect">
            <a:avLst/>
          </a:prstGeom>
          <a:noFill/>
          <a:effectLst/>
        </p:spPr>
        <p:txBody>
          <a:bodyPr wrap="square" rtlCol="0">
            <a:spAutoFit/>
          </a:bodyPr>
          <a:lstStyle/>
          <a:p>
            <a:pPr algn="r"/>
            <a:r>
              <a:rPr lang="en-US" altLang="zh-CN" dirty="0">
                <a:solidFill>
                  <a:schemeClr val="bg2">
                    <a:lumMod val="25000"/>
                  </a:schemeClr>
                </a:solidFill>
                <a:cs typeface="+mn-ea"/>
                <a:sym typeface="+mn-lt"/>
              </a:rPr>
              <a:t>Add Title</a:t>
            </a:r>
            <a:endParaRPr lang="en-US" altLang="zh-CN" dirty="0">
              <a:solidFill>
                <a:schemeClr val="bg2">
                  <a:lumMod val="25000"/>
                </a:schemeClr>
              </a:solidFill>
              <a:cs typeface="+mn-ea"/>
              <a:sym typeface="+mn-lt"/>
            </a:endParaRPr>
          </a:p>
        </p:txBody>
      </p:sp>
      <p:sp>
        <p:nvSpPr>
          <p:cNvPr id="43"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1276073" y="4953393"/>
            <a:ext cx="2526780" cy="511037"/>
          </a:xfrm>
          <a:prstGeom prst="rect">
            <a:avLst/>
          </a:prstGeom>
          <a:noFill/>
          <a:effectLst/>
        </p:spPr>
        <p:txBody>
          <a:bodyPr wrap="square" rtlCol="0">
            <a:spAutoFit/>
          </a:bodyPr>
          <a:lstStyle/>
          <a:p>
            <a:pPr algn="r">
              <a:lnSpc>
                <a:spcPct val="130000"/>
              </a:lnSpc>
            </a:pPr>
            <a:r>
              <a:rPr lang="en-US" altLang="zh-CN" sz="1100" dirty="0">
                <a:solidFill>
                  <a:schemeClr val="tx1">
                    <a:lumMod val="75000"/>
                    <a:lumOff val="25000"/>
                  </a:schemeClr>
                </a:solidFill>
                <a:cs typeface="+mn-ea"/>
                <a:sym typeface="+mn-lt"/>
              </a:rPr>
              <a:t>Please add your text description to the flying impression plane. </a:t>
            </a:r>
            <a:endParaRPr lang="en-US" altLang="zh-CN" sz="1100" dirty="0">
              <a:solidFill>
                <a:schemeClr val="tx1">
                  <a:lumMod val="75000"/>
                  <a:lumOff val="25000"/>
                </a:schemeClr>
              </a:solidFill>
              <a:cs typeface="+mn-ea"/>
              <a:sym typeface="+mn-lt"/>
            </a:endParaRPr>
          </a:p>
        </p:txBody>
      </p:sp>
      <p:sp>
        <p:nvSpPr>
          <p:cNvPr id="55" name="Flying impression design ——飞印象设计是一家专业的广告设计制作工作室，专注于平面、OFFICE、摄影等业务，工作室成立于2016年，拥有高水平的设计团队，已经立足于市场，今后将输出更多精致作品。"/>
          <p:cNvSpPr txBox="1"/>
          <p:nvPr/>
        </p:nvSpPr>
        <p:spPr>
          <a:xfrm flipH="1">
            <a:off x="8389147" y="4639425"/>
            <a:ext cx="1952816" cy="369332"/>
          </a:xfrm>
          <a:prstGeom prst="rect">
            <a:avLst/>
          </a:prstGeom>
          <a:noFill/>
          <a:effectLst/>
        </p:spPr>
        <p:txBody>
          <a:bodyPr wrap="square" rtlCol="0">
            <a:spAutoFit/>
          </a:bodyPr>
          <a:lstStyle/>
          <a:p>
            <a:r>
              <a:rPr lang="en-US" altLang="zh-CN" dirty="0">
                <a:solidFill>
                  <a:schemeClr val="bg2">
                    <a:lumMod val="25000"/>
                  </a:schemeClr>
                </a:solidFill>
                <a:cs typeface="+mn-ea"/>
                <a:sym typeface="+mn-lt"/>
              </a:rPr>
              <a:t>Add Title</a:t>
            </a:r>
            <a:endParaRPr lang="en-US" altLang="zh-CN" dirty="0">
              <a:solidFill>
                <a:schemeClr val="bg2">
                  <a:lumMod val="25000"/>
                </a:schemeClr>
              </a:solidFill>
              <a:cs typeface="+mn-ea"/>
              <a:sym typeface="+mn-lt"/>
            </a:endParaRPr>
          </a:p>
        </p:txBody>
      </p:sp>
      <p:sp>
        <p:nvSpPr>
          <p:cNvPr id="56" name="Flying impression design ——飞印象设计是一家专业的广告设计制作工作室，专注于平面、OFFICE、摄影等业务，工作室成立于2016年，拥有高水平的设计团队，已经立足于市场，今后将输出更多精致作品。"/>
          <p:cNvSpPr txBox="1"/>
          <p:nvPr/>
        </p:nvSpPr>
        <p:spPr>
          <a:xfrm flipH="1">
            <a:off x="8389147" y="4953393"/>
            <a:ext cx="2526780" cy="511037"/>
          </a:xfrm>
          <a:prstGeom prst="rect">
            <a:avLst/>
          </a:prstGeom>
          <a:noFill/>
          <a:effectLst/>
        </p:spPr>
        <p:txBody>
          <a:bodyPr wrap="square" rtlCol="0">
            <a:spAutoFit/>
          </a:bodyPr>
          <a:lstStyle/>
          <a:p>
            <a:pPr>
              <a:lnSpc>
                <a:spcPct val="130000"/>
              </a:lnSpc>
            </a:pPr>
            <a:r>
              <a:rPr lang="en-US" altLang="zh-CN" sz="1100" dirty="0">
                <a:solidFill>
                  <a:schemeClr val="tx1">
                    <a:lumMod val="75000"/>
                    <a:lumOff val="25000"/>
                  </a:schemeClr>
                </a:solidFill>
                <a:cs typeface="+mn-ea"/>
                <a:sym typeface="+mn-lt"/>
              </a:rPr>
              <a:t>Please add your text description to the flying impression plane. </a:t>
            </a:r>
            <a:endParaRPr lang="en-US" altLang="zh-CN" sz="1100" dirty="0">
              <a:solidFill>
                <a:schemeClr val="tx1">
                  <a:lumMod val="75000"/>
                  <a:lumOff val="25000"/>
                </a:schemeClr>
              </a:solidFill>
              <a:cs typeface="+mn-ea"/>
              <a:sym typeface="+mn-lt"/>
            </a:endParaRPr>
          </a:p>
        </p:txBody>
      </p:sp>
      <p:sp>
        <p:nvSpPr>
          <p:cNvPr id="57" name="Flying impression design ——飞印象设计是一家专业的广告设计制作工作室，专注于平面、OFFICE、摄影等业务，工作室成立于2016年，拥有高水平的设计团队，已经立足于市场，今后将输出更多精致作品。"/>
          <p:cNvSpPr/>
          <p:nvPr/>
        </p:nvSpPr>
        <p:spPr>
          <a:xfrm>
            <a:off x="6716681" y="2651614"/>
            <a:ext cx="372098" cy="516801"/>
          </a:xfrm>
          <a:custGeom>
            <a:avLst/>
            <a:gdLst/>
            <a:ahLst/>
            <a:cxnLst>
              <a:cxn ang="0">
                <a:pos x="wd2" y="hd2"/>
              </a:cxn>
              <a:cxn ang="5400000">
                <a:pos x="wd2" y="hd2"/>
              </a:cxn>
              <a:cxn ang="10800000">
                <a:pos x="wd2" y="hd2"/>
              </a:cxn>
              <a:cxn ang="16200000">
                <a:pos x="wd2" y="hd2"/>
              </a:cxn>
            </a:cxnLst>
            <a:rect l="0" t="0" r="r" b="b"/>
            <a:pathLst>
              <a:path w="21600" h="21600" extrusionOk="0">
                <a:moveTo>
                  <a:pt x="19200" y="7776"/>
                </a:moveTo>
                <a:lnTo>
                  <a:pt x="2400" y="7776"/>
                </a:lnTo>
                <a:lnTo>
                  <a:pt x="2400" y="4752"/>
                </a:lnTo>
                <a:cubicBezTo>
                  <a:pt x="2400" y="3165"/>
                  <a:pt x="4396" y="1728"/>
                  <a:pt x="6600" y="1728"/>
                </a:cubicBezTo>
                <a:lnTo>
                  <a:pt x="15000" y="1728"/>
                </a:lnTo>
                <a:cubicBezTo>
                  <a:pt x="17204" y="1728"/>
                  <a:pt x="19200" y="3165"/>
                  <a:pt x="19200" y="4752"/>
                </a:cubicBezTo>
                <a:cubicBezTo>
                  <a:pt x="19200" y="4752"/>
                  <a:pt x="19200" y="7776"/>
                  <a:pt x="19200" y="7776"/>
                </a:cubicBezTo>
                <a:close/>
                <a:moveTo>
                  <a:pt x="19200" y="14256"/>
                </a:moveTo>
                <a:cubicBezTo>
                  <a:pt x="19200" y="17458"/>
                  <a:pt x="15847" y="19872"/>
                  <a:pt x="11400" y="19872"/>
                </a:cubicBezTo>
                <a:lnTo>
                  <a:pt x="10200" y="19872"/>
                </a:lnTo>
                <a:cubicBezTo>
                  <a:pt x="5753" y="19872"/>
                  <a:pt x="2400" y="17458"/>
                  <a:pt x="2400" y="14256"/>
                </a:cubicBezTo>
                <a:lnTo>
                  <a:pt x="2400" y="9504"/>
                </a:lnTo>
                <a:lnTo>
                  <a:pt x="19200" y="9504"/>
                </a:lnTo>
                <a:cubicBezTo>
                  <a:pt x="19200" y="9504"/>
                  <a:pt x="19200" y="14256"/>
                  <a:pt x="19200" y="14256"/>
                </a:cubicBezTo>
                <a:close/>
                <a:moveTo>
                  <a:pt x="15000" y="0"/>
                </a:moveTo>
                <a:lnTo>
                  <a:pt x="6600" y="0"/>
                </a:lnTo>
                <a:cubicBezTo>
                  <a:pt x="3067" y="0"/>
                  <a:pt x="0" y="2208"/>
                  <a:pt x="0" y="4752"/>
                </a:cubicBezTo>
                <a:lnTo>
                  <a:pt x="0" y="14256"/>
                </a:lnTo>
                <a:cubicBezTo>
                  <a:pt x="0" y="18417"/>
                  <a:pt x="4420" y="21600"/>
                  <a:pt x="10200" y="21600"/>
                </a:cubicBezTo>
                <a:lnTo>
                  <a:pt x="11400" y="21600"/>
                </a:lnTo>
                <a:cubicBezTo>
                  <a:pt x="17180" y="21600"/>
                  <a:pt x="21600" y="18417"/>
                  <a:pt x="21600" y="14256"/>
                </a:cubicBezTo>
                <a:lnTo>
                  <a:pt x="21600" y="4752"/>
                </a:lnTo>
                <a:cubicBezTo>
                  <a:pt x="21600" y="2208"/>
                  <a:pt x="18533" y="0"/>
                  <a:pt x="15000" y="0"/>
                </a:cubicBezTo>
                <a:close/>
                <a:moveTo>
                  <a:pt x="9600" y="6048"/>
                </a:moveTo>
                <a:lnTo>
                  <a:pt x="12000" y="6048"/>
                </a:lnTo>
                <a:lnTo>
                  <a:pt x="12000" y="3456"/>
                </a:lnTo>
                <a:lnTo>
                  <a:pt x="9600" y="3456"/>
                </a:lnTo>
                <a:cubicBezTo>
                  <a:pt x="9600" y="3456"/>
                  <a:pt x="9600" y="6048"/>
                  <a:pt x="9600" y="6048"/>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58" name="Flying impression design ——飞印象设计是一家专业的广告设计制作工作室，专注于平面、OFFICE、摄影等业务，工作室成立于2016年，拥有高水平的设计团队，已经立足于市场，今后将输出更多精致作品。"/>
          <p:cNvSpPr/>
          <p:nvPr/>
        </p:nvSpPr>
        <p:spPr>
          <a:xfrm>
            <a:off x="5046479" y="2661951"/>
            <a:ext cx="496129" cy="496129"/>
          </a:xfrm>
          <a:custGeom>
            <a:avLst/>
            <a:gdLst/>
            <a:ahLst/>
            <a:cxnLst>
              <a:cxn ang="0">
                <a:pos x="wd2" y="hd2"/>
              </a:cxn>
              <a:cxn ang="5400000">
                <a:pos x="wd2" y="hd2"/>
              </a:cxn>
              <a:cxn ang="10800000">
                <a:pos x="wd2" y="hd2"/>
              </a:cxn>
              <a:cxn ang="16200000">
                <a:pos x="wd2" y="hd2"/>
              </a:cxn>
            </a:cxnLst>
            <a:rect l="0" t="0" r="r" b="b"/>
            <a:pathLst>
              <a:path w="21600" h="21600" extrusionOk="0">
                <a:moveTo>
                  <a:pt x="17708" y="16425"/>
                </a:moveTo>
                <a:lnTo>
                  <a:pt x="15661" y="16220"/>
                </a:lnTo>
                <a:lnTo>
                  <a:pt x="14237" y="16077"/>
                </a:lnTo>
                <a:lnTo>
                  <a:pt x="13777" y="17432"/>
                </a:lnTo>
                <a:lnTo>
                  <a:pt x="13114" y="19383"/>
                </a:lnTo>
                <a:lnTo>
                  <a:pt x="10614" y="19679"/>
                </a:lnTo>
                <a:lnTo>
                  <a:pt x="9515" y="17937"/>
                </a:lnTo>
                <a:lnTo>
                  <a:pt x="8751" y="16727"/>
                </a:lnTo>
                <a:lnTo>
                  <a:pt x="7400" y="17198"/>
                </a:lnTo>
                <a:lnTo>
                  <a:pt x="5457" y="17876"/>
                </a:lnTo>
                <a:lnTo>
                  <a:pt x="3684" y="16085"/>
                </a:lnTo>
                <a:lnTo>
                  <a:pt x="4379" y="14143"/>
                </a:lnTo>
                <a:lnTo>
                  <a:pt x="4861" y="12798"/>
                </a:lnTo>
                <a:lnTo>
                  <a:pt x="3660" y="12024"/>
                </a:lnTo>
                <a:lnTo>
                  <a:pt x="1929" y="10907"/>
                </a:lnTo>
                <a:lnTo>
                  <a:pt x="2247" y="8403"/>
                </a:lnTo>
                <a:lnTo>
                  <a:pt x="4202" y="7757"/>
                </a:lnTo>
                <a:lnTo>
                  <a:pt x="5559" y="7308"/>
                </a:lnTo>
                <a:lnTo>
                  <a:pt x="5429" y="5885"/>
                </a:lnTo>
                <a:lnTo>
                  <a:pt x="5242" y="3831"/>
                </a:lnTo>
                <a:lnTo>
                  <a:pt x="7406" y="2542"/>
                </a:lnTo>
                <a:lnTo>
                  <a:pt x="9117" y="3685"/>
                </a:lnTo>
                <a:lnTo>
                  <a:pt x="10307" y="4481"/>
                </a:lnTo>
                <a:lnTo>
                  <a:pt x="11350" y="3500"/>
                </a:lnTo>
                <a:lnTo>
                  <a:pt x="12850" y="2090"/>
                </a:lnTo>
                <a:lnTo>
                  <a:pt x="15196" y="3003"/>
                </a:lnTo>
                <a:lnTo>
                  <a:pt x="15320" y="4665"/>
                </a:lnTo>
                <a:lnTo>
                  <a:pt x="15435" y="6197"/>
                </a:lnTo>
                <a:lnTo>
                  <a:pt x="16965" y="6325"/>
                </a:lnTo>
                <a:lnTo>
                  <a:pt x="18622" y="6464"/>
                </a:lnTo>
                <a:lnTo>
                  <a:pt x="19515" y="8824"/>
                </a:lnTo>
                <a:lnTo>
                  <a:pt x="18092" y="10314"/>
                </a:lnTo>
                <a:lnTo>
                  <a:pt x="17105" y="11347"/>
                </a:lnTo>
                <a:lnTo>
                  <a:pt x="17887" y="12543"/>
                </a:lnTo>
                <a:lnTo>
                  <a:pt x="19015" y="14268"/>
                </a:lnTo>
                <a:cubicBezTo>
                  <a:pt x="19015" y="14268"/>
                  <a:pt x="17708" y="16425"/>
                  <a:pt x="17708" y="16425"/>
                </a:cubicBezTo>
                <a:close/>
                <a:moveTo>
                  <a:pt x="21600" y="9247"/>
                </a:moveTo>
                <a:lnTo>
                  <a:pt x="19904" y="4765"/>
                </a:lnTo>
                <a:lnTo>
                  <a:pt x="17115" y="4531"/>
                </a:lnTo>
                <a:lnTo>
                  <a:pt x="16906" y="1737"/>
                </a:lnTo>
                <a:lnTo>
                  <a:pt x="12444" y="0"/>
                </a:lnTo>
                <a:lnTo>
                  <a:pt x="10117" y="2189"/>
                </a:lnTo>
                <a:lnTo>
                  <a:pt x="7461" y="414"/>
                </a:lnTo>
                <a:lnTo>
                  <a:pt x="3346" y="2865"/>
                </a:lnTo>
                <a:lnTo>
                  <a:pt x="3636" y="6048"/>
                </a:lnTo>
                <a:lnTo>
                  <a:pt x="604" y="7051"/>
                </a:lnTo>
                <a:lnTo>
                  <a:pt x="0" y="11806"/>
                </a:lnTo>
                <a:lnTo>
                  <a:pt x="2684" y="13536"/>
                </a:lnTo>
                <a:lnTo>
                  <a:pt x="1607" y="16545"/>
                </a:lnTo>
                <a:lnTo>
                  <a:pt x="4978" y="19950"/>
                </a:lnTo>
                <a:lnTo>
                  <a:pt x="7993" y="18898"/>
                </a:lnTo>
                <a:lnTo>
                  <a:pt x="9698" y="21600"/>
                </a:lnTo>
                <a:lnTo>
                  <a:pt x="14453" y="21037"/>
                </a:lnTo>
                <a:lnTo>
                  <a:pt x="15481" y="18011"/>
                </a:lnTo>
                <a:lnTo>
                  <a:pt x="18658" y="18329"/>
                </a:lnTo>
                <a:lnTo>
                  <a:pt x="21142" y="14232"/>
                </a:lnTo>
                <a:lnTo>
                  <a:pt x="19393" y="11557"/>
                </a:lnTo>
                <a:cubicBezTo>
                  <a:pt x="19393" y="11557"/>
                  <a:pt x="21600" y="9247"/>
                  <a:pt x="21600" y="9247"/>
                </a:cubicBezTo>
                <a:close/>
                <a:moveTo>
                  <a:pt x="12896" y="11615"/>
                </a:moveTo>
                <a:cubicBezTo>
                  <a:pt x="12557" y="12487"/>
                  <a:pt x="11734" y="13050"/>
                  <a:pt x="10799" y="13050"/>
                </a:cubicBezTo>
                <a:cubicBezTo>
                  <a:pt x="10522" y="13050"/>
                  <a:pt x="10248" y="12998"/>
                  <a:pt x="9985" y="12896"/>
                </a:cubicBezTo>
                <a:cubicBezTo>
                  <a:pt x="9425" y="12678"/>
                  <a:pt x="8983" y="12256"/>
                  <a:pt x="8742" y="11706"/>
                </a:cubicBezTo>
                <a:cubicBezTo>
                  <a:pt x="8500" y="11156"/>
                  <a:pt x="8486" y="10545"/>
                  <a:pt x="8704" y="9985"/>
                </a:cubicBezTo>
                <a:cubicBezTo>
                  <a:pt x="9043" y="9113"/>
                  <a:pt x="9866" y="8550"/>
                  <a:pt x="10801" y="8550"/>
                </a:cubicBezTo>
                <a:cubicBezTo>
                  <a:pt x="11079" y="8550"/>
                  <a:pt x="11352" y="8602"/>
                  <a:pt x="11615" y="8704"/>
                </a:cubicBezTo>
                <a:cubicBezTo>
                  <a:pt x="12175" y="8922"/>
                  <a:pt x="12617" y="9345"/>
                  <a:pt x="12859" y="9894"/>
                </a:cubicBezTo>
                <a:cubicBezTo>
                  <a:pt x="13100" y="10444"/>
                  <a:pt x="13114" y="11055"/>
                  <a:pt x="12896" y="11615"/>
                </a:cubicBezTo>
                <a:close/>
                <a:moveTo>
                  <a:pt x="12268" y="7026"/>
                </a:moveTo>
                <a:cubicBezTo>
                  <a:pt x="11785" y="6839"/>
                  <a:pt x="11289" y="6750"/>
                  <a:pt x="10801" y="6750"/>
                </a:cubicBezTo>
                <a:cubicBezTo>
                  <a:pt x="9180" y="6750"/>
                  <a:pt x="7649" y="7731"/>
                  <a:pt x="7026" y="9332"/>
                </a:cubicBezTo>
                <a:cubicBezTo>
                  <a:pt x="6216" y="11416"/>
                  <a:pt x="7248" y="13763"/>
                  <a:pt x="9332" y="14574"/>
                </a:cubicBezTo>
                <a:cubicBezTo>
                  <a:pt x="9815" y="14761"/>
                  <a:pt x="10311" y="14850"/>
                  <a:pt x="10799" y="14850"/>
                </a:cubicBezTo>
                <a:cubicBezTo>
                  <a:pt x="12420" y="14850"/>
                  <a:pt x="13951" y="13869"/>
                  <a:pt x="14574" y="12268"/>
                </a:cubicBezTo>
                <a:cubicBezTo>
                  <a:pt x="15384" y="10184"/>
                  <a:pt x="14352" y="7837"/>
                  <a:pt x="12268" y="7026"/>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59" name="Flying impression design ——飞印象设计是一家专业的广告设计制作工作室，专注于平面、OFFICE、摄影等业务，工作室成立于2016年，拥有高水平的设计团队，已经立足于市场，今后将输出更多精致作品。"/>
          <p:cNvSpPr/>
          <p:nvPr/>
        </p:nvSpPr>
        <p:spPr>
          <a:xfrm>
            <a:off x="5046480" y="4166340"/>
            <a:ext cx="496127" cy="413431"/>
          </a:xfrm>
          <a:custGeom>
            <a:avLst/>
            <a:gdLst/>
            <a:ahLst/>
            <a:cxnLst>
              <a:cxn ang="0">
                <a:pos x="wd2" y="hd2"/>
              </a:cxn>
              <a:cxn ang="5400000">
                <a:pos x="wd2" y="hd2"/>
              </a:cxn>
              <a:cxn ang="10800000">
                <a:pos x="wd2" y="hd2"/>
              </a:cxn>
              <a:cxn ang="16200000">
                <a:pos x="wd2" y="hd2"/>
              </a:cxn>
            </a:cxnLst>
            <a:rect l="0" t="0" r="r" b="b"/>
            <a:pathLst>
              <a:path w="21600" h="21600" extrusionOk="0">
                <a:moveTo>
                  <a:pt x="19800" y="19439"/>
                </a:moveTo>
                <a:lnTo>
                  <a:pt x="1800" y="19439"/>
                </a:lnTo>
                <a:lnTo>
                  <a:pt x="1800" y="2162"/>
                </a:lnTo>
                <a:lnTo>
                  <a:pt x="8550" y="2160"/>
                </a:lnTo>
                <a:lnTo>
                  <a:pt x="10350" y="6480"/>
                </a:lnTo>
                <a:lnTo>
                  <a:pt x="19800" y="6470"/>
                </a:lnTo>
                <a:cubicBezTo>
                  <a:pt x="19800" y="6470"/>
                  <a:pt x="19800" y="19439"/>
                  <a:pt x="19800" y="19439"/>
                </a:cubicBezTo>
                <a:close/>
                <a:moveTo>
                  <a:pt x="11250" y="4320"/>
                </a:moveTo>
                <a:lnTo>
                  <a:pt x="9450" y="0"/>
                </a:lnTo>
                <a:lnTo>
                  <a:pt x="0" y="0"/>
                </a:lnTo>
                <a:lnTo>
                  <a:pt x="0" y="21600"/>
                </a:lnTo>
                <a:lnTo>
                  <a:pt x="21600" y="21600"/>
                </a:lnTo>
                <a:lnTo>
                  <a:pt x="21600" y="4309"/>
                </a:lnTo>
                <a:cubicBezTo>
                  <a:pt x="21600" y="4309"/>
                  <a:pt x="11250" y="4320"/>
                  <a:pt x="11250" y="432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60" name="Flying impression design ——飞印象设计是一家专业的广告设计制作工作室，专注于平面、OFFICE、摄影等业务，工作室成立于2016年，拥有高水平的设计团队，已经立足于市场，今后将输出更多精致作品。"/>
          <p:cNvSpPr/>
          <p:nvPr/>
        </p:nvSpPr>
        <p:spPr>
          <a:xfrm>
            <a:off x="6628721" y="4145663"/>
            <a:ext cx="537471" cy="454784"/>
          </a:xfrm>
          <a:custGeom>
            <a:avLst/>
            <a:gdLst/>
            <a:ahLst/>
            <a:cxnLst>
              <a:cxn ang="0">
                <a:pos x="wd2" y="hd2"/>
              </a:cxn>
              <a:cxn ang="5400000">
                <a:pos x="wd2" y="hd2"/>
              </a:cxn>
              <a:cxn ang="10800000">
                <a:pos x="wd2" y="hd2"/>
              </a:cxn>
              <a:cxn ang="16200000">
                <a:pos x="wd2" y="hd2"/>
              </a:cxn>
            </a:cxnLst>
            <a:rect l="0" t="0" r="r" b="b"/>
            <a:pathLst>
              <a:path w="21600" h="21600" extrusionOk="0">
                <a:moveTo>
                  <a:pt x="16615" y="19636"/>
                </a:moveTo>
                <a:lnTo>
                  <a:pt x="14123" y="19636"/>
                </a:lnTo>
                <a:lnTo>
                  <a:pt x="14123" y="10309"/>
                </a:lnTo>
                <a:lnTo>
                  <a:pt x="7892" y="10309"/>
                </a:lnTo>
                <a:lnTo>
                  <a:pt x="7892" y="19636"/>
                </a:lnTo>
                <a:lnTo>
                  <a:pt x="4985" y="19636"/>
                </a:lnTo>
                <a:lnTo>
                  <a:pt x="4985" y="7364"/>
                </a:lnTo>
                <a:lnTo>
                  <a:pt x="10800" y="2454"/>
                </a:lnTo>
                <a:lnTo>
                  <a:pt x="16615" y="7364"/>
                </a:lnTo>
                <a:cubicBezTo>
                  <a:pt x="16615" y="7364"/>
                  <a:pt x="16615" y="19636"/>
                  <a:pt x="16615" y="19636"/>
                </a:cubicBezTo>
                <a:close/>
                <a:moveTo>
                  <a:pt x="12462" y="19636"/>
                </a:moveTo>
                <a:lnTo>
                  <a:pt x="9554" y="19636"/>
                </a:lnTo>
                <a:lnTo>
                  <a:pt x="9554" y="12273"/>
                </a:lnTo>
                <a:lnTo>
                  <a:pt x="12462" y="12273"/>
                </a:lnTo>
                <a:cubicBezTo>
                  <a:pt x="12462" y="12273"/>
                  <a:pt x="12462" y="19636"/>
                  <a:pt x="12462" y="19636"/>
                </a:cubicBezTo>
                <a:close/>
                <a:moveTo>
                  <a:pt x="17031" y="5400"/>
                </a:moveTo>
                <a:lnTo>
                  <a:pt x="17031" y="982"/>
                </a:lnTo>
                <a:lnTo>
                  <a:pt x="15369" y="982"/>
                </a:lnTo>
                <a:lnTo>
                  <a:pt x="15369" y="3927"/>
                </a:lnTo>
                <a:lnTo>
                  <a:pt x="10800" y="0"/>
                </a:lnTo>
                <a:lnTo>
                  <a:pt x="0" y="9327"/>
                </a:lnTo>
                <a:lnTo>
                  <a:pt x="831" y="10800"/>
                </a:lnTo>
                <a:lnTo>
                  <a:pt x="3323" y="8836"/>
                </a:lnTo>
                <a:lnTo>
                  <a:pt x="3323" y="21600"/>
                </a:lnTo>
                <a:lnTo>
                  <a:pt x="18277" y="21600"/>
                </a:lnTo>
                <a:lnTo>
                  <a:pt x="18277" y="8836"/>
                </a:lnTo>
                <a:lnTo>
                  <a:pt x="20769" y="10800"/>
                </a:lnTo>
                <a:lnTo>
                  <a:pt x="21600" y="9327"/>
                </a:lnTo>
                <a:cubicBezTo>
                  <a:pt x="21600" y="9327"/>
                  <a:pt x="17031" y="5400"/>
                  <a:pt x="17031" y="540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pic>
        <p:nvPicPr>
          <p:cNvPr id="3" name="图片 2"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0-#ppt_w/2"/>
                                          </p:val>
                                        </p:tav>
                                        <p:tav tm="100000">
                                          <p:val>
                                            <p:strVal val="#ppt_x"/>
                                          </p:val>
                                        </p:tav>
                                      </p:tavLst>
                                    </p:anim>
                                    <p:anim calcmode="lin" valueType="num">
                                      <p:cBhvr additive="base">
                                        <p:cTn id="12"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1000"/>
                                        <p:tgtEl>
                                          <p:spTgt spid="47"/>
                                        </p:tgtEl>
                                      </p:cBhvr>
                                    </p:animEffect>
                                    <p:anim calcmode="lin" valueType="num">
                                      <p:cBhvr>
                                        <p:cTn id="23" dur="1000" fill="hold"/>
                                        <p:tgtEl>
                                          <p:spTgt spid="47"/>
                                        </p:tgtEl>
                                        <p:attrNameLst>
                                          <p:attrName>ppt_x</p:attrName>
                                        </p:attrNameLst>
                                      </p:cBhvr>
                                      <p:tavLst>
                                        <p:tav tm="0">
                                          <p:val>
                                            <p:strVal val="#ppt_x"/>
                                          </p:val>
                                        </p:tav>
                                        <p:tav tm="100000">
                                          <p:val>
                                            <p:strVal val="#ppt_x"/>
                                          </p:val>
                                        </p:tav>
                                      </p:tavLst>
                                    </p:anim>
                                    <p:anim calcmode="lin" valueType="num">
                                      <p:cBhvr>
                                        <p:cTn id="24" dur="1000" fill="hold"/>
                                        <p:tgtEl>
                                          <p:spTgt spid="4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1000"/>
                                        <p:tgtEl>
                                          <p:spTgt spid="53"/>
                                        </p:tgtEl>
                                      </p:cBhvr>
                                    </p:animEffect>
                                    <p:anim calcmode="lin" valueType="num">
                                      <p:cBhvr>
                                        <p:cTn id="28" dur="1000" fill="hold"/>
                                        <p:tgtEl>
                                          <p:spTgt spid="53"/>
                                        </p:tgtEl>
                                        <p:attrNameLst>
                                          <p:attrName>ppt_x</p:attrName>
                                        </p:attrNameLst>
                                      </p:cBhvr>
                                      <p:tavLst>
                                        <p:tav tm="0">
                                          <p:val>
                                            <p:strVal val="#ppt_x"/>
                                          </p:val>
                                        </p:tav>
                                        <p:tav tm="100000">
                                          <p:val>
                                            <p:strVal val="#ppt_x"/>
                                          </p:val>
                                        </p:tav>
                                      </p:tavLst>
                                    </p:anim>
                                    <p:anim calcmode="lin" valueType="num">
                                      <p:cBhvr>
                                        <p:cTn id="29" dur="1000" fill="hold"/>
                                        <p:tgtEl>
                                          <p:spTgt spid="5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1000"/>
                                        <p:tgtEl>
                                          <p:spTgt spid="35"/>
                                        </p:tgtEl>
                                      </p:cBhvr>
                                    </p:animEffect>
                                    <p:anim calcmode="lin" valueType="num">
                                      <p:cBhvr>
                                        <p:cTn id="33" dur="1000" fill="hold"/>
                                        <p:tgtEl>
                                          <p:spTgt spid="35"/>
                                        </p:tgtEl>
                                        <p:attrNameLst>
                                          <p:attrName>ppt_x</p:attrName>
                                        </p:attrNameLst>
                                      </p:cBhvr>
                                      <p:tavLst>
                                        <p:tav tm="0">
                                          <p:val>
                                            <p:strVal val="#ppt_x"/>
                                          </p:val>
                                        </p:tav>
                                        <p:tav tm="100000">
                                          <p:val>
                                            <p:strVal val="#ppt_x"/>
                                          </p:val>
                                        </p:tav>
                                      </p:tavLst>
                                    </p:anim>
                                    <p:anim calcmode="lin" valueType="num">
                                      <p:cBhvr>
                                        <p:cTn id="34" dur="1000" fill="hold"/>
                                        <p:tgtEl>
                                          <p:spTgt spid="3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fade">
                                      <p:cBhvr>
                                        <p:cTn id="37" dur="1000"/>
                                        <p:tgtEl>
                                          <p:spTgt spid="58"/>
                                        </p:tgtEl>
                                      </p:cBhvr>
                                    </p:animEffect>
                                    <p:anim calcmode="lin" valueType="num">
                                      <p:cBhvr>
                                        <p:cTn id="38" dur="1000" fill="hold"/>
                                        <p:tgtEl>
                                          <p:spTgt spid="58"/>
                                        </p:tgtEl>
                                        <p:attrNameLst>
                                          <p:attrName>ppt_x</p:attrName>
                                        </p:attrNameLst>
                                      </p:cBhvr>
                                      <p:tavLst>
                                        <p:tav tm="0">
                                          <p:val>
                                            <p:strVal val="#ppt_x"/>
                                          </p:val>
                                        </p:tav>
                                        <p:tav tm="100000">
                                          <p:val>
                                            <p:strVal val="#ppt_x"/>
                                          </p:val>
                                        </p:tav>
                                      </p:tavLst>
                                    </p:anim>
                                    <p:anim calcmode="lin" valueType="num">
                                      <p:cBhvr>
                                        <p:cTn id="39" dur="1000" fill="hold"/>
                                        <p:tgtEl>
                                          <p:spTgt spid="5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fade">
                                      <p:cBhvr>
                                        <p:cTn id="42" dur="1000"/>
                                        <p:tgtEl>
                                          <p:spTgt spid="57"/>
                                        </p:tgtEl>
                                      </p:cBhvr>
                                    </p:animEffect>
                                    <p:anim calcmode="lin" valueType="num">
                                      <p:cBhvr>
                                        <p:cTn id="43" dur="1000" fill="hold"/>
                                        <p:tgtEl>
                                          <p:spTgt spid="57"/>
                                        </p:tgtEl>
                                        <p:attrNameLst>
                                          <p:attrName>ppt_x</p:attrName>
                                        </p:attrNameLst>
                                      </p:cBhvr>
                                      <p:tavLst>
                                        <p:tav tm="0">
                                          <p:val>
                                            <p:strVal val="#ppt_x"/>
                                          </p:val>
                                        </p:tav>
                                        <p:tav tm="100000">
                                          <p:val>
                                            <p:strVal val="#ppt_x"/>
                                          </p:val>
                                        </p:tav>
                                      </p:tavLst>
                                    </p:anim>
                                    <p:anim calcmode="lin" valueType="num">
                                      <p:cBhvr>
                                        <p:cTn id="44" dur="1000" fill="hold"/>
                                        <p:tgtEl>
                                          <p:spTgt spid="57"/>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fade">
                                      <p:cBhvr>
                                        <p:cTn id="47" dur="1000"/>
                                        <p:tgtEl>
                                          <p:spTgt spid="59"/>
                                        </p:tgtEl>
                                      </p:cBhvr>
                                    </p:animEffect>
                                    <p:anim calcmode="lin" valueType="num">
                                      <p:cBhvr>
                                        <p:cTn id="48" dur="1000" fill="hold"/>
                                        <p:tgtEl>
                                          <p:spTgt spid="59"/>
                                        </p:tgtEl>
                                        <p:attrNameLst>
                                          <p:attrName>ppt_x</p:attrName>
                                        </p:attrNameLst>
                                      </p:cBhvr>
                                      <p:tavLst>
                                        <p:tav tm="0">
                                          <p:val>
                                            <p:strVal val="#ppt_x"/>
                                          </p:val>
                                        </p:tav>
                                        <p:tav tm="100000">
                                          <p:val>
                                            <p:strVal val="#ppt_x"/>
                                          </p:val>
                                        </p:tav>
                                      </p:tavLst>
                                    </p:anim>
                                    <p:anim calcmode="lin" valueType="num">
                                      <p:cBhvr>
                                        <p:cTn id="49" dur="1000" fill="hold"/>
                                        <p:tgtEl>
                                          <p:spTgt spid="5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1000"/>
                                        <p:tgtEl>
                                          <p:spTgt spid="60"/>
                                        </p:tgtEl>
                                      </p:cBhvr>
                                    </p:animEffect>
                                    <p:anim calcmode="lin" valueType="num">
                                      <p:cBhvr>
                                        <p:cTn id="53" dur="1000" fill="hold"/>
                                        <p:tgtEl>
                                          <p:spTgt spid="60"/>
                                        </p:tgtEl>
                                        <p:attrNameLst>
                                          <p:attrName>ppt_x</p:attrName>
                                        </p:attrNameLst>
                                      </p:cBhvr>
                                      <p:tavLst>
                                        <p:tav tm="0">
                                          <p:val>
                                            <p:strVal val="#ppt_x"/>
                                          </p:val>
                                        </p:tav>
                                        <p:tav tm="100000">
                                          <p:val>
                                            <p:strVal val="#ppt_x"/>
                                          </p:val>
                                        </p:tav>
                                      </p:tavLst>
                                    </p:anim>
                                    <p:anim calcmode="lin" valueType="num">
                                      <p:cBhvr>
                                        <p:cTn id="54"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wipe(down)">
                                      <p:cBhvr>
                                        <p:cTn id="59" dur="500"/>
                                        <p:tgtEl>
                                          <p:spTgt spid="4"/>
                                        </p:tgtEl>
                                      </p:cBhvr>
                                    </p:animEffect>
                                  </p:childTnLst>
                                </p:cTn>
                              </p:par>
                              <p:par>
                                <p:cTn id="60" presetID="22" presetClass="entr" presetSubtype="4" fill="hold" nodeType="with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wipe(down)">
                                      <p:cBhvr>
                                        <p:cTn id="62" dur="500"/>
                                        <p:tgtEl>
                                          <p:spTgt spid="49"/>
                                        </p:tgtEl>
                                      </p:cBhvr>
                                    </p:animEffect>
                                  </p:childTnLst>
                                </p:cTn>
                              </p:par>
                              <p:par>
                                <p:cTn id="63" presetID="22" presetClass="entr" presetSubtype="4" fill="hold" nodeType="withEffect">
                                  <p:stCondLst>
                                    <p:cond delay="0"/>
                                  </p:stCondLst>
                                  <p:childTnLst>
                                    <p:set>
                                      <p:cBhvr>
                                        <p:cTn id="64" dur="1" fill="hold">
                                          <p:stCondLst>
                                            <p:cond delay="0"/>
                                          </p:stCondLst>
                                        </p:cTn>
                                        <p:tgtEl>
                                          <p:spTgt spid="54"/>
                                        </p:tgtEl>
                                        <p:attrNameLst>
                                          <p:attrName>style.visibility</p:attrName>
                                        </p:attrNameLst>
                                      </p:cBhvr>
                                      <p:to>
                                        <p:strVal val="visible"/>
                                      </p:to>
                                    </p:set>
                                    <p:animEffect transition="in" filter="wipe(down)">
                                      <p:cBhvr>
                                        <p:cTn id="65" dur="500"/>
                                        <p:tgtEl>
                                          <p:spTgt spid="54"/>
                                        </p:tgtEl>
                                      </p:cBhvr>
                                    </p:animEffect>
                                  </p:childTnLst>
                                </p:cTn>
                              </p:par>
                              <p:par>
                                <p:cTn id="66" presetID="22" presetClass="entr" presetSubtype="4" fill="hold"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wipe(down)">
                                      <p:cBhvr>
                                        <p:cTn id="68" dur="500"/>
                                        <p:tgtEl>
                                          <p:spTgt spid="36"/>
                                        </p:tgtEl>
                                      </p:cBhvr>
                                    </p:animEffect>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1000"/>
                                        <p:tgtEl>
                                          <p:spTgt spid="26"/>
                                        </p:tgtEl>
                                      </p:cBhvr>
                                    </p:animEffect>
                                    <p:anim calcmode="lin" valueType="num">
                                      <p:cBhvr>
                                        <p:cTn id="74" dur="1000" fill="hold"/>
                                        <p:tgtEl>
                                          <p:spTgt spid="26"/>
                                        </p:tgtEl>
                                        <p:attrNameLst>
                                          <p:attrName>ppt_x</p:attrName>
                                        </p:attrNameLst>
                                      </p:cBhvr>
                                      <p:tavLst>
                                        <p:tav tm="0">
                                          <p:val>
                                            <p:strVal val="#ppt_x"/>
                                          </p:val>
                                        </p:tav>
                                        <p:tav tm="100000">
                                          <p:val>
                                            <p:strVal val="#ppt_x"/>
                                          </p:val>
                                        </p:tav>
                                      </p:tavLst>
                                    </p:anim>
                                    <p:anim calcmode="lin" valueType="num">
                                      <p:cBhvr>
                                        <p:cTn id="75" dur="1000" fill="hold"/>
                                        <p:tgtEl>
                                          <p:spTgt spid="26"/>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1000"/>
                                        <p:tgtEl>
                                          <p:spTgt spid="30"/>
                                        </p:tgtEl>
                                      </p:cBhvr>
                                    </p:animEffect>
                                    <p:anim calcmode="lin" valueType="num">
                                      <p:cBhvr>
                                        <p:cTn id="79" dur="1000" fill="hold"/>
                                        <p:tgtEl>
                                          <p:spTgt spid="30"/>
                                        </p:tgtEl>
                                        <p:attrNameLst>
                                          <p:attrName>ppt_x</p:attrName>
                                        </p:attrNameLst>
                                      </p:cBhvr>
                                      <p:tavLst>
                                        <p:tav tm="0">
                                          <p:val>
                                            <p:strVal val="#ppt_x"/>
                                          </p:val>
                                        </p:tav>
                                        <p:tav tm="100000">
                                          <p:val>
                                            <p:strVal val="#ppt_x"/>
                                          </p:val>
                                        </p:tav>
                                      </p:tavLst>
                                    </p:anim>
                                    <p:anim calcmode="lin" valueType="num">
                                      <p:cBhvr>
                                        <p:cTn id="80"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fade">
                                      <p:cBhvr>
                                        <p:cTn id="85" dur="1000"/>
                                        <p:tgtEl>
                                          <p:spTgt spid="50"/>
                                        </p:tgtEl>
                                      </p:cBhvr>
                                    </p:animEffect>
                                    <p:anim calcmode="lin" valueType="num">
                                      <p:cBhvr>
                                        <p:cTn id="86" dur="1000" fill="hold"/>
                                        <p:tgtEl>
                                          <p:spTgt spid="50"/>
                                        </p:tgtEl>
                                        <p:attrNameLst>
                                          <p:attrName>ppt_x</p:attrName>
                                        </p:attrNameLst>
                                      </p:cBhvr>
                                      <p:tavLst>
                                        <p:tav tm="0">
                                          <p:val>
                                            <p:strVal val="#ppt_x"/>
                                          </p:val>
                                        </p:tav>
                                        <p:tav tm="100000">
                                          <p:val>
                                            <p:strVal val="#ppt_x"/>
                                          </p:val>
                                        </p:tav>
                                      </p:tavLst>
                                    </p:anim>
                                    <p:anim calcmode="lin" valueType="num">
                                      <p:cBhvr>
                                        <p:cTn id="87" dur="1000" fill="hold"/>
                                        <p:tgtEl>
                                          <p:spTgt spid="50"/>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51"/>
                                        </p:tgtEl>
                                        <p:attrNameLst>
                                          <p:attrName>style.visibility</p:attrName>
                                        </p:attrNameLst>
                                      </p:cBhvr>
                                      <p:to>
                                        <p:strVal val="visible"/>
                                      </p:to>
                                    </p:set>
                                    <p:animEffect transition="in" filter="fade">
                                      <p:cBhvr>
                                        <p:cTn id="90" dur="1000"/>
                                        <p:tgtEl>
                                          <p:spTgt spid="51"/>
                                        </p:tgtEl>
                                      </p:cBhvr>
                                    </p:animEffect>
                                    <p:anim calcmode="lin" valueType="num">
                                      <p:cBhvr>
                                        <p:cTn id="91" dur="1000" fill="hold"/>
                                        <p:tgtEl>
                                          <p:spTgt spid="51"/>
                                        </p:tgtEl>
                                        <p:attrNameLst>
                                          <p:attrName>ppt_x</p:attrName>
                                        </p:attrNameLst>
                                      </p:cBhvr>
                                      <p:tavLst>
                                        <p:tav tm="0">
                                          <p:val>
                                            <p:strVal val="#ppt_x"/>
                                          </p:val>
                                        </p:tav>
                                        <p:tav tm="100000">
                                          <p:val>
                                            <p:strVal val="#ppt_x"/>
                                          </p:val>
                                        </p:tav>
                                      </p:tavLst>
                                    </p:anim>
                                    <p:anim calcmode="lin" valueType="num">
                                      <p:cBhvr>
                                        <p:cTn id="92"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1000"/>
                                        <p:tgtEl>
                                          <p:spTgt spid="41"/>
                                        </p:tgtEl>
                                      </p:cBhvr>
                                    </p:animEffect>
                                    <p:anim calcmode="lin" valueType="num">
                                      <p:cBhvr>
                                        <p:cTn id="98" dur="1000" fill="hold"/>
                                        <p:tgtEl>
                                          <p:spTgt spid="41"/>
                                        </p:tgtEl>
                                        <p:attrNameLst>
                                          <p:attrName>ppt_x</p:attrName>
                                        </p:attrNameLst>
                                      </p:cBhvr>
                                      <p:tavLst>
                                        <p:tav tm="0">
                                          <p:val>
                                            <p:strVal val="#ppt_x"/>
                                          </p:val>
                                        </p:tav>
                                        <p:tav tm="100000">
                                          <p:val>
                                            <p:strVal val="#ppt_x"/>
                                          </p:val>
                                        </p:tav>
                                      </p:tavLst>
                                    </p:anim>
                                    <p:anim calcmode="lin" valueType="num">
                                      <p:cBhvr>
                                        <p:cTn id="99" dur="1000" fill="hold"/>
                                        <p:tgtEl>
                                          <p:spTgt spid="41"/>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fade">
                                      <p:cBhvr>
                                        <p:cTn id="102" dur="1000"/>
                                        <p:tgtEl>
                                          <p:spTgt spid="43"/>
                                        </p:tgtEl>
                                      </p:cBhvr>
                                    </p:animEffect>
                                    <p:anim calcmode="lin" valueType="num">
                                      <p:cBhvr>
                                        <p:cTn id="103" dur="1000" fill="hold"/>
                                        <p:tgtEl>
                                          <p:spTgt spid="43"/>
                                        </p:tgtEl>
                                        <p:attrNameLst>
                                          <p:attrName>ppt_x</p:attrName>
                                        </p:attrNameLst>
                                      </p:cBhvr>
                                      <p:tavLst>
                                        <p:tav tm="0">
                                          <p:val>
                                            <p:strVal val="#ppt_x"/>
                                          </p:val>
                                        </p:tav>
                                        <p:tav tm="100000">
                                          <p:val>
                                            <p:strVal val="#ppt_x"/>
                                          </p:val>
                                        </p:tav>
                                      </p:tavLst>
                                    </p:anim>
                                    <p:anim calcmode="lin" valueType="num">
                                      <p:cBhvr>
                                        <p:cTn id="10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1000"/>
                                        <p:tgtEl>
                                          <p:spTgt spid="55"/>
                                        </p:tgtEl>
                                      </p:cBhvr>
                                    </p:animEffect>
                                    <p:anim calcmode="lin" valueType="num">
                                      <p:cBhvr>
                                        <p:cTn id="110" dur="1000" fill="hold"/>
                                        <p:tgtEl>
                                          <p:spTgt spid="55"/>
                                        </p:tgtEl>
                                        <p:attrNameLst>
                                          <p:attrName>ppt_x</p:attrName>
                                        </p:attrNameLst>
                                      </p:cBhvr>
                                      <p:tavLst>
                                        <p:tav tm="0">
                                          <p:val>
                                            <p:strVal val="#ppt_x"/>
                                          </p:val>
                                        </p:tav>
                                        <p:tav tm="100000">
                                          <p:val>
                                            <p:strVal val="#ppt_x"/>
                                          </p:val>
                                        </p:tav>
                                      </p:tavLst>
                                    </p:anim>
                                    <p:anim calcmode="lin" valueType="num">
                                      <p:cBhvr>
                                        <p:cTn id="111" dur="1000" fill="hold"/>
                                        <p:tgtEl>
                                          <p:spTgt spid="55"/>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fade">
                                      <p:cBhvr>
                                        <p:cTn id="114" dur="1000"/>
                                        <p:tgtEl>
                                          <p:spTgt spid="56"/>
                                        </p:tgtEl>
                                      </p:cBhvr>
                                    </p:animEffect>
                                    <p:anim calcmode="lin" valueType="num">
                                      <p:cBhvr>
                                        <p:cTn id="115" dur="1000" fill="hold"/>
                                        <p:tgtEl>
                                          <p:spTgt spid="56"/>
                                        </p:tgtEl>
                                        <p:attrNameLst>
                                          <p:attrName>ppt_x</p:attrName>
                                        </p:attrNameLst>
                                      </p:cBhvr>
                                      <p:tavLst>
                                        <p:tav tm="0">
                                          <p:val>
                                            <p:strVal val="#ppt_x"/>
                                          </p:val>
                                        </p:tav>
                                        <p:tav tm="100000">
                                          <p:val>
                                            <p:strVal val="#ppt_x"/>
                                          </p:val>
                                        </p:tav>
                                      </p:tavLst>
                                    </p:anim>
                                    <p:anim calcmode="lin" valueType="num">
                                      <p:cBhvr>
                                        <p:cTn id="116"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26" grpId="0"/>
      <p:bldP spid="30" grpId="0"/>
      <p:bldP spid="35" grpId="0" animBg="1"/>
      <p:bldP spid="47" grpId="0" animBg="1"/>
      <p:bldP spid="50" grpId="0"/>
      <p:bldP spid="51" grpId="0"/>
      <p:bldP spid="53" grpId="0" animBg="1"/>
      <p:bldP spid="41" grpId="0"/>
      <p:bldP spid="43" grpId="0"/>
      <p:bldP spid="55" grpId="0"/>
      <p:bldP spid="56" grpId="0"/>
      <p:bldP spid="57" grpId="0" animBg="1"/>
      <p:bldP spid="58" grpId="0" animBg="1"/>
      <p:bldP spid="59" grpId="0" animBg="1"/>
      <p:bldP spid="6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a:off x="8893312" y="2197811"/>
            <a:ext cx="2445248" cy="3176823"/>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a:off x="6213354" y="2197811"/>
            <a:ext cx="2445248" cy="3176823"/>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a:xfrm>
            <a:off x="3533397" y="2197811"/>
            <a:ext cx="2445248" cy="3176823"/>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a:xfrm>
            <a:off x="853440" y="2197811"/>
            <a:ext cx="2445248" cy="3176823"/>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a:spLocks noChangeArrowheads="1"/>
          </p:cNvSpPr>
          <p:nvPr/>
        </p:nvSpPr>
        <p:spPr bwMode="auto">
          <a:xfrm>
            <a:off x="9671468" y="2467836"/>
            <a:ext cx="888936" cy="8889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9279378" y="3657065"/>
            <a:ext cx="1673116" cy="338554"/>
          </a:xfrm>
          <a:prstGeom prst="rect">
            <a:avLst/>
          </a:prstGeom>
          <a:noFill/>
        </p:spPr>
        <p:txBody>
          <a:bodyPr wrap="square" rtlCol="0">
            <a:spAutoFit/>
          </a:bodyPr>
          <a:lstStyle/>
          <a:p>
            <a:pPr algn="ctr"/>
            <a:r>
              <a:rPr lang="en-US" altLang="zh-CN" sz="1600" dirty="0">
                <a:solidFill>
                  <a:schemeClr val="bg1"/>
                </a:solidFill>
                <a:cs typeface="+mn-ea"/>
                <a:sym typeface="+mn-lt"/>
              </a:rPr>
              <a:t>Add The Title</a:t>
            </a:r>
            <a:endParaRPr lang="en-US" altLang="zh-CN" sz="1600" dirty="0">
              <a:solidFill>
                <a:schemeClr val="bg1"/>
              </a:solidFill>
              <a:cs typeface="+mn-ea"/>
              <a:sym typeface="+mn-lt"/>
            </a:endParaRPr>
          </a:p>
        </p:txBody>
      </p:sp>
      <p:sp>
        <p:nvSpPr>
          <p:cNvPr id="15"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8989592" y="3995619"/>
            <a:ext cx="2252688" cy="932563"/>
          </a:xfrm>
          <a:prstGeom prst="rect">
            <a:avLst/>
          </a:prstGeom>
          <a:noFill/>
        </p:spPr>
        <p:txBody>
          <a:bodyPr wrap="square" rtlCol="0">
            <a:spAutoFit/>
          </a:bodyPr>
          <a:lstStyle/>
          <a:p>
            <a:pPr algn="ctr">
              <a:lnSpc>
                <a:spcPct val="130000"/>
              </a:lnSpc>
            </a:pPr>
            <a:r>
              <a:rPr lang="en-US" altLang="zh-CN" sz="1050" dirty="0">
                <a:solidFill>
                  <a:schemeClr val="bg1"/>
                </a:solidFill>
                <a:cs typeface="+mn-ea"/>
                <a:sym typeface="+mn-lt"/>
              </a:rPr>
              <a:t>Please add your text description to the flying impression plane. Please add your text description to the flying impression plane.</a:t>
            </a:r>
            <a:endParaRPr lang="en-US" altLang="zh-CN" sz="1050" dirty="0">
              <a:solidFill>
                <a:schemeClr val="bg1"/>
              </a:solidFill>
              <a:cs typeface="+mn-ea"/>
              <a:sym typeface="+mn-lt"/>
            </a:endParaRPr>
          </a:p>
        </p:txBody>
      </p:sp>
      <p:sp>
        <p:nvSpPr>
          <p:cNvPr id="16" name="Flying impression design ——飞印象设计是一家专业的广告设计制作工作室，专注于平面、OFFICE、摄影等业务，工作室成立于2016年，拥有高水平的设计团队，已经立足于市场，今后将输出更多精致作品。"/>
          <p:cNvSpPr>
            <a:spLocks noChangeArrowheads="1"/>
          </p:cNvSpPr>
          <p:nvPr/>
        </p:nvSpPr>
        <p:spPr bwMode="auto">
          <a:xfrm>
            <a:off x="6991510" y="2467836"/>
            <a:ext cx="888936" cy="888936"/>
          </a:xfrm>
          <a:prstGeom prst="ellipse">
            <a:avLst/>
          </a:prstGeom>
          <a:solidFill>
            <a:srgbClr val="EFEFEF"/>
          </a:solidFill>
          <a:ln w="38100">
            <a:noFill/>
          </a:ln>
        </p:spPr>
        <p:txBody>
          <a:bodyPr vert="horz" wrap="square" lIns="91440" tIns="45720" rIns="91440" bIns="45720" numCol="1" anchor="t" anchorCtr="0" compatLnSpc="1"/>
          <a:lstStyle/>
          <a:p>
            <a:endParaRPr lang="zh-CN" altLang="en-US">
              <a:solidFill>
                <a:schemeClr val="tx1">
                  <a:lumMod val="65000"/>
                  <a:lumOff val="35000"/>
                </a:schemeClr>
              </a:solidFill>
              <a:cs typeface="+mn-ea"/>
              <a:sym typeface="+mn-lt"/>
            </a:endParaRPr>
          </a:p>
        </p:txBody>
      </p:sp>
      <p:sp>
        <p:nvSpPr>
          <p:cNvPr id="1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599420" y="3657065"/>
            <a:ext cx="1673116" cy="338554"/>
          </a:xfrm>
          <a:prstGeom prst="rect">
            <a:avLst/>
          </a:prstGeom>
          <a:noFill/>
        </p:spPr>
        <p:txBody>
          <a:bodyPr wrap="square" rtlCol="0">
            <a:spAutoFit/>
          </a:bodyPr>
          <a:lstStyle/>
          <a:p>
            <a:pPr algn="ctr"/>
            <a:r>
              <a:rPr lang="en-US" altLang="zh-CN" sz="1600" dirty="0">
                <a:solidFill>
                  <a:schemeClr val="bg1"/>
                </a:solidFill>
                <a:cs typeface="+mn-ea"/>
                <a:sym typeface="+mn-lt"/>
              </a:rPr>
              <a:t>Add The Title</a:t>
            </a:r>
            <a:endParaRPr lang="en-US" altLang="zh-CN" sz="1600" dirty="0">
              <a:solidFill>
                <a:schemeClr val="bg1"/>
              </a:solidFill>
              <a:cs typeface="+mn-ea"/>
              <a:sym typeface="+mn-lt"/>
            </a:endParaRPr>
          </a:p>
        </p:txBody>
      </p:sp>
      <p:sp>
        <p:nvSpPr>
          <p:cNvPr id="18"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309634" y="3995619"/>
            <a:ext cx="2252688" cy="932563"/>
          </a:xfrm>
          <a:prstGeom prst="rect">
            <a:avLst/>
          </a:prstGeom>
          <a:noFill/>
        </p:spPr>
        <p:txBody>
          <a:bodyPr wrap="square" rtlCol="0">
            <a:spAutoFit/>
          </a:bodyPr>
          <a:lstStyle/>
          <a:p>
            <a:pPr algn="ctr">
              <a:lnSpc>
                <a:spcPct val="130000"/>
              </a:lnSpc>
            </a:pPr>
            <a:r>
              <a:rPr lang="en-US" altLang="zh-CN" sz="1050" dirty="0">
                <a:solidFill>
                  <a:schemeClr val="bg1"/>
                </a:solidFill>
                <a:cs typeface="+mn-ea"/>
                <a:sym typeface="+mn-lt"/>
              </a:rPr>
              <a:t>Please add your text description to the flying impression plane. Please add your text description to the flying impression plane.</a:t>
            </a:r>
            <a:endParaRPr lang="en-US" altLang="zh-CN" sz="1050" dirty="0">
              <a:solidFill>
                <a:schemeClr val="bg1"/>
              </a:solidFill>
              <a:cs typeface="+mn-ea"/>
              <a:sym typeface="+mn-lt"/>
            </a:endParaRPr>
          </a:p>
        </p:txBody>
      </p:sp>
      <p:sp>
        <p:nvSpPr>
          <p:cNvPr id="19" name="Flying impression design ——飞印象设计是一家专业的广告设计制作工作室，专注于平面、OFFICE、摄影等业务，工作室成立于2016年，拥有高水平的设计团队，已经立足于市场，今后将输出更多精致作品。"/>
          <p:cNvSpPr>
            <a:spLocks noChangeArrowheads="1"/>
          </p:cNvSpPr>
          <p:nvPr/>
        </p:nvSpPr>
        <p:spPr bwMode="auto">
          <a:xfrm>
            <a:off x="4311553" y="2467836"/>
            <a:ext cx="888936" cy="8889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3919463" y="3657065"/>
            <a:ext cx="1673116" cy="338554"/>
          </a:xfrm>
          <a:prstGeom prst="rect">
            <a:avLst/>
          </a:prstGeom>
          <a:noFill/>
        </p:spPr>
        <p:txBody>
          <a:bodyPr wrap="square" rtlCol="0">
            <a:spAutoFit/>
          </a:bodyPr>
          <a:lstStyle/>
          <a:p>
            <a:pPr algn="ctr"/>
            <a:r>
              <a:rPr lang="en-US" altLang="zh-CN" sz="1600" dirty="0">
                <a:solidFill>
                  <a:schemeClr val="bg1"/>
                </a:solidFill>
                <a:cs typeface="+mn-ea"/>
                <a:sym typeface="+mn-lt"/>
              </a:rPr>
              <a:t>Add The Title</a:t>
            </a:r>
            <a:endParaRPr lang="en-US" altLang="zh-CN" sz="1600" dirty="0">
              <a:solidFill>
                <a:schemeClr val="bg1"/>
              </a:solidFill>
              <a:cs typeface="+mn-ea"/>
              <a:sym typeface="+mn-lt"/>
            </a:endParaRPr>
          </a:p>
        </p:txBody>
      </p:sp>
      <p:sp>
        <p:nvSpPr>
          <p:cNvPr id="21"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3628078" y="4079094"/>
            <a:ext cx="2252688" cy="932563"/>
          </a:xfrm>
          <a:prstGeom prst="rect">
            <a:avLst/>
          </a:prstGeom>
          <a:noFill/>
        </p:spPr>
        <p:txBody>
          <a:bodyPr wrap="square" rtlCol="0">
            <a:spAutoFit/>
          </a:bodyPr>
          <a:lstStyle/>
          <a:p>
            <a:pPr algn="ctr">
              <a:lnSpc>
                <a:spcPct val="130000"/>
              </a:lnSpc>
            </a:pPr>
            <a:r>
              <a:rPr lang="en-US" altLang="zh-CN" sz="1050" dirty="0">
                <a:solidFill>
                  <a:schemeClr val="bg1"/>
                </a:solidFill>
                <a:cs typeface="+mn-ea"/>
                <a:sym typeface="+mn-lt"/>
              </a:rPr>
              <a:t>Please add your text description to the flying impression plane. Please add your text description to the flying impression plane.</a:t>
            </a:r>
            <a:endParaRPr lang="en-US" altLang="zh-CN" sz="1050" dirty="0">
              <a:solidFill>
                <a:schemeClr val="bg1"/>
              </a:solidFill>
              <a:cs typeface="+mn-ea"/>
              <a:sym typeface="+mn-lt"/>
            </a:endParaRPr>
          </a:p>
        </p:txBody>
      </p:sp>
      <p:sp>
        <p:nvSpPr>
          <p:cNvPr id="22" name="Flying impression design ——飞印象设计是一家专业的广告设计制作工作室，专注于平面、OFFICE、摄影等业务，工作室成立于2016年，拥有高水平的设计团队，已经立足于市场，今后将输出更多精致作品。"/>
          <p:cNvSpPr>
            <a:spLocks noChangeArrowheads="1"/>
          </p:cNvSpPr>
          <p:nvPr/>
        </p:nvSpPr>
        <p:spPr bwMode="auto">
          <a:xfrm>
            <a:off x="1631596" y="2467836"/>
            <a:ext cx="888936" cy="8889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1239506" y="3657065"/>
            <a:ext cx="1673116" cy="338554"/>
          </a:xfrm>
          <a:prstGeom prst="rect">
            <a:avLst/>
          </a:prstGeom>
          <a:noFill/>
        </p:spPr>
        <p:txBody>
          <a:bodyPr wrap="square" rtlCol="0">
            <a:spAutoFit/>
          </a:bodyPr>
          <a:lstStyle/>
          <a:p>
            <a:pPr algn="ctr"/>
            <a:r>
              <a:rPr lang="en-US" altLang="zh-CN" sz="1600" dirty="0">
                <a:solidFill>
                  <a:schemeClr val="bg1"/>
                </a:solidFill>
                <a:cs typeface="+mn-ea"/>
                <a:sym typeface="+mn-lt"/>
              </a:rPr>
              <a:t>Add The Title</a:t>
            </a:r>
            <a:endParaRPr lang="en-US" altLang="zh-CN" sz="1600" dirty="0">
              <a:solidFill>
                <a:schemeClr val="bg1"/>
              </a:solidFill>
              <a:cs typeface="+mn-ea"/>
              <a:sym typeface="+mn-lt"/>
            </a:endParaRPr>
          </a:p>
        </p:txBody>
      </p:sp>
      <p:sp>
        <p:nvSpPr>
          <p:cNvPr id="24"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949720" y="3995619"/>
            <a:ext cx="2252688" cy="932563"/>
          </a:xfrm>
          <a:prstGeom prst="rect">
            <a:avLst/>
          </a:prstGeom>
          <a:noFill/>
        </p:spPr>
        <p:txBody>
          <a:bodyPr wrap="square" rtlCol="0">
            <a:spAutoFit/>
          </a:bodyPr>
          <a:lstStyle/>
          <a:p>
            <a:pPr algn="ctr">
              <a:lnSpc>
                <a:spcPct val="130000"/>
              </a:lnSpc>
            </a:pPr>
            <a:r>
              <a:rPr lang="en-US" altLang="zh-CN" sz="1050" dirty="0">
                <a:solidFill>
                  <a:schemeClr val="bg1"/>
                </a:solidFill>
                <a:cs typeface="+mn-ea"/>
                <a:sym typeface="+mn-lt"/>
              </a:rPr>
              <a:t>Please add your text description to the flying impression plane. Please add your text description to the flying impression plane.</a:t>
            </a:r>
            <a:endParaRPr lang="en-US" altLang="zh-CN" sz="1050" dirty="0">
              <a:solidFill>
                <a:schemeClr val="bg1"/>
              </a:solidFill>
              <a:cs typeface="+mn-ea"/>
              <a:sym typeface="+mn-lt"/>
            </a:endParaRPr>
          </a:p>
        </p:txBody>
      </p:sp>
      <p:sp>
        <p:nvSpPr>
          <p:cNvPr id="25" name="Flying impression design ——飞印象设计是一家专业的广告设计制作工作室，专注于平面、OFFICE、摄影等业务，工作室成立于2016年，拥有高水平的设计团队，已经立足于市场，今后将输出更多精致作品。"/>
          <p:cNvSpPr/>
          <p:nvPr/>
        </p:nvSpPr>
        <p:spPr>
          <a:xfrm>
            <a:off x="9993072" y="2764868"/>
            <a:ext cx="245728" cy="294872"/>
          </a:xfrm>
          <a:custGeom>
            <a:avLst/>
            <a:gdLst/>
            <a:ahLst/>
            <a:cxnLst>
              <a:cxn ang="0">
                <a:pos x="wd2" y="hd2"/>
              </a:cxn>
              <a:cxn ang="5400000">
                <a:pos x="wd2" y="hd2"/>
              </a:cxn>
              <a:cxn ang="10800000">
                <a:pos x="wd2" y="hd2"/>
              </a:cxn>
              <a:cxn ang="16200000">
                <a:pos x="wd2" y="hd2"/>
              </a:cxn>
            </a:cxnLst>
            <a:rect l="0" t="0" r="r" b="b"/>
            <a:pathLst>
              <a:path w="21600" h="21600" extrusionOk="0">
                <a:moveTo>
                  <a:pt x="14040" y="9000"/>
                </a:moveTo>
                <a:lnTo>
                  <a:pt x="14040" y="10800"/>
                </a:lnTo>
                <a:lnTo>
                  <a:pt x="19440" y="10800"/>
                </a:lnTo>
                <a:lnTo>
                  <a:pt x="19440" y="19800"/>
                </a:lnTo>
                <a:lnTo>
                  <a:pt x="2160" y="19800"/>
                </a:lnTo>
                <a:lnTo>
                  <a:pt x="2160" y="10800"/>
                </a:lnTo>
                <a:lnTo>
                  <a:pt x="7560" y="10800"/>
                </a:lnTo>
                <a:lnTo>
                  <a:pt x="7560" y="9000"/>
                </a:lnTo>
                <a:lnTo>
                  <a:pt x="0" y="9000"/>
                </a:lnTo>
                <a:lnTo>
                  <a:pt x="0" y="21597"/>
                </a:lnTo>
                <a:lnTo>
                  <a:pt x="21600" y="21600"/>
                </a:lnTo>
                <a:lnTo>
                  <a:pt x="21600" y="9000"/>
                </a:lnTo>
                <a:cubicBezTo>
                  <a:pt x="21600" y="9000"/>
                  <a:pt x="14040" y="9000"/>
                  <a:pt x="14040" y="9000"/>
                </a:cubicBezTo>
                <a:close/>
                <a:moveTo>
                  <a:pt x="9720" y="3600"/>
                </a:moveTo>
                <a:lnTo>
                  <a:pt x="9720" y="13950"/>
                </a:lnTo>
                <a:lnTo>
                  <a:pt x="11880" y="13950"/>
                </a:lnTo>
                <a:lnTo>
                  <a:pt x="11880" y="3600"/>
                </a:lnTo>
                <a:lnTo>
                  <a:pt x="16200" y="7200"/>
                </a:lnTo>
                <a:lnTo>
                  <a:pt x="17820" y="5850"/>
                </a:lnTo>
                <a:lnTo>
                  <a:pt x="10800" y="0"/>
                </a:lnTo>
                <a:lnTo>
                  <a:pt x="3780" y="5850"/>
                </a:lnTo>
                <a:lnTo>
                  <a:pt x="5400" y="7200"/>
                </a:lnTo>
                <a:cubicBezTo>
                  <a:pt x="5400" y="7200"/>
                  <a:pt x="9720" y="3600"/>
                  <a:pt x="9720" y="360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chemeClr val="lt1"/>
              </a:solidFill>
              <a:cs typeface="+mn-ea"/>
              <a:sym typeface="+mn-lt"/>
            </a:endParaRPr>
          </a:p>
        </p:txBody>
      </p:sp>
      <p:sp>
        <p:nvSpPr>
          <p:cNvPr id="26" name="Flying impression design ——飞印象设计是一家专业的广告设计制作工作室，专注于平面、OFFICE、摄影等业务，工作室成立于2016年，拥有高水平的设计团队，已经立足于市场，今后将输出更多精致作品。"/>
          <p:cNvSpPr/>
          <p:nvPr/>
        </p:nvSpPr>
        <p:spPr>
          <a:xfrm>
            <a:off x="7313115" y="2774083"/>
            <a:ext cx="245728" cy="276442"/>
          </a:xfrm>
          <a:custGeom>
            <a:avLst/>
            <a:gdLst/>
            <a:ahLst/>
            <a:cxnLst>
              <a:cxn ang="0">
                <a:pos x="wd2" y="hd2"/>
              </a:cxn>
              <a:cxn ang="5400000">
                <a:pos x="wd2" y="hd2"/>
              </a:cxn>
              <a:cxn ang="10800000">
                <a:pos x="wd2" y="hd2"/>
              </a:cxn>
              <a:cxn ang="16200000">
                <a:pos x="wd2" y="hd2"/>
              </a:cxn>
            </a:cxnLst>
            <a:rect l="0" t="0" r="r" b="b"/>
            <a:pathLst>
              <a:path w="21600" h="21600" extrusionOk="0">
                <a:moveTo>
                  <a:pt x="19440" y="19200"/>
                </a:moveTo>
                <a:lnTo>
                  <a:pt x="14040" y="17280"/>
                </a:lnTo>
                <a:lnTo>
                  <a:pt x="14040" y="2880"/>
                </a:lnTo>
                <a:lnTo>
                  <a:pt x="19440" y="4320"/>
                </a:lnTo>
                <a:cubicBezTo>
                  <a:pt x="19440" y="4320"/>
                  <a:pt x="19440" y="19200"/>
                  <a:pt x="19440" y="19200"/>
                </a:cubicBezTo>
                <a:close/>
                <a:moveTo>
                  <a:pt x="11880" y="17760"/>
                </a:moveTo>
                <a:lnTo>
                  <a:pt x="9720" y="18720"/>
                </a:lnTo>
                <a:lnTo>
                  <a:pt x="9720" y="4320"/>
                </a:lnTo>
                <a:lnTo>
                  <a:pt x="11880" y="3360"/>
                </a:lnTo>
                <a:cubicBezTo>
                  <a:pt x="11880" y="3360"/>
                  <a:pt x="11880" y="17760"/>
                  <a:pt x="11880" y="17760"/>
                </a:cubicBezTo>
                <a:close/>
                <a:moveTo>
                  <a:pt x="7560" y="18720"/>
                </a:moveTo>
                <a:lnTo>
                  <a:pt x="2160" y="17280"/>
                </a:lnTo>
                <a:lnTo>
                  <a:pt x="2160" y="2880"/>
                </a:lnTo>
                <a:lnTo>
                  <a:pt x="7560" y="4800"/>
                </a:lnTo>
                <a:cubicBezTo>
                  <a:pt x="7560" y="4800"/>
                  <a:pt x="7560" y="18720"/>
                  <a:pt x="7560" y="18720"/>
                </a:cubicBezTo>
                <a:close/>
                <a:moveTo>
                  <a:pt x="12960" y="480"/>
                </a:moveTo>
                <a:lnTo>
                  <a:pt x="8100" y="2880"/>
                </a:lnTo>
                <a:lnTo>
                  <a:pt x="0" y="0"/>
                </a:lnTo>
                <a:lnTo>
                  <a:pt x="0" y="18720"/>
                </a:lnTo>
                <a:lnTo>
                  <a:pt x="8640" y="21120"/>
                </a:lnTo>
                <a:lnTo>
                  <a:pt x="13500" y="19200"/>
                </a:lnTo>
                <a:lnTo>
                  <a:pt x="21600" y="21600"/>
                </a:lnTo>
                <a:lnTo>
                  <a:pt x="21600" y="2880"/>
                </a:lnTo>
                <a:cubicBezTo>
                  <a:pt x="21600" y="2880"/>
                  <a:pt x="12960" y="480"/>
                  <a:pt x="12960" y="48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chemeClr val="lt1"/>
              </a:solidFill>
              <a:cs typeface="+mn-ea"/>
              <a:sym typeface="+mn-lt"/>
            </a:endParaRPr>
          </a:p>
        </p:txBody>
      </p:sp>
      <p:sp>
        <p:nvSpPr>
          <p:cNvPr id="27" name="Flying impression design ——飞印象设计是一家专业的广告设计制作工作室，专注于平面、OFFICE、摄影等业务，工作室成立于2016年，拥有高水平的设计团队，已经立足于市场，今后将输出更多精致作品。"/>
          <p:cNvSpPr/>
          <p:nvPr/>
        </p:nvSpPr>
        <p:spPr>
          <a:xfrm>
            <a:off x="4603944" y="2764809"/>
            <a:ext cx="300956" cy="294990"/>
          </a:xfrm>
          <a:custGeom>
            <a:avLst/>
            <a:gdLst/>
            <a:ahLst/>
            <a:cxnLst>
              <a:cxn ang="0">
                <a:pos x="wd2" y="hd2"/>
              </a:cxn>
              <a:cxn ang="5400000">
                <a:pos x="wd2" y="hd2"/>
              </a:cxn>
              <a:cxn ang="10800000">
                <a:pos x="wd2" y="hd2"/>
              </a:cxn>
              <a:cxn ang="16200000">
                <a:pos x="wd2" y="hd2"/>
              </a:cxn>
            </a:cxnLst>
            <a:rect l="0" t="0" r="r" b="b"/>
            <a:pathLst>
              <a:path w="21600" h="21600" extrusionOk="0">
                <a:moveTo>
                  <a:pt x="13459" y="4172"/>
                </a:moveTo>
                <a:lnTo>
                  <a:pt x="15113" y="2508"/>
                </a:lnTo>
                <a:lnTo>
                  <a:pt x="19082" y="6426"/>
                </a:lnTo>
                <a:lnTo>
                  <a:pt x="17392" y="8127"/>
                </a:lnTo>
                <a:cubicBezTo>
                  <a:pt x="17392" y="8127"/>
                  <a:pt x="13459" y="4172"/>
                  <a:pt x="13459" y="4172"/>
                </a:cubicBezTo>
                <a:close/>
                <a:moveTo>
                  <a:pt x="6758" y="18819"/>
                </a:moveTo>
                <a:lnTo>
                  <a:pt x="2825" y="14865"/>
                </a:lnTo>
                <a:lnTo>
                  <a:pt x="12206" y="5432"/>
                </a:lnTo>
                <a:lnTo>
                  <a:pt x="16138" y="9387"/>
                </a:lnTo>
                <a:cubicBezTo>
                  <a:pt x="16138" y="9387"/>
                  <a:pt x="6758" y="18819"/>
                  <a:pt x="6758" y="18819"/>
                </a:cubicBezTo>
                <a:close/>
                <a:moveTo>
                  <a:pt x="1772" y="19818"/>
                </a:moveTo>
                <a:lnTo>
                  <a:pt x="1772" y="16326"/>
                </a:lnTo>
                <a:lnTo>
                  <a:pt x="5245" y="19818"/>
                </a:lnTo>
                <a:cubicBezTo>
                  <a:pt x="5245" y="19818"/>
                  <a:pt x="1772" y="19818"/>
                  <a:pt x="1772" y="19818"/>
                </a:cubicBezTo>
                <a:close/>
                <a:moveTo>
                  <a:pt x="15102" y="0"/>
                </a:moveTo>
                <a:lnTo>
                  <a:pt x="0" y="15185"/>
                </a:lnTo>
                <a:lnTo>
                  <a:pt x="0" y="21600"/>
                </a:lnTo>
                <a:lnTo>
                  <a:pt x="6498" y="21600"/>
                </a:lnTo>
                <a:lnTo>
                  <a:pt x="21600" y="6415"/>
                </a:lnTo>
                <a:cubicBezTo>
                  <a:pt x="21600" y="6415"/>
                  <a:pt x="15102" y="0"/>
                  <a:pt x="15102" y="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chemeClr val="lt1"/>
              </a:solidFill>
              <a:cs typeface="+mn-ea"/>
              <a:sym typeface="+mn-lt"/>
            </a:endParaRPr>
          </a:p>
        </p:txBody>
      </p:sp>
      <p:sp>
        <p:nvSpPr>
          <p:cNvPr id="29" name="Flying impression design ——飞印象设计是一家专业的广告设计制作工作室，专注于平面、OFFICE、摄影等业务，工作室成立于2016年，拥有高水平的设计团队，已经立足于市场，今后将输出更多精致作品。"/>
          <p:cNvSpPr/>
          <p:nvPr/>
        </p:nvSpPr>
        <p:spPr>
          <a:xfrm>
            <a:off x="1932493" y="2789243"/>
            <a:ext cx="287142" cy="246122"/>
          </a:xfrm>
          <a:custGeom>
            <a:avLst/>
            <a:gdLst/>
            <a:ahLst/>
            <a:cxnLst>
              <a:cxn ang="0">
                <a:pos x="wd2" y="hd2"/>
              </a:cxn>
              <a:cxn ang="5400000">
                <a:pos x="wd2" y="hd2"/>
              </a:cxn>
              <a:cxn ang="10800000">
                <a:pos x="wd2" y="hd2"/>
              </a:cxn>
              <a:cxn ang="16200000">
                <a:pos x="wd2" y="hd2"/>
              </a:cxn>
            </a:cxnLst>
            <a:rect l="0" t="0" r="r" b="b"/>
            <a:pathLst>
              <a:path w="21600" h="21600" extrusionOk="0">
                <a:moveTo>
                  <a:pt x="16310" y="11829"/>
                </a:moveTo>
                <a:cubicBezTo>
                  <a:pt x="16919" y="11829"/>
                  <a:pt x="17633" y="10996"/>
                  <a:pt x="17633" y="10286"/>
                </a:cubicBezTo>
                <a:cubicBezTo>
                  <a:pt x="17633" y="9576"/>
                  <a:pt x="16919" y="8743"/>
                  <a:pt x="16310" y="8743"/>
                </a:cubicBezTo>
                <a:cubicBezTo>
                  <a:pt x="15702" y="8743"/>
                  <a:pt x="14988" y="9576"/>
                  <a:pt x="14988" y="10286"/>
                </a:cubicBezTo>
                <a:cubicBezTo>
                  <a:pt x="14988" y="10996"/>
                  <a:pt x="15702" y="11829"/>
                  <a:pt x="16310" y="11829"/>
                </a:cubicBezTo>
                <a:close/>
                <a:moveTo>
                  <a:pt x="19837" y="19543"/>
                </a:moveTo>
                <a:lnTo>
                  <a:pt x="1763" y="19543"/>
                </a:lnTo>
                <a:lnTo>
                  <a:pt x="1763" y="6171"/>
                </a:lnTo>
                <a:lnTo>
                  <a:pt x="5290" y="6171"/>
                </a:lnTo>
                <a:lnTo>
                  <a:pt x="6612" y="2057"/>
                </a:lnTo>
                <a:lnTo>
                  <a:pt x="13224" y="2057"/>
                </a:lnTo>
                <a:lnTo>
                  <a:pt x="14547" y="6171"/>
                </a:lnTo>
                <a:lnTo>
                  <a:pt x="19837" y="6171"/>
                </a:lnTo>
                <a:cubicBezTo>
                  <a:pt x="19837" y="6171"/>
                  <a:pt x="19837" y="19543"/>
                  <a:pt x="19837" y="19543"/>
                </a:cubicBezTo>
                <a:close/>
                <a:moveTo>
                  <a:pt x="15869" y="4114"/>
                </a:moveTo>
                <a:lnTo>
                  <a:pt x="14547" y="0"/>
                </a:lnTo>
                <a:lnTo>
                  <a:pt x="5290" y="0"/>
                </a:lnTo>
                <a:lnTo>
                  <a:pt x="3967" y="4114"/>
                </a:lnTo>
                <a:lnTo>
                  <a:pt x="0" y="4114"/>
                </a:lnTo>
                <a:lnTo>
                  <a:pt x="0" y="21600"/>
                </a:lnTo>
                <a:lnTo>
                  <a:pt x="21600" y="21600"/>
                </a:lnTo>
                <a:lnTo>
                  <a:pt x="21600" y="4114"/>
                </a:lnTo>
                <a:cubicBezTo>
                  <a:pt x="21600" y="4114"/>
                  <a:pt x="15869" y="4114"/>
                  <a:pt x="15869" y="4114"/>
                </a:cubicBezTo>
                <a:close/>
                <a:moveTo>
                  <a:pt x="8816" y="15429"/>
                </a:moveTo>
                <a:cubicBezTo>
                  <a:pt x="7358" y="15429"/>
                  <a:pt x="6171" y="14044"/>
                  <a:pt x="6171" y="12343"/>
                </a:cubicBezTo>
                <a:cubicBezTo>
                  <a:pt x="6171" y="10641"/>
                  <a:pt x="7358" y="9257"/>
                  <a:pt x="8816" y="9257"/>
                </a:cubicBezTo>
                <a:cubicBezTo>
                  <a:pt x="10275" y="9257"/>
                  <a:pt x="11461" y="10641"/>
                  <a:pt x="11461" y="12343"/>
                </a:cubicBezTo>
                <a:cubicBezTo>
                  <a:pt x="11461" y="14044"/>
                  <a:pt x="10275" y="15429"/>
                  <a:pt x="8816" y="15429"/>
                </a:cubicBezTo>
                <a:close/>
                <a:moveTo>
                  <a:pt x="8816" y="7200"/>
                </a:moveTo>
                <a:cubicBezTo>
                  <a:pt x="6386" y="7200"/>
                  <a:pt x="4408" y="9507"/>
                  <a:pt x="4408" y="12343"/>
                </a:cubicBezTo>
                <a:cubicBezTo>
                  <a:pt x="4408" y="15179"/>
                  <a:pt x="6386" y="17486"/>
                  <a:pt x="8816" y="17486"/>
                </a:cubicBezTo>
                <a:cubicBezTo>
                  <a:pt x="11247" y="17486"/>
                  <a:pt x="13224" y="15179"/>
                  <a:pt x="13224" y="12343"/>
                </a:cubicBezTo>
                <a:cubicBezTo>
                  <a:pt x="13224" y="9507"/>
                  <a:pt x="11247" y="7200"/>
                  <a:pt x="8816" y="720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solidFill>
                <a:schemeClr val="lt1"/>
              </a:solidFill>
              <a:cs typeface="+mn-ea"/>
              <a:sym typeface="+mn-lt"/>
            </a:endParaRPr>
          </a:p>
        </p:txBody>
      </p:sp>
      <p:pic>
        <p:nvPicPr>
          <p:cNvPr id="2" name="图片 1"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fill="hold"/>
                                        <p:tgtEl>
                                          <p:spTgt spid="48"/>
                                        </p:tgtEl>
                                        <p:attrNameLst>
                                          <p:attrName>ppt_x</p:attrName>
                                        </p:attrNameLst>
                                      </p:cBhvr>
                                      <p:tavLst>
                                        <p:tav tm="0">
                                          <p:val>
                                            <p:strVal val="0-#ppt_w/2"/>
                                          </p:val>
                                        </p:tav>
                                        <p:tav tm="100000">
                                          <p:val>
                                            <p:strVal val="#ppt_x"/>
                                          </p:val>
                                        </p:tav>
                                      </p:tavLst>
                                    </p:anim>
                                    <p:anim calcmode="lin" valueType="num">
                                      <p:cBhvr additive="base">
                                        <p:cTn id="16"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ppt_x"/>
                                          </p:val>
                                        </p:tav>
                                        <p:tav tm="100000">
                                          <p:val>
                                            <p:strVal val="#ppt_x"/>
                                          </p:val>
                                        </p:tav>
                                      </p:tavLst>
                                    </p:anim>
                                    <p:anim calcmode="lin" valueType="num">
                                      <p:cBhvr additive="base">
                                        <p:cTn id="34" dur="500" fill="hold"/>
                                        <p:tgtEl>
                                          <p:spTgt spid="2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ppt_x"/>
                                          </p:val>
                                        </p:tav>
                                        <p:tav tm="100000">
                                          <p:val>
                                            <p:strVal val="#ppt_x"/>
                                          </p:val>
                                        </p:tav>
                                      </p:tavLst>
                                    </p:anim>
                                    <p:anim calcmode="lin" valueType="num">
                                      <p:cBhvr additive="base">
                                        <p:cTn id="56" dur="500" fill="hold"/>
                                        <p:tgtEl>
                                          <p:spTgt spid="21"/>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500" fill="hold"/>
                                        <p:tgtEl>
                                          <p:spTgt spid="27"/>
                                        </p:tgtEl>
                                        <p:attrNameLst>
                                          <p:attrName>ppt_x</p:attrName>
                                        </p:attrNameLst>
                                      </p:cBhvr>
                                      <p:tavLst>
                                        <p:tav tm="0">
                                          <p:val>
                                            <p:strVal val="#ppt_x"/>
                                          </p:val>
                                        </p:tav>
                                        <p:tav tm="100000">
                                          <p:val>
                                            <p:strVal val="#ppt_x"/>
                                          </p:val>
                                        </p:tav>
                                      </p:tavLst>
                                    </p:anim>
                                    <p:anim calcmode="lin" valueType="num">
                                      <p:cBhvr additive="base">
                                        <p:cTn id="6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0"/>
                                        </p:tgtEl>
                                        <p:attrNameLst>
                                          <p:attrName>style.visibility</p:attrName>
                                        </p:attrNameLst>
                                      </p:cBhvr>
                                      <p:to>
                                        <p:strVal val="visible"/>
                                      </p:to>
                                    </p:set>
                                    <p:anim calcmode="lin" valueType="num">
                                      <p:cBhvr additive="base">
                                        <p:cTn id="65" dur="500" fill="hold"/>
                                        <p:tgtEl>
                                          <p:spTgt spid="10"/>
                                        </p:tgtEl>
                                        <p:attrNameLst>
                                          <p:attrName>ppt_x</p:attrName>
                                        </p:attrNameLst>
                                      </p:cBhvr>
                                      <p:tavLst>
                                        <p:tav tm="0">
                                          <p:val>
                                            <p:strVal val="#ppt_x"/>
                                          </p:val>
                                        </p:tav>
                                        <p:tav tm="100000">
                                          <p:val>
                                            <p:strVal val="#ppt_x"/>
                                          </p:val>
                                        </p:tav>
                                      </p:tavLst>
                                    </p:anim>
                                    <p:anim calcmode="lin" valueType="num">
                                      <p:cBhvr additive="base">
                                        <p:cTn id="66" dur="500" fill="hold"/>
                                        <p:tgtEl>
                                          <p:spTgt spid="10"/>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additive="base">
                                        <p:cTn id="69" dur="500" fill="hold"/>
                                        <p:tgtEl>
                                          <p:spTgt spid="16"/>
                                        </p:tgtEl>
                                        <p:attrNameLst>
                                          <p:attrName>ppt_x</p:attrName>
                                        </p:attrNameLst>
                                      </p:cBhvr>
                                      <p:tavLst>
                                        <p:tav tm="0">
                                          <p:val>
                                            <p:strVal val="#ppt_x"/>
                                          </p:val>
                                        </p:tav>
                                        <p:tav tm="100000">
                                          <p:val>
                                            <p:strVal val="#ppt_x"/>
                                          </p:val>
                                        </p:tav>
                                      </p:tavLst>
                                    </p:anim>
                                    <p:anim calcmode="lin" valueType="num">
                                      <p:cBhvr additive="base">
                                        <p:cTn id="70" dur="500" fill="hold"/>
                                        <p:tgtEl>
                                          <p:spTgt spid="16"/>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500" fill="hold"/>
                                        <p:tgtEl>
                                          <p:spTgt spid="18"/>
                                        </p:tgtEl>
                                        <p:attrNameLst>
                                          <p:attrName>ppt_x</p:attrName>
                                        </p:attrNameLst>
                                      </p:cBhvr>
                                      <p:tavLst>
                                        <p:tav tm="0">
                                          <p:val>
                                            <p:strVal val="#ppt_x"/>
                                          </p:val>
                                        </p:tav>
                                        <p:tav tm="100000">
                                          <p:val>
                                            <p:strVal val="#ppt_x"/>
                                          </p:val>
                                        </p:tav>
                                      </p:tavLst>
                                    </p:anim>
                                    <p:anim calcmode="lin" valueType="num">
                                      <p:cBhvr additive="base">
                                        <p:cTn id="78" dur="500" fill="hold"/>
                                        <p:tgtEl>
                                          <p:spTgt spid="18"/>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9"/>
                                        </p:tgtEl>
                                        <p:attrNameLst>
                                          <p:attrName>style.visibility</p:attrName>
                                        </p:attrNameLst>
                                      </p:cBhvr>
                                      <p:to>
                                        <p:strVal val="visible"/>
                                      </p:to>
                                    </p:set>
                                    <p:anim calcmode="lin" valueType="num">
                                      <p:cBhvr additive="base">
                                        <p:cTn id="87" dur="500" fill="hold"/>
                                        <p:tgtEl>
                                          <p:spTgt spid="9"/>
                                        </p:tgtEl>
                                        <p:attrNameLst>
                                          <p:attrName>ppt_x</p:attrName>
                                        </p:attrNameLst>
                                      </p:cBhvr>
                                      <p:tavLst>
                                        <p:tav tm="0">
                                          <p:val>
                                            <p:strVal val="#ppt_x"/>
                                          </p:val>
                                        </p:tav>
                                        <p:tav tm="100000">
                                          <p:val>
                                            <p:strVal val="#ppt_x"/>
                                          </p:val>
                                        </p:tav>
                                      </p:tavLst>
                                    </p:anim>
                                    <p:anim calcmode="lin" valueType="num">
                                      <p:cBhvr additive="base">
                                        <p:cTn id="88" dur="500" fill="hold"/>
                                        <p:tgtEl>
                                          <p:spTgt spid="9"/>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13"/>
                                        </p:tgtEl>
                                        <p:attrNameLst>
                                          <p:attrName>style.visibility</p:attrName>
                                        </p:attrNameLst>
                                      </p:cBhvr>
                                      <p:to>
                                        <p:strVal val="visible"/>
                                      </p:to>
                                    </p:set>
                                    <p:anim calcmode="lin" valueType="num">
                                      <p:cBhvr additive="base">
                                        <p:cTn id="91" dur="500" fill="hold"/>
                                        <p:tgtEl>
                                          <p:spTgt spid="13"/>
                                        </p:tgtEl>
                                        <p:attrNameLst>
                                          <p:attrName>ppt_x</p:attrName>
                                        </p:attrNameLst>
                                      </p:cBhvr>
                                      <p:tavLst>
                                        <p:tav tm="0">
                                          <p:val>
                                            <p:strVal val="#ppt_x"/>
                                          </p:val>
                                        </p:tav>
                                        <p:tav tm="100000">
                                          <p:val>
                                            <p:strVal val="#ppt_x"/>
                                          </p:val>
                                        </p:tav>
                                      </p:tavLst>
                                    </p:anim>
                                    <p:anim calcmode="lin" valueType="num">
                                      <p:cBhvr additive="base">
                                        <p:cTn id="92" dur="500" fill="hold"/>
                                        <p:tgtEl>
                                          <p:spTgt spid="13"/>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14"/>
                                        </p:tgtEl>
                                        <p:attrNameLst>
                                          <p:attrName>style.visibility</p:attrName>
                                        </p:attrNameLst>
                                      </p:cBhvr>
                                      <p:to>
                                        <p:strVal val="visible"/>
                                      </p:to>
                                    </p:set>
                                    <p:anim calcmode="lin" valueType="num">
                                      <p:cBhvr additive="base">
                                        <p:cTn id="95" dur="500" fill="hold"/>
                                        <p:tgtEl>
                                          <p:spTgt spid="14"/>
                                        </p:tgtEl>
                                        <p:attrNameLst>
                                          <p:attrName>ppt_x</p:attrName>
                                        </p:attrNameLst>
                                      </p:cBhvr>
                                      <p:tavLst>
                                        <p:tav tm="0">
                                          <p:val>
                                            <p:strVal val="#ppt_x"/>
                                          </p:val>
                                        </p:tav>
                                        <p:tav tm="100000">
                                          <p:val>
                                            <p:strVal val="#ppt_x"/>
                                          </p:val>
                                        </p:tav>
                                      </p:tavLst>
                                    </p:anim>
                                    <p:anim calcmode="lin" valueType="num">
                                      <p:cBhvr additive="base">
                                        <p:cTn id="96" dur="500" fill="hold"/>
                                        <p:tgtEl>
                                          <p:spTgt spid="14"/>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15"/>
                                        </p:tgtEl>
                                        <p:attrNameLst>
                                          <p:attrName>style.visibility</p:attrName>
                                        </p:attrNameLst>
                                      </p:cBhvr>
                                      <p:to>
                                        <p:strVal val="visible"/>
                                      </p:to>
                                    </p:set>
                                    <p:anim calcmode="lin" valueType="num">
                                      <p:cBhvr additive="base">
                                        <p:cTn id="99" dur="500" fill="hold"/>
                                        <p:tgtEl>
                                          <p:spTgt spid="15"/>
                                        </p:tgtEl>
                                        <p:attrNameLst>
                                          <p:attrName>ppt_x</p:attrName>
                                        </p:attrNameLst>
                                      </p:cBhvr>
                                      <p:tavLst>
                                        <p:tav tm="0">
                                          <p:val>
                                            <p:strVal val="#ppt_x"/>
                                          </p:val>
                                        </p:tav>
                                        <p:tav tm="100000">
                                          <p:val>
                                            <p:strVal val="#ppt_x"/>
                                          </p:val>
                                        </p:tav>
                                      </p:tavLst>
                                    </p:anim>
                                    <p:anim calcmode="lin" valueType="num">
                                      <p:cBhvr additive="base">
                                        <p:cTn id="100" dur="500" fill="hold"/>
                                        <p:tgtEl>
                                          <p:spTgt spid="15"/>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25"/>
                                        </p:tgtEl>
                                        <p:attrNameLst>
                                          <p:attrName>style.visibility</p:attrName>
                                        </p:attrNameLst>
                                      </p:cBhvr>
                                      <p:to>
                                        <p:strVal val="visible"/>
                                      </p:to>
                                    </p:set>
                                    <p:anim calcmode="lin" valueType="num">
                                      <p:cBhvr additive="base">
                                        <p:cTn id="103" dur="500" fill="hold"/>
                                        <p:tgtEl>
                                          <p:spTgt spid="25"/>
                                        </p:tgtEl>
                                        <p:attrNameLst>
                                          <p:attrName>ppt_x</p:attrName>
                                        </p:attrNameLst>
                                      </p:cBhvr>
                                      <p:tavLst>
                                        <p:tav tm="0">
                                          <p:val>
                                            <p:strVal val="#ppt_x"/>
                                          </p:val>
                                        </p:tav>
                                        <p:tav tm="100000">
                                          <p:val>
                                            <p:strVal val="#ppt_x"/>
                                          </p:val>
                                        </p:tav>
                                      </p:tavLst>
                                    </p:anim>
                                    <p:anim calcmode="lin" valueType="num">
                                      <p:cBhvr additive="base">
                                        <p:cTn id="10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animBg="1"/>
      <p:bldP spid="10" grpId="0" animBg="1"/>
      <p:bldP spid="11" grpId="0" animBg="1"/>
      <p:bldP spid="12" grpId="0" animBg="1"/>
      <p:bldP spid="13" grpId="0" animBg="1"/>
      <p:bldP spid="14" grpId="0"/>
      <p:bldP spid="15" grpId="0"/>
      <p:bldP spid="16" grpId="0" animBg="1"/>
      <p:bldP spid="17" grpId="0"/>
      <p:bldP spid="18" grpId="0"/>
      <p:bldP spid="19" grpId="0" animBg="1"/>
      <p:bldP spid="20" grpId="0"/>
      <p:bldP spid="21" grpId="0"/>
      <p:bldP spid="22" grpId="0" animBg="1"/>
      <p:bldP spid="23" grpId="0"/>
      <p:bldP spid="24" grpId="0"/>
      <p:bldP spid="25" grpId="0" animBg="1"/>
      <p:bldP spid="26" grpId="0" animBg="1"/>
      <p:bldP spid="27" grpId="0" animBg="1"/>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780404" y="4150739"/>
            <a:ext cx="4218316" cy="910699"/>
          </a:xfrm>
          <a:prstGeom prst="rect">
            <a:avLst/>
          </a:prstGeom>
          <a:noFill/>
        </p:spPr>
        <p:txBody>
          <a:bodyPr wrap="square" rtlCol="0">
            <a:spAutoFit/>
          </a:bodyPr>
          <a:lstStyle/>
          <a:p>
            <a:pPr>
              <a:lnSpc>
                <a:spcPct val="130000"/>
              </a:lnSpc>
            </a:pPr>
            <a:r>
              <a:rPr lang="en-US" altLang="zh-CN" sz="1050" dirty="0">
                <a:solidFill>
                  <a:schemeClr val="tx1">
                    <a:lumMod val="75000"/>
                    <a:lumOff val="25000"/>
                  </a:schemeClr>
                </a:solidFill>
                <a:cs typeface="+mn-ea"/>
                <a:sym typeface="+mn-lt"/>
              </a:rPr>
              <a:t>Flying impression graphic design thank you for buying this template, we mainly engaged in various types of advertising graphic design. Flying impression graphic design thank you for buying this template, we mainly engaged in various types of advertising graphic design. </a:t>
            </a:r>
            <a:endParaRPr lang="en-US" altLang="zh-CN" sz="1050" dirty="0">
              <a:solidFill>
                <a:schemeClr val="tx1">
                  <a:lumMod val="75000"/>
                  <a:lumOff val="25000"/>
                </a:schemeClr>
              </a:solidFill>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73089" y="3629200"/>
            <a:ext cx="2739390" cy="521970"/>
          </a:xfrm>
          <a:prstGeom prst="rect">
            <a:avLst/>
          </a:prstGeom>
          <a:noFill/>
        </p:spPr>
        <p:txBody>
          <a:bodyPr wrap="none" rtlCol="0">
            <a:spAutoFit/>
          </a:bodyPr>
          <a:lstStyle/>
          <a:p>
            <a:pPr algn="ctr"/>
            <a:r>
              <a:rPr lang="en-US" sz="2800" dirty="0">
                <a:solidFill>
                  <a:schemeClr val="bg2">
                    <a:lumMod val="25000"/>
                  </a:schemeClr>
                </a:solidFill>
                <a:cs typeface="+mn-ea"/>
                <a:sym typeface="+mn-lt"/>
              </a:rPr>
              <a:t>WANG DESIGN</a:t>
            </a:r>
            <a:endParaRPr lang="zh-CN" altLang="en-US" sz="2800" dirty="0">
              <a:solidFill>
                <a:schemeClr val="tx1">
                  <a:lumMod val="75000"/>
                  <a:lumOff val="25000"/>
                </a:schemeClr>
              </a:solidFill>
              <a:cs typeface="+mn-ea"/>
              <a:sym typeface="+mn-lt"/>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780404" y="2451731"/>
            <a:ext cx="2089033" cy="1200329"/>
          </a:xfrm>
          <a:prstGeom prst="rect">
            <a:avLst/>
          </a:prstGeom>
          <a:noFill/>
        </p:spPr>
        <p:txBody>
          <a:bodyPr wrap="none" rtlCol="0">
            <a:spAutoFit/>
          </a:bodyPr>
          <a:lstStyle/>
          <a:p>
            <a:r>
              <a:rPr lang="en-US" altLang="zh-CN" sz="7200" dirty="0">
                <a:solidFill>
                  <a:schemeClr val="bg2">
                    <a:lumMod val="25000"/>
                  </a:schemeClr>
                </a:solidFill>
                <a:cs typeface="+mn-ea"/>
                <a:sym typeface="+mn-lt"/>
              </a:rPr>
              <a:t>99%</a:t>
            </a:r>
            <a:endParaRPr lang="zh-CN" altLang="en-US" sz="7200" dirty="0">
              <a:solidFill>
                <a:schemeClr val="bg2">
                  <a:lumMod val="25000"/>
                </a:schemeClr>
              </a:solidFill>
              <a:cs typeface="+mn-ea"/>
              <a:sym typeface="+mn-lt"/>
            </a:endParaRPr>
          </a:p>
        </p:txBody>
      </p:sp>
      <p:pic>
        <p:nvPicPr>
          <p:cNvPr id="5" name="图片 4" descr="C:\Users\Administrator\Desktop\办公图片\QQ图片20181228161259.jpgQQ图片20181228161259"/>
          <p:cNvPicPr>
            <a:picLocks noChangeAspect="1"/>
          </p:cNvPicPr>
          <p:nvPr/>
        </p:nvPicPr>
        <p:blipFill>
          <a:blip r:embed="rId1"/>
          <a:srcRect/>
          <a:stretch>
            <a:fillRect/>
          </a:stretch>
        </p:blipFill>
        <p:spPr>
          <a:xfrm>
            <a:off x="5586396" y="1686116"/>
            <a:ext cx="5600700" cy="3734124"/>
          </a:xfrm>
          <a:prstGeom prst="rect">
            <a:avLst/>
          </a:prstGeom>
        </p:spPr>
      </p:pic>
      <p:pic>
        <p:nvPicPr>
          <p:cNvPr id="2" name="图片 1" descr="中科大"/>
          <p:cNvPicPr>
            <a:picLocks noChangeAspect="1"/>
          </p:cNvPicPr>
          <p:nvPr/>
        </p:nvPicPr>
        <p:blipFill>
          <a:blip r:embed="rId2"/>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0-#ppt_w/2"/>
                                          </p:val>
                                        </p:tav>
                                        <p:tav tm="100000">
                                          <p:val>
                                            <p:strVal val="#ppt_x"/>
                                          </p:val>
                                        </p:tav>
                                      </p:tavLst>
                                    </p:anim>
                                    <p:anim calcmode="lin" valueType="num">
                                      <p:cBhvr additive="base">
                                        <p:cTn id="12" dur="500" fill="hold"/>
                                        <p:tgtEl>
                                          <p:spTgt spid="48"/>
                                        </p:tgtEl>
                                        <p:attrNameLst>
                                          <p:attrName>ppt_y</p:attrName>
                                        </p:attrNameLst>
                                      </p:cBhvr>
                                      <p:tavLst>
                                        <p:tav tm="0">
                                          <p:val>
                                            <p:strVal val="#ppt_y"/>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a:off x="1752254" y="3477707"/>
            <a:ext cx="708932" cy="708932"/>
          </a:xfrm>
          <a:prstGeom prst="rect">
            <a:avLst/>
          </a:prstGeom>
          <a:solidFill>
            <a:schemeClr val="bg2">
              <a:lumMod val="25000"/>
            </a:schemeClr>
          </a:solidFill>
          <a:ln w="38103" cap="flat">
            <a:noFill/>
            <a:prstDash val="solid"/>
            <a:miter/>
          </a:ln>
        </p:spPr>
        <p:txBody>
          <a:bodyPr lIns="68580" tIns="34290" rIns="68580" bIns="34290" anchor="ctr" anchorCtr="1"/>
          <a:lstStyle/>
          <a:p>
            <a:pPr algn="ctr" defTabSz="685800" eaLnBrk="1" fontAlgn="auto" hangingPunct="1">
              <a:spcBef>
                <a:spcPts val="0"/>
              </a:spcBef>
              <a:spcAft>
                <a:spcPts val="0"/>
              </a:spcAft>
              <a:defRPr sz="1800" b="0" i="0" u="none" strike="noStrike" kern="0" cap="none" spc="0" baseline="0">
                <a:solidFill>
                  <a:srgbClr val="000000"/>
                </a:solidFill>
                <a:uFillTx/>
              </a:defRPr>
            </a:pPr>
            <a:endParaRPr lang="en-GB" sz="1350" kern="0" dirty="0">
              <a:solidFill>
                <a:schemeClr val="tx1">
                  <a:lumMod val="75000"/>
                  <a:lumOff val="25000"/>
                </a:schemeClr>
              </a:solidFill>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a:off x="1752254" y="5008171"/>
            <a:ext cx="708932" cy="708930"/>
          </a:xfrm>
          <a:prstGeom prst="rect">
            <a:avLst/>
          </a:prstGeom>
          <a:solidFill>
            <a:schemeClr val="bg2">
              <a:lumMod val="25000"/>
            </a:schemeClr>
          </a:solidFill>
          <a:ln w="38103" cap="flat">
            <a:noFill/>
            <a:prstDash val="solid"/>
            <a:miter/>
          </a:ln>
        </p:spPr>
        <p:txBody>
          <a:bodyPr lIns="68580" tIns="34290" rIns="68580" bIns="34290" anchor="ctr" anchorCtr="1"/>
          <a:lstStyle/>
          <a:p>
            <a:pPr algn="ctr" defTabSz="685800" eaLnBrk="1" fontAlgn="auto" hangingPunct="1">
              <a:spcBef>
                <a:spcPts val="0"/>
              </a:spcBef>
              <a:spcAft>
                <a:spcPts val="0"/>
              </a:spcAft>
              <a:defRPr sz="1800" b="0" i="0" u="none" strike="noStrike" kern="0" cap="none" spc="0" baseline="0">
                <a:solidFill>
                  <a:srgbClr val="000000"/>
                </a:solidFill>
                <a:uFillTx/>
              </a:defRPr>
            </a:pPr>
            <a:endParaRPr lang="en-GB" sz="1350" kern="0" dirty="0">
              <a:solidFill>
                <a:schemeClr val="tx1">
                  <a:lumMod val="75000"/>
                  <a:lumOff val="25000"/>
                </a:schemeClr>
              </a:solidFill>
              <a:cs typeface="+mn-ea"/>
              <a:sym typeface="+mn-lt"/>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a:xfrm>
            <a:off x="1752256" y="1947242"/>
            <a:ext cx="708930" cy="708932"/>
          </a:xfrm>
          <a:prstGeom prst="rect">
            <a:avLst/>
          </a:prstGeom>
          <a:solidFill>
            <a:schemeClr val="bg2">
              <a:lumMod val="25000"/>
            </a:schemeClr>
          </a:solidFill>
          <a:ln w="38103" cap="flat">
            <a:noFill/>
            <a:prstDash val="solid"/>
            <a:miter/>
          </a:ln>
        </p:spPr>
        <p:txBody>
          <a:bodyPr lIns="68580" tIns="34290" rIns="68580" bIns="34290" anchor="ctr" anchorCtr="1"/>
          <a:lstStyle/>
          <a:p>
            <a:pPr algn="ctr" defTabSz="685800" eaLnBrk="1" fontAlgn="auto" hangingPunct="1">
              <a:spcBef>
                <a:spcPts val="0"/>
              </a:spcBef>
              <a:spcAft>
                <a:spcPts val="0"/>
              </a:spcAft>
              <a:defRPr sz="1800" b="0" i="0" u="none" strike="noStrike" kern="0" cap="none" spc="0" baseline="0">
                <a:solidFill>
                  <a:srgbClr val="000000"/>
                </a:solidFill>
                <a:uFillTx/>
              </a:defRPr>
            </a:pPr>
            <a:endParaRPr lang="en-GB" sz="1350" kern="0" dirty="0">
              <a:solidFill>
                <a:schemeClr val="tx1">
                  <a:lumMod val="75000"/>
                  <a:lumOff val="25000"/>
                </a:schemeClr>
              </a:solidFill>
              <a:cs typeface="+mn-ea"/>
              <a:sym typeface="+mn-lt"/>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586923" y="1901597"/>
            <a:ext cx="1587872" cy="398780"/>
          </a:xfrm>
          <a:prstGeom prst="rect">
            <a:avLst/>
          </a:prstGeom>
          <a:noFill/>
          <a:effectLst/>
        </p:spPr>
        <p:txBody>
          <a:bodyPr wrap="square" rtlCol="0">
            <a:spAutoFit/>
          </a:bodyPr>
          <a:lstStyle/>
          <a:p>
            <a:r>
              <a:rPr lang="en-US" altLang="zh-CN" sz="2000" dirty="0">
                <a:solidFill>
                  <a:schemeClr val="bg2">
                    <a:lumMod val="25000"/>
                  </a:schemeClr>
                </a:solidFill>
                <a:cs typeface="+mn-ea"/>
                <a:sym typeface="+mn-lt"/>
              </a:rPr>
              <a:t>Title Wang</a:t>
            </a:r>
            <a:endParaRPr lang="en-US" altLang="zh-CN" sz="2000" dirty="0">
              <a:solidFill>
                <a:schemeClr val="bg2">
                  <a:lumMod val="25000"/>
                </a:schemeClr>
              </a:solidFill>
              <a:cs typeface="+mn-ea"/>
              <a:sym typeface="+mn-lt"/>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586923" y="2212050"/>
            <a:ext cx="3178150" cy="491994"/>
          </a:xfrm>
          <a:prstGeom prst="rect">
            <a:avLst/>
          </a:prstGeom>
          <a:noFill/>
          <a:effectLst/>
        </p:spPr>
        <p:txBody>
          <a:bodyPr wrap="square" rtlCol="0">
            <a:spAutoFit/>
          </a:bodyPr>
          <a:lstStyle/>
          <a:p>
            <a:pPr>
              <a:lnSpc>
                <a:spcPct val="130000"/>
              </a:lnSpc>
            </a:pPr>
            <a:r>
              <a:rPr lang="en-US" altLang="zh-CN" sz="1050" dirty="0">
                <a:solidFill>
                  <a:schemeClr val="tx1">
                    <a:lumMod val="75000"/>
                    <a:lumOff val="25000"/>
                  </a:schemeClr>
                </a:solidFill>
                <a:cs typeface="+mn-ea"/>
                <a:sym typeface="+mn-lt"/>
              </a:rPr>
              <a:t>Please add your text description to the flying impression plane. </a:t>
            </a:r>
            <a:endParaRPr lang="en-US" altLang="zh-CN" sz="1050" dirty="0">
              <a:solidFill>
                <a:schemeClr val="tx1">
                  <a:lumMod val="75000"/>
                  <a:lumOff val="25000"/>
                </a:schemeClr>
              </a:solidFill>
              <a:cs typeface="+mn-ea"/>
              <a:sym typeface="+mn-lt"/>
            </a:endParaRPr>
          </a:p>
        </p:txBody>
      </p:sp>
      <p:sp>
        <p:nvSpPr>
          <p:cNvPr id="14"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586923" y="3342405"/>
            <a:ext cx="1587872" cy="398780"/>
          </a:xfrm>
          <a:prstGeom prst="rect">
            <a:avLst/>
          </a:prstGeom>
          <a:noFill/>
          <a:effectLst/>
        </p:spPr>
        <p:txBody>
          <a:bodyPr wrap="square" rtlCol="0">
            <a:spAutoFit/>
          </a:bodyPr>
          <a:lstStyle/>
          <a:p>
            <a:r>
              <a:rPr lang="en-US" altLang="zh-CN" sz="2000" dirty="0">
                <a:solidFill>
                  <a:schemeClr val="bg2">
                    <a:lumMod val="25000"/>
                  </a:schemeClr>
                </a:solidFill>
                <a:cs typeface="+mn-ea"/>
                <a:sym typeface="+mn-lt"/>
              </a:rPr>
              <a:t>Title Wang</a:t>
            </a:r>
            <a:endParaRPr lang="en-US" altLang="zh-CN" sz="2000" dirty="0">
              <a:solidFill>
                <a:schemeClr val="bg2">
                  <a:lumMod val="25000"/>
                </a:schemeClr>
              </a:solidFill>
              <a:cs typeface="+mn-ea"/>
              <a:sym typeface="+mn-lt"/>
            </a:endParaRPr>
          </a:p>
        </p:txBody>
      </p:sp>
      <p:sp>
        <p:nvSpPr>
          <p:cNvPr id="15" name="Flying impression design ——飞印象设计是一家专业的广告设计制作工作室，专注于平面、OFFICE、摄影等业务，工作室成立于2016年，拥有高水平的设计团队，已经立足于市场，今后将输出更多精致作品。v"/>
          <p:cNvSpPr txBox="1"/>
          <p:nvPr/>
        </p:nvSpPr>
        <p:spPr>
          <a:xfrm>
            <a:off x="2586923" y="3652858"/>
            <a:ext cx="3178150" cy="491994"/>
          </a:xfrm>
          <a:prstGeom prst="rect">
            <a:avLst/>
          </a:prstGeom>
          <a:noFill/>
          <a:effectLst/>
        </p:spPr>
        <p:txBody>
          <a:bodyPr wrap="square" rtlCol="0">
            <a:spAutoFit/>
          </a:bodyPr>
          <a:lstStyle/>
          <a:p>
            <a:pPr>
              <a:lnSpc>
                <a:spcPct val="130000"/>
              </a:lnSpc>
            </a:pPr>
            <a:r>
              <a:rPr lang="en-US" altLang="zh-CN" sz="1050" dirty="0">
                <a:solidFill>
                  <a:schemeClr val="tx1">
                    <a:lumMod val="75000"/>
                    <a:lumOff val="25000"/>
                  </a:schemeClr>
                </a:solidFill>
                <a:cs typeface="+mn-ea"/>
                <a:sym typeface="+mn-lt"/>
              </a:rPr>
              <a:t>Please add your text description to the flying impression plane. </a:t>
            </a:r>
            <a:endParaRPr lang="en-US" altLang="zh-CN" sz="1050" dirty="0">
              <a:solidFill>
                <a:schemeClr val="tx1">
                  <a:lumMod val="75000"/>
                  <a:lumOff val="25000"/>
                </a:schemeClr>
              </a:solidFill>
              <a:cs typeface="+mn-ea"/>
              <a:sym typeface="+mn-lt"/>
            </a:endParaRPr>
          </a:p>
        </p:txBody>
      </p:sp>
      <p:sp>
        <p:nvSpPr>
          <p:cNvPr id="16"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586923" y="4894199"/>
            <a:ext cx="1587872" cy="398780"/>
          </a:xfrm>
          <a:prstGeom prst="rect">
            <a:avLst/>
          </a:prstGeom>
          <a:noFill/>
          <a:effectLst/>
        </p:spPr>
        <p:txBody>
          <a:bodyPr wrap="square" rtlCol="0">
            <a:spAutoFit/>
          </a:bodyPr>
          <a:lstStyle/>
          <a:p>
            <a:r>
              <a:rPr lang="en-US" altLang="zh-CN" sz="2000" dirty="0">
                <a:solidFill>
                  <a:schemeClr val="bg2">
                    <a:lumMod val="25000"/>
                  </a:schemeClr>
                </a:solidFill>
                <a:cs typeface="+mn-ea"/>
                <a:sym typeface="+mn-lt"/>
              </a:rPr>
              <a:t>Title Wang</a:t>
            </a:r>
            <a:endParaRPr lang="en-US" altLang="zh-CN" sz="2000" dirty="0">
              <a:solidFill>
                <a:schemeClr val="bg2">
                  <a:lumMod val="25000"/>
                </a:schemeClr>
              </a:solidFill>
              <a:cs typeface="+mn-ea"/>
              <a:sym typeface="+mn-lt"/>
            </a:endParaRPr>
          </a:p>
        </p:txBody>
      </p:sp>
      <p:sp>
        <p:nvSpPr>
          <p:cNvPr id="1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586923" y="5204652"/>
            <a:ext cx="3178150" cy="491994"/>
          </a:xfrm>
          <a:prstGeom prst="rect">
            <a:avLst/>
          </a:prstGeom>
          <a:noFill/>
          <a:effectLst/>
        </p:spPr>
        <p:txBody>
          <a:bodyPr wrap="square" rtlCol="0">
            <a:spAutoFit/>
          </a:bodyPr>
          <a:lstStyle/>
          <a:p>
            <a:pPr>
              <a:lnSpc>
                <a:spcPct val="130000"/>
              </a:lnSpc>
            </a:pPr>
            <a:r>
              <a:rPr lang="en-US" altLang="zh-CN" sz="1050" dirty="0">
                <a:solidFill>
                  <a:schemeClr val="tx1">
                    <a:lumMod val="75000"/>
                    <a:lumOff val="25000"/>
                  </a:schemeClr>
                </a:solidFill>
                <a:cs typeface="+mn-ea"/>
                <a:sym typeface="+mn-lt"/>
              </a:rPr>
              <a:t>Please add your text description to the flying impression plane. </a:t>
            </a:r>
            <a:endParaRPr lang="en-US" altLang="zh-CN" sz="1050" dirty="0">
              <a:solidFill>
                <a:schemeClr val="tx1">
                  <a:lumMod val="75000"/>
                  <a:lumOff val="25000"/>
                </a:schemeClr>
              </a:solidFill>
              <a:cs typeface="+mn-ea"/>
              <a:sym typeface="+mn-lt"/>
            </a:endParaRPr>
          </a:p>
        </p:txBody>
      </p:sp>
      <p:sp>
        <p:nvSpPr>
          <p:cNvPr id="18" name="Flying impression design ——飞印象设计是一家专业的广告设计制作工作室，专注于平面、OFFICE、摄影等业务，工作室成立于2016年，拥有高水平的设计团队，已经立足于市场，今后将输出更多精致作品。"/>
          <p:cNvSpPr/>
          <p:nvPr/>
        </p:nvSpPr>
        <p:spPr>
          <a:xfrm>
            <a:off x="2011972" y="3669699"/>
            <a:ext cx="189496" cy="319772"/>
          </a:xfrm>
          <a:custGeom>
            <a:avLst/>
            <a:gdLst/>
            <a:ahLst/>
            <a:cxnLst>
              <a:cxn ang="0">
                <a:pos x="wd2" y="hd2"/>
              </a:cxn>
              <a:cxn ang="5400000">
                <a:pos x="wd2" y="hd2"/>
              </a:cxn>
              <a:cxn ang="10800000">
                <a:pos x="wd2" y="hd2"/>
              </a:cxn>
              <a:cxn ang="16200000">
                <a:pos x="wd2" y="hd2"/>
              </a:cxn>
            </a:cxnLst>
            <a:rect l="0" t="0" r="r" b="b"/>
            <a:pathLst>
              <a:path w="21600" h="21600" extrusionOk="0">
                <a:moveTo>
                  <a:pt x="18900" y="3200"/>
                </a:moveTo>
                <a:lnTo>
                  <a:pt x="2700" y="3200"/>
                </a:lnTo>
                <a:lnTo>
                  <a:pt x="2700" y="2000"/>
                </a:lnTo>
                <a:cubicBezTo>
                  <a:pt x="2700" y="1752"/>
                  <a:pt x="2956" y="1600"/>
                  <a:pt x="3375" y="1600"/>
                </a:cubicBezTo>
                <a:lnTo>
                  <a:pt x="18225" y="1600"/>
                </a:lnTo>
                <a:cubicBezTo>
                  <a:pt x="18644" y="1600"/>
                  <a:pt x="18900" y="1752"/>
                  <a:pt x="18900" y="2000"/>
                </a:cubicBezTo>
                <a:cubicBezTo>
                  <a:pt x="18900" y="2000"/>
                  <a:pt x="18900" y="3200"/>
                  <a:pt x="18900" y="3200"/>
                </a:cubicBezTo>
                <a:close/>
                <a:moveTo>
                  <a:pt x="18900" y="15200"/>
                </a:moveTo>
                <a:lnTo>
                  <a:pt x="2700" y="15200"/>
                </a:lnTo>
                <a:lnTo>
                  <a:pt x="2700" y="4800"/>
                </a:lnTo>
                <a:lnTo>
                  <a:pt x="18900" y="4800"/>
                </a:lnTo>
                <a:cubicBezTo>
                  <a:pt x="18900" y="4800"/>
                  <a:pt x="18900" y="15200"/>
                  <a:pt x="18900" y="15200"/>
                </a:cubicBezTo>
                <a:close/>
                <a:moveTo>
                  <a:pt x="18900" y="19600"/>
                </a:moveTo>
                <a:cubicBezTo>
                  <a:pt x="18900" y="19848"/>
                  <a:pt x="18644" y="20000"/>
                  <a:pt x="18225" y="20000"/>
                </a:cubicBezTo>
                <a:lnTo>
                  <a:pt x="3375" y="20000"/>
                </a:lnTo>
                <a:cubicBezTo>
                  <a:pt x="2956" y="20000"/>
                  <a:pt x="2700" y="19848"/>
                  <a:pt x="2700" y="19600"/>
                </a:cubicBezTo>
                <a:lnTo>
                  <a:pt x="2700" y="16800"/>
                </a:lnTo>
                <a:lnTo>
                  <a:pt x="18900" y="16800"/>
                </a:lnTo>
                <a:cubicBezTo>
                  <a:pt x="18900" y="16800"/>
                  <a:pt x="18900" y="19600"/>
                  <a:pt x="18900" y="19600"/>
                </a:cubicBezTo>
                <a:close/>
                <a:moveTo>
                  <a:pt x="18225" y="0"/>
                </a:moveTo>
                <a:lnTo>
                  <a:pt x="3375" y="0"/>
                </a:lnTo>
                <a:cubicBezTo>
                  <a:pt x="1464" y="0"/>
                  <a:pt x="0" y="868"/>
                  <a:pt x="0" y="2000"/>
                </a:cubicBezTo>
                <a:lnTo>
                  <a:pt x="0" y="19600"/>
                </a:lnTo>
                <a:cubicBezTo>
                  <a:pt x="0" y="20732"/>
                  <a:pt x="1464" y="21600"/>
                  <a:pt x="3375" y="21600"/>
                </a:cubicBezTo>
                <a:lnTo>
                  <a:pt x="18225" y="21600"/>
                </a:lnTo>
                <a:cubicBezTo>
                  <a:pt x="20136" y="21600"/>
                  <a:pt x="21600" y="20732"/>
                  <a:pt x="21600" y="19600"/>
                </a:cubicBezTo>
                <a:lnTo>
                  <a:pt x="21600" y="2000"/>
                </a:lnTo>
                <a:cubicBezTo>
                  <a:pt x="21600" y="868"/>
                  <a:pt x="20136" y="0"/>
                  <a:pt x="18225" y="0"/>
                </a:cubicBezTo>
                <a:close/>
                <a:moveTo>
                  <a:pt x="10800" y="19200"/>
                </a:moveTo>
                <a:cubicBezTo>
                  <a:pt x="11546" y="19200"/>
                  <a:pt x="12150" y="18842"/>
                  <a:pt x="12150" y="18400"/>
                </a:cubicBezTo>
                <a:cubicBezTo>
                  <a:pt x="12150" y="17958"/>
                  <a:pt x="11546" y="17600"/>
                  <a:pt x="10800" y="17600"/>
                </a:cubicBezTo>
                <a:cubicBezTo>
                  <a:pt x="10054" y="17600"/>
                  <a:pt x="9450" y="17958"/>
                  <a:pt x="9450" y="18400"/>
                </a:cubicBezTo>
                <a:cubicBezTo>
                  <a:pt x="9450" y="18842"/>
                  <a:pt x="10054" y="19200"/>
                  <a:pt x="10800" y="19200"/>
                </a:cubicBezTo>
                <a:close/>
              </a:path>
            </a:pathLst>
          </a:custGeom>
          <a:solidFill>
            <a:schemeClr val="bg1"/>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19" name="Flying impression design ——飞印象设计是一家专业的广告设计制作工作室，专注于平面、OFFICE、摄影等业务，工作室成立于2016年，拥有高水平的设计团队，已经立足于市场，今后将输出更多精致作品。"/>
          <p:cNvSpPr/>
          <p:nvPr/>
        </p:nvSpPr>
        <p:spPr>
          <a:xfrm>
            <a:off x="1988286" y="5202749"/>
            <a:ext cx="236870" cy="319772"/>
          </a:xfrm>
          <a:custGeom>
            <a:avLst/>
            <a:gdLst/>
            <a:ahLst/>
            <a:cxnLst>
              <a:cxn ang="0">
                <a:pos x="wd2" y="hd2"/>
              </a:cxn>
              <a:cxn ang="5400000">
                <a:pos x="wd2" y="hd2"/>
              </a:cxn>
              <a:cxn ang="10800000">
                <a:pos x="wd2" y="hd2"/>
              </a:cxn>
              <a:cxn ang="16200000">
                <a:pos x="wd2" y="hd2"/>
              </a:cxn>
            </a:cxnLst>
            <a:rect l="0" t="0" r="r" b="b"/>
            <a:pathLst>
              <a:path w="21600" h="21600" extrusionOk="0">
                <a:moveTo>
                  <a:pt x="19440" y="11200"/>
                </a:moveTo>
                <a:cubicBezTo>
                  <a:pt x="19440" y="14208"/>
                  <a:pt x="15403" y="16800"/>
                  <a:pt x="10800" y="16800"/>
                </a:cubicBezTo>
                <a:cubicBezTo>
                  <a:pt x="6197" y="16800"/>
                  <a:pt x="2160" y="14208"/>
                  <a:pt x="2160" y="11200"/>
                </a:cubicBezTo>
                <a:lnTo>
                  <a:pt x="0" y="11200"/>
                </a:lnTo>
                <a:cubicBezTo>
                  <a:pt x="0" y="14890"/>
                  <a:pt x="4350" y="18022"/>
                  <a:pt x="9720" y="18400"/>
                </a:cubicBezTo>
                <a:lnTo>
                  <a:pt x="9720" y="21600"/>
                </a:lnTo>
                <a:lnTo>
                  <a:pt x="11880" y="21600"/>
                </a:lnTo>
                <a:lnTo>
                  <a:pt x="11880" y="18400"/>
                </a:lnTo>
                <a:cubicBezTo>
                  <a:pt x="17250" y="18022"/>
                  <a:pt x="21600" y="14890"/>
                  <a:pt x="21600" y="11200"/>
                </a:cubicBezTo>
                <a:cubicBezTo>
                  <a:pt x="21600" y="11200"/>
                  <a:pt x="19440" y="11200"/>
                  <a:pt x="19440" y="11200"/>
                </a:cubicBezTo>
                <a:close/>
                <a:moveTo>
                  <a:pt x="6480" y="4800"/>
                </a:moveTo>
                <a:cubicBezTo>
                  <a:pt x="6480" y="3047"/>
                  <a:pt x="8453" y="1600"/>
                  <a:pt x="10800" y="1600"/>
                </a:cubicBezTo>
                <a:cubicBezTo>
                  <a:pt x="13147" y="1600"/>
                  <a:pt x="15120" y="3047"/>
                  <a:pt x="15120" y="4800"/>
                </a:cubicBezTo>
                <a:lnTo>
                  <a:pt x="15120" y="10000"/>
                </a:lnTo>
                <a:cubicBezTo>
                  <a:pt x="15120" y="11753"/>
                  <a:pt x="13147" y="13200"/>
                  <a:pt x="10800" y="13200"/>
                </a:cubicBezTo>
                <a:cubicBezTo>
                  <a:pt x="8453" y="13200"/>
                  <a:pt x="6480" y="11753"/>
                  <a:pt x="6480" y="10000"/>
                </a:cubicBezTo>
                <a:cubicBezTo>
                  <a:pt x="6480" y="10000"/>
                  <a:pt x="6480" y="4800"/>
                  <a:pt x="6480" y="4800"/>
                </a:cubicBezTo>
                <a:close/>
                <a:moveTo>
                  <a:pt x="10800" y="14800"/>
                </a:moveTo>
                <a:cubicBezTo>
                  <a:pt x="14344" y="14800"/>
                  <a:pt x="17280" y="12647"/>
                  <a:pt x="17280" y="10000"/>
                </a:cubicBezTo>
                <a:lnTo>
                  <a:pt x="17280" y="4800"/>
                </a:lnTo>
                <a:cubicBezTo>
                  <a:pt x="17280" y="2153"/>
                  <a:pt x="14344" y="0"/>
                  <a:pt x="10800" y="0"/>
                </a:cubicBezTo>
                <a:cubicBezTo>
                  <a:pt x="7256" y="0"/>
                  <a:pt x="4320" y="2153"/>
                  <a:pt x="4320" y="4800"/>
                </a:cubicBezTo>
                <a:lnTo>
                  <a:pt x="4320" y="10000"/>
                </a:lnTo>
                <a:cubicBezTo>
                  <a:pt x="4320" y="12647"/>
                  <a:pt x="7256" y="14800"/>
                  <a:pt x="10800" y="14800"/>
                </a:cubicBezTo>
                <a:close/>
              </a:path>
            </a:pathLst>
          </a:custGeom>
          <a:solidFill>
            <a:schemeClr val="bg1"/>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20" name="Flying impression design ——飞印象设计是一家专业的广告设计制作工作室，专注于平面、OFFICE、摄影等业务，工作室成立于2016年，拥有高水平的设计团队，已经立足于市场，今后将输出更多精致作品。"/>
          <p:cNvSpPr/>
          <p:nvPr/>
        </p:nvSpPr>
        <p:spPr>
          <a:xfrm>
            <a:off x="1952757" y="2147745"/>
            <a:ext cx="307928" cy="307928"/>
          </a:xfrm>
          <a:custGeom>
            <a:avLst/>
            <a:gdLst/>
            <a:ahLst/>
            <a:cxnLst>
              <a:cxn ang="0">
                <a:pos x="wd2" y="hd2"/>
              </a:cxn>
              <a:cxn ang="5400000">
                <a:pos x="wd2" y="hd2"/>
              </a:cxn>
              <a:cxn ang="10800000">
                <a:pos x="wd2" y="hd2"/>
              </a:cxn>
              <a:cxn ang="16200000">
                <a:pos x="wd2" y="hd2"/>
              </a:cxn>
            </a:cxnLst>
            <a:rect l="0" t="0" r="r" b="b"/>
            <a:pathLst>
              <a:path w="21600" h="21600" extrusionOk="0">
                <a:moveTo>
                  <a:pt x="1662" y="9554"/>
                </a:moveTo>
                <a:lnTo>
                  <a:pt x="1662" y="1662"/>
                </a:lnTo>
                <a:lnTo>
                  <a:pt x="9554" y="1662"/>
                </a:lnTo>
                <a:lnTo>
                  <a:pt x="19108" y="12046"/>
                </a:lnTo>
                <a:lnTo>
                  <a:pt x="11631" y="19108"/>
                </a:lnTo>
                <a:cubicBezTo>
                  <a:pt x="11631" y="19108"/>
                  <a:pt x="1662" y="9554"/>
                  <a:pt x="1662" y="9554"/>
                </a:cubicBezTo>
                <a:close/>
                <a:moveTo>
                  <a:pt x="10385" y="0"/>
                </a:moveTo>
                <a:lnTo>
                  <a:pt x="0" y="0"/>
                </a:lnTo>
                <a:lnTo>
                  <a:pt x="0" y="10385"/>
                </a:lnTo>
                <a:lnTo>
                  <a:pt x="11631" y="21600"/>
                </a:lnTo>
                <a:lnTo>
                  <a:pt x="21600" y="12046"/>
                </a:lnTo>
                <a:cubicBezTo>
                  <a:pt x="21600" y="12046"/>
                  <a:pt x="10385" y="0"/>
                  <a:pt x="10385" y="0"/>
                </a:cubicBezTo>
                <a:close/>
                <a:moveTo>
                  <a:pt x="6646" y="7892"/>
                </a:moveTo>
                <a:cubicBezTo>
                  <a:pt x="5959" y="7892"/>
                  <a:pt x="5400" y="7333"/>
                  <a:pt x="5400" y="6646"/>
                </a:cubicBezTo>
                <a:cubicBezTo>
                  <a:pt x="5400" y="5959"/>
                  <a:pt x="5959" y="5400"/>
                  <a:pt x="6646" y="5400"/>
                </a:cubicBezTo>
                <a:cubicBezTo>
                  <a:pt x="7333" y="5400"/>
                  <a:pt x="7892" y="5959"/>
                  <a:pt x="7892" y="6646"/>
                </a:cubicBezTo>
                <a:cubicBezTo>
                  <a:pt x="7892" y="7333"/>
                  <a:pt x="7333" y="7892"/>
                  <a:pt x="6646" y="7892"/>
                </a:cubicBezTo>
                <a:close/>
                <a:moveTo>
                  <a:pt x="6646" y="3738"/>
                </a:moveTo>
                <a:cubicBezTo>
                  <a:pt x="5040" y="3738"/>
                  <a:pt x="3738" y="5040"/>
                  <a:pt x="3738" y="6646"/>
                </a:cubicBezTo>
                <a:cubicBezTo>
                  <a:pt x="3738" y="8252"/>
                  <a:pt x="5040" y="9554"/>
                  <a:pt x="6646" y="9554"/>
                </a:cubicBezTo>
                <a:cubicBezTo>
                  <a:pt x="8252" y="9554"/>
                  <a:pt x="9554" y="8252"/>
                  <a:pt x="9554" y="6646"/>
                </a:cubicBezTo>
                <a:cubicBezTo>
                  <a:pt x="9554" y="5040"/>
                  <a:pt x="8252" y="3738"/>
                  <a:pt x="6646" y="3738"/>
                </a:cubicBezTo>
                <a:close/>
              </a:path>
            </a:pathLst>
          </a:custGeom>
          <a:solidFill>
            <a:schemeClr val="bg1"/>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grpSp>
        <p:nvGrpSpPr>
          <p:cNvPr id="3" name="Flying impression design ——飞印象设计是一家专业的广告设计制作工作室，专注于平面、OFFICE、摄影等业务，工作室成立于2016年，拥有高水平的设计团队，已经立足于市场，今后将输出更多精致作品。"/>
          <p:cNvGrpSpPr>
            <a:grpSpLocks noChangeAspect="1"/>
          </p:cNvGrpSpPr>
          <p:nvPr/>
        </p:nvGrpSpPr>
        <p:grpSpPr bwMode="auto">
          <a:xfrm>
            <a:off x="6426929" y="2261577"/>
            <a:ext cx="4828856" cy="3295010"/>
            <a:chOff x="2685" y="521"/>
            <a:chExt cx="4291" cy="2928"/>
          </a:xfrm>
          <a:solidFill>
            <a:srgbClr val="E72532"/>
          </a:solidFill>
        </p:grpSpPr>
        <p:sp>
          <p:nvSpPr>
            <p:cNvPr id="5" name="Flying impression design ——飞印象设计是一家专业的广告设计制作工作室，专注于平面、OFFICE、摄影等业务，工作室成立于2016年，拥有高水平的设计团队，已经立足于市场，今后将输出更多精致作品。"/>
            <p:cNvSpPr>
              <a:spLocks noEditPoints="1"/>
            </p:cNvSpPr>
            <p:nvPr/>
          </p:nvSpPr>
          <p:spPr bwMode="auto">
            <a:xfrm>
              <a:off x="3841" y="1437"/>
              <a:ext cx="1996" cy="2012"/>
            </a:xfrm>
            <a:custGeom>
              <a:avLst/>
              <a:gdLst>
                <a:gd name="T0" fmla="*/ 601 w 953"/>
                <a:gd name="T1" fmla="*/ 0 h 959"/>
                <a:gd name="T2" fmla="*/ 753 w 953"/>
                <a:gd name="T3" fmla="*/ 61 h 959"/>
                <a:gd name="T4" fmla="*/ 799 w 953"/>
                <a:gd name="T5" fmla="*/ 108 h 959"/>
                <a:gd name="T6" fmla="*/ 946 w 953"/>
                <a:gd name="T7" fmla="*/ 468 h 959"/>
                <a:gd name="T8" fmla="*/ 949 w 953"/>
                <a:gd name="T9" fmla="*/ 549 h 959"/>
                <a:gd name="T10" fmla="*/ 894 w 953"/>
                <a:gd name="T11" fmla="*/ 902 h 959"/>
                <a:gd name="T12" fmla="*/ 870 w 953"/>
                <a:gd name="T13" fmla="*/ 921 h 959"/>
                <a:gd name="T14" fmla="*/ 755 w 953"/>
                <a:gd name="T15" fmla="*/ 920 h 959"/>
                <a:gd name="T16" fmla="*/ 754 w 953"/>
                <a:gd name="T17" fmla="*/ 959 h 959"/>
                <a:gd name="T18" fmla="*/ 202 w 953"/>
                <a:gd name="T19" fmla="*/ 959 h 959"/>
                <a:gd name="T20" fmla="*/ 199 w 953"/>
                <a:gd name="T21" fmla="*/ 920 h 959"/>
                <a:gd name="T22" fmla="*/ 83 w 953"/>
                <a:gd name="T23" fmla="*/ 921 h 959"/>
                <a:gd name="T24" fmla="*/ 58 w 953"/>
                <a:gd name="T25" fmla="*/ 901 h 959"/>
                <a:gd name="T26" fmla="*/ 1 w 953"/>
                <a:gd name="T27" fmla="*/ 522 h 959"/>
                <a:gd name="T28" fmla="*/ 13 w 953"/>
                <a:gd name="T29" fmla="*/ 444 h 959"/>
                <a:gd name="T30" fmla="*/ 150 w 953"/>
                <a:gd name="T31" fmla="*/ 109 h 959"/>
                <a:gd name="T32" fmla="*/ 204 w 953"/>
                <a:gd name="T33" fmla="*/ 58 h 959"/>
                <a:gd name="T34" fmla="*/ 350 w 953"/>
                <a:gd name="T35" fmla="*/ 0 h 959"/>
                <a:gd name="T36" fmla="*/ 426 w 953"/>
                <a:gd name="T37" fmla="*/ 267 h 959"/>
                <a:gd name="T38" fmla="*/ 431 w 953"/>
                <a:gd name="T39" fmla="*/ 266 h 959"/>
                <a:gd name="T40" fmla="*/ 448 w 953"/>
                <a:gd name="T41" fmla="*/ 131 h 959"/>
                <a:gd name="T42" fmla="*/ 454 w 953"/>
                <a:gd name="T43" fmla="*/ 98 h 959"/>
                <a:gd name="T44" fmla="*/ 479 w 953"/>
                <a:gd name="T45" fmla="*/ 86 h 959"/>
                <a:gd name="T46" fmla="*/ 501 w 953"/>
                <a:gd name="T47" fmla="*/ 112 h 959"/>
                <a:gd name="T48" fmla="*/ 519 w 953"/>
                <a:gd name="T49" fmla="*/ 255 h 959"/>
                <a:gd name="T50" fmla="*/ 524 w 953"/>
                <a:gd name="T51" fmla="*/ 266 h 959"/>
                <a:gd name="T52" fmla="*/ 601 w 953"/>
                <a:gd name="T53" fmla="*/ 0 h 959"/>
                <a:gd name="T54" fmla="*/ 196 w 953"/>
                <a:gd name="T55" fmla="*/ 435 h 959"/>
                <a:gd name="T56" fmla="*/ 187 w 953"/>
                <a:gd name="T57" fmla="*/ 433 h 959"/>
                <a:gd name="T58" fmla="*/ 166 w 953"/>
                <a:gd name="T59" fmla="*/ 521 h 959"/>
                <a:gd name="T60" fmla="*/ 187 w 953"/>
                <a:gd name="T61" fmla="*/ 777 h 959"/>
                <a:gd name="T62" fmla="*/ 196 w 953"/>
                <a:gd name="T63" fmla="*/ 837 h 959"/>
                <a:gd name="T64" fmla="*/ 196 w 953"/>
                <a:gd name="T65" fmla="*/ 435 h 959"/>
                <a:gd name="T66" fmla="*/ 758 w 953"/>
                <a:gd name="T67" fmla="*/ 814 h 959"/>
                <a:gd name="T68" fmla="*/ 763 w 953"/>
                <a:gd name="T69" fmla="*/ 797 h 959"/>
                <a:gd name="T70" fmla="*/ 786 w 953"/>
                <a:gd name="T71" fmla="*/ 519 h 959"/>
                <a:gd name="T72" fmla="*/ 766 w 953"/>
                <a:gd name="T73" fmla="*/ 437 h 959"/>
                <a:gd name="T74" fmla="*/ 758 w 953"/>
                <a:gd name="T75" fmla="*/ 438 h 959"/>
                <a:gd name="T76" fmla="*/ 758 w 953"/>
                <a:gd name="T77" fmla="*/ 814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53" h="959">
                  <a:moveTo>
                    <a:pt x="601" y="0"/>
                  </a:moveTo>
                  <a:cubicBezTo>
                    <a:pt x="653" y="21"/>
                    <a:pt x="705" y="38"/>
                    <a:pt x="753" y="61"/>
                  </a:cubicBezTo>
                  <a:cubicBezTo>
                    <a:pt x="772" y="70"/>
                    <a:pt x="790" y="89"/>
                    <a:pt x="799" y="108"/>
                  </a:cubicBezTo>
                  <a:cubicBezTo>
                    <a:pt x="859" y="224"/>
                    <a:pt x="909" y="343"/>
                    <a:pt x="946" y="468"/>
                  </a:cubicBezTo>
                  <a:cubicBezTo>
                    <a:pt x="953" y="494"/>
                    <a:pt x="951" y="522"/>
                    <a:pt x="949" y="549"/>
                  </a:cubicBezTo>
                  <a:cubicBezTo>
                    <a:pt x="941" y="668"/>
                    <a:pt x="919" y="785"/>
                    <a:pt x="894" y="902"/>
                  </a:cubicBezTo>
                  <a:cubicBezTo>
                    <a:pt x="891" y="916"/>
                    <a:pt x="885" y="921"/>
                    <a:pt x="870" y="921"/>
                  </a:cubicBezTo>
                  <a:cubicBezTo>
                    <a:pt x="832" y="919"/>
                    <a:pt x="794" y="920"/>
                    <a:pt x="755" y="920"/>
                  </a:cubicBezTo>
                  <a:cubicBezTo>
                    <a:pt x="755" y="934"/>
                    <a:pt x="754" y="946"/>
                    <a:pt x="754" y="959"/>
                  </a:cubicBezTo>
                  <a:cubicBezTo>
                    <a:pt x="570" y="959"/>
                    <a:pt x="387" y="959"/>
                    <a:pt x="202" y="959"/>
                  </a:cubicBezTo>
                  <a:cubicBezTo>
                    <a:pt x="201" y="947"/>
                    <a:pt x="200" y="935"/>
                    <a:pt x="199" y="920"/>
                  </a:cubicBezTo>
                  <a:cubicBezTo>
                    <a:pt x="160" y="920"/>
                    <a:pt x="121" y="920"/>
                    <a:pt x="83" y="921"/>
                  </a:cubicBezTo>
                  <a:cubicBezTo>
                    <a:pt x="67" y="921"/>
                    <a:pt x="61" y="916"/>
                    <a:pt x="58" y="901"/>
                  </a:cubicBezTo>
                  <a:cubicBezTo>
                    <a:pt x="30" y="776"/>
                    <a:pt x="8" y="650"/>
                    <a:pt x="1" y="522"/>
                  </a:cubicBezTo>
                  <a:cubicBezTo>
                    <a:pt x="0" y="497"/>
                    <a:pt x="5" y="469"/>
                    <a:pt x="13" y="444"/>
                  </a:cubicBezTo>
                  <a:cubicBezTo>
                    <a:pt x="50" y="329"/>
                    <a:pt x="97" y="217"/>
                    <a:pt x="150" y="109"/>
                  </a:cubicBezTo>
                  <a:cubicBezTo>
                    <a:pt x="162" y="85"/>
                    <a:pt x="180" y="68"/>
                    <a:pt x="204" y="58"/>
                  </a:cubicBezTo>
                  <a:cubicBezTo>
                    <a:pt x="252" y="38"/>
                    <a:pt x="299" y="20"/>
                    <a:pt x="350" y="0"/>
                  </a:cubicBezTo>
                  <a:cubicBezTo>
                    <a:pt x="375" y="90"/>
                    <a:pt x="389" y="182"/>
                    <a:pt x="426" y="267"/>
                  </a:cubicBezTo>
                  <a:cubicBezTo>
                    <a:pt x="428" y="267"/>
                    <a:pt x="429" y="267"/>
                    <a:pt x="431" y="266"/>
                  </a:cubicBezTo>
                  <a:cubicBezTo>
                    <a:pt x="437" y="221"/>
                    <a:pt x="442" y="176"/>
                    <a:pt x="448" y="131"/>
                  </a:cubicBezTo>
                  <a:cubicBezTo>
                    <a:pt x="449" y="120"/>
                    <a:pt x="449" y="107"/>
                    <a:pt x="454" y="98"/>
                  </a:cubicBezTo>
                  <a:cubicBezTo>
                    <a:pt x="459" y="91"/>
                    <a:pt x="473" y="84"/>
                    <a:pt x="479" y="86"/>
                  </a:cubicBezTo>
                  <a:cubicBezTo>
                    <a:pt x="488" y="91"/>
                    <a:pt x="500" y="102"/>
                    <a:pt x="501" y="112"/>
                  </a:cubicBezTo>
                  <a:cubicBezTo>
                    <a:pt x="509" y="160"/>
                    <a:pt x="513" y="207"/>
                    <a:pt x="519" y="255"/>
                  </a:cubicBezTo>
                  <a:cubicBezTo>
                    <a:pt x="519" y="259"/>
                    <a:pt x="521" y="262"/>
                    <a:pt x="524" y="266"/>
                  </a:cubicBezTo>
                  <a:cubicBezTo>
                    <a:pt x="562" y="182"/>
                    <a:pt x="576" y="91"/>
                    <a:pt x="601" y="0"/>
                  </a:cubicBezTo>
                  <a:close/>
                  <a:moveTo>
                    <a:pt x="196" y="435"/>
                  </a:moveTo>
                  <a:cubicBezTo>
                    <a:pt x="193" y="434"/>
                    <a:pt x="190" y="434"/>
                    <a:pt x="187" y="433"/>
                  </a:cubicBezTo>
                  <a:cubicBezTo>
                    <a:pt x="179" y="463"/>
                    <a:pt x="165" y="492"/>
                    <a:pt x="166" y="521"/>
                  </a:cubicBezTo>
                  <a:cubicBezTo>
                    <a:pt x="169" y="607"/>
                    <a:pt x="179" y="692"/>
                    <a:pt x="187" y="777"/>
                  </a:cubicBezTo>
                  <a:cubicBezTo>
                    <a:pt x="188" y="796"/>
                    <a:pt x="192" y="815"/>
                    <a:pt x="196" y="837"/>
                  </a:cubicBezTo>
                  <a:cubicBezTo>
                    <a:pt x="196" y="700"/>
                    <a:pt x="196" y="567"/>
                    <a:pt x="196" y="435"/>
                  </a:cubicBezTo>
                  <a:close/>
                  <a:moveTo>
                    <a:pt x="758" y="814"/>
                  </a:moveTo>
                  <a:cubicBezTo>
                    <a:pt x="760" y="808"/>
                    <a:pt x="762" y="803"/>
                    <a:pt x="763" y="797"/>
                  </a:cubicBezTo>
                  <a:cubicBezTo>
                    <a:pt x="771" y="705"/>
                    <a:pt x="782" y="612"/>
                    <a:pt x="786" y="519"/>
                  </a:cubicBezTo>
                  <a:cubicBezTo>
                    <a:pt x="788" y="492"/>
                    <a:pt x="773" y="464"/>
                    <a:pt x="766" y="437"/>
                  </a:cubicBezTo>
                  <a:cubicBezTo>
                    <a:pt x="763" y="437"/>
                    <a:pt x="761" y="438"/>
                    <a:pt x="758" y="438"/>
                  </a:cubicBezTo>
                  <a:cubicBezTo>
                    <a:pt x="758" y="563"/>
                    <a:pt x="758" y="688"/>
                    <a:pt x="758" y="814"/>
                  </a:cubicBezTo>
                  <a:close/>
                </a:path>
              </a:pathLst>
            </a:custGeom>
            <a:solidFill>
              <a:schemeClr val="bg2">
                <a:lumMod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2" name="Flying impression design ——飞印象设计是一家专业的广告设计制作工作室，专注于平面、OFFICE、摄影等业务，工作室成立于2016年，拥有高水平的设计团队，已经立足于市场，今后将输出更多精致作品。"/>
            <p:cNvSpPr>
              <a:spLocks noEditPoints="1"/>
            </p:cNvSpPr>
            <p:nvPr/>
          </p:nvSpPr>
          <p:spPr bwMode="auto">
            <a:xfrm>
              <a:off x="2685" y="1588"/>
              <a:ext cx="1343" cy="1861"/>
            </a:xfrm>
            <a:custGeom>
              <a:avLst/>
              <a:gdLst>
                <a:gd name="T0" fmla="*/ 328 w 641"/>
                <a:gd name="T1" fmla="*/ 0 h 887"/>
                <a:gd name="T2" fmla="*/ 400 w 641"/>
                <a:gd name="T3" fmla="*/ 248 h 887"/>
                <a:gd name="T4" fmla="*/ 406 w 641"/>
                <a:gd name="T5" fmla="*/ 248 h 887"/>
                <a:gd name="T6" fmla="*/ 412 w 641"/>
                <a:gd name="T7" fmla="*/ 212 h 887"/>
                <a:gd name="T8" fmla="*/ 424 w 641"/>
                <a:gd name="T9" fmla="*/ 103 h 887"/>
                <a:gd name="T10" fmla="*/ 446 w 641"/>
                <a:gd name="T11" fmla="*/ 80 h 887"/>
                <a:gd name="T12" fmla="*/ 468 w 641"/>
                <a:gd name="T13" fmla="*/ 102 h 887"/>
                <a:gd name="T14" fmla="*/ 481 w 641"/>
                <a:gd name="T15" fmla="*/ 210 h 887"/>
                <a:gd name="T16" fmla="*/ 490 w 641"/>
                <a:gd name="T17" fmla="*/ 248 h 887"/>
                <a:gd name="T18" fmla="*/ 565 w 641"/>
                <a:gd name="T19" fmla="*/ 0 h 887"/>
                <a:gd name="T20" fmla="*/ 638 w 641"/>
                <a:gd name="T21" fmla="*/ 30 h 887"/>
                <a:gd name="T22" fmla="*/ 639 w 641"/>
                <a:gd name="T23" fmla="*/ 50 h 887"/>
                <a:gd name="T24" fmla="*/ 569 w 641"/>
                <a:gd name="T25" fmla="*/ 209 h 887"/>
                <a:gd name="T26" fmla="*/ 511 w 641"/>
                <a:gd name="T27" fmla="*/ 374 h 887"/>
                <a:gd name="T28" fmla="*/ 503 w 641"/>
                <a:gd name="T29" fmla="*/ 475 h 887"/>
                <a:gd name="T30" fmla="*/ 542 w 641"/>
                <a:gd name="T31" fmla="*/ 751 h 887"/>
                <a:gd name="T32" fmla="*/ 571 w 641"/>
                <a:gd name="T33" fmla="*/ 871 h 887"/>
                <a:gd name="T34" fmla="*/ 574 w 641"/>
                <a:gd name="T35" fmla="*/ 887 h 887"/>
                <a:gd name="T36" fmla="*/ 551 w 641"/>
                <a:gd name="T37" fmla="*/ 887 h 887"/>
                <a:gd name="T38" fmla="*/ 219 w 641"/>
                <a:gd name="T39" fmla="*/ 887 h 887"/>
                <a:gd name="T40" fmla="*/ 189 w 641"/>
                <a:gd name="T41" fmla="*/ 859 h 887"/>
                <a:gd name="T42" fmla="*/ 187 w 641"/>
                <a:gd name="T43" fmla="*/ 847 h 887"/>
                <a:gd name="T44" fmla="*/ 87 w 641"/>
                <a:gd name="T45" fmla="*/ 847 h 887"/>
                <a:gd name="T46" fmla="*/ 60 w 641"/>
                <a:gd name="T47" fmla="*/ 826 h 887"/>
                <a:gd name="T48" fmla="*/ 13 w 641"/>
                <a:gd name="T49" fmla="*/ 537 h 887"/>
                <a:gd name="T50" fmla="*/ 14 w 641"/>
                <a:gd name="T51" fmla="*/ 427 h 887"/>
                <a:gd name="T52" fmla="*/ 85 w 641"/>
                <a:gd name="T53" fmla="*/ 234 h 887"/>
                <a:gd name="T54" fmla="*/ 146 w 641"/>
                <a:gd name="T55" fmla="*/ 102 h 887"/>
                <a:gd name="T56" fmla="*/ 200 w 641"/>
                <a:gd name="T57" fmla="*/ 52 h 887"/>
                <a:gd name="T58" fmla="*/ 328 w 641"/>
                <a:gd name="T59" fmla="*/ 0 h 887"/>
                <a:gd name="T60" fmla="*/ 185 w 641"/>
                <a:gd name="T61" fmla="*/ 399 h 887"/>
                <a:gd name="T62" fmla="*/ 178 w 641"/>
                <a:gd name="T63" fmla="*/ 402 h 887"/>
                <a:gd name="T64" fmla="*/ 175 w 641"/>
                <a:gd name="T65" fmla="*/ 407 h 887"/>
                <a:gd name="T66" fmla="*/ 156 w 641"/>
                <a:gd name="T67" fmla="*/ 501 h 887"/>
                <a:gd name="T68" fmla="*/ 174 w 641"/>
                <a:gd name="T69" fmla="*/ 711 h 887"/>
                <a:gd name="T70" fmla="*/ 183 w 641"/>
                <a:gd name="T71" fmla="*/ 760 h 887"/>
                <a:gd name="T72" fmla="*/ 185 w 641"/>
                <a:gd name="T73" fmla="*/ 759 h 887"/>
                <a:gd name="T74" fmla="*/ 185 w 641"/>
                <a:gd name="T75" fmla="*/ 399 h 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1" h="887">
                  <a:moveTo>
                    <a:pt x="328" y="0"/>
                  </a:moveTo>
                  <a:cubicBezTo>
                    <a:pt x="352" y="85"/>
                    <a:pt x="364" y="170"/>
                    <a:pt x="400" y="248"/>
                  </a:cubicBezTo>
                  <a:cubicBezTo>
                    <a:pt x="402" y="248"/>
                    <a:pt x="404" y="248"/>
                    <a:pt x="406" y="248"/>
                  </a:cubicBezTo>
                  <a:cubicBezTo>
                    <a:pt x="408" y="236"/>
                    <a:pt x="410" y="224"/>
                    <a:pt x="412" y="212"/>
                  </a:cubicBezTo>
                  <a:cubicBezTo>
                    <a:pt x="416" y="176"/>
                    <a:pt x="421" y="139"/>
                    <a:pt x="424" y="103"/>
                  </a:cubicBezTo>
                  <a:cubicBezTo>
                    <a:pt x="426" y="88"/>
                    <a:pt x="435" y="79"/>
                    <a:pt x="446" y="80"/>
                  </a:cubicBezTo>
                  <a:cubicBezTo>
                    <a:pt x="455" y="81"/>
                    <a:pt x="466" y="93"/>
                    <a:pt x="468" y="102"/>
                  </a:cubicBezTo>
                  <a:cubicBezTo>
                    <a:pt x="474" y="138"/>
                    <a:pt x="477" y="174"/>
                    <a:pt x="481" y="210"/>
                  </a:cubicBezTo>
                  <a:cubicBezTo>
                    <a:pt x="483" y="223"/>
                    <a:pt x="485" y="235"/>
                    <a:pt x="490" y="248"/>
                  </a:cubicBezTo>
                  <a:cubicBezTo>
                    <a:pt x="529" y="171"/>
                    <a:pt x="541" y="86"/>
                    <a:pt x="565" y="0"/>
                  </a:cubicBezTo>
                  <a:cubicBezTo>
                    <a:pt x="590" y="10"/>
                    <a:pt x="615" y="19"/>
                    <a:pt x="638" y="30"/>
                  </a:cubicBezTo>
                  <a:cubicBezTo>
                    <a:pt x="641" y="31"/>
                    <a:pt x="641" y="44"/>
                    <a:pt x="639" y="50"/>
                  </a:cubicBezTo>
                  <a:cubicBezTo>
                    <a:pt x="616" y="103"/>
                    <a:pt x="591" y="155"/>
                    <a:pt x="569" y="209"/>
                  </a:cubicBezTo>
                  <a:cubicBezTo>
                    <a:pt x="548" y="263"/>
                    <a:pt x="527" y="318"/>
                    <a:pt x="511" y="374"/>
                  </a:cubicBezTo>
                  <a:cubicBezTo>
                    <a:pt x="502" y="406"/>
                    <a:pt x="499" y="442"/>
                    <a:pt x="503" y="475"/>
                  </a:cubicBezTo>
                  <a:cubicBezTo>
                    <a:pt x="513" y="567"/>
                    <a:pt x="527" y="659"/>
                    <a:pt x="542" y="751"/>
                  </a:cubicBezTo>
                  <a:cubicBezTo>
                    <a:pt x="548" y="791"/>
                    <a:pt x="561" y="831"/>
                    <a:pt x="571" y="871"/>
                  </a:cubicBezTo>
                  <a:cubicBezTo>
                    <a:pt x="572" y="875"/>
                    <a:pt x="573" y="880"/>
                    <a:pt x="574" y="887"/>
                  </a:cubicBezTo>
                  <a:cubicBezTo>
                    <a:pt x="566" y="887"/>
                    <a:pt x="559" y="887"/>
                    <a:pt x="551" y="887"/>
                  </a:cubicBezTo>
                  <a:cubicBezTo>
                    <a:pt x="441" y="887"/>
                    <a:pt x="330" y="887"/>
                    <a:pt x="219" y="887"/>
                  </a:cubicBezTo>
                  <a:cubicBezTo>
                    <a:pt x="190" y="887"/>
                    <a:pt x="190" y="887"/>
                    <a:pt x="189" y="859"/>
                  </a:cubicBezTo>
                  <a:cubicBezTo>
                    <a:pt x="189" y="856"/>
                    <a:pt x="188" y="852"/>
                    <a:pt x="187" y="847"/>
                  </a:cubicBezTo>
                  <a:cubicBezTo>
                    <a:pt x="153" y="847"/>
                    <a:pt x="120" y="846"/>
                    <a:pt x="87" y="847"/>
                  </a:cubicBezTo>
                  <a:cubicBezTo>
                    <a:pt x="71" y="848"/>
                    <a:pt x="62" y="843"/>
                    <a:pt x="60" y="826"/>
                  </a:cubicBezTo>
                  <a:cubicBezTo>
                    <a:pt x="44" y="730"/>
                    <a:pt x="27" y="634"/>
                    <a:pt x="13" y="537"/>
                  </a:cubicBezTo>
                  <a:cubicBezTo>
                    <a:pt x="7" y="501"/>
                    <a:pt x="0" y="464"/>
                    <a:pt x="14" y="427"/>
                  </a:cubicBezTo>
                  <a:cubicBezTo>
                    <a:pt x="37" y="363"/>
                    <a:pt x="60" y="298"/>
                    <a:pt x="85" y="234"/>
                  </a:cubicBezTo>
                  <a:cubicBezTo>
                    <a:pt x="103" y="189"/>
                    <a:pt x="122" y="144"/>
                    <a:pt x="146" y="102"/>
                  </a:cubicBezTo>
                  <a:cubicBezTo>
                    <a:pt x="158" y="82"/>
                    <a:pt x="179" y="63"/>
                    <a:pt x="200" y="52"/>
                  </a:cubicBezTo>
                  <a:cubicBezTo>
                    <a:pt x="240" y="32"/>
                    <a:pt x="283" y="18"/>
                    <a:pt x="328" y="0"/>
                  </a:cubicBezTo>
                  <a:close/>
                  <a:moveTo>
                    <a:pt x="185" y="399"/>
                  </a:moveTo>
                  <a:cubicBezTo>
                    <a:pt x="180" y="401"/>
                    <a:pt x="179" y="401"/>
                    <a:pt x="178" y="402"/>
                  </a:cubicBezTo>
                  <a:cubicBezTo>
                    <a:pt x="177" y="404"/>
                    <a:pt x="175" y="405"/>
                    <a:pt x="175" y="407"/>
                  </a:cubicBezTo>
                  <a:cubicBezTo>
                    <a:pt x="166" y="438"/>
                    <a:pt x="152" y="467"/>
                    <a:pt x="156" y="501"/>
                  </a:cubicBezTo>
                  <a:cubicBezTo>
                    <a:pt x="165" y="571"/>
                    <a:pt x="168" y="641"/>
                    <a:pt x="174" y="711"/>
                  </a:cubicBezTo>
                  <a:cubicBezTo>
                    <a:pt x="175" y="728"/>
                    <a:pt x="180" y="744"/>
                    <a:pt x="183" y="760"/>
                  </a:cubicBezTo>
                  <a:cubicBezTo>
                    <a:pt x="183" y="760"/>
                    <a:pt x="184" y="759"/>
                    <a:pt x="185" y="759"/>
                  </a:cubicBezTo>
                  <a:cubicBezTo>
                    <a:pt x="185" y="640"/>
                    <a:pt x="185" y="520"/>
                    <a:pt x="185" y="399"/>
                  </a:cubicBez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3" name="Flying impression design ——飞印象设计是一家专业的广告设计制作工作室，专注于平面、OFFICE、摄影等业务，工作室成立于2016年，拥有高水平的设计团队，已经立足于市场，今后将输出更多精致作品。"/>
            <p:cNvSpPr>
              <a:spLocks noEditPoints="1"/>
            </p:cNvSpPr>
            <p:nvPr/>
          </p:nvSpPr>
          <p:spPr bwMode="auto">
            <a:xfrm>
              <a:off x="5636" y="1588"/>
              <a:ext cx="1340" cy="1861"/>
            </a:xfrm>
            <a:custGeom>
              <a:avLst/>
              <a:gdLst>
                <a:gd name="T0" fmla="*/ 317 w 640"/>
                <a:gd name="T1" fmla="*/ 0 h 887"/>
                <a:gd name="T2" fmla="*/ 456 w 640"/>
                <a:gd name="T3" fmla="*/ 56 h 887"/>
                <a:gd name="T4" fmla="*/ 497 w 640"/>
                <a:gd name="T5" fmla="*/ 98 h 887"/>
                <a:gd name="T6" fmla="*/ 626 w 640"/>
                <a:gd name="T7" fmla="*/ 409 h 887"/>
                <a:gd name="T8" fmla="*/ 635 w 640"/>
                <a:gd name="T9" fmla="*/ 517 h 887"/>
                <a:gd name="T10" fmla="*/ 588 w 640"/>
                <a:gd name="T11" fmla="*/ 814 h 887"/>
                <a:gd name="T12" fmla="*/ 548 w 640"/>
                <a:gd name="T13" fmla="*/ 847 h 887"/>
                <a:gd name="T14" fmla="*/ 460 w 640"/>
                <a:gd name="T15" fmla="*/ 847 h 887"/>
                <a:gd name="T16" fmla="*/ 457 w 640"/>
                <a:gd name="T17" fmla="*/ 852 h 887"/>
                <a:gd name="T18" fmla="*/ 419 w 640"/>
                <a:gd name="T19" fmla="*/ 887 h 887"/>
                <a:gd name="T20" fmla="*/ 102 w 640"/>
                <a:gd name="T21" fmla="*/ 887 h 887"/>
                <a:gd name="T22" fmla="*/ 83 w 640"/>
                <a:gd name="T23" fmla="*/ 865 h 887"/>
                <a:gd name="T24" fmla="*/ 131 w 640"/>
                <a:gd name="T25" fmla="*/ 578 h 887"/>
                <a:gd name="T26" fmla="*/ 146 w 640"/>
                <a:gd name="T27" fmla="*/ 448 h 887"/>
                <a:gd name="T28" fmla="*/ 137 w 640"/>
                <a:gd name="T29" fmla="*/ 377 h 887"/>
                <a:gd name="T30" fmla="*/ 9 w 640"/>
                <a:gd name="T31" fmla="*/ 52 h 887"/>
                <a:gd name="T32" fmla="*/ 0 w 640"/>
                <a:gd name="T33" fmla="*/ 32 h 887"/>
                <a:gd name="T34" fmla="*/ 80 w 640"/>
                <a:gd name="T35" fmla="*/ 0 h 887"/>
                <a:gd name="T36" fmla="*/ 151 w 640"/>
                <a:gd name="T37" fmla="*/ 248 h 887"/>
                <a:gd name="T38" fmla="*/ 158 w 640"/>
                <a:gd name="T39" fmla="*/ 247 h 887"/>
                <a:gd name="T40" fmla="*/ 167 w 640"/>
                <a:gd name="T41" fmla="*/ 183 h 887"/>
                <a:gd name="T42" fmla="*/ 176 w 640"/>
                <a:gd name="T43" fmla="*/ 104 h 887"/>
                <a:gd name="T44" fmla="*/ 198 w 640"/>
                <a:gd name="T45" fmla="*/ 80 h 887"/>
                <a:gd name="T46" fmla="*/ 221 w 640"/>
                <a:gd name="T47" fmla="*/ 105 h 887"/>
                <a:gd name="T48" fmla="*/ 237 w 640"/>
                <a:gd name="T49" fmla="*/ 239 h 887"/>
                <a:gd name="T50" fmla="*/ 243 w 640"/>
                <a:gd name="T51" fmla="*/ 247 h 887"/>
                <a:gd name="T52" fmla="*/ 317 w 640"/>
                <a:gd name="T53" fmla="*/ 0 h 887"/>
                <a:gd name="T54" fmla="*/ 469 w 640"/>
                <a:gd name="T55" fmla="*/ 399 h 887"/>
                <a:gd name="T56" fmla="*/ 460 w 640"/>
                <a:gd name="T57" fmla="*/ 401 h 887"/>
                <a:gd name="T58" fmla="*/ 460 w 640"/>
                <a:gd name="T59" fmla="*/ 759 h 887"/>
                <a:gd name="T60" fmla="*/ 467 w 640"/>
                <a:gd name="T61" fmla="*/ 734 h 887"/>
                <a:gd name="T62" fmla="*/ 489 w 640"/>
                <a:gd name="T63" fmla="*/ 480 h 887"/>
                <a:gd name="T64" fmla="*/ 469 w 640"/>
                <a:gd name="T65" fmla="*/ 399 h 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0" h="887">
                  <a:moveTo>
                    <a:pt x="317" y="0"/>
                  </a:moveTo>
                  <a:cubicBezTo>
                    <a:pt x="365" y="19"/>
                    <a:pt x="412" y="35"/>
                    <a:pt x="456" y="56"/>
                  </a:cubicBezTo>
                  <a:cubicBezTo>
                    <a:pt x="473" y="64"/>
                    <a:pt x="488" y="81"/>
                    <a:pt x="497" y="98"/>
                  </a:cubicBezTo>
                  <a:cubicBezTo>
                    <a:pt x="548" y="198"/>
                    <a:pt x="590" y="302"/>
                    <a:pt x="626" y="409"/>
                  </a:cubicBezTo>
                  <a:cubicBezTo>
                    <a:pt x="639" y="445"/>
                    <a:pt x="640" y="481"/>
                    <a:pt x="635" y="517"/>
                  </a:cubicBezTo>
                  <a:cubicBezTo>
                    <a:pt x="621" y="616"/>
                    <a:pt x="604" y="715"/>
                    <a:pt x="588" y="814"/>
                  </a:cubicBezTo>
                  <a:cubicBezTo>
                    <a:pt x="582" y="847"/>
                    <a:pt x="581" y="847"/>
                    <a:pt x="548" y="847"/>
                  </a:cubicBezTo>
                  <a:cubicBezTo>
                    <a:pt x="519" y="847"/>
                    <a:pt x="489" y="847"/>
                    <a:pt x="460" y="847"/>
                  </a:cubicBezTo>
                  <a:cubicBezTo>
                    <a:pt x="458" y="850"/>
                    <a:pt x="457" y="851"/>
                    <a:pt x="457" y="852"/>
                  </a:cubicBezTo>
                  <a:cubicBezTo>
                    <a:pt x="454" y="887"/>
                    <a:pt x="454" y="887"/>
                    <a:pt x="419" y="887"/>
                  </a:cubicBezTo>
                  <a:cubicBezTo>
                    <a:pt x="313" y="887"/>
                    <a:pt x="208" y="887"/>
                    <a:pt x="102" y="887"/>
                  </a:cubicBezTo>
                  <a:cubicBezTo>
                    <a:pt x="84" y="887"/>
                    <a:pt x="79" y="885"/>
                    <a:pt x="83" y="865"/>
                  </a:cubicBezTo>
                  <a:cubicBezTo>
                    <a:pt x="100" y="770"/>
                    <a:pt x="116" y="674"/>
                    <a:pt x="131" y="578"/>
                  </a:cubicBezTo>
                  <a:cubicBezTo>
                    <a:pt x="138" y="535"/>
                    <a:pt x="144" y="491"/>
                    <a:pt x="146" y="448"/>
                  </a:cubicBezTo>
                  <a:cubicBezTo>
                    <a:pt x="148" y="424"/>
                    <a:pt x="144" y="400"/>
                    <a:pt x="137" y="377"/>
                  </a:cubicBezTo>
                  <a:cubicBezTo>
                    <a:pt x="104" y="265"/>
                    <a:pt x="60" y="158"/>
                    <a:pt x="9" y="52"/>
                  </a:cubicBezTo>
                  <a:cubicBezTo>
                    <a:pt x="7" y="46"/>
                    <a:pt x="4" y="40"/>
                    <a:pt x="0" y="32"/>
                  </a:cubicBezTo>
                  <a:cubicBezTo>
                    <a:pt x="27" y="21"/>
                    <a:pt x="52" y="11"/>
                    <a:pt x="80" y="0"/>
                  </a:cubicBezTo>
                  <a:cubicBezTo>
                    <a:pt x="104" y="84"/>
                    <a:pt x="116" y="169"/>
                    <a:pt x="151" y="248"/>
                  </a:cubicBezTo>
                  <a:cubicBezTo>
                    <a:pt x="154" y="247"/>
                    <a:pt x="156" y="247"/>
                    <a:pt x="158" y="247"/>
                  </a:cubicBezTo>
                  <a:cubicBezTo>
                    <a:pt x="161" y="226"/>
                    <a:pt x="165" y="205"/>
                    <a:pt x="167" y="183"/>
                  </a:cubicBezTo>
                  <a:cubicBezTo>
                    <a:pt x="171" y="157"/>
                    <a:pt x="173" y="131"/>
                    <a:pt x="176" y="104"/>
                  </a:cubicBezTo>
                  <a:cubicBezTo>
                    <a:pt x="177" y="90"/>
                    <a:pt x="185" y="80"/>
                    <a:pt x="198" y="80"/>
                  </a:cubicBezTo>
                  <a:cubicBezTo>
                    <a:pt x="211" y="80"/>
                    <a:pt x="219" y="89"/>
                    <a:pt x="221" y="105"/>
                  </a:cubicBezTo>
                  <a:cubicBezTo>
                    <a:pt x="225" y="150"/>
                    <a:pt x="231" y="194"/>
                    <a:pt x="237" y="239"/>
                  </a:cubicBezTo>
                  <a:cubicBezTo>
                    <a:pt x="237" y="242"/>
                    <a:pt x="239" y="244"/>
                    <a:pt x="243" y="247"/>
                  </a:cubicBezTo>
                  <a:cubicBezTo>
                    <a:pt x="281" y="170"/>
                    <a:pt x="293" y="85"/>
                    <a:pt x="317" y="0"/>
                  </a:cubicBezTo>
                  <a:close/>
                  <a:moveTo>
                    <a:pt x="469" y="399"/>
                  </a:moveTo>
                  <a:cubicBezTo>
                    <a:pt x="466" y="400"/>
                    <a:pt x="463" y="400"/>
                    <a:pt x="460" y="401"/>
                  </a:cubicBezTo>
                  <a:cubicBezTo>
                    <a:pt x="460" y="520"/>
                    <a:pt x="460" y="640"/>
                    <a:pt x="460" y="759"/>
                  </a:cubicBezTo>
                  <a:cubicBezTo>
                    <a:pt x="464" y="751"/>
                    <a:pt x="467" y="743"/>
                    <a:pt x="467" y="734"/>
                  </a:cubicBezTo>
                  <a:cubicBezTo>
                    <a:pt x="475" y="649"/>
                    <a:pt x="485" y="564"/>
                    <a:pt x="489" y="480"/>
                  </a:cubicBezTo>
                  <a:cubicBezTo>
                    <a:pt x="490" y="453"/>
                    <a:pt x="476" y="426"/>
                    <a:pt x="469" y="399"/>
                  </a:cubicBez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4"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4501" y="521"/>
              <a:ext cx="653" cy="874"/>
            </a:xfrm>
            <a:custGeom>
              <a:avLst/>
              <a:gdLst>
                <a:gd name="T0" fmla="*/ 311 w 312"/>
                <a:gd name="T1" fmla="*/ 165 h 417"/>
                <a:gd name="T2" fmla="*/ 242 w 312"/>
                <a:gd name="T3" fmla="*/ 352 h 417"/>
                <a:gd name="T4" fmla="*/ 80 w 312"/>
                <a:gd name="T5" fmla="*/ 353 h 417"/>
                <a:gd name="T6" fmla="*/ 13 w 312"/>
                <a:gd name="T7" fmla="*/ 126 h 417"/>
                <a:gd name="T8" fmla="*/ 173 w 312"/>
                <a:gd name="T9" fmla="*/ 7 h 417"/>
                <a:gd name="T10" fmla="*/ 311 w 312"/>
                <a:gd name="T11" fmla="*/ 165 h 417"/>
              </a:gdLst>
              <a:ahLst/>
              <a:cxnLst>
                <a:cxn ang="0">
                  <a:pos x="T0" y="T1"/>
                </a:cxn>
                <a:cxn ang="0">
                  <a:pos x="T2" y="T3"/>
                </a:cxn>
                <a:cxn ang="0">
                  <a:pos x="T4" y="T5"/>
                </a:cxn>
                <a:cxn ang="0">
                  <a:pos x="T6" y="T7"/>
                </a:cxn>
                <a:cxn ang="0">
                  <a:pos x="T8" y="T9"/>
                </a:cxn>
                <a:cxn ang="0">
                  <a:pos x="T10" y="T11"/>
                </a:cxn>
              </a:cxnLst>
              <a:rect l="0" t="0" r="r" b="b"/>
              <a:pathLst>
                <a:path w="312" h="417">
                  <a:moveTo>
                    <a:pt x="311" y="165"/>
                  </a:moveTo>
                  <a:cubicBezTo>
                    <a:pt x="305" y="227"/>
                    <a:pt x="286" y="295"/>
                    <a:pt x="242" y="352"/>
                  </a:cubicBezTo>
                  <a:cubicBezTo>
                    <a:pt x="193" y="415"/>
                    <a:pt x="128" y="417"/>
                    <a:pt x="80" y="353"/>
                  </a:cubicBezTo>
                  <a:cubicBezTo>
                    <a:pt x="30" y="287"/>
                    <a:pt x="0" y="211"/>
                    <a:pt x="13" y="126"/>
                  </a:cubicBezTo>
                  <a:cubicBezTo>
                    <a:pt x="23" y="51"/>
                    <a:pt x="97" y="0"/>
                    <a:pt x="173" y="7"/>
                  </a:cubicBezTo>
                  <a:cubicBezTo>
                    <a:pt x="253" y="15"/>
                    <a:pt x="312" y="78"/>
                    <a:pt x="311" y="165"/>
                  </a:cubicBezTo>
                  <a:close/>
                </a:path>
              </a:pathLst>
            </a:custGeom>
            <a:solidFill>
              <a:schemeClr val="bg2">
                <a:lumMod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5"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5759" y="741"/>
              <a:ext cx="595" cy="786"/>
            </a:xfrm>
            <a:custGeom>
              <a:avLst/>
              <a:gdLst>
                <a:gd name="T0" fmla="*/ 0 w 284"/>
                <a:gd name="T1" fmla="*/ 138 h 375"/>
                <a:gd name="T2" fmla="*/ 133 w 284"/>
                <a:gd name="T3" fmla="*/ 4 h 375"/>
                <a:gd name="T4" fmla="*/ 273 w 284"/>
                <a:gd name="T5" fmla="*/ 110 h 375"/>
                <a:gd name="T6" fmla="*/ 248 w 284"/>
                <a:gd name="T7" fmla="*/ 259 h 375"/>
                <a:gd name="T8" fmla="*/ 198 w 284"/>
                <a:gd name="T9" fmla="*/ 335 h 375"/>
                <a:gd name="T10" fmla="*/ 77 w 284"/>
                <a:gd name="T11" fmla="*/ 335 h 375"/>
                <a:gd name="T12" fmla="*/ 5 w 284"/>
                <a:gd name="T13" fmla="*/ 177 h 375"/>
                <a:gd name="T14" fmla="*/ 0 w 284"/>
                <a:gd name="T15" fmla="*/ 138 h 3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4" h="375">
                  <a:moveTo>
                    <a:pt x="0" y="138"/>
                  </a:moveTo>
                  <a:cubicBezTo>
                    <a:pt x="1" y="66"/>
                    <a:pt x="54" y="9"/>
                    <a:pt x="133" y="4"/>
                  </a:cubicBezTo>
                  <a:cubicBezTo>
                    <a:pt x="196" y="0"/>
                    <a:pt x="259" y="41"/>
                    <a:pt x="273" y="110"/>
                  </a:cubicBezTo>
                  <a:cubicBezTo>
                    <a:pt x="284" y="163"/>
                    <a:pt x="268" y="212"/>
                    <a:pt x="248" y="259"/>
                  </a:cubicBezTo>
                  <a:cubicBezTo>
                    <a:pt x="236" y="287"/>
                    <a:pt x="218" y="313"/>
                    <a:pt x="198" y="335"/>
                  </a:cubicBezTo>
                  <a:cubicBezTo>
                    <a:pt x="162" y="375"/>
                    <a:pt x="114" y="373"/>
                    <a:pt x="77" y="335"/>
                  </a:cubicBezTo>
                  <a:cubicBezTo>
                    <a:pt x="35" y="291"/>
                    <a:pt x="16" y="236"/>
                    <a:pt x="5" y="177"/>
                  </a:cubicBezTo>
                  <a:cubicBezTo>
                    <a:pt x="2" y="164"/>
                    <a:pt x="1" y="151"/>
                    <a:pt x="0" y="138"/>
                  </a:cubicBez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6"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3322" y="722"/>
              <a:ext cx="595" cy="801"/>
            </a:xfrm>
            <a:custGeom>
              <a:avLst/>
              <a:gdLst>
                <a:gd name="T0" fmla="*/ 280 w 284"/>
                <a:gd name="T1" fmla="*/ 165 h 382"/>
                <a:gd name="T2" fmla="*/ 215 w 284"/>
                <a:gd name="T3" fmla="*/ 332 h 382"/>
                <a:gd name="T4" fmla="*/ 119 w 284"/>
                <a:gd name="T5" fmla="*/ 368 h 382"/>
                <a:gd name="T6" fmla="*/ 70 w 284"/>
                <a:gd name="T7" fmla="*/ 329 h 382"/>
                <a:gd name="T8" fmla="*/ 5 w 284"/>
                <a:gd name="T9" fmla="*/ 154 h 382"/>
                <a:gd name="T10" fmla="*/ 122 w 284"/>
                <a:gd name="T11" fmla="*/ 15 h 382"/>
                <a:gd name="T12" fmla="*/ 280 w 284"/>
                <a:gd name="T13" fmla="*/ 165 h 382"/>
              </a:gdLst>
              <a:ahLst/>
              <a:cxnLst>
                <a:cxn ang="0">
                  <a:pos x="T0" y="T1"/>
                </a:cxn>
                <a:cxn ang="0">
                  <a:pos x="T2" y="T3"/>
                </a:cxn>
                <a:cxn ang="0">
                  <a:pos x="T4" y="T5"/>
                </a:cxn>
                <a:cxn ang="0">
                  <a:pos x="T6" y="T7"/>
                </a:cxn>
                <a:cxn ang="0">
                  <a:pos x="T8" y="T9"/>
                </a:cxn>
                <a:cxn ang="0">
                  <a:pos x="T10" y="T11"/>
                </a:cxn>
                <a:cxn ang="0">
                  <a:pos x="T12" y="T13"/>
                </a:cxn>
              </a:cxnLst>
              <a:rect l="0" t="0" r="r" b="b"/>
              <a:pathLst>
                <a:path w="284" h="382">
                  <a:moveTo>
                    <a:pt x="280" y="165"/>
                  </a:moveTo>
                  <a:cubicBezTo>
                    <a:pt x="276" y="216"/>
                    <a:pt x="257" y="279"/>
                    <a:pt x="215" y="332"/>
                  </a:cubicBezTo>
                  <a:cubicBezTo>
                    <a:pt x="187" y="368"/>
                    <a:pt x="152" y="382"/>
                    <a:pt x="119" y="368"/>
                  </a:cubicBezTo>
                  <a:cubicBezTo>
                    <a:pt x="101" y="359"/>
                    <a:pt x="82" y="345"/>
                    <a:pt x="70" y="329"/>
                  </a:cubicBezTo>
                  <a:cubicBezTo>
                    <a:pt x="29" y="278"/>
                    <a:pt x="10" y="218"/>
                    <a:pt x="5" y="154"/>
                  </a:cubicBezTo>
                  <a:cubicBezTo>
                    <a:pt x="0" y="85"/>
                    <a:pt x="51" y="27"/>
                    <a:pt x="122" y="15"/>
                  </a:cubicBezTo>
                  <a:cubicBezTo>
                    <a:pt x="214" y="0"/>
                    <a:pt x="284" y="76"/>
                    <a:pt x="280" y="165"/>
                  </a:cubicBez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pic>
        <p:nvPicPr>
          <p:cNvPr id="2" name="图片 1"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additive="base">
                                        <p:cTn id="17" dur="500" fill="hold"/>
                                        <p:tgtEl>
                                          <p:spTgt spid="48"/>
                                        </p:tgtEl>
                                        <p:attrNameLst>
                                          <p:attrName>ppt_x</p:attrName>
                                        </p:attrNameLst>
                                      </p:cBhvr>
                                      <p:tavLst>
                                        <p:tav tm="0">
                                          <p:val>
                                            <p:strVal val="0-#ppt_w/2"/>
                                          </p:val>
                                        </p:tav>
                                        <p:tav tm="100000">
                                          <p:val>
                                            <p:strVal val="#ppt_x"/>
                                          </p:val>
                                        </p:tav>
                                      </p:tavLst>
                                    </p:anim>
                                    <p:anim calcmode="lin" valueType="num">
                                      <p:cBhvr additive="base">
                                        <p:cTn id="18"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1000"/>
                                        <p:tgtEl>
                                          <p:spTgt spid="20"/>
                                        </p:tgtEl>
                                      </p:cBhvr>
                                    </p:animEffect>
                                    <p:anim calcmode="lin" valueType="num">
                                      <p:cBhvr>
                                        <p:cTn id="40" dur="1000" fill="hold"/>
                                        <p:tgtEl>
                                          <p:spTgt spid="20"/>
                                        </p:tgtEl>
                                        <p:attrNameLst>
                                          <p:attrName>ppt_x</p:attrName>
                                        </p:attrNameLst>
                                      </p:cBhvr>
                                      <p:tavLst>
                                        <p:tav tm="0">
                                          <p:val>
                                            <p:strVal val="#ppt_x"/>
                                          </p:val>
                                        </p:tav>
                                        <p:tav tm="100000">
                                          <p:val>
                                            <p:strVal val="#ppt_x"/>
                                          </p:val>
                                        </p:tav>
                                      </p:tavLst>
                                    </p:anim>
                                    <p:anim calcmode="lin" valueType="num">
                                      <p:cBhvr>
                                        <p:cTn id="41" dur="1000" fill="hold"/>
                                        <p:tgtEl>
                                          <p:spTgt spid="2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1000"/>
                                        <p:tgtEl>
                                          <p:spTgt spid="13"/>
                                        </p:tgtEl>
                                      </p:cBhvr>
                                    </p:animEffect>
                                    <p:anim calcmode="lin" valueType="num">
                                      <p:cBhvr>
                                        <p:cTn id="45" dur="1000" fill="hold"/>
                                        <p:tgtEl>
                                          <p:spTgt spid="13"/>
                                        </p:tgtEl>
                                        <p:attrNameLst>
                                          <p:attrName>ppt_x</p:attrName>
                                        </p:attrNameLst>
                                      </p:cBhvr>
                                      <p:tavLst>
                                        <p:tav tm="0">
                                          <p:val>
                                            <p:strVal val="#ppt_x"/>
                                          </p:val>
                                        </p:tav>
                                        <p:tav tm="100000">
                                          <p:val>
                                            <p:strVal val="#ppt_x"/>
                                          </p:val>
                                        </p:tav>
                                      </p:tavLst>
                                    </p:anim>
                                    <p:anim calcmode="lin" valueType="num">
                                      <p:cBhvr>
                                        <p:cTn id="4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1000"/>
                                        <p:tgtEl>
                                          <p:spTgt spid="9"/>
                                        </p:tgtEl>
                                      </p:cBhvr>
                                    </p:animEffect>
                                    <p:anim calcmode="lin" valueType="num">
                                      <p:cBhvr>
                                        <p:cTn id="52" dur="1000" fill="hold"/>
                                        <p:tgtEl>
                                          <p:spTgt spid="9"/>
                                        </p:tgtEl>
                                        <p:attrNameLst>
                                          <p:attrName>ppt_x</p:attrName>
                                        </p:attrNameLst>
                                      </p:cBhvr>
                                      <p:tavLst>
                                        <p:tav tm="0">
                                          <p:val>
                                            <p:strVal val="#ppt_x"/>
                                          </p:val>
                                        </p:tav>
                                        <p:tav tm="100000">
                                          <p:val>
                                            <p:strVal val="#ppt_x"/>
                                          </p:val>
                                        </p:tav>
                                      </p:tavLst>
                                    </p:anim>
                                    <p:anim calcmode="lin" valueType="num">
                                      <p:cBhvr>
                                        <p:cTn id="53" dur="1000" fill="hold"/>
                                        <p:tgtEl>
                                          <p:spTgt spid="9"/>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1000"/>
                                        <p:tgtEl>
                                          <p:spTgt spid="14"/>
                                        </p:tgtEl>
                                      </p:cBhvr>
                                    </p:animEffect>
                                    <p:anim calcmode="lin" valueType="num">
                                      <p:cBhvr>
                                        <p:cTn id="57" dur="1000" fill="hold"/>
                                        <p:tgtEl>
                                          <p:spTgt spid="14"/>
                                        </p:tgtEl>
                                        <p:attrNameLst>
                                          <p:attrName>ppt_x</p:attrName>
                                        </p:attrNameLst>
                                      </p:cBhvr>
                                      <p:tavLst>
                                        <p:tav tm="0">
                                          <p:val>
                                            <p:strVal val="#ppt_x"/>
                                          </p:val>
                                        </p:tav>
                                        <p:tav tm="100000">
                                          <p:val>
                                            <p:strVal val="#ppt_x"/>
                                          </p:val>
                                        </p:tav>
                                      </p:tavLst>
                                    </p:anim>
                                    <p:anim calcmode="lin" valueType="num">
                                      <p:cBhvr>
                                        <p:cTn id="58" dur="1000" fill="hold"/>
                                        <p:tgtEl>
                                          <p:spTgt spid="14"/>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1000"/>
                                        <p:tgtEl>
                                          <p:spTgt spid="18"/>
                                        </p:tgtEl>
                                      </p:cBhvr>
                                    </p:animEffect>
                                    <p:anim calcmode="lin" valueType="num">
                                      <p:cBhvr>
                                        <p:cTn id="62" dur="1000" fill="hold"/>
                                        <p:tgtEl>
                                          <p:spTgt spid="18"/>
                                        </p:tgtEl>
                                        <p:attrNameLst>
                                          <p:attrName>ppt_x</p:attrName>
                                        </p:attrNameLst>
                                      </p:cBhvr>
                                      <p:tavLst>
                                        <p:tav tm="0">
                                          <p:val>
                                            <p:strVal val="#ppt_x"/>
                                          </p:val>
                                        </p:tav>
                                        <p:tav tm="100000">
                                          <p:val>
                                            <p:strVal val="#ppt_x"/>
                                          </p:val>
                                        </p:tav>
                                      </p:tavLst>
                                    </p:anim>
                                    <p:anim calcmode="lin" valueType="num">
                                      <p:cBhvr>
                                        <p:cTn id="63" dur="1000" fill="hold"/>
                                        <p:tgtEl>
                                          <p:spTgt spid="18"/>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1000"/>
                                        <p:tgtEl>
                                          <p:spTgt spid="15"/>
                                        </p:tgtEl>
                                      </p:cBhvr>
                                    </p:animEffect>
                                    <p:anim calcmode="lin" valueType="num">
                                      <p:cBhvr>
                                        <p:cTn id="67" dur="1000" fill="hold"/>
                                        <p:tgtEl>
                                          <p:spTgt spid="15"/>
                                        </p:tgtEl>
                                        <p:attrNameLst>
                                          <p:attrName>ppt_x</p:attrName>
                                        </p:attrNameLst>
                                      </p:cBhvr>
                                      <p:tavLst>
                                        <p:tav tm="0">
                                          <p:val>
                                            <p:strVal val="#ppt_x"/>
                                          </p:val>
                                        </p:tav>
                                        <p:tav tm="100000">
                                          <p:val>
                                            <p:strVal val="#ppt_x"/>
                                          </p:val>
                                        </p:tav>
                                      </p:tavLst>
                                    </p:anim>
                                    <p:anim calcmode="lin" valueType="num">
                                      <p:cBhvr>
                                        <p:cTn id="6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fade">
                                      <p:cBhvr>
                                        <p:cTn id="73" dur="1000"/>
                                        <p:tgtEl>
                                          <p:spTgt spid="10"/>
                                        </p:tgtEl>
                                      </p:cBhvr>
                                    </p:animEffect>
                                    <p:anim calcmode="lin" valueType="num">
                                      <p:cBhvr>
                                        <p:cTn id="74" dur="1000" fill="hold"/>
                                        <p:tgtEl>
                                          <p:spTgt spid="10"/>
                                        </p:tgtEl>
                                        <p:attrNameLst>
                                          <p:attrName>ppt_x</p:attrName>
                                        </p:attrNameLst>
                                      </p:cBhvr>
                                      <p:tavLst>
                                        <p:tav tm="0">
                                          <p:val>
                                            <p:strVal val="#ppt_x"/>
                                          </p:val>
                                        </p:tav>
                                        <p:tav tm="100000">
                                          <p:val>
                                            <p:strVal val="#ppt_x"/>
                                          </p:val>
                                        </p:tav>
                                      </p:tavLst>
                                    </p:anim>
                                    <p:anim calcmode="lin" valueType="num">
                                      <p:cBhvr>
                                        <p:cTn id="75" dur="1000" fill="hold"/>
                                        <p:tgtEl>
                                          <p:spTgt spid="10"/>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1000"/>
                                        <p:tgtEl>
                                          <p:spTgt spid="16"/>
                                        </p:tgtEl>
                                      </p:cBhvr>
                                    </p:animEffect>
                                    <p:anim calcmode="lin" valueType="num">
                                      <p:cBhvr>
                                        <p:cTn id="79" dur="1000" fill="hold"/>
                                        <p:tgtEl>
                                          <p:spTgt spid="16"/>
                                        </p:tgtEl>
                                        <p:attrNameLst>
                                          <p:attrName>ppt_x</p:attrName>
                                        </p:attrNameLst>
                                      </p:cBhvr>
                                      <p:tavLst>
                                        <p:tav tm="0">
                                          <p:val>
                                            <p:strVal val="#ppt_x"/>
                                          </p:val>
                                        </p:tav>
                                        <p:tav tm="100000">
                                          <p:val>
                                            <p:strVal val="#ppt_x"/>
                                          </p:val>
                                        </p:tav>
                                      </p:tavLst>
                                    </p:anim>
                                    <p:anim calcmode="lin" valueType="num">
                                      <p:cBhvr>
                                        <p:cTn id="80" dur="1000" fill="hold"/>
                                        <p:tgtEl>
                                          <p:spTgt spid="16"/>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1000"/>
                                        <p:tgtEl>
                                          <p:spTgt spid="17"/>
                                        </p:tgtEl>
                                      </p:cBhvr>
                                    </p:animEffect>
                                    <p:anim calcmode="lin" valueType="num">
                                      <p:cBhvr>
                                        <p:cTn id="84" dur="1000" fill="hold"/>
                                        <p:tgtEl>
                                          <p:spTgt spid="17"/>
                                        </p:tgtEl>
                                        <p:attrNameLst>
                                          <p:attrName>ppt_x</p:attrName>
                                        </p:attrNameLst>
                                      </p:cBhvr>
                                      <p:tavLst>
                                        <p:tav tm="0">
                                          <p:val>
                                            <p:strVal val="#ppt_x"/>
                                          </p:val>
                                        </p:tav>
                                        <p:tav tm="100000">
                                          <p:val>
                                            <p:strVal val="#ppt_x"/>
                                          </p:val>
                                        </p:tav>
                                      </p:tavLst>
                                    </p:anim>
                                    <p:anim calcmode="lin" valueType="num">
                                      <p:cBhvr>
                                        <p:cTn id="85" dur="1000" fill="hold"/>
                                        <p:tgtEl>
                                          <p:spTgt spid="17"/>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000"/>
                                        <p:tgtEl>
                                          <p:spTgt spid="19"/>
                                        </p:tgtEl>
                                      </p:cBhvr>
                                    </p:animEffect>
                                    <p:anim calcmode="lin" valueType="num">
                                      <p:cBhvr>
                                        <p:cTn id="89" dur="1000" fill="hold"/>
                                        <p:tgtEl>
                                          <p:spTgt spid="19"/>
                                        </p:tgtEl>
                                        <p:attrNameLst>
                                          <p:attrName>ppt_x</p:attrName>
                                        </p:attrNameLst>
                                      </p:cBhvr>
                                      <p:tavLst>
                                        <p:tav tm="0">
                                          <p:val>
                                            <p:strVal val="#ppt_x"/>
                                          </p:val>
                                        </p:tav>
                                        <p:tav tm="100000">
                                          <p:val>
                                            <p:strVal val="#ppt_x"/>
                                          </p:val>
                                        </p:tav>
                                      </p:tavLst>
                                    </p:anim>
                                    <p:anim calcmode="lin" valueType="num">
                                      <p:cBhvr>
                                        <p:cTn id="9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animBg="1"/>
      <p:bldP spid="10" grpId="0" animBg="1"/>
      <p:bldP spid="11" grpId="0" animBg="1"/>
      <p:bldP spid="12" grpId="0" bldLvl="0" animBg="1"/>
      <p:bldP spid="13" grpId="0"/>
      <p:bldP spid="14" grpId="0" bldLvl="0" animBg="1"/>
      <p:bldP spid="15" grpId="0"/>
      <p:bldP spid="16" grpId="0" bldLvl="0" animBg="1"/>
      <p:bldP spid="17" grpId="0"/>
      <p:bldP spid="18" grpId="0" animBg="1"/>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 name="Flying impression design ——飞印象设计是一家专业的广告设计制作工作室，专注于平面、OFFICE、摄影等业务，工作室成立于2016年，拥有高水平的设计团队，已经立足于市场，今后将输出更多精致作品。"/>
          <p:cNvGrpSpPr>
            <a:grpSpLocks noChangeAspect="1"/>
          </p:cNvGrpSpPr>
          <p:nvPr/>
        </p:nvGrpSpPr>
        <p:grpSpPr bwMode="auto">
          <a:xfrm>
            <a:off x="5090194" y="1656083"/>
            <a:ext cx="2011612" cy="2009136"/>
            <a:chOff x="2989" y="865"/>
            <a:chExt cx="1624" cy="1622"/>
          </a:xfrm>
          <a:solidFill>
            <a:schemeClr val="bg2">
              <a:lumMod val="25000"/>
            </a:schemeClr>
          </a:solidFill>
        </p:grpSpPr>
        <p:sp>
          <p:nvSpPr>
            <p:cNvPr id="4"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2989" y="911"/>
              <a:ext cx="1578" cy="1576"/>
            </a:xfrm>
            <a:custGeom>
              <a:avLst/>
              <a:gdLst>
                <a:gd name="T0" fmla="*/ 1435 w 1816"/>
                <a:gd name="T1" fmla="*/ 518 h 1811"/>
                <a:gd name="T2" fmla="*/ 1551 w 1816"/>
                <a:gd name="T3" fmla="*/ 401 h 1811"/>
                <a:gd name="T4" fmla="*/ 1499 w 1816"/>
                <a:gd name="T5" fmla="*/ 1475 h 1811"/>
                <a:gd name="T6" fmla="*/ 327 w 1816"/>
                <a:gd name="T7" fmla="*/ 1484 h 1811"/>
                <a:gd name="T8" fmla="*/ 355 w 1816"/>
                <a:gd name="T9" fmla="*/ 304 h 1811"/>
                <a:gd name="T10" fmla="*/ 1415 w 1816"/>
                <a:gd name="T11" fmla="*/ 265 h 1811"/>
                <a:gd name="T12" fmla="*/ 1298 w 1816"/>
                <a:gd name="T13" fmla="*/ 381 h 1811"/>
                <a:gd name="T14" fmla="*/ 756 w 1816"/>
                <a:gd name="T15" fmla="*/ 272 h 1811"/>
                <a:gd name="T16" fmla="*/ 380 w 1816"/>
                <a:gd name="T17" fmla="*/ 525 h 1811"/>
                <a:gd name="T18" fmla="*/ 472 w 1816"/>
                <a:gd name="T19" fmla="*/ 1393 h 1811"/>
                <a:gd name="T20" fmla="*/ 1334 w 1816"/>
                <a:gd name="T21" fmla="*/ 1404 h 1811"/>
                <a:gd name="T22" fmla="*/ 1435 w 1816"/>
                <a:gd name="T23" fmla="*/ 518 h 1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16" h="1811">
                  <a:moveTo>
                    <a:pt x="1435" y="518"/>
                  </a:moveTo>
                  <a:cubicBezTo>
                    <a:pt x="1474" y="478"/>
                    <a:pt x="1513" y="440"/>
                    <a:pt x="1551" y="401"/>
                  </a:cubicBezTo>
                  <a:cubicBezTo>
                    <a:pt x="1777" y="668"/>
                    <a:pt x="1816" y="1145"/>
                    <a:pt x="1499" y="1475"/>
                  </a:cubicBezTo>
                  <a:cubicBezTo>
                    <a:pt x="1180" y="1807"/>
                    <a:pt x="652" y="1811"/>
                    <a:pt x="327" y="1484"/>
                  </a:cubicBezTo>
                  <a:cubicBezTo>
                    <a:pt x="0" y="1154"/>
                    <a:pt x="10" y="624"/>
                    <a:pt x="355" y="304"/>
                  </a:cubicBezTo>
                  <a:cubicBezTo>
                    <a:pt x="682" y="0"/>
                    <a:pt x="1152" y="42"/>
                    <a:pt x="1415" y="265"/>
                  </a:cubicBezTo>
                  <a:cubicBezTo>
                    <a:pt x="1376" y="303"/>
                    <a:pt x="1338" y="342"/>
                    <a:pt x="1298" y="381"/>
                  </a:cubicBezTo>
                  <a:cubicBezTo>
                    <a:pt x="1135" y="265"/>
                    <a:pt x="953" y="226"/>
                    <a:pt x="756" y="272"/>
                  </a:cubicBezTo>
                  <a:cubicBezTo>
                    <a:pt x="600" y="308"/>
                    <a:pt x="474" y="394"/>
                    <a:pt x="380" y="525"/>
                  </a:cubicBezTo>
                  <a:cubicBezTo>
                    <a:pt x="183" y="797"/>
                    <a:pt x="223" y="1165"/>
                    <a:pt x="472" y="1393"/>
                  </a:cubicBezTo>
                  <a:cubicBezTo>
                    <a:pt x="711" y="1612"/>
                    <a:pt x="1084" y="1617"/>
                    <a:pt x="1334" y="1404"/>
                  </a:cubicBezTo>
                  <a:cubicBezTo>
                    <a:pt x="1587" y="1188"/>
                    <a:pt x="1644" y="805"/>
                    <a:pt x="1435" y="5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3293" y="1221"/>
              <a:ext cx="959" cy="959"/>
            </a:xfrm>
            <a:custGeom>
              <a:avLst/>
              <a:gdLst>
                <a:gd name="T0" fmla="*/ 843 w 1104"/>
                <a:gd name="T1" fmla="*/ 135 h 1102"/>
                <a:gd name="T2" fmla="*/ 730 w 1104"/>
                <a:gd name="T3" fmla="*/ 247 h 1102"/>
                <a:gd name="T4" fmla="*/ 708 w 1104"/>
                <a:gd name="T5" fmla="*/ 246 h 1102"/>
                <a:gd name="T6" fmla="*/ 347 w 1104"/>
                <a:gd name="T7" fmla="*/ 287 h 1102"/>
                <a:gd name="T8" fmla="*/ 233 w 1104"/>
                <a:gd name="T9" fmla="*/ 642 h 1102"/>
                <a:gd name="T10" fmla="*/ 512 w 1104"/>
                <a:gd name="T11" fmla="*/ 886 h 1102"/>
                <a:gd name="T12" fmla="*/ 895 w 1104"/>
                <a:gd name="T13" fmla="*/ 602 h 1102"/>
                <a:gd name="T14" fmla="*/ 864 w 1104"/>
                <a:gd name="T15" fmla="*/ 402 h 1102"/>
                <a:gd name="T16" fmla="*/ 868 w 1104"/>
                <a:gd name="T17" fmla="*/ 375 h 1102"/>
                <a:gd name="T18" fmla="*/ 975 w 1104"/>
                <a:gd name="T19" fmla="*/ 267 h 1102"/>
                <a:gd name="T20" fmla="*/ 901 w 1104"/>
                <a:gd name="T21" fmla="*/ 923 h 1102"/>
                <a:gd name="T22" fmla="*/ 211 w 1104"/>
                <a:gd name="T23" fmla="*/ 917 h 1102"/>
                <a:gd name="T24" fmla="*/ 177 w 1104"/>
                <a:gd name="T25" fmla="*/ 220 h 1102"/>
                <a:gd name="T26" fmla="*/ 843 w 1104"/>
                <a:gd name="T27" fmla="*/ 135 h 1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04" h="1102">
                  <a:moveTo>
                    <a:pt x="843" y="135"/>
                  </a:moveTo>
                  <a:cubicBezTo>
                    <a:pt x="805" y="173"/>
                    <a:pt x="768" y="210"/>
                    <a:pt x="730" y="247"/>
                  </a:cubicBezTo>
                  <a:cubicBezTo>
                    <a:pt x="726" y="250"/>
                    <a:pt x="714" y="249"/>
                    <a:pt x="708" y="246"/>
                  </a:cubicBezTo>
                  <a:cubicBezTo>
                    <a:pt x="580" y="189"/>
                    <a:pt x="458" y="201"/>
                    <a:pt x="347" y="287"/>
                  </a:cubicBezTo>
                  <a:cubicBezTo>
                    <a:pt x="240" y="369"/>
                    <a:pt x="194" y="513"/>
                    <a:pt x="233" y="642"/>
                  </a:cubicBezTo>
                  <a:cubicBezTo>
                    <a:pt x="274" y="780"/>
                    <a:pt x="369" y="865"/>
                    <a:pt x="512" y="886"/>
                  </a:cubicBezTo>
                  <a:cubicBezTo>
                    <a:pt x="696" y="914"/>
                    <a:pt x="867" y="786"/>
                    <a:pt x="895" y="602"/>
                  </a:cubicBezTo>
                  <a:cubicBezTo>
                    <a:pt x="905" y="532"/>
                    <a:pt x="895" y="465"/>
                    <a:pt x="864" y="402"/>
                  </a:cubicBezTo>
                  <a:cubicBezTo>
                    <a:pt x="858" y="390"/>
                    <a:pt x="859" y="384"/>
                    <a:pt x="868" y="375"/>
                  </a:cubicBezTo>
                  <a:cubicBezTo>
                    <a:pt x="904" y="339"/>
                    <a:pt x="939" y="303"/>
                    <a:pt x="975" y="267"/>
                  </a:cubicBezTo>
                  <a:cubicBezTo>
                    <a:pt x="1104" y="445"/>
                    <a:pt x="1104" y="736"/>
                    <a:pt x="901" y="923"/>
                  </a:cubicBezTo>
                  <a:cubicBezTo>
                    <a:pt x="707" y="1102"/>
                    <a:pt x="399" y="1100"/>
                    <a:pt x="211" y="917"/>
                  </a:cubicBezTo>
                  <a:cubicBezTo>
                    <a:pt x="15" y="727"/>
                    <a:pt x="0" y="424"/>
                    <a:pt x="177" y="220"/>
                  </a:cubicBezTo>
                  <a:cubicBezTo>
                    <a:pt x="358" y="12"/>
                    <a:pt x="653" y="0"/>
                    <a:pt x="843" y="1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3746" y="865"/>
              <a:ext cx="867" cy="869"/>
            </a:xfrm>
            <a:custGeom>
              <a:avLst/>
              <a:gdLst>
                <a:gd name="T0" fmla="*/ 798 w 998"/>
                <a:gd name="T1" fmla="*/ 148 h 999"/>
                <a:gd name="T2" fmla="*/ 859 w 998"/>
                <a:gd name="T3" fmla="*/ 139 h 999"/>
                <a:gd name="T4" fmla="*/ 848 w 998"/>
                <a:gd name="T5" fmla="*/ 200 h 999"/>
                <a:gd name="T6" fmla="*/ 873 w 998"/>
                <a:gd name="T7" fmla="*/ 202 h 999"/>
                <a:gd name="T8" fmla="*/ 979 w 998"/>
                <a:gd name="T9" fmla="*/ 202 h 999"/>
                <a:gd name="T10" fmla="*/ 996 w 998"/>
                <a:gd name="T11" fmla="*/ 211 h 999"/>
                <a:gd name="T12" fmla="*/ 990 w 998"/>
                <a:gd name="T13" fmla="*/ 227 h 999"/>
                <a:gd name="T14" fmla="*/ 849 w 998"/>
                <a:gd name="T15" fmla="*/ 372 h 999"/>
                <a:gd name="T16" fmla="*/ 823 w 998"/>
                <a:gd name="T17" fmla="*/ 382 h 999"/>
                <a:gd name="T18" fmla="*/ 697 w 998"/>
                <a:gd name="T19" fmla="*/ 382 h 999"/>
                <a:gd name="T20" fmla="*/ 644 w 998"/>
                <a:gd name="T21" fmla="*/ 403 h 999"/>
                <a:gd name="T22" fmla="*/ 155 w 998"/>
                <a:gd name="T23" fmla="*/ 890 h 999"/>
                <a:gd name="T24" fmla="*/ 68 w 998"/>
                <a:gd name="T25" fmla="*/ 975 h 999"/>
                <a:gd name="T26" fmla="*/ 15 w 998"/>
                <a:gd name="T27" fmla="*/ 981 h 999"/>
                <a:gd name="T28" fmla="*/ 22 w 998"/>
                <a:gd name="T29" fmla="*/ 930 h 999"/>
                <a:gd name="T30" fmla="*/ 442 w 998"/>
                <a:gd name="T31" fmla="*/ 512 h 999"/>
                <a:gd name="T32" fmla="*/ 605 w 998"/>
                <a:gd name="T33" fmla="*/ 350 h 999"/>
                <a:gd name="T34" fmla="*/ 624 w 998"/>
                <a:gd name="T35" fmla="*/ 305 h 999"/>
                <a:gd name="T36" fmla="*/ 624 w 998"/>
                <a:gd name="T37" fmla="*/ 175 h 999"/>
                <a:gd name="T38" fmla="*/ 635 w 998"/>
                <a:gd name="T39" fmla="*/ 147 h 999"/>
                <a:gd name="T40" fmla="*/ 768 w 998"/>
                <a:gd name="T41" fmla="*/ 11 h 999"/>
                <a:gd name="T42" fmla="*/ 789 w 998"/>
                <a:gd name="T43" fmla="*/ 0 h 999"/>
                <a:gd name="T44" fmla="*/ 796 w 998"/>
                <a:gd name="T45" fmla="*/ 24 h 999"/>
                <a:gd name="T46" fmla="*/ 796 w 998"/>
                <a:gd name="T47" fmla="*/ 124 h 999"/>
                <a:gd name="T48" fmla="*/ 798 w 998"/>
                <a:gd name="T49" fmla="*/ 148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98" h="999">
                  <a:moveTo>
                    <a:pt x="798" y="148"/>
                  </a:moveTo>
                  <a:cubicBezTo>
                    <a:pt x="819" y="134"/>
                    <a:pt x="838" y="118"/>
                    <a:pt x="859" y="139"/>
                  </a:cubicBezTo>
                  <a:cubicBezTo>
                    <a:pt x="880" y="161"/>
                    <a:pt x="864" y="179"/>
                    <a:pt x="848" y="200"/>
                  </a:cubicBezTo>
                  <a:cubicBezTo>
                    <a:pt x="859" y="201"/>
                    <a:pt x="866" y="202"/>
                    <a:pt x="873" y="202"/>
                  </a:cubicBezTo>
                  <a:cubicBezTo>
                    <a:pt x="908" y="202"/>
                    <a:pt x="943" y="201"/>
                    <a:pt x="979" y="202"/>
                  </a:cubicBezTo>
                  <a:cubicBezTo>
                    <a:pt x="985" y="202"/>
                    <a:pt x="993" y="206"/>
                    <a:pt x="996" y="211"/>
                  </a:cubicBezTo>
                  <a:cubicBezTo>
                    <a:pt x="998" y="213"/>
                    <a:pt x="994" y="223"/>
                    <a:pt x="990" y="227"/>
                  </a:cubicBezTo>
                  <a:cubicBezTo>
                    <a:pt x="943" y="276"/>
                    <a:pt x="897" y="324"/>
                    <a:pt x="849" y="372"/>
                  </a:cubicBezTo>
                  <a:cubicBezTo>
                    <a:pt x="843" y="378"/>
                    <a:pt x="832" y="382"/>
                    <a:pt x="823" y="382"/>
                  </a:cubicBezTo>
                  <a:cubicBezTo>
                    <a:pt x="781" y="383"/>
                    <a:pt x="739" y="383"/>
                    <a:pt x="697" y="382"/>
                  </a:cubicBezTo>
                  <a:cubicBezTo>
                    <a:pt x="675" y="381"/>
                    <a:pt x="659" y="388"/>
                    <a:pt x="644" y="403"/>
                  </a:cubicBezTo>
                  <a:cubicBezTo>
                    <a:pt x="481" y="566"/>
                    <a:pt x="318" y="728"/>
                    <a:pt x="155" y="890"/>
                  </a:cubicBezTo>
                  <a:cubicBezTo>
                    <a:pt x="126" y="918"/>
                    <a:pt x="97" y="947"/>
                    <a:pt x="68" y="975"/>
                  </a:cubicBezTo>
                  <a:cubicBezTo>
                    <a:pt x="46" y="997"/>
                    <a:pt x="32" y="999"/>
                    <a:pt x="15" y="981"/>
                  </a:cubicBezTo>
                  <a:cubicBezTo>
                    <a:pt x="0" y="965"/>
                    <a:pt x="2" y="950"/>
                    <a:pt x="22" y="930"/>
                  </a:cubicBezTo>
                  <a:cubicBezTo>
                    <a:pt x="162" y="791"/>
                    <a:pt x="302" y="652"/>
                    <a:pt x="442" y="512"/>
                  </a:cubicBezTo>
                  <a:cubicBezTo>
                    <a:pt x="496" y="458"/>
                    <a:pt x="550" y="404"/>
                    <a:pt x="605" y="350"/>
                  </a:cubicBezTo>
                  <a:cubicBezTo>
                    <a:pt x="619" y="337"/>
                    <a:pt x="624" y="323"/>
                    <a:pt x="624" y="305"/>
                  </a:cubicBezTo>
                  <a:cubicBezTo>
                    <a:pt x="623" y="261"/>
                    <a:pt x="623" y="218"/>
                    <a:pt x="624" y="175"/>
                  </a:cubicBezTo>
                  <a:cubicBezTo>
                    <a:pt x="624" y="165"/>
                    <a:pt x="628" y="154"/>
                    <a:pt x="635" y="147"/>
                  </a:cubicBezTo>
                  <a:cubicBezTo>
                    <a:pt x="679" y="101"/>
                    <a:pt x="723" y="56"/>
                    <a:pt x="768" y="11"/>
                  </a:cubicBezTo>
                  <a:cubicBezTo>
                    <a:pt x="773" y="6"/>
                    <a:pt x="782" y="4"/>
                    <a:pt x="789" y="0"/>
                  </a:cubicBezTo>
                  <a:cubicBezTo>
                    <a:pt x="792" y="8"/>
                    <a:pt x="796" y="16"/>
                    <a:pt x="796" y="24"/>
                  </a:cubicBezTo>
                  <a:cubicBezTo>
                    <a:pt x="797" y="57"/>
                    <a:pt x="796" y="90"/>
                    <a:pt x="796" y="124"/>
                  </a:cubicBezTo>
                  <a:cubicBezTo>
                    <a:pt x="796" y="131"/>
                    <a:pt x="797" y="138"/>
                    <a:pt x="798" y="1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3600" y="1523"/>
              <a:ext cx="356" cy="356"/>
            </a:xfrm>
            <a:custGeom>
              <a:avLst/>
              <a:gdLst>
                <a:gd name="T0" fmla="*/ 386 w 410"/>
                <a:gd name="T1" fmla="*/ 158 h 409"/>
                <a:gd name="T2" fmla="*/ 306 w 410"/>
                <a:gd name="T3" fmla="*/ 363 h 409"/>
                <a:gd name="T4" fmla="*/ 75 w 410"/>
                <a:gd name="T5" fmla="*/ 339 h 409"/>
                <a:gd name="T6" fmla="*/ 44 w 410"/>
                <a:gd name="T7" fmla="*/ 109 h 409"/>
                <a:gd name="T8" fmla="*/ 253 w 410"/>
                <a:gd name="T9" fmla="*/ 24 h 409"/>
                <a:gd name="T10" fmla="*/ 239 w 410"/>
                <a:gd name="T11" fmla="*/ 38 h 409"/>
                <a:gd name="T12" fmla="*/ 143 w 410"/>
                <a:gd name="T13" fmla="*/ 134 h 409"/>
                <a:gd name="T14" fmla="*/ 139 w 410"/>
                <a:gd name="T15" fmla="*/ 270 h 409"/>
                <a:gd name="T16" fmla="*/ 275 w 410"/>
                <a:gd name="T17" fmla="*/ 268 h 409"/>
                <a:gd name="T18" fmla="*/ 372 w 410"/>
                <a:gd name="T19" fmla="*/ 172 h 409"/>
                <a:gd name="T20" fmla="*/ 386 w 410"/>
                <a:gd name="T21" fmla="*/ 158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0" h="409">
                  <a:moveTo>
                    <a:pt x="386" y="158"/>
                  </a:moveTo>
                  <a:cubicBezTo>
                    <a:pt x="410" y="232"/>
                    <a:pt x="375" y="320"/>
                    <a:pt x="306" y="363"/>
                  </a:cubicBezTo>
                  <a:cubicBezTo>
                    <a:pt x="232" y="409"/>
                    <a:pt x="137" y="399"/>
                    <a:pt x="75" y="339"/>
                  </a:cubicBezTo>
                  <a:cubicBezTo>
                    <a:pt x="13" y="278"/>
                    <a:pt x="0" y="184"/>
                    <a:pt x="44" y="109"/>
                  </a:cubicBezTo>
                  <a:cubicBezTo>
                    <a:pt x="87" y="36"/>
                    <a:pt x="174" y="0"/>
                    <a:pt x="253" y="24"/>
                  </a:cubicBezTo>
                  <a:cubicBezTo>
                    <a:pt x="248" y="29"/>
                    <a:pt x="244" y="34"/>
                    <a:pt x="239" y="38"/>
                  </a:cubicBezTo>
                  <a:cubicBezTo>
                    <a:pt x="207" y="70"/>
                    <a:pt x="175" y="102"/>
                    <a:pt x="143" y="134"/>
                  </a:cubicBezTo>
                  <a:cubicBezTo>
                    <a:pt x="103" y="174"/>
                    <a:pt x="102" y="233"/>
                    <a:pt x="139" y="270"/>
                  </a:cubicBezTo>
                  <a:cubicBezTo>
                    <a:pt x="177" y="308"/>
                    <a:pt x="235" y="307"/>
                    <a:pt x="275" y="268"/>
                  </a:cubicBezTo>
                  <a:cubicBezTo>
                    <a:pt x="308" y="236"/>
                    <a:pt x="339" y="204"/>
                    <a:pt x="372" y="172"/>
                  </a:cubicBezTo>
                  <a:cubicBezTo>
                    <a:pt x="376" y="167"/>
                    <a:pt x="381" y="163"/>
                    <a:pt x="386" y="1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13"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4968670" y="4125507"/>
            <a:ext cx="2254660" cy="706755"/>
          </a:xfrm>
          <a:prstGeom prst="rect">
            <a:avLst/>
          </a:prstGeom>
          <a:noFill/>
        </p:spPr>
        <p:txBody>
          <a:bodyPr wrap="square" rtlCol="0">
            <a:spAutoFit/>
          </a:bodyPr>
          <a:lstStyle/>
          <a:p>
            <a:pPr algn="ctr"/>
            <a:r>
              <a:rPr lang="en-US" sz="2000" dirty="0">
                <a:solidFill>
                  <a:schemeClr val="bg2">
                    <a:lumMod val="25000"/>
                  </a:schemeClr>
                </a:solidFill>
                <a:cs typeface="+mn-ea"/>
                <a:sym typeface="+mn-lt"/>
              </a:rPr>
              <a:t>WANG DESIGN</a:t>
            </a:r>
            <a:endParaRPr lang="en-US" sz="2000" dirty="0">
              <a:solidFill>
                <a:schemeClr val="bg2">
                  <a:lumMod val="25000"/>
                </a:schemeClr>
              </a:solidFill>
              <a:cs typeface="+mn-ea"/>
              <a:sym typeface="+mn-lt"/>
            </a:endParaRPr>
          </a:p>
          <a:p>
            <a:pPr algn="ctr"/>
            <a:endParaRPr lang="zh-CN" altLang="en-US" sz="2000" dirty="0">
              <a:solidFill>
                <a:schemeClr val="tx1">
                  <a:lumMod val="75000"/>
                  <a:lumOff val="25000"/>
                </a:schemeClr>
              </a:solidFill>
              <a:cs typeface="+mn-ea"/>
              <a:sym typeface="+mn-lt"/>
            </a:endParaRPr>
          </a:p>
        </p:txBody>
      </p:sp>
      <p:sp>
        <p:nvSpPr>
          <p:cNvPr id="14"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1260297" y="4525617"/>
            <a:ext cx="9671406" cy="547522"/>
          </a:xfrm>
          <a:prstGeom prst="rect">
            <a:avLst/>
          </a:prstGeom>
          <a:noFill/>
        </p:spPr>
        <p:txBody>
          <a:bodyPr wrap="square" rtlCol="0">
            <a:spAutoFit/>
          </a:bodyPr>
          <a:lstStyle/>
          <a:p>
            <a:pPr algn="ctr">
              <a:lnSpc>
                <a:spcPct val="130000"/>
              </a:lnSpc>
            </a:pPr>
            <a:r>
              <a:rPr lang="en-US" altLang="zh-CN" sz="1200" dirty="0">
                <a:solidFill>
                  <a:schemeClr val="tx1">
                    <a:lumMod val="75000"/>
                    <a:lumOff val="25000"/>
                  </a:schemeClr>
                </a:solidFill>
                <a:cs typeface="+mn-ea"/>
                <a:sym typeface="+mn-lt"/>
              </a:rPr>
              <a:t>Flying impression graphic design thank you for buying this template, we mainly engaged in various types of advertising graphic design. Flying impression graphic design thank you for buying this template, we mainly engaged in various types of advertising graphic design.</a:t>
            </a:r>
            <a:endParaRPr lang="en-US" altLang="zh-CN" sz="1200" dirty="0">
              <a:solidFill>
                <a:schemeClr val="tx1">
                  <a:lumMod val="75000"/>
                  <a:lumOff val="25000"/>
                </a:schemeClr>
              </a:solidFill>
              <a:cs typeface="+mn-ea"/>
              <a:sym typeface="+mn-lt"/>
            </a:endParaRPr>
          </a:p>
        </p:txBody>
      </p:sp>
      <p:pic>
        <p:nvPicPr>
          <p:cNvPr id="3" name="图片 2"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0-#ppt_w/2"/>
                                          </p:val>
                                        </p:tav>
                                        <p:tav tm="100000">
                                          <p:val>
                                            <p:strVal val="#ppt_x"/>
                                          </p:val>
                                        </p:tav>
                                      </p:tavLst>
                                    </p:anim>
                                    <p:anim calcmode="lin" valueType="num">
                                      <p:cBhvr additive="base">
                                        <p:cTn id="20"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anim calcmode="lin" valueType="num">
                                      <p:cBhvr>
                                        <p:cTn id="26" dur="1000" fill="hold"/>
                                        <p:tgtEl>
                                          <p:spTgt spid="2"/>
                                        </p:tgtEl>
                                        <p:attrNameLst>
                                          <p:attrName>ppt_x</p:attrName>
                                        </p:attrNameLst>
                                      </p:cBhvr>
                                      <p:tavLst>
                                        <p:tav tm="0">
                                          <p:val>
                                            <p:strVal val="#ppt_x"/>
                                          </p:val>
                                        </p:tav>
                                        <p:tav tm="100000">
                                          <p:val>
                                            <p:strVal val="#ppt_x"/>
                                          </p:val>
                                        </p:tav>
                                      </p:tavLst>
                                    </p:anim>
                                    <p:anim calcmode="lin" valueType="num">
                                      <p:cBhvr>
                                        <p:cTn id="2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anim calcmode="lin" valueType="num">
                                      <p:cBhvr>
                                        <p:cTn id="33" dur="1000" fill="hold"/>
                                        <p:tgtEl>
                                          <p:spTgt spid="13"/>
                                        </p:tgtEl>
                                        <p:attrNameLst>
                                          <p:attrName>ppt_x</p:attrName>
                                        </p:attrNameLst>
                                      </p:cBhvr>
                                      <p:tavLst>
                                        <p:tav tm="0">
                                          <p:val>
                                            <p:strVal val="#ppt_x"/>
                                          </p:val>
                                        </p:tav>
                                        <p:tav tm="100000">
                                          <p:val>
                                            <p:strVal val="#ppt_x"/>
                                          </p:val>
                                        </p:tav>
                                      </p:tavLst>
                                    </p:anim>
                                    <p:anim calcmode="lin" valueType="num">
                                      <p:cBhvr>
                                        <p:cTn id="34" dur="1000" fill="hold"/>
                                        <p:tgtEl>
                                          <p:spTgt spid="1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ppt_x</p:attrName>
                                        </p:attrNameLst>
                                      </p:cBhvr>
                                      <p:tavLst>
                                        <p:tav tm="0">
                                          <p:val>
                                            <p:strVal val="#ppt_x"/>
                                          </p:val>
                                        </p:tav>
                                        <p:tav tm="100000">
                                          <p:val>
                                            <p:strVal val="#ppt_x"/>
                                          </p:val>
                                        </p:tav>
                                      </p:tavLst>
                                    </p:anim>
                                    <p:anim calcmode="lin" valueType="num">
                                      <p:cBhvr>
                                        <p:cTn id="3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114925" y="2700020"/>
            <a:ext cx="196151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schemeClr val="bg2">
                    <a:lumMod val="25000"/>
                  </a:schemeClr>
                </a:solidFill>
                <a:effectLst/>
                <a:uLnTx/>
                <a:uFillTx/>
                <a:cs typeface="+mn-ea"/>
                <a:sym typeface="+mn-lt"/>
              </a:rPr>
              <a:t>Part /03</a:t>
            </a:r>
            <a:endParaRPr kumimoji="0" lang="zh-CN" altLang="en-US" sz="4000" b="0" i="0" u="none" strike="noStrike" kern="1200" cap="none" spc="0" normalizeH="0" baseline="0" noProof="0" dirty="0">
              <a:ln>
                <a:noFill/>
              </a:ln>
              <a:solidFill>
                <a:schemeClr val="bg2">
                  <a:lumMod val="25000"/>
                </a:schemeClr>
              </a:solidFill>
              <a:effectLst/>
              <a:uLnTx/>
              <a:uFillTx/>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p:nvPr/>
        </p:nvSpPr>
        <p:spPr>
          <a:xfrm>
            <a:off x="4253865" y="3463925"/>
            <a:ext cx="3684270" cy="521970"/>
          </a:xfrm>
          <a:prstGeom prst="rect">
            <a:avLst/>
          </a:prstGeom>
          <a:noFill/>
        </p:spPr>
        <p:txBody>
          <a:bodyPr wrap="non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altLang="zh-CN" sz="2800" dirty="0">
                <a:solidFill>
                  <a:schemeClr val="bg2">
                    <a:lumMod val="25000"/>
                  </a:schemeClr>
                </a:solidFill>
                <a:cs typeface="+mn-ea"/>
                <a:sym typeface="+mn-lt"/>
              </a:rPr>
              <a:t>Wang</a:t>
            </a:r>
            <a:r>
              <a:rPr kumimoji="0" lang="en-US" altLang="zh-CN" sz="2800" b="0" i="0" u="none" strike="noStrike" kern="1200" cap="none" spc="0" normalizeH="0" baseline="0" noProof="0" dirty="0">
                <a:ln>
                  <a:noFill/>
                </a:ln>
                <a:solidFill>
                  <a:prstClr val="black">
                    <a:lumMod val="75000"/>
                    <a:lumOff val="25000"/>
                  </a:prstClr>
                </a:solidFill>
                <a:effectLst/>
                <a:uLnTx/>
                <a:uFillTx/>
                <a:cs typeface="+mn-ea"/>
                <a:sym typeface="+mn-lt"/>
              </a:rPr>
              <a:t> Impression Title</a:t>
            </a:r>
            <a:endParaRPr kumimoji="0" lang="en-US" altLang="zh-CN" sz="280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956560" y="4124960"/>
            <a:ext cx="6278880" cy="510540"/>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black">
                    <a:lumMod val="75000"/>
                    <a:lumOff val="25000"/>
                  </a:prstClr>
                </a:solidFill>
                <a:effectLst/>
                <a:uLnTx/>
                <a:uFillTx/>
                <a:cs typeface="+mn-ea"/>
                <a:sym typeface="+mn-lt"/>
              </a:rPr>
              <a:t>Flying impression graphic design thank you for buying this template, we mainly engaged in various types of advertising graphic design.</a:t>
            </a:r>
            <a:endParaRPr kumimoji="0" lang="en-US" altLang="zh-CN" sz="105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a:off x="5719445" y="1896110"/>
            <a:ext cx="753110" cy="737235"/>
          </a:xfrm>
          <a:custGeom>
            <a:avLst/>
            <a:gdLst/>
            <a:ahLst/>
            <a:cxnLst>
              <a:cxn ang="0">
                <a:pos x="wd2" y="hd2"/>
              </a:cxn>
              <a:cxn ang="5400000">
                <a:pos x="wd2" y="hd2"/>
              </a:cxn>
              <a:cxn ang="10800000">
                <a:pos x="wd2" y="hd2"/>
              </a:cxn>
              <a:cxn ang="16200000">
                <a:pos x="wd2" y="hd2"/>
              </a:cxn>
            </a:cxnLst>
            <a:rect l="0" t="0" r="r" b="b"/>
            <a:pathLst>
              <a:path w="21600" h="21600" extrusionOk="0">
                <a:moveTo>
                  <a:pt x="10800" y="12408"/>
                </a:moveTo>
                <a:cubicBezTo>
                  <a:pt x="10303" y="12408"/>
                  <a:pt x="9900" y="12820"/>
                  <a:pt x="9900" y="13328"/>
                </a:cubicBezTo>
                <a:cubicBezTo>
                  <a:pt x="9900" y="13836"/>
                  <a:pt x="10303" y="14247"/>
                  <a:pt x="10800" y="14247"/>
                </a:cubicBezTo>
                <a:cubicBezTo>
                  <a:pt x="11297" y="14247"/>
                  <a:pt x="11700" y="13836"/>
                  <a:pt x="11700" y="13328"/>
                </a:cubicBezTo>
                <a:cubicBezTo>
                  <a:pt x="11700" y="12820"/>
                  <a:pt x="11297" y="12408"/>
                  <a:pt x="10800" y="12408"/>
                </a:cubicBezTo>
                <a:close/>
                <a:moveTo>
                  <a:pt x="1800" y="14706"/>
                </a:moveTo>
                <a:lnTo>
                  <a:pt x="1800" y="11959"/>
                </a:lnTo>
                <a:lnTo>
                  <a:pt x="19800" y="11959"/>
                </a:lnTo>
                <a:lnTo>
                  <a:pt x="19800" y="14706"/>
                </a:lnTo>
                <a:cubicBezTo>
                  <a:pt x="19800" y="14706"/>
                  <a:pt x="1800" y="14706"/>
                  <a:pt x="1800" y="14706"/>
                </a:cubicBezTo>
                <a:close/>
                <a:moveTo>
                  <a:pt x="11700" y="19760"/>
                </a:moveTo>
                <a:lnTo>
                  <a:pt x="9900" y="19760"/>
                </a:lnTo>
                <a:lnTo>
                  <a:pt x="9900" y="16559"/>
                </a:lnTo>
                <a:lnTo>
                  <a:pt x="11700" y="16559"/>
                </a:lnTo>
                <a:cubicBezTo>
                  <a:pt x="11700" y="16559"/>
                  <a:pt x="11700" y="19760"/>
                  <a:pt x="11700" y="19760"/>
                </a:cubicBezTo>
                <a:close/>
                <a:moveTo>
                  <a:pt x="1800" y="1840"/>
                </a:moveTo>
                <a:lnTo>
                  <a:pt x="19800" y="1840"/>
                </a:lnTo>
                <a:lnTo>
                  <a:pt x="19800" y="10111"/>
                </a:lnTo>
                <a:lnTo>
                  <a:pt x="1800" y="10111"/>
                </a:lnTo>
                <a:cubicBezTo>
                  <a:pt x="1800" y="10111"/>
                  <a:pt x="1800" y="1840"/>
                  <a:pt x="1800" y="1840"/>
                </a:cubicBezTo>
                <a:close/>
                <a:moveTo>
                  <a:pt x="21600" y="16559"/>
                </a:moveTo>
                <a:lnTo>
                  <a:pt x="21600" y="0"/>
                </a:lnTo>
                <a:lnTo>
                  <a:pt x="0" y="0"/>
                </a:lnTo>
                <a:lnTo>
                  <a:pt x="0" y="16559"/>
                </a:lnTo>
                <a:lnTo>
                  <a:pt x="8100" y="16559"/>
                </a:lnTo>
                <a:lnTo>
                  <a:pt x="8100" y="19760"/>
                </a:lnTo>
                <a:lnTo>
                  <a:pt x="6300" y="19760"/>
                </a:lnTo>
                <a:lnTo>
                  <a:pt x="6300" y="21600"/>
                </a:lnTo>
                <a:lnTo>
                  <a:pt x="15300" y="21600"/>
                </a:lnTo>
                <a:lnTo>
                  <a:pt x="15300" y="19760"/>
                </a:lnTo>
                <a:lnTo>
                  <a:pt x="13500" y="19760"/>
                </a:lnTo>
                <a:lnTo>
                  <a:pt x="13500" y="16559"/>
                </a:lnTo>
                <a:cubicBezTo>
                  <a:pt x="13500" y="16559"/>
                  <a:pt x="21600" y="16559"/>
                  <a:pt x="21600" y="16559"/>
                </a:cubicBezTo>
                <a:close/>
              </a:path>
            </a:pathLst>
          </a:custGeom>
          <a:solidFill>
            <a:schemeClr val="bg2">
              <a:lumMod val="25000"/>
            </a:schemeClr>
          </a:solidFill>
          <a:ln w="12700">
            <a:miter lim="400000"/>
          </a:ln>
        </p:spPr>
        <p:txBody>
          <a:bodyPr lIns="35719" tIns="35719" rIns="35719" bIns="35719"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cs typeface="+mn-ea"/>
              <a:sym typeface="+mn-lt"/>
            </a:endParaRPr>
          </a:p>
        </p:txBody>
      </p:sp>
      <p:pic>
        <p:nvPicPr>
          <p:cNvPr id="2" name="图片 1"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Flying impression design ——飞印象设计是一家专业的广告设计制作工作室，专注于平面、OFFICE、摄影等业务，工作室成立于2016年，拥有高水平的设计团队，已经立足于市场，今后将输出更多精致作品。"/>
          <p:cNvGrpSpPr>
            <a:grpSpLocks noChangeAspect="1"/>
          </p:cNvGrpSpPr>
          <p:nvPr/>
        </p:nvGrpSpPr>
        <p:grpSpPr bwMode="auto">
          <a:xfrm>
            <a:off x="1204827" y="1820601"/>
            <a:ext cx="1319022" cy="1408318"/>
            <a:chOff x="1159" y="1566"/>
            <a:chExt cx="1743" cy="1861"/>
          </a:xfrm>
          <a:solidFill>
            <a:schemeClr val="bg2">
              <a:lumMod val="25000"/>
            </a:schemeClr>
          </a:solidFill>
        </p:grpSpPr>
        <p:sp>
          <p:nvSpPr>
            <p:cNvPr id="5" name="Flying impression design ——飞印象设计是一家专业的广告设计制作工作室，专注于平面、OFFICE、摄影等业务，工作室成立于2016年，拥有高水平的设计团队，已经立足于市场，今后将输出更多精致作品。"/>
            <p:cNvSpPr>
              <a:spLocks noEditPoints="1"/>
            </p:cNvSpPr>
            <p:nvPr/>
          </p:nvSpPr>
          <p:spPr bwMode="auto">
            <a:xfrm>
              <a:off x="1159" y="1566"/>
              <a:ext cx="1591" cy="1861"/>
            </a:xfrm>
            <a:custGeom>
              <a:avLst/>
              <a:gdLst>
                <a:gd name="T0" fmla="*/ 51 w 1722"/>
                <a:gd name="T1" fmla="*/ 1742 h 2014"/>
                <a:gd name="T2" fmla="*/ 51 w 1722"/>
                <a:gd name="T3" fmla="*/ 1656 h 2014"/>
                <a:gd name="T4" fmla="*/ 129 w 1722"/>
                <a:gd name="T5" fmla="*/ 1398 h 2014"/>
                <a:gd name="T6" fmla="*/ 2 w 1722"/>
                <a:gd name="T7" fmla="*/ 1355 h 2014"/>
                <a:gd name="T8" fmla="*/ 130 w 1722"/>
                <a:gd name="T9" fmla="*/ 1312 h 2014"/>
                <a:gd name="T10" fmla="*/ 46 w 1722"/>
                <a:gd name="T11" fmla="*/ 1046 h 2014"/>
                <a:gd name="T12" fmla="*/ 45 w 1722"/>
                <a:gd name="T13" fmla="*/ 968 h 2014"/>
                <a:gd name="T14" fmla="*/ 129 w 1722"/>
                <a:gd name="T15" fmla="*/ 702 h 2014"/>
                <a:gd name="T16" fmla="*/ 2 w 1722"/>
                <a:gd name="T17" fmla="*/ 661 h 2014"/>
                <a:gd name="T18" fmla="*/ 130 w 1722"/>
                <a:gd name="T19" fmla="*/ 616 h 2014"/>
                <a:gd name="T20" fmla="*/ 52 w 1722"/>
                <a:gd name="T21" fmla="*/ 358 h 2014"/>
                <a:gd name="T22" fmla="*/ 51 w 1722"/>
                <a:gd name="T23" fmla="*/ 272 h 2014"/>
                <a:gd name="T24" fmla="*/ 131 w 1722"/>
                <a:gd name="T25" fmla="*/ 270 h 2014"/>
                <a:gd name="T26" fmla="*/ 137 w 1722"/>
                <a:gd name="T27" fmla="*/ 145 h 2014"/>
                <a:gd name="T28" fmla="*/ 860 w 1722"/>
                <a:gd name="T29" fmla="*/ 0 h 2014"/>
                <a:gd name="T30" fmla="*/ 1721 w 1722"/>
                <a:gd name="T31" fmla="*/ 200 h 2014"/>
                <a:gd name="T32" fmla="*/ 1704 w 1722"/>
                <a:gd name="T33" fmla="*/ 997 h 2014"/>
                <a:gd name="T34" fmla="*/ 1635 w 1722"/>
                <a:gd name="T35" fmla="*/ 1022 h 2014"/>
                <a:gd name="T36" fmla="*/ 1527 w 1722"/>
                <a:gd name="T37" fmla="*/ 86 h 2014"/>
                <a:gd name="T38" fmla="*/ 506 w 1722"/>
                <a:gd name="T39" fmla="*/ 87 h 2014"/>
                <a:gd name="T40" fmla="*/ 526 w 1722"/>
                <a:gd name="T41" fmla="*/ 1928 h 2014"/>
                <a:gd name="T42" fmla="*/ 1635 w 1722"/>
                <a:gd name="T43" fmla="*/ 1817 h 2014"/>
                <a:gd name="T44" fmla="*/ 1652 w 1722"/>
                <a:gd name="T45" fmla="*/ 1441 h 2014"/>
                <a:gd name="T46" fmla="*/ 1721 w 1722"/>
                <a:gd name="T47" fmla="*/ 1461 h 2014"/>
                <a:gd name="T48" fmla="*/ 1521 w 1722"/>
                <a:gd name="T49" fmla="*/ 2014 h 2014"/>
                <a:gd name="T50" fmla="*/ 131 w 1722"/>
                <a:gd name="T51" fmla="*/ 1813 h 2014"/>
                <a:gd name="T52" fmla="*/ 218 w 1722"/>
                <a:gd name="T53" fmla="*/ 1310 h 2014"/>
                <a:gd name="T54" fmla="*/ 367 w 1722"/>
                <a:gd name="T55" fmla="*/ 1304 h 2014"/>
                <a:gd name="T56" fmla="*/ 280 w 1722"/>
                <a:gd name="T57" fmla="*/ 1411 h 2014"/>
                <a:gd name="T58" fmla="*/ 218 w 1722"/>
                <a:gd name="T59" fmla="*/ 1653 h 2014"/>
                <a:gd name="T60" fmla="*/ 369 w 1722"/>
                <a:gd name="T61" fmla="*/ 1651 h 2014"/>
                <a:gd name="T62" fmla="*/ 281 w 1722"/>
                <a:gd name="T63" fmla="*/ 1755 h 2014"/>
                <a:gd name="T64" fmla="*/ 217 w 1722"/>
                <a:gd name="T65" fmla="*/ 1822 h 2014"/>
                <a:gd name="T66" fmla="*/ 465 w 1722"/>
                <a:gd name="T67" fmla="*/ 1926 h 2014"/>
                <a:gd name="T68" fmla="*/ 313 w 1722"/>
                <a:gd name="T69" fmla="*/ 87 h 2014"/>
                <a:gd name="T70" fmla="*/ 219 w 1722"/>
                <a:gd name="T71" fmla="*/ 271 h 2014"/>
                <a:gd name="T72" fmla="*/ 371 w 1722"/>
                <a:gd name="T73" fmla="*/ 271 h 2014"/>
                <a:gd name="T74" fmla="*/ 280 w 1722"/>
                <a:gd name="T75" fmla="*/ 371 h 2014"/>
                <a:gd name="T76" fmla="*/ 218 w 1722"/>
                <a:gd name="T77" fmla="*/ 615 h 2014"/>
                <a:gd name="T78" fmla="*/ 371 w 1722"/>
                <a:gd name="T79" fmla="*/ 616 h 2014"/>
                <a:gd name="T80" fmla="*/ 280 w 1722"/>
                <a:gd name="T81" fmla="*/ 715 h 2014"/>
                <a:gd name="T82" fmla="*/ 219 w 1722"/>
                <a:gd name="T83" fmla="*/ 966 h 2014"/>
                <a:gd name="T84" fmla="*/ 372 w 1722"/>
                <a:gd name="T85" fmla="*/ 965 h 2014"/>
                <a:gd name="T86" fmla="*/ 279 w 1722"/>
                <a:gd name="T87" fmla="*/ 1059 h 2014"/>
                <a:gd name="T88" fmla="*/ 218 w 1722"/>
                <a:gd name="T89" fmla="*/ 1310 h 2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22" h="2014">
                  <a:moveTo>
                    <a:pt x="131" y="1742"/>
                  </a:moveTo>
                  <a:cubicBezTo>
                    <a:pt x="102" y="1742"/>
                    <a:pt x="76" y="1742"/>
                    <a:pt x="51" y="1742"/>
                  </a:cubicBezTo>
                  <a:cubicBezTo>
                    <a:pt x="20" y="1742"/>
                    <a:pt x="2" y="1726"/>
                    <a:pt x="2" y="1699"/>
                  </a:cubicBezTo>
                  <a:cubicBezTo>
                    <a:pt x="2" y="1672"/>
                    <a:pt x="20" y="1656"/>
                    <a:pt x="51" y="1656"/>
                  </a:cubicBezTo>
                  <a:cubicBezTo>
                    <a:pt x="76" y="1656"/>
                    <a:pt x="102" y="1656"/>
                    <a:pt x="129" y="1656"/>
                  </a:cubicBezTo>
                  <a:cubicBezTo>
                    <a:pt x="129" y="1570"/>
                    <a:pt x="129" y="1485"/>
                    <a:pt x="129" y="1398"/>
                  </a:cubicBezTo>
                  <a:cubicBezTo>
                    <a:pt x="104" y="1398"/>
                    <a:pt x="78" y="1398"/>
                    <a:pt x="52" y="1398"/>
                  </a:cubicBezTo>
                  <a:cubicBezTo>
                    <a:pt x="20" y="1398"/>
                    <a:pt x="2" y="1382"/>
                    <a:pt x="2" y="1355"/>
                  </a:cubicBezTo>
                  <a:cubicBezTo>
                    <a:pt x="2" y="1328"/>
                    <a:pt x="20" y="1312"/>
                    <a:pt x="53" y="1312"/>
                  </a:cubicBezTo>
                  <a:cubicBezTo>
                    <a:pt x="78" y="1312"/>
                    <a:pt x="103" y="1312"/>
                    <a:pt x="130" y="1312"/>
                  </a:cubicBezTo>
                  <a:cubicBezTo>
                    <a:pt x="130" y="1223"/>
                    <a:pt x="130" y="1136"/>
                    <a:pt x="130" y="1046"/>
                  </a:cubicBezTo>
                  <a:cubicBezTo>
                    <a:pt x="101" y="1046"/>
                    <a:pt x="74" y="1047"/>
                    <a:pt x="46" y="1046"/>
                  </a:cubicBezTo>
                  <a:cubicBezTo>
                    <a:pt x="20" y="1046"/>
                    <a:pt x="4" y="1032"/>
                    <a:pt x="2" y="1012"/>
                  </a:cubicBezTo>
                  <a:cubicBezTo>
                    <a:pt x="0" y="986"/>
                    <a:pt x="16" y="969"/>
                    <a:pt x="45" y="968"/>
                  </a:cubicBezTo>
                  <a:cubicBezTo>
                    <a:pt x="72" y="967"/>
                    <a:pt x="100" y="968"/>
                    <a:pt x="129" y="968"/>
                  </a:cubicBezTo>
                  <a:cubicBezTo>
                    <a:pt x="129" y="879"/>
                    <a:pt x="129" y="792"/>
                    <a:pt x="129" y="702"/>
                  </a:cubicBezTo>
                  <a:cubicBezTo>
                    <a:pt x="102" y="702"/>
                    <a:pt x="74" y="703"/>
                    <a:pt x="46" y="702"/>
                  </a:cubicBezTo>
                  <a:cubicBezTo>
                    <a:pt x="20" y="702"/>
                    <a:pt x="2" y="685"/>
                    <a:pt x="2" y="661"/>
                  </a:cubicBezTo>
                  <a:cubicBezTo>
                    <a:pt x="1" y="634"/>
                    <a:pt x="19" y="616"/>
                    <a:pt x="47" y="616"/>
                  </a:cubicBezTo>
                  <a:cubicBezTo>
                    <a:pt x="74" y="615"/>
                    <a:pt x="101" y="616"/>
                    <a:pt x="130" y="616"/>
                  </a:cubicBezTo>
                  <a:cubicBezTo>
                    <a:pt x="130" y="529"/>
                    <a:pt x="130" y="445"/>
                    <a:pt x="130" y="358"/>
                  </a:cubicBezTo>
                  <a:cubicBezTo>
                    <a:pt x="103" y="358"/>
                    <a:pt x="78" y="358"/>
                    <a:pt x="52" y="358"/>
                  </a:cubicBezTo>
                  <a:cubicBezTo>
                    <a:pt x="20" y="358"/>
                    <a:pt x="1" y="342"/>
                    <a:pt x="2" y="314"/>
                  </a:cubicBezTo>
                  <a:cubicBezTo>
                    <a:pt x="2" y="288"/>
                    <a:pt x="20" y="272"/>
                    <a:pt x="51" y="272"/>
                  </a:cubicBezTo>
                  <a:cubicBezTo>
                    <a:pt x="75" y="272"/>
                    <a:pt x="99" y="272"/>
                    <a:pt x="123" y="271"/>
                  </a:cubicBezTo>
                  <a:cubicBezTo>
                    <a:pt x="125" y="271"/>
                    <a:pt x="126" y="271"/>
                    <a:pt x="131" y="270"/>
                  </a:cubicBezTo>
                  <a:cubicBezTo>
                    <a:pt x="131" y="261"/>
                    <a:pt x="130" y="250"/>
                    <a:pt x="131" y="240"/>
                  </a:cubicBezTo>
                  <a:cubicBezTo>
                    <a:pt x="132" y="208"/>
                    <a:pt x="130" y="175"/>
                    <a:pt x="137" y="145"/>
                  </a:cubicBezTo>
                  <a:cubicBezTo>
                    <a:pt x="156" y="58"/>
                    <a:pt x="234" y="0"/>
                    <a:pt x="326" y="0"/>
                  </a:cubicBezTo>
                  <a:cubicBezTo>
                    <a:pt x="504" y="0"/>
                    <a:pt x="682" y="0"/>
                    <a:pt x="860" y="0"/>
                  </a:cubicBezTo>
                  <a:cubicBezTo>
                    <a:pt x="1081" y="0"/>
                    <a:pt x="1301" y="0"/>
                    <a:pt x="1522" y="0"/>
                  </a:cubicBezTo>
                  <a:cubicBezTo>
                    <a:pt x="1641" y="0"/>
                    <a:pt x="1721" y="81"/>
                    <a:pt x="1721" y="200"/>
                  </a:cubicBezTo>
                  <a:cubicBezTo>
                    <a:pt x="1721" y="454"/>
                    <a:pt x="1721" y="709"/>
                    <a:pt x="1722" y="964"/>
                  </a:cubicBezTo>
                  <a:cubicBezTo>
                    <a:pt x="1722" y="980"/>
                    <a:pt x="1717" y="989"/>
                    <a:pt x="1704" y="997"/>
                  </a:cubicBezTo>
                  <a:cubicBezTo>
                    <a:pt x="1681" y="1012"/>
                    <a:pt x="1660" y="1028"/>
                    <a:pt x="1635" y="1045"/>
                  </a:cubicBezTo>
                  <a:cubicBezTo>
                    <a:pt x="1635" y="1035"/>
                    <a:pt x="1635" y="1029"/>
                    <a:pt x="1635" y="1022"/>
                  </a:cubicBezTo>
                  <a:cubicBezTo>
                    <a:pt x="1635" y="746"/>
                    <a:pt x="1635" y="470"/>
                    <a:pt x="1635" y="194"/>
                  </a:cubicBezTo>
                  <a:cubicBezTo>
                    <a:pt x="1635" y="129"/>
                    <a:pt x="1591" y="86"/>
                    <a:pt x="1527" y="86"/>
                  </a:cubicBezTo>
                  <a:cubicBezTo>
                    <a:pt x="1193" y="86"/>
                    <a:pt x="859" y="86"/>
                    <a:pt x="525" y="86"/>
                  </a:cubicBezTo>
                  <a:cubicBezTo>
                    <a:pt x="519" y="86"/>
                    <a:pt x="513" y="87"/>
                    <a:pt x="506" y="87"/>
                  </a:cubicBezTo>
                  <a:cubicBezTo>
                    <a:pt x="506" y="701"/>
                    <a:pt x="506" y="1313"/>
                    <a:pt x="506" y="1927"/>
                  </a:cubicBezTo>
                  <a:cubicBezTo>
                    <a:pt x="513" y="1927"/>
                    <a:pt x="520" y="1928"/>
                    <a:pt x="526" y="1928"/>
                  </a:cubicBezTo>
                  <a:cubicBezTo>
                    <a:pt x="859" y="1928"/>
                    <a:pt x="1191" y="1928"/>
                    <a:pt x="1524" y="1928"/>
                  </a:cubicBezTo>
                  <a:cubicBezTo>
                    <a:pt x="1592" y="1928"/>
                    <a:pt x="1635" y="1885"/>
                    <a:pt x="1635" y="1817"/>
                  </a:cubicBezTo>
                  <a:cubicBezTo>
                    <a:pt x="1635" y="1703"/>
                    <a:pt x="1635" y="1589"/>
                    <a:pt x="1634" y="1475"/>
                  </a:cubicBezTo>
                  <a:cubicBezTo>
                    <a:pt x="1634" y="1460"/>
                    <a:pt x="1638" y="1449"/>
                    <a:pt x="1652" y="1441"/>
                  </a:cubicBezTo>
                  <a:cubicBezTo>
                    <a:pt x="1674" y="1427"/>
                    <a:pt x="1696" y="1410"/>
                    <a:pt x="1721" y="1392"/>
                  </a:cubicBezTo>
                  <a:cubicBezTo>
                    <a:pt x="1721" y="1418"/>
                    <a:pt x="1721" y="1439"/>
                    <a:pt x="1721" y="1461"/>
                  </a:cubicBezTo>
                  <a:cubicBezTo>
                    <a:pt x="1721" y="1579"/>
                    <a:pt x="1721" y="1697"/>
                    <a:pt x="1721" y="1815"/>
                  </a:cubicBezTo>
                  <a:cubicBezTo>
                    <a:pt x="1721" y="1933"/>
                    <a:pt x="1640" y="2014"/>
                    <a:pt x="1521" y="2014"/>
                  </a:cubicBezTo>
                  <a:cubicBezTo>
                    <a:pt x="1125" y="2014"/>
                    <a:pt x="728" y="2014"/>
                    <a:pt x="331" y="2014"/>
                  </a:cubicBezTo>
                  <a:cubicBezTo>
                    <a:pt x="212" y="2014"/>
                    <a:pt x="131" y="1933"/>
                    <a:pt x="131" y="1813"/>
                  </a:cubicBezTo>
                  <a:cubicBezTo>
                    <a:pt x="131" y="1791"/>
                    <a:pt x="131" y="1768"/>
                    <a:pt x="131" y="1742"/>
                  </a:cubicBezTo>
                  <a:close/>
                  <a:moveTo>
                    <a:pt x="218" y="1310"/>
                  </a:moveTo>
                  <a:cubicBezTo>
                    <a:pt x="256" y="1314"/>
                    <a:pt x="259" y="1314"/>
                    <a:pt x="276" y="1301"/>
                  </a:cubicBezTo>
                  <a:cubicBezTo>
                    <a:pt x="303" y="1278"/>
                    <a:pt x="342" y="1279"/>
                    <a:pt x="367" y="1304"/>
                  </a:cubicBezTo>
                  <a:cubicBezTo>
                    <a:pt x="392" y="1328"/>
                    <a:pt x="394" y="1369"/>
                    <a:pt x="372" y="1397"/>
                  </a:cubicBezTo>
                  <a:cubicBezTo>
                    <a:pt x="349" y="1425"/>
                    <a:pt x="308" y="1433"/>
                    <a:pt x="280" y="1411"/>
                  </a:cubicBezTo>
                  <a:cubicBezTo>
                    <a:pt x="260" y="1395"/>
                    <a:pt x="240" y="1398"/>
                    <a:pt x="218" y="1399"/>
                  </a:cubicBezTo>
                  <a:cubicBezTo>
                    <a:pt x="218" y="1485"/>
                    <a:pt x="218" y="1569"/>
                    <a:pt x="218" y="1653"/>
                  </a:cubicBezTo>
                  <a:cubicBezTo>
                    <a:pt x="250" y="1659"/>
                    <a:pt x="257" y="1657"/>
                    <a:pt x="280" y="1642"/>
                  </a:cubicBezTo>
                  <a:cubicBezTo>
                    <a:pt x="308" y="1622"/>
                    <a:pt x="346" y="1626"/>
                    <a:pt x="369" y="1651"/>
                  </a:cubicBezTo>
                  <a:cubicBezTo>
                    <a:pt x="392" y="1676"/>
                    <a:pt x="393" y="1716"/>
                    <a:pt x="370" y="1743"/>
                  </a:cubicBezTo>
                  <a:cubicBezTo>
                    <a:pt x="348" y="1769"/>
                    <a:pt x="307" y="1777"/>
                    <a:pt x="281" y="1755"/>
                  </a:cubicBezTo>
                  <a:cubicBezTo>
                    <a:pt x="260" y="1739"/>
                    <a:pt x="240" y="1743"/>
                    <a:pt x="217" y="1743"/>
                  </a:cubicBezTo>
                  <a:cubicBezTo>
                    <a:pt x="217" y="1770"/>
                    <a:pt x="217" y="1796"/>
                    <a:pt x="217" y="1822"/>
                  </a:cubicBezTo>
                  <a:cubicBezTo>
                    <a:pt x="218" y="1875"/>
                    <a:pt x="251" y="1920"/>
                    <a:pt x="304" y="1925"/>
                  </a:cubicBezTo>
                  <a:cubicBezTo>
                    <a:pt x="357" y="1930"/>
                    <a:pt x="411" y="1926"/>
                    <a:pt x="465" y="1926"/>
                  </a:cubicBezTo>
                  <a:cubicBezTo>
                    <a:pt x="465" y="1313"/>
                    <a:pt x="465" y="700"/>
                    <a:pt x="465" y="86"/>
                  </a:cubicBezTo>
                  <a:cubicBezTo>
                    <a:pt x="413" y="86"/>
                    <a:pt x="363" y="85"/>
                    <a:pt x="313" y="87"/>
                  </a:cubicBezTo>
                  <a:cubicBezTo>
                    <a:pt x="267" y="88"/>
                    <a:pt x="225" y="125"/>
                    <a:pt x="219" y="171"/>
                  </a:cubicBezTo>
                  <a:cubicBezTo>
                    <a:pt x="215" y="203"/>
                    <a:pt x="219" y="237"/>
                    <a:pt x="219" y="271"/>
                  </a:cubicBezTo>
                  <a:cubicBezTo>
                    <a:pt x="241" y="271"/>
                    <a:pt x="261" y="275"/>
                    <a:pt x="281" y="259"/>
                  </a:cubicBezTo>
                  <a:cubicBezTo>
                    <a:pt x="307" y="237"/>
                    <a:pt x="349" y="245"/>
                    <a:pt x="371" y="271"/>
                  </a:cubicBezTo>
                  <a:cubicBezTo>
                    <a:pt x="392" y="298"/>
                    <a:pt x="392" y="336"/>
                    <a:pt x="370" y="361"/>
                  </a:cubicBezTo>
                  <a:cubicBezTo>
                    <a:pt x="347" y="387"/>
                    <a:pt x="306" y="394"/>
                    <a:pt x="280" y="371"/>
                  </a:cubicBezTo>
                  <a:cubicBezTo>
                    <a:pt x="260" y="354"/>
                    <a:pt x="240" y="359"/>
                    <a:pt x="218" y="360"/>
                  </a:cubicBezTo>
                  <a:cubicBezTo>
                    <a:pt x="218" y="445"/>
                    <a:pt x="218" y="530"/>
                    <a:pt x="218" y="615"/>
                  </a:cubicBezTo>
                  <a:cubicBezTo>
                    <a:pt x="241" y="615"/>
                    <a:pt x="261" y="618"/>
                    <a:pt x="281" y="603"/>
                  </a:cubicBezTo>
                  <a:cubicBezTo>
                    <a:pt x="308" y="581"/>
                    <a:pt x="349" y="590"/>
                    <a:pt x="371" y="616"/>
                  </a:cubicBezTo>
                  <a:cubicBezTo>
                    <a:pt x="393" y="643"/>
                    <a:pt x="392" y="683"/>
                    <a:pt x="368" y="708"/>
                  </a:cubicBezTo>
                  <a:cubicBezTo>
                    <a:pt x="345" y="732"/>
                    <a:pt x="305" y="738"/>
                    <a:pt x="280" y="715"/>
                  </a:cubicBezTo>
                  <a:cubicBezTo>
                    <a:pt x="260" y="698"/>
                    <a:pt x="240" y="703"/>
                    <a:pt x="219" y="703"/>
                  </a:cubicBezTo>
                  <a:cubicBezTo>
                    <a:pt x="219" y="792"/>
                    <a:pt x="219" y="879"/>
                    <a:pt x="219" y="966"/>
                  </a:cubicBezTo>
                  <a:cubicBezTo>
                    <a:pt x="253" y="970"/>
                    <a:pt x="255" y="970"/>
                    <a:pt x="282" y="952"/>
                  </a:cubicBezTo>
                  <a:cubicBezTo>
                    <a:pt x="311" y="932"/>
                    <a:pt x="350" y="938"/>
                    <a:pt x="372" y="965"/>
                  </a:cubicBezTo>
                  <a:cubicBezTo>
                    <a:pt x="393" y="990"/>
                    <a:pt x="392" y="1030"/>
                    <a:pt x="369" y="1053"/>
                  </a:cubicBezTo>
                  <a:cubicBezTo>
                    <a:pt x="345" y="1079"/>
                    <a:pt x="305" y="1083"/>
                    <a:pt x="279" y="1059"/>
                  </a:cubicBezTo>
                  <a:cubicBezTo>
                    <a:pt x="260" y="1041"/>
                    <a:pt x="240" y="1048"/>
                    <a:pt x="218" y="1047"/>
                  </a:cubicBezTo>
                  <a:cubicBezTo>
                    <a:pt x="218" y="1136"/>
                    <a:pt x="218" y="1222"/>
                    <a:pt x="218" y="13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2102" y="2510"/>
              <a:ext cx="800" cy="663"/>
            </a:xfrm>
            <a:custGeom>
              <a:avLst/>
              <a:gdLst>
                <a:gd name="T0" fmla="*/ 130 w 866"/>
                <a:gd name="T1" fmla="*/ 717 h 717"/>
                <a:gd name="T2" fmla="*/ 119 w 866"/>
                <a:gd name="T3" fmla="*/ 655 h 717"/>
                <a:gd name="T4" fmla="*/ 115 w 866"/>
                <a:gd name="T5" fmla="*/ 640 h 717"/>
                <a:gd name="T6" fmla="*/ 60 w 866"/>
                <a:gd name="T7" fmla="*/ 560 h 717"/>
                <a:gd name="T8" fmla="*/ 37 w 866"/>
                <a:gd name="T9" fmla="*/ 539 h 717"/>
                <a:gd name="T10" fmla="*/ 0 w 866"/>
                <a:gd name="T11" fmla="*/ 513 h 717"/>
                <a:gd name="T12" fmla="*/ 121 w 866"/>
                <a:gd name="T13" fmla="*/ 428 h 717"/>
                <a:gd name="T14" fmla="*/ 700 w 866"/>
                <a:gd name="T15" fmla="*/ 19 h 717"/>
                <a:gd name="T16" fmla="*/ 732 w 866"/>
                <a:gd name="T17" fmla="*/ 2 h 717"/>
                <a:gd name="T18" fmla="*/ 796 w 866"/>
                <a:gd name="T19" fmla="*/ 35 h 717"/>
                <a:gd name="T20" fmla="*/ 854 w 866"/>
                <a:gd name="T21" fmla="*/ 117 h 717"/>
                <a:gd name="T22" fmla="*/ 866 w 866"/>
                <a:gd name="T23" fmla="*/ 192 h 717"/>
                <a:gd name="T24" fmla="*/ 853 w 866"/>
                <a:gd name="T25" fmla="*/ 206 h 717"/>
                <a:gd name="T26" fmla="*/ 199 w 866"/>
                <a:gd name="T27" fmla="*/ 668 h 717"/>
                <a:gd name="T28" fmla="*/ 130 w 866"/>
                <a:gd name="T29" fmla="*/ 717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6" h="717">
                  <a:moveTo>
                    <a:pt x="130" y="717"/>
                  </a:moveTo>
                  <a:cubicBezTo>
                    <a:pt x="137" y="690"/>
                    <a:pt x="137" y="671"/>
                    <a:pt x="119" y="655"/>
                  </a:cubicBezTo>
                  <a:cubicBezTo>
                    <a:pt x="115" y="652"/>
                    <a:pt x="115" y="645"/>
                    <a:pt x="115" y="640"/>
                  </a:cubicBezTo>
                  <a:cubicBezTo>
                    <a:pt x="111" y="603"/>
                    <a:pt x="92" y="577"/>
                    <a:pt x="60" y="560"/>
                  </a:cubicBezTo>
                  <a:cubicBezTo>
                    <a:pt x="51" y="555"/>
                    <a:pt x="45" y="545"/>
                    <a:pt x="37" y="539"/>
                  </a:cubicBezTo>
                  <a:cubicBezTo>
                    <a:pt x="25" y="530"/>
                    <a:pt x="13" y="522"/>
                    <a:pt x="0" y="513"/>
                  </a:cubicBezTo>
                  <a:cubicBezTo>
                    <a:pt x="38" y="487"/>
                    <a:pt x="79" y="458"/>
                    <a:pt x="121" y="428"/>
                  </a:cubicBezTo>
                  <a:cubicBezTo>
                    <a:pt x="314" y="292"/>
                    <a:pt x="507" y="155"/>
                    <a:pt x="700" y="19"/>
                  </a:cubicBezTo>
                  <a:cubicBezTo>
                    <a:pt x="710" y="11"/>
                    <a:pt x="724" y="0"/>
                    <a:pt x="732" y="2"/>
                  </a:cubicBezTo>
                  <a:cubicBezTo>
                    <a:pt x="755" y="9"/>
                    <a:pt x="780" y="19"/>
                    <a:pt x="796" y="35"/>
                  </a:cubicBezTo>
                  <a:cubicBezTo>
                    <a:pt x="820" y="59"/>
                    <a:pt x="840" y="87"/>
                    <a:pt x="854" y="117"/>
                  </a:cubicBezTo>
                  <a:cubicBezTo>
                    <a:pt x="864" y="139"/>
                    <a:pt x="864" y="166"/>
                    <a:pt x="866" y="192"/>
                  </a:cubicBezTo>
                  <a:cubicBezTo>
                    <a:pt x="866" y="196"/>
                    <a:pt x="858" y="202"/>
                    <a:pt x="853" y="206"/>
                  </a:cubicBezTo>
                  <a:cubicBezTo>
                    <a:pt x="635" y="360"/>
                    <a:pt x="417" y="514"/>
                    <a:pt x="199" y="668"/>
                  </a:cubicBezTo>
                  <a:cubicBezTo>
                    <a:pt x="178" y="683"/>
                    <a:pt x="156" y="698"/>
                    <a:pt x="130" y="7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2008" y="1936"/>
              <a:ext cx="560" cy="79"/>
            </a:xfrm>
            <a:custGeom>
              <a:avLst/>
              <a:gdLst>
                <a:gd name="T0" fmla="*/ 299 w 607"/>
                <a:gd name="T1" fmla="*/ 0 h 86"/>
                <a:gd name="T2" fmla="*/ 549 w 607"/>
                <a:gd name="T3" fmla="*/ 0 h 86"/>
                <a:gd name="T4" fmla="*/ 594 w 607"/>
                <a:gd name="T5" fmla="*/ 60 h 86"/>
                <a:gd name="T6" fmla="*/ 553 w 607"/>
                <a:gd name="T7" fmla="*/ 86 h 86"/>
                <a:gd name="T8" fmla="*/ 45 w 607"/>
                <a:gd name="T9" fmla="*/ 86 h 86"/>
                <a:gd name="T10" fmla="*/ 0 w 607"/>
                <a:gd name="T11" fmla="*/ 43 h 86"/>
                <a:gd name="T12" fmla="*/ 45 w 607"/>
                <a:gd name="T13" fmla="*/ 0 h 86"/>
                <a:gd name="T14" fmla="*/ 299 w 607"/>
                <a:gd name="T15" fmla="*/ 0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7" h="86">
                  <a:moveTo>
                    <a:pt x="299" y="0"/>
                  </a:moveTo>
                  <a:cubicBezTo>
                    <a:pt x="383" y="0"/>
                    <a:pt x="466" y="0"/>
                    <a:pt x="549" y="0"/>
                  </a:cubicBezTo>
                  <a:cubicBezTo>
                    <a:pt x="585" y="0"/>
                    <a:pt x="607" y="29"/>
                    <a:pt x="594" y="60"/>
                  </a:cubicBezTo>
                  <a:cubicBezTo>
                    <a:pt x="586" y="77"/>
                    <a:pt x="572" y="86"/>
                    <a:pt x="553" y="86"/>
                  </a:cubicBezTo>
                  <a:cubicBezTo>
                    <a:pt x="383" y="86"/>
                    <a:pt x="214" y="86"/>
                    <a:pt x="45" y="86"/>
                  </a:cubicBezTo>
                  <a:cubicBezTo>
                    <a:pt x="18" y="86"/>
                    <a:pt x="0" y="67"/>
                    <a:pt x="0" y="43"/>
                  </a:cubicBezTo>
                  <a:cubicBezTo>
                    <a:pt x="0" y="18"/>
                    <a:pt x="18" y="0"/>
                    <a:pt x="45" y="0"/>
                  </a:cubicBezTo>
                  <a:cubicBezTo>
                    <a:pt x="130" y="0"/>
                    <a:pt x="215" y="0"/>
                    <a:pt x="29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2008" y="2239"/>
              <a:ext cx="560" cy="79"/>
            </a:xfrm>
            <a:custGeom>
              <a:avLst/>
              <a:gdLst>
                <a:gd name="T0" fmla="*/ 297 w 606"/>
                <a:gd name="T1" fmla="*/ 0 h 86"/>
                <a:gd name="T2" fmla="*/ 549 w 606"/>
                <a:gd name="T3" fmla="*/ 0 h 86"/>
                <a:gd name="T4" fmla="*/ 595 w 606"/>
                <a:gd name="T5" fmla="*/ 58 h 86"/>
                <a:gd name="T6" fmla="*/ 553 w 606"/>
                <a:gd name="T7" fmla="*/ 86 h 86"/>
                <a:gd name="T8" fmla="*/ 45 w 606"/>
                <a:gd name="T9" fmla="*/ 86 h 86"/>
                <a:gd name="T10" fmla="*/ 0 w 606"/>
                <a:gd name="T11" fmla="*/ 43 h 86"/>
                <a:gd name="T12" fmla="*/ 45 w 606"/>
                <a:gd name="T13" fmla="*/ 0 h 86"/>
                <a:gd name="T14" fmla="*/ 297 w 606"/>
                <a:gd name="T15" fmla="*/ 0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6" h="86">
                  <a:moveTo>
                    <a:pt x="297" y="0"/>
                  </a:moveTo>
                  <a:cubicBezTo>
                    <a:pt x="381" y="0"/>
                    <a:pt x="465" y="0"/>
                    <a:pt x="549" y="0"/>
                  </a:cubicBezTo>
                  <a:cubicBezTo>
                    <a:pt x="584" y="0"/>
                    <a:pt x="606" y="27"/>
                    <a:pt x="595" y="58"/>
                  </a:cubicBezTo>
                  <a:cubicBezTo>
                    <a:pt x="587" y="77"/>
                    <a:pt x="573" y="86"/>
                    <a:pt x="553" y="86"/>
                  </a:cubicBezTo>
                  <a:cubicBezTo>
                    <a:pt x="384" y="86"/>
                    <a:pt x="214" y="86"/>
                    <a:pt x="45" y="86"/>
                  </a:cubicBezTo>
                  <a:cubicBezTo>
                    <a:pt x="18" y="86"/>
                    <a:pt x="0" y="68"/>
                    <a:pt x="0" y="43"/>
                  </a:cubicBezTo>
                  <a:cubicBezTo>
                    <a:pt x="0" y="18"/>
                    <a:pt x="18" y="0"/>
                    <a:pt x="45" y="0"/>
                  </a:cubicBezTo>
                  <a:cubicBezTo>
                    <a:pt x="129" y="0"/>
                    <a:pt x="213" y="0"/>
                    <a:pt x="2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2004" y="2534"/>
              <a:ext cx="491" cy="80"/>
            </a:xfrm>
            <a:custGeom>
              <a:avLst/>
              <a:gdLst>
                <a:gd name="T0" fmla="*/ 267 w 531"/>
                <a:gd name="T1" fmla="*/ 0 h 86"/>
                <a:gd name="T2" fmla="*/ 480 w 531"/>
                <a:gd name="T3" fmla="*/ 0 h 86"/>
                <a:gd name="T4" fmla="*/ 531 w 531"/>
                <a:gd name="T5" fmla="*/ 43 h 86"/>
                <a:gd name="T6" fmla="*/ 480 w 531"/>
                <a:gd name="T7" fmla="*/ 86 h 86"/>
                <a:gd name="T8" fmla="*/ 55 w 531"/>
                <a:gd name="T9" fmla="*/ 86 h 86"/>
                <a:gd name="T10" fmla="*/ 4 w 531"/>
                <a:gd name="T11" fmla="*/ 49 h 86"/>
                <a:gd name="T12" fmla="*/ 51 w 531"/>
                <a:gd name="T13" fmla="*/ 0 h 86"/>
                <a:gd name="T14" fmla="*/ 267 w 531"/>
                <a:gd name="T15" fmla="*/ 0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1" h="86">
                  <a:moveTo>
                    <a:pt x="267" y="0"/>
                  </a:moveTo>
                  <a:cubicBezTo>
                    <a:pt x="338" y="0"/>
                    <a:pt x="409" y="0"/>
                    <a:pt x="480" y="0"/>
                  </a:cubicBezTo>
                  <a:cubicBezTo>
                    <a:pt x="512" y="0"/>
                    <a:pt x="531" y="16"/>
                    <a:pt x="531" y="43"/>
                  </a:cubicBezTo>
                  <a:cubicBezTo>
                    <a:pt x="531" y="70"/>
                    <a:pt x="512" y="86"/>
                    <a:pt x="480" y="86"/>
                  </a:cubicBezTo>
                  <a:cubicBezTo>
                    <a:pt x="338" y="86"/>
                    <a:pt x="196" y="86"/>
                    <a:pt x="55" y="86"/>
                  </a:cubicBezTo>
                  <a:cubicBezTo>
                    <a:pt x="25" y="86"/>
                    <a:pt x="7" y="72"/>
                    <a:pt x="4" y="49"/>
                  </a:cubicBezTo>
                  <a:cubicBezTo>
                    <a:pt x="0" y="22"/>
                    <a:pt x="21" y="0"/>
                    <a:pt x="51" y="0"/>
                  </a:cubicBezTo>
                  <a:cubicBezTo>
                    <a:pt x="123" y="0"/>
                    <a:pt x="195" y="0"/>
                    <a:pt x="26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1724" y="1896"/>
              <a:ext cx="238" cy="165"/>
            </a:xfrm>
            <a:custGeom>
              <a:avLst/>
              <a:gdLst>
                <a:gd name="T0" fmla="*/ 257 w 257"/>
                <a:gd name="T1" fmla="*/ 30 h 179"/>
                <a:gd name="T2" fmla="*/ 244 w 257"/>
                <a:gd name="T3" fmla="*/ 55 h 179"/>
                <a:gd name="T4" fmla="*/ 142 w 257"/>
                <a:gd name="T5" fmla="*/ 158 h 179"/>
                <a:gd name="T6" fmla="*/ 86 w 257"/>
                <a:gd name="T7" fmla="*/ 158 h 179"/>
                <a:gd name="T8" fmla="*/ 13 w 257"/>
                <a:gd name="T9" fmla="*/ 85 h 179"/>
                <a:gd name="T10" fmla="*/ 14 w 257"/>
                <a:gd name="T11" fmla="*/ 42 h 179"/>
                <a:gd name="T12" fmla="*/ 59 w 257"/>
                <a:gd name="T13" fmla="*/ 38 h 179"/>
                <a:gd name="T14" fmla="*/ 101 w 257"/>
                <a:gd name="T15" fmla="*/ 78 h 179"/>
                <a:gd name="T16" fmla="*/ 127 w 257"/>
                <a:gd name="T17" fmla="*/ 78 h 179"/>
                <a:gd name="T18" fmla="*/ 197 w 257"/>
                <a:gd name="T19" fmla="*/ 10 h 179"/>
                <a:gd name="T20" fmla="*/ 230 w 257"/>
                <a:gd name="T21" fmla="*/ 4 h 179"/>
                <a:gd name="T22" fmla="*/ 257 w 257"/>
                <a:gd name="T23" fmla="*/ 3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7" h="179">
                  <a:moveTo>
                    <a:pt x="257" y="30"/>
                  </a:moveTo>
                  <a:cubicBezTo>
                    <a:pt x="251" y="41"/>
                    <a:pt x="249" y="50"/>
                    <a:pt x="244" y="55"/>
                  </a:cubicBezTo>
                  <a:cubicBezTo>
                    <a:pt x="210" y="90"/>
                    <a:pt x="177" y="125"/>
                    <a:pt x="142" y="158"/>
                  </a:cubicBezTo>
                  <a:cubicBezTo>
                    <a:pt x="120" y="179"/>
                    <a:pt x="108" y="178"/>
                    <a:pt x="86" y="158"/>
                  </a:cubicBezTo>
                  <a:cubicBezTo>
                    <a:pt x="61" y="135"/>
                    <a:pt x="37" y="110"/>
                    <a:pt x="13" y="85"/>
                  </a:cubicBezTo>
                  <a:cubicBezTo>
                    <a:pt x="0" y="70"/>
                    <a:pt x="2" y="55"/>
                    <a:pt x="14" y="42"/>
                  </a:cubicBezTo>
                  <a:cubicBezTo>
                    <a:pt x="26" y="29"/>
                    <a:pt x="45" y="26"/>
                    <a:pt x="59" y="38"/>
                  </a:cubicBezTo>
                  <a:cubicBezTo>
                    <a:pt x="74" y="50"/>
                    <a:pt x="88" y="64"/>
                    <a:pt x="101" y="78"/>
                  </a:cubicBezTo>
                  <a:cubicBezTo>
                    <a:pt x="110" y="89"/>
                    <a:pt x="117" y="88"/>
                    <a:pt x="127" y="78"/>
                  </a:cubicBezTo>
                  <a:cubicBezTo>
                    <a:pt x="149" y="55"/>
                    <a:pt x="172" y="31"/>
                    <a:pt x="197" y="10"/>
                  </a:cubicBezTo>
                  <a:cubicBezTo>
                    <a:pt x="204" y="3"/>
                    <a:pt x="221" y="0"/>
                    <a:pt x="230" y="4"/>
                  </a:cubicBezTo>
                  <a:cubicBezTo>
                    <a:pt x="241" y="7"/>
                    <a:pt x="248" y="21"/>
                    <a:pt x="257"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4"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1723" y="2490"/>
              <a:ext cx="239" cy="171"/>
            </a:xfrm>
            <a:custGeom>
              <a:avLst/>
              <a:gdLst>
                <a:gd name="T0" fmla="*/ 258 w 258"/>
                <a:gd name="T1" fmla="*/ 37 h 185"/>
                <a:gd name="T2" fmla="*/ 242 w 258"/>
                <a:gd name="T3" fmla="*/ 65 h 185"/>
                <a:gd name="T4" fmla="*/ 150 w 258"/>
                <a:gd name="T5" fmla="*/ 159 h 185"/>
                <a:gd name="T6" fmla="*/ 80 w 258"/>
                <a:gd name="T7" fmla="*/ 159 h 185"/>
                <a:gd name="T8" fmla="*/ 21 w 258"/>
                <a:gd name="T9" fmla="*/ 99 h 185"/>
                <a:gd name="T10" fmla="*/ 16 w 258"/>
                <a:gd name="T11" fmla="*/ 47 h 185"/>
                <a:gd name="T12" fmla="*/ 70 w 258"/>
                <a:gd name="T13" fmla="*/ 53 h 185"/>
                <a:gd name="T14" fmla="*/ 102 w 258"/>
                <a:gd name="T15" fmla="*/ 86 h 185"/>
                <a:gd name="T16" fmla="*/ 127 w 258"/>
                <a:gd name="T17" fmla="*/ 85 h 185"/>
                <a:gd name="T18" fmla="*/ 196 w 258"/>
                <a:gd name="T19" fmla="*/ 16 h 185"/>
                <a:gd name="T20" fmla="*/ 232 w 258"/>
                <a:gd name="T21" fmla="*/ 9 h 185"/>
                <a:gd name="T22" fmla="*/ 258 w 258"/>
                <a:gd name="T23" fmla="*/ 37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8" h="185">
                  <a:moveTo>
                    <a:pt x="258" y="37"/>
                  </a:moveTo>
                  <a:cubicBezTo>
                    <a:pt x="251" y="49"/>
                    <a:pt x="248" y="58"/>
                    <a:pt x="242" y="65"/>
                  </a:cubicBezTo>
                  <a:cubicBezTo>
                    <a:pt x="212" y="96"/>
                    <a:pt x="181" y="128"/>
                    <a:pt x="150" y="159"/>
                  </a:cubicBezTo>
                  <a:cubicBezTo>
                    <a:pt x="122" y="185"/>
                    <a:pt x="107" y="185"/>
                    <a:pt x="80" y="159"/>
                  </a:cubicBezTo>
                  <a:cubicBezTo>
                    <a:pt x="60" y="139"/>
                    <a:pt x="40" y="119"/>
                    <a:pt x="21" y="99"/>
                  </a:cubicBezTo>
                  <a:cubicBezTo>
                    <a:pt x="1" y="78"/>
                    <a:pt x="0" y="63"/>
                    <a:pt x="16" y="47"/>
                  </a:cubicBezTo>
                  <a:cubicBezTo>
                    <a:pt x="31" y="32"/>
                    <a:pt x="50" y="33"/>
                    <a:pt x="70" y="53"/>
                  </a:cubicBezTo>
                  <a:cubicBezTo>
                    <a:pt x="81" y="64"/>
                    <a:pt x="92" y="74"/>
                    <a:pt x="102" y="86"/>
                  </a:cubicBezTo>
                  <a:cubicBezTo>
                    <a:pt x="111" y="95"/>
                    <a:pt x="118" y="94"/>
                    <a:pt x="127" y="85"/>
                  </a:cubicBezTo>
                  <a:cubicBezTo>
                    <a:pt x="150" y="62"/>
                    <a:pt x="173" y="39"/>
                    <a:pt x="196" y="16"/>
                  </a:cubicBezTo>
                  <a:cubicBezTo>
                    <a:pt x="206" y="6"/>
                    <a:pt x="219" y="0"/>
                    <a:pt x="232" y="9"/>
                  </a:cubicBezTo>
                  <a:cubicBezTo>
                    <a:pt x="242" y="16"/>
                    <a:pt x="249" y="27"/>
                    <a:pt x="258"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5"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1724" y="2191"/>
              <a:ext cx="238" cy="171"/>
            </a:xfrm>
            <a:custGeom>
              <a:avLst/>
              <a:gdLst>
                <a:gd name="T0" fmla="*/ 257 w 257"/>
                <a:gd name="T1" fmla="*/ 37 h 185"/>
                <a:gd name="T2" fmla="*/ 243 w 257"/>
                <a:gd name="T3" fmla="*/ 62 h 185"/>
                <a:gd name="T4" fmla="*/ 148 w 257"/>
                <a:gd name="T5" fmla="*/ 159 h 185"/>
                <a:gd name="T6" fmla="*/ 78 w 257"/>
                <a:gd name="T7" fmla="*/ 158 h 185"/>
                <a:gd name="T8" fmla="*/ 17 w 257"/>
                <a:gd name="T9" fmla="*/ 95 h 185"/>
                <a:gd name="T10" fmla="*/ 16 w 257"/>
                <a:gd name="T11" fmla="*/ 46 h 185"/>
                <a:gd name="T12" fmla="*/ 65 w 257"/>
                <a:gd name="T13" fmla="*/ 49 h 185"/>
                <a:gd name="T14" fmla="*/ 100 w 257"/>
                <a:gd name="T15" fmla="*/ 84 h 185"/>
                <a:gd name="T16" fmla="*/ 126 w 257"/>
                <a:gd name="T17" fmla="*/ 84 h 185"/>
                <a:gd name="T18" fmla="*/ 196 w 257"/>
                <a:gd name="T19" fmla="*/ 15 h 185"/>
                <a:gd name="T20" fmla="*/ 232 w 257"/>
                <a:gd name="T21" fmla="*/ 9 h 185"/>
                <a:gd name="T22" fmla="*/ 257 w 257"/>
                <a:gd name="T23" fmla="*/ 37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7" h="185">
                  <a:moveTo>
                    <a:pt x="257" y="37"/>
                  </a:moveTo>
                  <a:cubicBezTo>
                    <a:pt x="251" y="48"/>
                    <a:pt x="248" y="56"/>
                    <a:pt x="243" y="62"/>
                  </a:cubicBezTo>
                  <a:cubicBezTo>
                    <a:pt x="212" y="94"/>
                    <a:pt x="181" y="127"/>
                    <a:pt x="148" y="159"/>
                  </a:cubicBezTo>
                  <a:cubicBezTo>
                    <a:pt x="121" y="185"/>
                    <a:pt x="106" y="184"/>
                    <a:pt x="78" y="158"/>
                  </a:cubicBezTo>
                  <a:cubicBezTo>
                    <a:pt x="57" y="138"/>
                    <a:pt x="37" y="116"/>
                    <a:pt x="17" y="95"/>
                  </a:cubicBezTo>
                  <a:cubicBezTo>
                    <a:pt x="0" y="77"/>
                    <a:pt x="0" y="61"/>
                    <a:pt x="16" y="46"/>
                  </a:cubicBezTo>
                  <a:cubicBezTo>
                    <a:pt x="30" y="32"/>
                    <a:pt x="48" y="33"/>
                    <a:pt x="65" y="49"/>
                  </a:cubicBezTo>
                  <a:cubicBezTo>
                    <a:pt x="77" y="60"/>
                    <a:pt x="89" y="72"/>
                    <a:pt x="100" y="84"/>
                  </a:cubicBezTo>
                  <a:cubicBezTo>
                    <a:pt x="110" y="95"/>
                    <a:pt x="117" y="94"/>
                    <a:pt x="126" y="84"/>
                  </a:cubicBezTo>
                  <a:cubicBezTo>
                    <a:pt x="149" y="60"/>
                    <a:pt x="172" y="37"/>
                    <a:pt x="196" y="15"/>
                  </a:cubicBezTo>
                  <a:cubicBezTo>
                    <a:pt x="206" y="5"/>
                    <a:pt x="220" y="0"/>
                    <a:pt x="232" y="9"/>
                  </a:cubicBezTo>
                  <a:cubicBezTo>
                    <a:pt x="242" y="16"/>
                    <a:pt x="248" y="27"/>
                    <a:pt x="257"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6"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1954" y="3080"/>
              <a:ext cx="162" cy="150"/>
            </a:xfrm>
            <a:custGeom>
              <a:avLst/>
              <a:gdLst>
                <a:gd name="T0" fmla="*/ 86 w 175"/>
                <a:gd name="T1" fmla="*/ 0 h 162"/>
                <a:gd name="T2" fmla="*/ 174 w 175"/>
                <a:gd name="T3" fmla="*/ 116 h 162"/>
                <a:gd name="T4" fmla="*/ 162 w 175"/>
                <a:gd name="T5" fmla="*/ 132 h 162"/>
                <a:gd name="T6" fmla="*/ 33 w 175"/>
                <a:gd name="T7" fmla="*/ 158 h 162"/>
                <a:gd name="T8" fmla="*/ 10 w 175"/>
                <a:gd name="T9" fmla="*/ 130 h 162"/>
                <a:gd name="T10" fmla="*/ 86 w 175"/>
                <a:gd name="T11" fmla="*/ 0 h 162"/>
              </a:gdLst>
              <a:ahLst/>
              <a:cxnLst>
                <a:cxn ang="0">
                  <a:pos x="T0" y="T1"/>
                </a:cxn>
                <a:cxn ang="0">
                  <a:pos x="T2" y="T3"/>
                </a:cxn>
                <a:cxn ang="0">
                  <a:pos x="T4" y="T5"/>
                </a:cxn>
                <a:cxn ang="0">
                  <a:pos x="T6" y="T7"/>
                </a:cxn>
                <a:cxn ang="0">
                  <a:pos x="T8" y="T9"/>
                </a:cxn>
                <a:cxn ang="0">
                  <a:pos x="T10" y="T11"/>
                </a:cxn>
              </a:cxnLst>
              <a:rect l="0" t="0" r="r" b="b"/>
              <a:pathLst>
                <a:path w="175" h="162">
                  <a:moveTo>
                    <a:pt x="86" y="0"/>
                  </a:moveTo>
                  <a:cubicBezTo>
                    <a:pt x="134" y="27"/>
                    <a:pt x="161" y="67"/>
                    <a:pt x="174" y="116"/>
                  </a:cubicBezTo>
                  <a:cubicBezTo>
                    <a:pt x="175" y="120"/>
                    <a:pt x="167" y="131"/>
                    <a:pt x="162" y="132"/>
                  </a:cubicBezTo>
                  <a:cubicBezTo>
                    <a:pt x="119" y="141"/>
                    <a:pt x="76" y="150"/>
                    <a:pt x="33" y="158"/>
                  </a:cubicBezTo>
                  <a:cubicBezTo>
                    <a:pt x="11" y="162"/>
                    <a:pt x="0" y="148"/>
                    <a:pt x="10" y="130"/>
                  </a:cubicBezTo>
                  <a:cubicBezTo>
                    <a:pt x="34" y="87"/>
                    <a:pt x="60" y="45"/>
                    <a:pt x="8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18"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756624" y="2267715"/>
            <a:ext cx="8230549" cy="972574"/>
          </a:xfrm>
          <a:prstGeom prst="rect">
            <a:avLst/>
          </a:prstGeom>
          <a:noFill/>
        </p:spPr>
        <p:txBody>
          <a:bodyPr wrap="square" rtlCol="0">
            <a:spAutoFit/>
          </a:bodyPr>
          <a:lstStyle/>
          <a:p>
            <a:pPr>
              <a:lnSpc>
                <a:spcPct val="130000"/>
              </a:lnSpc>
            </a:pPr>
            <a:r>
              <a:rPr lang="en-US" altLang="zh-CN" sz="1100" dirty="0">
                <a:solidFill>
                  <a:schemeClr val="tx1">
                    <a:lumMod val="75000"/>
                    <a:lumOff val="25000"/>
                  </a:schemeClr>
                </a:solidFill>
                <a:cs typeface="+mn-ea"/>
                <a:sym typeface="+mn-lt"/>
              </a:rPr>
              <a:t>Flying impression graphic design thank you for buying this template, we mainly engaged in various types of advertising graphic design. Flying impression graphic design thank you for buying this template, we mainly engaged in various types of advertising graphic design. Flying impression graphic design thank you for buying this template, we mainly engaged in various types of advertising graphic design</a:t>
            </a:r>
            <a:endParaRPr lang="en-US" altLang="zh-CN" sz="1100" dirty="0">
              <a:solidFill>
                <a:schemeClr val="tx1">
                  <a:lumMod val="75000"/>
                  <a:lumOff val="25000"/>
                </a:schemeClr>
              </a:solidFill>
              <a:cs typeface="+mn-ea"/>
              <a:sym typeface="+mn-lt"/>
            </a:endParaRPr>
          </a:p>
        </p:txBody>
      </p:sp>
      <p:sp>
        <p:nvSpPr>
          <p:cNvPr id="19"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900770" y="1734936"/>
            <a:ext cx="2372360" cy="460375"/>
          </a:xfrm>
          <a:prstGeom prst="rect">
            <a:avLst/>
          </a:prstGeom>
          <a:noFill/>
        </p:spPr>
        <p:txBody>
          <a:bodyPr wrap="none" rtlCol="0">
            <a:spAutoFit/>
          </a:bodyPr>
          <a:lstStyle/>
          <a:p>
            <a:pPr algn="ctr"/>
            <a:r>
              <a:rPr lang="en-US" sz="2400" dirty="0">
                <a:solidFill>
                  <a:schemeClr val="bg2">
                    <a:lumMod val="25000"/>
                  </a:schemeClr>
                </a:solidFill>
                <a:cs typeface="+mn-ea"/>
                <a:sym typeface="+mn-lt"/>
              </a:rPr>
              <a:t>WANG DESIGN</a:t>
            </a:r>
            <a:endParaRPr lang="zh-CN" altLang="en-US" sz="2400" dirty="0">
              <a:solidFill>
                <a:schemeClr val="bg2">
                  <a:lumMod val="25000"/>
                </a:schemeClr>
              </a:solidFill>
              <a:cs typeface="+mn-ea"/>
              <a:sym typeface="+mn-lt"/>
            </a:endParaRPr>
          </a:p>
        </p:txBody>
      </p:sp>
      <p:grpSp>
        <p:nvGrpSpPr>
          <p:cNvPr id="21" name="Flying impression design ——飞印象设计是一家专业的广告设计制作工作室，专注于平面、OFFICE、摄影等业务，工作室成立于2016年，拥有高水平的设计团队，已经立足于市场，今后将输出更多精致作品。"/>
          <p:cNvGrpSpPr>
            <a:grpSpLocks noChangeAspect="1"/>
          </p:cNvGrpSpPr>
          <p:nvPr/>
        </p:nvGrpSpPr>
        <p:grpSpPr bwMode="auto">
          <a:xfrm>
            <a:off x="1214301" y="4098853"/>
            <a:ext cx="1300074" cy="1552114"/>
            <a:chOff x="949" y="2780"/>
            <a:chExt cx="913" cy="1090"/>
          </a:xfrm>
          <a:solidFill>
            <a:schemeClr val="bg2">
              <a:lumMod val="25000"/>
            </a:schemeClr>
          </a:solidFill>
        </p:grpSpPr>
        <p:sp>
          <p:nvSpPr>
            <p:cNvPr id="23" name="Flying impression design ——飞印象设计是一家专业的广告设计制作工作室，专注于平面、OFFICE、摄影等业务，工作室成立于2016年，拥有高水平的设计团队，已经立足于市场，今后将输出更多精致作品。"/>
            <p:cNvSpPr>
              <a:spLocks noEditPoints="1"/>
            </p:cNvSpPr>
            <p:nvPr/>
          </p:nvSpPr>
          <p:spPr bwMode="auto">
            <a:xfrm>
              <a:off x="949" y="2780"/>
              <a:ext cx="913" cy="1090"/>
            </a:xfrm>
            <a:custGeom>
              <a:avLst/>
              <a:gdLst>
                <a:gd name="T0" fmla="*/ 908 w 1720"/>
                <a:gd name="T1" fmla="*/ 1624 h 2053"/>
                <a:gd name="T2" fmla="*/ 908 w 1720"/>
                <a:gd name="T3" fmla="*/ 1788 h 2053"/>
                <a:gd name="T4" fmla="*/ 814 w 1720"/>
                <a:gd name="T5" fmla="*/ 1788 h 2053"/>
                <a:gd name="T6" fmla="*/ 814 w 1720"/>
                <a:gd name="T7" fmla="*/ 1619 h 2053"/>
                <a:gd name="T8" fmla="*/ 797 w 1720"/>
                <a:gd name="T9" fmla="*/ 1636 h 2053"/>
                <a:gd name="T10" fmla="*/ 535 w 1720"/>
                <a:gd name="T11" fmla="*/ 1917 h 2053"/>
                <a:gd name="T12" fmla="*/ 528 w 1720"/>
                <a:gd name="T13" fmla="*/ 1941 h 2053"/>
                <a:gd name="T14" fmla="*/ 485 w 1720"/>
                <a:gd name="T15" fmla="*/ 2036 h 2053"/>
                <a:gd name="T16" fmla="*/ 386 w 1720"/>
                <a:gd name="T17" fmla="*/ 2021 h 2053"/>
                <a:gd name="T18" fmla="*/ 370 w 1720"/>
                <a:gd name="T19" fmla="*/ 1925 h 2053"/>
                <a:gd name="T20" fmla="*/ 462 w 1720"/>
                <a:gd name="T21" fmla="*/ 1880 h 2053"/>
                <a:gd name="T22" fmla="*/ 482 w 1720"/>
                <a:gd name="T23" fmla="*/ 1873 h 2053"/>
                <a:gd name="T24" fmla="*/ 804 w 1720"/>
                <a:gd name="T25" fmla="*/ 1527 h 2053"/>
                <a:gd name="T26" fmla="*/ 813 w 1720"/>
                <a:gd name="T27" fmla="*/ 1509 h 2053"/>
                <a:gd name="T28" fmla="*/ 814 w 1720"/>
                <a:gd name="T29" fmla="*/ 1261 h 2053"/>
                <a:gd name="T30" fmla="*/ 788 w 1720"/>
                <a:gd name="T31" fmla="*/ 1261 h 2053"/>
                <a:gd name="T32" fmla="*/ 58 w 1720"/>
                <a:gd name="T33" fmla="*/ 1261 h 2053"/>
                <a:gd name="T34" fmla="*/ 10 w 1720"/>
                <a:gd name="T35" fmla="*/ 1203 h 2053"/>
                <a:gd name="T36" fmla="*/ 61 w 1720"/>
                <a:gd name="T37" fmla="*/ 1173 h 2053"/>
                <a:gd name="T38" fmla="*/ 61 w 1720"/>
                <a:gd name="T39" fmla="*/ 143 h 2053"/>
                <a:gd name="T40" fmla="*/ 46 w 1720"/>
                <a:gd name="T41" fmla="*/ 141 h 2053"/>
                <a:gd name="T42" fmla="*/ 8 w 1720"/>
                <a:gd name="T43" fmla="*/ 100 h 2053"/>
                <a:gd name="T44" fmla="*/ 48 w 1720"/>
                <a:gd name="T45" fmla="*/ 63 h 2053"/>
                <a:gd name="T46" fmla="*/ 98 w 1720"/>
                <a:gd name="T47" fmla="*/ 63 h 2053"/>
                <a:gd name="T48" fmla="*/ 790 w 1720"/>
                <a:gd name="T49" fmla="*/ 63 h 2053"/>
                <a:gd name="T50" fmla="*/ 813 w 1720"/>
                <a:gd name="T51" fmla="*/ 63 h 2053"/>
                <a:gd name="T52" fmla="*/ 813 w 1720"/>
                <a:gd name="T53" fmla="*/ 0 h 2053"/>
                <a:gd name="T54" fmla="*/ 907 w 1720"/>
                <a:gd name="T55" fmla="*/ 0 h 2053"/>
                <a:gd name="T56" fmla="*/ 907 w 1720"/>
                <a:gd name="T57" fmla="*/ 63 h 2053"/>
                <a:gd name="T58" fmla="*/ 934 w 1720"/>
                <a:gd name="T59" fmla="*/ 63 h 2053"/>
                <a:gd name="T60" fmla="*/ 1666 w 1720"/>
                <a:gd name="T61" fmla="*/ 63 h 2053"/>
                <a:gd name="T62" fmla="*/ 1713 w 1720"/>
                <a:gd name="T63" fmla="*/ 113 h 2053"/>
                <a:gd name="T64" fmla="*/ 1662 w 1720"/>
                <a:gd name="T65" fmla="*/ 142 h 2053"/>
                <a:gd name="T66" fmla="*/ 1662 w 1720"/>
                <a:gd name="T67" fmla="*/ 1174 h 2053"/>
                <a:gd name="T68" fmla="*/ 1674 w 1720"/>
                <a:gd name="T69" fmla="*/ 1175 h 2053"/>
                <a:gd name="T70" fmla="*/ 1714 w 1720"/>
                <a:gd name="T71" fmla="*/ 1221 h 2053"/>
                <a:gd name="T72" fmla="*/ 1670 w 1720"/>
                <a:gd name="T73" fmla="*/ 1261 h 2053"/>
                <a:gd name="T74" fmla="*/ 1524 w 1720"/>
                <a:gd name="T75" fmla="*/ 1261 h 2053"/>
                <a:gd name="T76" fmla="*/ 930 w 1720"/>
                <a:gd name="T77" fmla="*/ 1261 h 2053"/>
                <a:gd name="T78" fmla="*/ 908 w 1720"/>
                <a:gd name="T79" fmla="*/ 1261 h 2053"/>
                <a:gd name="T80" fmla="*/ 908 w 1720"/>
                <a:gd name="T81" fmla="*/ 1284 h 2053"/>
                <a:gd name="T82" fmla="*/ 909 w 1720"/>
                <a:gd name="T83" fmla="*/ 1500 h 2053"/>
                <a:gd name="T84" fmla="*/ 920 w 1720"/>
                <a:gd name="T85" fmla="*/ 1530 h 2053"/>
                <a:gd name="T86" fmla="*/ 1237 w 1720"/>
                <a:gd name="T87" fmla="*/ 1871 h 2053"/>
                <a:gd name="T88" fmla="*/ 1263 w 1720"/>
                <a:gd name="T89" fmla="*/ 1880 h 2053"/>
                <a:gd name="T90" fmla="*/ 1350 w 1720"/>
                <a:gd name="T91" fmla="*/ 1926 h 2053"/>
                <a:gd name="T92" fmla="*/ 1332 w 1720"/>
                <a:gd name="T93" fmla="*/ 2024 h 2053"/>
                <a:gd name="T94" fmla="*/ 1235 w 1720"/>
                <a:gd name="T95" fmla="*/ 2034 h 2053"/>
                <a:gd name="T96" fmla="*/ 1194 w 1720"/>
                <a:gd name="T97" fmla="*/ 1946 h 2053"/>
                <a:gd name="T98" fmla="*/ 1185 w 1720"/>
                <a:gd name="T99" fmla="*/ 1914 h 2053"/>
                <a:gd name="T100" fmla="*/ 927 w 1720"/>
                <a:gd name="T101" fmla="*/ 1638 h 2053"/>
                <a:gd name="T102" fmla="*/ 914 w 1720"/>
                <a:gd name="T103" fmla="*/ 1621 h 2053"/>
                <a:gd name="T104" fmla="*/ 908 w 1720"/>
                <a:gd name="T105" fmla="*/ 1624 h 2053"/>
                <a:gd name="T106" fmla="*/ 117 w 1720"/>
                <a:gd name="T107" fmla="*/ 1177 h 2053"/>
                <a:gd name="T108" fmla="*/ 1604 w 1720"/>
                <a:gd name="T109" fmla="*/ 1177 h 2053"/>
                <a:gd name="T110" fmla="*/ 1604 w 1720"/>
                <a:gd name="T111" fmla="*/ 131 h 2053"/>
                <a:gd name="T112" fmla="*/ 117 w 1720"/>
                <a:gd name="T113" fmla="*/ 131 h 2053"/>
                <a:gd name="T114" fmla="*/ 117 w 1720"/>
                <a:gd name="T115" fmla="*/ 1177 h 20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20" h="2053">
                  <a:moveTo>
                    <a:pt x="908" y="1624"/>
                  </a:moveTo>
                  <a:cubicBezTo>
                    <a:pt x="908" y="1678"/>
                    <a:pt x="908" y="1732"/>
                    <a:pt x="908" y="1788"/>
                  </a:cubicBezTo>
                  <a:cubicBezTo>
                    <a:pt x="877" y="1788"/>
                    <a:pt x="847" y="1788"/>
                    <a:pt x="814" y="1788"/>
                  </a:cubicBezTo>
                  <a:cubicBezTo>
                    <a:pt x="814" y="1733"/>
                    <a:pt x="814" y="1679"/>
                    <a:pt x="814" y="1619"/>
                  </a:cubicBezTo>
                  <a:cubicBezTo>
                    <a:pt x="806" y="1627"/>
                    <a:pt x="801" y="1631"/>
                    <a:pt x="797" y="1636"/>
                  </a:cubicBezTo>
                  <a:cubicBezTo>
                    <a:pt x="709" y="1729"/>
                    <a:pt x="622" y="1823"/>
                    <a:pt x="535" y="1917"/>
                  </a:cubicBezTo>
                  <a:cubicBezTo>
                    <a:pt x="530" y="1923"/>
                    <a:pt x="526" y="1933"/>
                    <a:pt x="528" y="1941"/>
                  </a:cubicBezTo>
                  <a:cubicBezTo>
                    <a:pt x="534" y="1979"/>
                    <a:pt x="517" y="2019"/>
                    <a:pt x="485" y="2036"/>
                  </a:cubicBezTo>
                  <a:cubicBezTo>
                    <a:pt x="454" y="2053"/>
                    <a:pt x="413" y="2046"/>
                    <a:pt x="386" y="2021"/>
                  </a:cubicBezTo>
                  <a:cubicBezTo>
                    <a:pt x="361" y="1997"/>
                    <a:pt x="354" y="1958"/>
                    <a:pt x="370" y="1925"/>
                  </a:cubicBezTo>
                  <a:cubicBezTo>
                    <a:pt x="387" y="1891"/>
                    <a:pt x="422" y="1875"/>
                    <a:pt x="462" y="1880"/>
                  </a:cubicBezTo>
                  <a:cubicBezTo>
                    <a:pt x="469" y="1881"/>
                    <a:pt x="478" y="1878"/>
                    <a:pt x="482" y="1873"/>
                  </a:cubicBezTo>
                  <a:cubicBezTo>
                    <a:pt x="590" y="1758"/>
                    <a:pt x="697" y="1643"/>
                    <a:pt x="804" y="1527"/>
                  </a:cubicBezTo>
                  <a:cubicBezTo>
                    <a:pt x="809" y="1522"/>
                    <a:pt x="813" y="1515"/>
                    <a:pt x="813" y="1509"/>
                  </a:cubicBezTo>
                  <a:cubicBezTo>
                    <a:pt x="814" y="1427"/>
                    <a:pt x="814" y="1346"/>
                    <a:pt x="814" y="1261"/>
                  </a:cubicBezTo>
                  <a:cubicBezTo>
                    <a:pt x="805" y="1261"/>
                    <a:pt x="796" y="1261"/>
                    <a:pt x="788" y="1261"/>
                  </a:cubicBezTo>
                  <a:cubicBezTo>
                    <a:pt x="545" y="1261"/>
                    <a:pt x="301" y="1261"/>
                    <a:pt x="58" y="1261"/>
                  </a:cubicBezTo>
                  <a:cubicBezTo>
                    <a:pt x="21" y="1261"/>
                    <a:pt x="0" y="1235"/>
                    <a:pt x="10" y="1203"/>
                  </a:cubicBezTo>
                  <a:cubicBezTo>
                    <a:pt x="16" y="1185"/>
                    <a:pt x="30" y="1177"/>
                    <a:pt x="61" y="1173"/>
                  </a:cubicBezTo>
                  <a:cubicBezTo>
                    <a:pt x="61" y="830"/>
                    <a:pt x="61" y="487"/>
                    <a:pt x="61" y="143"/>
                  </a:cubicBezTo>
                  <a:cubicBezTo>
                    <a:pt x="56" y="142"/>
                    <a:pt x="51" y="142"/>
                    <a:pt x="46" y="141"/>
                  </a:cubicBezTo>
                  <a:cubicBezTo>
                    <a:pt x="21" y="138"/>
                    <a:pt x="7" y="122"/>
                    <a:pt x="8" y="100"/>
                  </a:cubicBezTo>
                  <a:cubicBezTo>
                    <a:pt x="9" y="79"/>
                    <a:pt x="24" y="64"/>
                    <a:pt x="48" y="63"/>
                  </a:cubicBezTo>
                  <a:cubicBezTo>
                    <a:pt x="64" y="62"/>
                    <a:pt x="81" y="63"/>
                    <a:pt x="98" y="63"/>
                  </a:cubicBezTo>
                  <a:cubicBezTo>
                    <a:pt x="328" y="63"/>
                    <a:pt x="559" y="63"/>
                    <a:pt x="790" y="63"/>
                  </a:cubicBezTo>
                  <a:cubicBezTo>
                    <a:pt x="797" y="63"/>
                    <a:pt x="804" y="63"/>
                    <a:pt x="813" y="63"/>
                  </a:cubicBezTo>
                  <a:cubicBezTo>
                    <a:pt x="813" y="41"/>
                    <a:pt x="813" y="22"/>
                    <a:pt x="813" y="0"/>
                  </a:cubicBezTo>
                  <a:cubicBezTo>
                    <a:pt x="845" y="0"/>
                    <a:pt x="875" y="0"/>
                    <a:pt x="907" y="0"/>
                  </a:cubicBezTo>
                  <a:cubicBezTo>
                    <a:pt x="907" y="20"/>
                    <a:pt x="907" y="40"/>
                    <a:pt x="907" y="63"/>
                  </a:cubicBezTo>
                  <a:cubicBezTo>
                    <a:pt x="917" y="63"/>
                    <a:pt x="926" y="63"/>
                    <a:pt x="934" y="63"/>
                  </a:cubicBezTo>
                  <a:cubicBezTo>
                    <a:pt x="1178" y="63"/>
                    <a:pt x="1422" y="63"/>
                    <a:pt x="1666" y="63"/>
                  </a:cubicBezTo>
                  <a:cubicBezTo>
                    <a:pt x="1701" y="63"/>
                    <a:pt x="1720" y="84"/>
                    <a:pt x="1713" y="113"/>
                  </a:cubicBezTo>
                  <a:cubicBezTo>
                    <a:pt x="1708" y="131"/>
                    <a:pt x="1694" y="139"/>
                    <a:pt x="1662" y="142"/>
                  </a:cubicBezTo>
                  <a:cubicBezTo>
                    <a:pt x="1662" y="486"/>
                    <a:pt x="1662" y="829"/>
                    <a:pt x="1662" y="1174"/>
                  </a:cubicBezTo>
                  <a:cubicBezTo>
                    <a:pt x="1666" y="1174"/>
                    <a:pt x="1670" y="1174"/>
                    <a:pt x="1674" y="1175"/>
                  </a:cubicBezTo>
                  <a:cubicBezTo>
                    <a:pt x="1699" y="1178"/>
                    <a:pt x="1715" y="1196"/>
                    <a:pt x="1714" y="1221"/>
                  </a:cubicBezTo>
                  <a:cubicBezTo>
                    <a:pt x="1713" y="1244"/>
                    <a:pt x="1695" y="1261"/>
                    <a:pt x="1670" y="1261"/>
                  </a:cubicBezTo>
                  <a:cubicBezTo>
                    <a:pt x="1622" y="1262"/>
                    <a:pt x="1573" y="1261"/>
                    <a:pt x="1524" y="1261"/>
                  </a:cubicBezTo>
                  <a:cubicBezTo>
                    <a:pt x="1326" y="1261"/>
                    <a:pt x="1128" y="1261"/>
                    <a:pt x="930" y="1261"/>
                  </a:cubicBezTo>
                  <a:cubicBezTo>
                    <a:pt x="924" y="1261"/>
                    <a:pt x="917" y="1261"/>
                    <a:pt x="908" y="1261"/>
                  </a:cubicBezTo>
                  <a:cubicBezTo>
                    <a:pt x="908" y="1270"/>
                    <a:pt x="908" y="1277"/>
                    <a:pt x="908" y="1284"/>
                  </a:cubicBezTo>
                  <a:cubicBezTo>
                    <a:pt x="908" y="1356"/>
                    <a:pt x="908" y="1428"/>
                    <a:pt x="909" y="1500"/>
                  </a:cubicBezTo>
                  <a:cubicBezTo>
                    <a:pt x="909" y="1510"/>
                    <a:pt x="914" y="1522"/>
                    <a:pt x="920" y="1530"/>
                  </a:cubicBezTo>
                  <a:cubicBezTo>
                    <a:pt x="1026" y="1644"/>
                    <a:pt x="1132" y="1758"/>
                    <a:pt x="1237" y="1871"/>
                  </a:cubicBezTo>
                  <a:cubicBezTo>
                    <a:pt x="1245" y="1880"/>
                    <a:pt x="1251" y="1882"/>
                    <a:pt x="1263" y="1880"/>
                  </a:cubicBezTo>
                  <a:cubicBezTo>
                    <a:pt x="1298" y="1873"/>
                    <a:pt x="1334" y="1893"/>
                    <a:pt x="1350" y="1926"/>
                  </a:cubicBezTo>
                  <a:cubicBezTo>
                    <a:pt x="1367" y="1961"/>
                    <a:pt x="1361" y="1997"/>
                    <a:pt x="1332" y="2024"/>
                  </a:cubicBezTo>
                  <a:cubicBezTo>
                    <a:pt x="1306" y="2049"/>
                    <a:pt x="1269" y="2053"/>
                    <a:pt x="1235" y="2034"/>
                  </a:cubicBezTo>
                  <a:cubicBezTo>
                    <a:pt x="1201" y="2015"/>
                    <a:pt x="1185" y="1983"/>
                    <a:pt x="1194" y="1946"/>
                  </a:cubicBezTo>
                  <a:cubicBezTo>
                    <a:pt x="1197" y="1932"/>
                    <a:pt x="1194" y="1924"/>
                    <a:pt x="1185" y="1914"/>
                  </a:cubicBezTo>
                  <a:cubicBezTo>
                    <a:pt x="1099" y="1822"/>
                    <a:pt x="1013" y="1730"/>
                    <a:pt x="927" y="1638"/>
                  </a:cubicBezTo>
                  <a:cubicBezTo>
                    <a:pt x="923" y="1632"/>
                    <a:pt x="919" y="1626"/>
                    <a:pt x="914" y="1621"/>
                  </a:cubicBezTo>
                  <a:cubicBezTo>
                    <a:pt x="912" y="1622"/>
                    <a:pt x="910" y="1623"/>
                    <a:pt x="908" y="1624"/>
                  </a:cubicBezTo>
                  <a:close/>
                  <a:moveTo>
                    <a:pt x="117" y="1177"/>
                  </a:moveTo>
                  <a:cubicBezTo>
                    <a:pt x="614" y="1177"/>
                    <a:pt x="1109" y="1177"/>
                    <a:pt x="1604" y="1177"/>
                  </a:cubicBezTo>
                  <a:cubicBezTo>
                    <a:pt x="1604" y="827"/>
                    <a:pt x="1604" y="479"/>
                    <a:pt x="1604" y="131"/>
                  </a:cubicBezTo>
                  <a:cubicBezTo>
                    <a:pt x="1108" y="131"/>
                    <a:pt x="613" y="131"/>
                    <a:pt x="117" y="131"/>
                  </a:cubicBezTo>
                  <a:cubicBezTo>
                    <a:pt x="117" y="480"/>
                    <a:pt x="117" y="828"/>
                    <a:pt x="117" y="11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5" name="Flying impression design ——飞印象设计是一家专业的广告设计制作工作室，专注于平面、OFFICE、摄影等业务，工作室成立于2016年，拥有高水平的设计团队，已经立足于市场，今后将输出更多精致作品。"/>
            <p:cNvSpPr>
              <a:spLocks noEditPoints="1"/>
            </p:cNvSpPr>
            <p:nvPr/>
          </p:nvSpPr>
          <p:spPr bwMode="auto">
            <a:xfrm>
              <a:off x="1048" y="2907"/>
              <a:ext cx="716" cy="444"/>
            </a:xfrm>
            <a:custGeom>
              <a:avLst/>
              <a:gdLst>
                <a:gd name="T0" fmla="*/ 976 w 1349"/>
                <a:gd name="T1" fmla="*/ 1 h 835"/>
                <a:gd name="T2" fmla="*/ 1054 w 1349"/>
                <a:gd name="T3" fmla="*/ 102 h 835"/>
                <a:gd name="T4" fmla="*/ 1063 w 1349"/>
                <a:gd name="T5" fmla="*/ 139 h 835"/>
                <a:gd name="T6" fmla="*/ 1208 w 1349"/>
                <a:gd name="T7" fmla="*/ 285 h 835"/>
                <a:gd name="T8" fmla="*/ 1235 w 1349"/>
                <a:gd name="T9" fmla="*/ 292 h 835"/>
                <a:gd name="T10" fmla="*/ 1340 w 1349"/>
                <a:gd name="T11" fmla="*/ 357 h 835"/>
                <a:gd name="T12" fmla="*/ 1268 w 1349"/>
                <a:gd name="T13" fmla="*/ 452 h 835"/>
                <a:gd name="T14" fmla="*/ 1180 w 1349"/>
                <a:gd name="T15" fmla="*/ 351 h 835"/>
                <a:gd name="T16" fmla="*/ 1170 w 1349"/>
                <a:gd name="T17" fmla="*/ 313 h 835"/>
                <a:gd name="T18" fmla="*/ 1029 w 1349"/>
                <a:gd name="T19" fmla="*/ 170 h 835"/>
                <a:gd name="T20" fmla="*/ 996 w 1349"/>
                <a:gd name="T21" fmla="*/ 161 h 835"/>
                <a:gd name="T22" fmla="*/ 971 w 1349"/>
                <a:gd name="T23" fmla="*/ 164 h 835"/>
                <a:gd name="T24" fmla="*/ 932 w 1349"/>
                <a:gd name="T25" fmla="*/ 183 h 835"/>
                <a:gd name="T26" fmla="*/ 791 w 1349"/>
                <a:gd name="T27" fmla="*/ 383 h 835"/>
                <a:gd name="T28" fmla="*/ 788 w 1349"/>
                <a:gd name="T29" fmla="*/ 414 h 835"/>
                <a:gd name="T30" fmla="*/ 743 w 1349"/>
                <a:gd name="T31" fmla="*/ 527 h 835"/>
                <a:gd name="T32" fmla="*/ 636 w 1349"/>
                <a:gd name="T33" fmla="*/ 472 h 835"/>
                <a:gd name="T34" fmla="*/ 616 w 1349"/>
                <a:gd name="T35" fmla="*/ 451 h 835"/>
                <a:gd name="T36" fmla="*/ 499 w 1349"/>
                <a:gd name="T37" fmla="*/ 425 h 835"/>
                <a:gd name="T38" fmla="*/ 480 w 1349"/>
                <a:gd name="T39" fmla="*/ 430 h 835"/>
                <a:gd name="T40" fmla="*/ 381 w 1349"/>
                <a:gd name="T41" fmla="*/ 456 h 835"/>
                <a:gd name="T42" fmla="*/ 362 w 1349"/>
                <a:gd name="T43" fmla="*/ 461 h 835"/>
                <a:gd name="T44" fmla="*/ 169 w 1349"/>
                <a:gd name="T45" fmla="*/ 691 h 835"/>
                <a:gd name="T46" fmla="*/ 168 w 1349"/>
                <a:gd name="T47" fmla="*/ 718 h 835"/>
                <a:gd name="T48" fmla="*/ 142 w 1349"/>
                <a:gd name="T49" fmla="*/ 811 h 835"/>
                <a:gd name="T50" fmla="*/ 49 w 1349"/>
                <a:gd name="T51" fmla="*/ 817 h 835"/>
                <a:gd name="T52" fmla="*/ 15 w 1349"/>
                <a:gd name="T53" fmla="*/ 716 h 835"/>
                <a:gd name="T54" fmla="*/ 107 w 1349"/>
                <a:gd name="T55" fmla="*/ 667 h 835"/>
                <a:gd name="T56" fmla="*/ 135 w 1349"/>
                <a:gd name="T57" fmla="*/ 658 h 835"/>
                <a:gd name="T58" fmla="*/ 324 w 1349"/>
                <a:gd name="T59" fmla="*/ 433 h 835"/>
                <a:gd name="T60" fmla="*/ 334 w 1349"/>
                <a:gd name="T61" fmla="*/ 395 h 835"/>
                <a:gd name="T62" fmla="*/ 396 w 1349"/>
                <a:gd name="T63" fmla="*/ 300 h 835"/>
                <a:gd name="T64" fmla="*/ 492 w 1349"/>
                <a:gd name="T65" fmla="*/ 356 h 835"/>
                <a:gd name="T66" fmla="*/ 519 w 1349"/>
                <a:gd name="T67" fmla="*/ 381 h 835"/>
                <a:gd name="T68" fmla="*/ 626 w 1349"/>
                <a:gd name="T69" fmla="*/ 406 h 835"/>
                <a:gd name="T70" fmla="*/ 652 w 1349"/>
                <a:gd name="T71" fmla="*/ 398 h 835"/>
                <a:gd name="T72" fmla="*/ 725 w 1349"/>
                <a:gd name="T73" fmla="*/ 369 h 835"/>
                <a:gd name="T74" fmla="*/ 753 w 1349"/>
                <a:gd name="T75" fmla="*/ 356 h 835"/>
                <a:gd name="T76" fmla="*/ 899 w 1349"/>
                <a:gd name="T77" fmla="*/ 149 h 835"/>
                <a:gd name="T78" fmla="*/ 902 w 1349"/>
                <a:gd name="T79" fmla="*/ 118 h 835"/>
                <a:gd name="T80" fmla="*/ 976 w 1349"/>
                <a:gd name="T81" fmla="*/ 1 h 835"/>
                <a:gd name="T82" fmla="*/ 1225 w 1349"/>
                <a:gd name="T83" fmla="*/ 370 h 835"/>
                <a:gd name="T84" fmla="*/ 1260 w 1349"/>
                <a:gd name="T85" fmla="*/ 405 h 835"/>
                <a:gd name="T86" fmla="*/ 1293 w 1349"/>
                <a:gd name="T87" fmla="*/ 370 h 835"/>
                <a:gd name="T88" fmla="*/ 1259 w 1349"/>
                <a:gd name="T89" fmla="*/ 336 h 835"/>
                <a:gd name="T90" fmla="*/ 1225 w 1349"/>
                <a:gd name="T91" fmla="*/ 370 h 835"/>
                <a:gd name="T92" fmla="*/ 381 w 1349"/>
                <a:gd name="T93" fmla="*/ 379 h 835"/>
                <a:gd name="T94" fmla="*/ 415 w 1349"/>
                <a:gd name="T95" fmla="*/ 414 h 835"/>
                <a:gd name="T96" fmla="*/ 449 w 1349"/>
                <a:gd name="T97" fmla="*/ 380 h 835"/>
                <a:gd name="T98" fmla="*/ 415 w 1349"/>
                <a:gd name="T99" fmla="*/ 345 h 835"/>
                <a:gd name="T100" fmla="*/ 381 w 1349"/>
                <a:gd name="T101" fmla="*/ 379 h 835"/>
                <a:gd name="T102" fmla="*/ 91 w 1349"/>
                <a:gd name="T103" fmla="*/ 713 h 835"/>
                <a:gd name="T104" fmla="*/ 57 w 1349"/>
                <a:gd name="T105" fmla="*/ 746 h 835"/>
                <a:gd name="T106" fmla="*/ 92 w 1349"/>
                <a:gd name="T107" fmla="*/ 781 h 835"/>
                <a:gd name="T108" fmla="*/ 125 w 1349"/>
                <a:gd name="T109" fmla="*/ 747 h 835"/>
                <a:gd name="T110" fmla="*/ 91 w 1349"/>
                <a:gd name="T111" fmla="*/ 713 h 835"/>
                <a:gd name="T112" fmla="*/ 681 w 1349"/>
                <a:gd name="T113" fmla="*/ 451 h 835"/>
                <a:gd name="T114" fmla="*/ 714 w 1349"/>
                <a:gd name="T115" fmla="*/ 485 h 835"/>
                <a:gd name="T116" fmla="*/ 749 w 1349"/>
                <a:gd name="T117" fmla="*/ 449 h 835"/>
                <a:gd name="T118" fmla="*/ 714 w 1349"/>
                <a:gd name="T119" fmla="*/ 417 h 835"/>
                <a:gd name="T120" fmla="*/ 681 w 1349"/>
                <a:gd name="T121" fmla="*/ 451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49" h="835">
                  <a:moveTo>
                    <a:pt x="976" y="1"/>
                  </a:moveTo>
                  <a:cubicBezTo>
                    <a:pt x="1029" y="1"/>
                    <a:pt x="1068" y="51"/>
                    <a:pt x="1054" y="102"/>
                  </a:cubicBezTo>
                  <a:cubicBezTo>
                    <a:pt x="1049" y="118"/>
                    <a:pt x="1052" y="128"/>
                    <a:pt x="1063" y="139"/>
                  </a:cubicBezTo>
                  <a:cubicBezTo>
                    <a:pt x="1112" y="187"/>
                    <a:pt x="1160" y="236"/>
                    <a:pt x="1208" y="285"/>
                  </a:cubicBezTo>
                  <a:cubicBezTo>
                    <a:pt x="1216" y="294"/>
                    <a:pt x="1223" y="296"/>
                    <a:pt x="1235" y="292"/>
                  </a:cubicBezTo>
                  <a:cubicBezTo>
                    <a:pt x="1284" y="278"/>
                    <a:pt x="1330" y="307"/>
                    <a:pt x="1340" y="357"/>
                  </a:cubicBezTo>
                  <a:cubicBezTo>
                    <a:pt x="1349" y="401"/>
                    <a:pt x="1316" y="445"/>
                    <a:pt x="1268" y="452"/>
                  </a:cubicBezTo>
                  <a:cubicBezTo>
                    <a:pt x="1214" y="461"/>
                    <a:pt x="1164" y="404"/>
                    <a:pt x="1180" y="351"/>
                  </a:cubicBezTo>
                  <a:cubicBezTo>
                    <a:pt x="1185" y="334"/>
                    <a:pt x="1181" y="324"/>
                    <a:pt x="1170" y="313"/>
                  </a:cubicBezTo>
                  <a:cubicBezTo>
                    <a:pt x="1122" y="266"/>
                    <a:pt x="1076" y="218"/>
                    <a:pt x="1029" y="170"/>
                  </a:cubicBezTo>
                  <a:cubicBezTo>
                    <a:pt x="1019" y="160"/>
                    <a:pt x="1010" y="156"/>
                    <a:pt x="996" y="161"/>
                  </a:cubicBezTo>
                  <a:cubicBezTo>
                    <a:pt x="988" y="164"/>
                    <a:pt x="978" y="167"/>
                    <a:pt x="971" y="164"/>
                  </a:cubicBezTo>
                  <a:cubicBezTo>
                    <a:pt x="951" y="158"/>
                    <a:pt x="942" y="168"/>
                    <a:pt x="932" y="183"/>
                  </a:cubicBezTo>
                  <a:cubicBezTo>
                    <a:pt x="886" y="250"/>
                    <a:pt x="838" y="317"/>
                    <a:pt x="791" y="383"/>
                  </a:cubicBezTo>
                  <a:cubicBezTo>
                    <a:pt x="784" y="394"/>
                    <a:pt x="782" y="402"/>
                    <a:pt x="788" y="414"/>
                  </a:cubicBezTo>
                  <a:cubicBezTo>
                    <a:pt x="810" y="459"/>
                    <a:pt x="789" y="510"/>
                    <a:pt x="743" y="527"/>
                  </a:cubicBezTo>
                  <a:cubicBezTo>
                    <a:pt x="698" y="544"/>
                    <a:pt x="651" y="521"/>
                    <a:pt x="636" y="472"/>
                  </a:cubicBezTo>
                  <a:cubicBezTo>
                    <a:pt x="633" y="461"/>
                    <a:pt x="629" y="454"/>
                    <a:pt x="616" y="451"/>
                  </a:cubicBezTo>
                  <a:cubicBezTo>
                    <a:pt x="577" y="443"/>
                    <a:pt x="538" y="433"/>
                    <a:pt x="499" y="425"/>
                  </a:cubicBezTo>
                  <a:cubicBezTo>
                    <a:pt x="493" y="424"/>
                    <a:pt x="484" y="426"/>
                    <a:pt x="480" y="430"/>
                  </a:cubicBezTo>
                  <a:cubicBezTo>
                    <a:pt x="453" y="461"/>
                    <a:pt x="420" y="469"/>
                    <a:pt x="381" y="456"/>
                  </a:cubicBezTo>
                  <a:cubicBezTo>
                    <a:pt x="376" y="454"/>
                    <a:pt x="366" y="457"/>
                    <a:pt x="362" y="461"/>
                  </a:cubicBezTo>
                  <a:cubicBezTo>
                    <a:pt x="298" y="538"/>
                    <a:pt x="234" y="614"/>
                    <a:pt x="169" y="691"/>
                  </a:cubicBezTo>
                  <a:cubicBezTo>
                    <a:pt x="161" y="700"/>
                    <a:pt x="164" y="708"/>
                    <a:pt x="168" y="718"/>
                  </a:cubicBezTo>
                  <a:cubicBezTo>
                    <a:pt x="180" y="753"/>
                    <a:pt x="171" y="788"/>
                    <a:pt x="142" y="811"/>
                  </a:cubicBezTo>
                  <a:cubicBezTo>
                    <a:pt x="115" y="833"/>
                    <a:pt x="79" y="835"/>
                    <a:pt x="49" y="817"/>
                  </a:cubicBezTo>
                  <a:cubicBezTo>
                    <a:pt x="14" y="796"/>
                    <a:pt x="0" y="754"/>
                    <a:pt x="15" y="716"/>
                  </a:cubicBezTo>
                  <a:cubicBezTo>
                    <a:pt x="29" y="680"/>
                    <a:pt x="69" y="658"/>
                    <a:pt x="107" y="667"/>
                  </a:cubicBezTo>
                  <a:cubicBezTo>
                    <a:pt x="119" y="669"/>
                    <a:pt x="127" y="668"/>
                    <a:pt x="135" y="658"/>
                  </a:cubicBezTo>
                  <a:cubicBezTo>
                    <a:pt x="198" y="583"/>
                    <a:pt x="261" y="508"/>
                    <a:pt x="324" y="433"/>
                  </a:cubicBezTo>
                  <a:cubicBezTo>
                    <a:pt x="334" y="422"/>
                    <a:pt x="338" y="412"/>
                    <a:pt x="334" y="395"/>
                  </a:cubicBezTo>
                  <a:cubicBezTo>
                    <a:pt x="325" y="352"/>
                    <a:pt x="352" y="311"/>
                    <a:pt x="396" y="300"/>
                  </a:cubicBezTo>
                  <a:cubicBezTo>
                    <a:pt x="437" y="290"/>
                    <a:pt x="481" y="314"/>
                    <a:pt x="492" y="356"/>
                  </a:cubicBezTo>
                  <a:cubicBezTo>
                    <a:pt x="497" y="372"/>
                    <a:pt x="505" y="378"/>
                    <a:pt x="519" y="381"/>
                  </a:cubicBezTo>
                  <a:cubicBezTo>
                    <a:pt x="555" y="388"/>
                    <a:pt x="591" y="397"/>
                    <a:pt x="626" y="406"/>
                  </a:cubicBezTo>
                  <a:cubicBezTo>
                    <a:pt x="637" y="408"/>
                    <a:pt x="645" y="407"/>
                    <a:pt x="652" y="398"/>
                  </a:cubicBezTo>
                  <a:cubicBezTo>
                    <a:pt x="671" y="375"/>
                    <a:pt x="696" y="366"/>
                    <a:pt x="725" y="369"/>
                  </a:cubicBezTo>
                  <a:cubicBezTo>
                    <a:pt x="738" y="371"/>
                    <a:pt x="745" y="367"/>
                    <a:pt x="753" y="356"/>
                  </a:cubicBezTo>
                  <a:cubicBezTo>
                    <a:pt x="801" y="286"/>
                    <a:pt x="850" y="217"/>
                    <a:pt x="899" y="149"/>
                  </a:cubicBezTo>
                  <a:cubicBezTo>
                    <a:pt x="907" y="138"/>
                    <a:pt x="908" y="131"/>
                    <a:pt x="902" y="118"/>
                  </a:cubicBezTo>
                  <a:cubicBezTo>
                    <a:pt x="874" y="63"/>
                    <a:pt x="914" y="0"/>
                    <a:pt x="976" y="1"/>
                  </a:cubicBezTo>
                  <a:close/>
                  <a:moveTo>
                    <a:pt x="1225" y="370"/>
                  </a:moveTo>
                  <a:cubicBezTo>
                    <a:pt x="1225" y="390"/>
                    <a:pt x="1239" y="405"/>
                    <a:pt x="1260" y="405"/>
                  </a:cubicBezTo>
                  <a:cubicBezTo>
                    <a:pt x="1279" y="405"/>
                    <a:pt x="1293" y="390"/>
                    <a:pt x="1293" y="370"/>
                  </a:cubicBezTo>
                  <a:cubicBezTo>
                    <a:pt x="1293" y="351"/>
                    <a:pt x="1279" y="336"/>
                    <a:pt x="1259" y="336"/>
                  </a:cubicBezTo>
                  <a:cubicBezTo>
                    <a:pt x="1239" y="336"/>
                    <a:pt x="1225" y="350"/>
                    <a:pt x="1225" y="370"/>
                  </a:cubicBezTo>
                  <a:close/>
                  <a:moveTo>
                    <a:pt x="381" y="379"/>
                  </a:moveTo>
                  <a:cubicBezTo>
                    <a:pt x="381" y="400"/>
                    <a:pt x="394" y="415"/>
                    <a:pt x="415" y="414"/>
                  </a:cubicBezTo>
                  <a:cubicBezTo>
                    <a:pt x="434" y="414"/>
                    <a:pt x="449" y="399"/>
                    <a:pt x="449" y="380"/>
                  </a:cubicBezTo>
                  <a:cubicBezTo>
                    <a:pt x="449" y="361"/>
                    <a:pt x="434" y="346"/>
                    <a:pt x="415" y="345"/>
                  </a:cubicBezTo>
                  <a:cubicBezTo>
                    <a:pt x="396" y="345"/>
                    <a:pt x="381" y="359"/>
                    <a:pt x="381" y="379"/>
                  </a:cubicBezTo>
                  <a:close/>
                  <a:moveTo>
                    <a:pt x="91" y="713"/>
                  </a:moveTo>
                  <a:cubicBezTo>
                    <a:pt x="71" y="713"/>
                    <a:pt x="57" y="727"/>
                    <a:pt x="57" y="746"/>
                  </a:cubicBezTo>
                  <a:cubicBezTo>
                    <a:pt x="57" y="767"/>
                    <a:pt x="71" y="781"/>
                    <a:pt x="92" y="781"/>
                  </a:cubicBezTo>
                  <a:cubicBezTo>
                    <a:pt x="112" y="781"/>
                    <a:pt x="125" y="767"/>
                    <a:pt x="125" y="747"/>
                  </a:cubicBezTo>
                  <a:cubicBezTo>
                    <a:pt x="125" y="727"/>
                    <a:pt x="111" y="713"/>
                    <a:pt x="91" y="713"/>
                  </a:cubicBezTo>
                  <a:close/>
                  <a:moveTo>
                    <a:pt x="681" y="451"/>
                  </a:moveTo>
                  <a:cubicBezTo>
                    <a:pt x="681" y="470"/>
                    <a:pt x="695" y="485"/>
                    <a:pt x="714" y="485"/>
                  </a:cubicBezTo>
                  <a:cubicBezTo>
                    <a:pt x="734" y="485"/>
                    <a:pt x="749" y="470"/>
                    <a:pt x="749" y="449"/>
                  </a:cubicBezTo>
                  <a:cubicBezTo>
                    <a:pt x="748" y="430"/>
                    <a:pt x="734" y="417"/>
                    <a:pt x="714" y="417"/>
                  </a:cubicBezTo>
                  <a:cubicBezTo>
                    <a:pt x="694" y="417"/>
                    <a:pt x="681" y="430"/>
                    <a:pt x="681" y="4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6"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1250" y="3090"/>
              <a:ext cx="36" cy="38"/>
            </a:xfrm>
            <a:custGeom>
              <a:avLst/>
              <a:gdLst>
                <a:gd name="T0" fmla="*/ 0 w 68"/>
                <a:gd name="T1" fmla="*/ 34 h 70"/>
                <a:gd name="T2" fmla="*/ 34 w 68"/>
                <a:gd name="T3" fmla="*/ 0 h 70"/>
                <a:gd name="T4" fmla="*/ 68 w 68"/>
                <a:gd name="T5" fmla="*/ 35 h 70"/>
                <a:gd name="T6" fmla="*/ 34 w 68"/>
                <a:gd name="T7" fmla="*/ 69 h 70"/>
                <a:gd name="T8" fmla="*/ 0 w 68"/>
                <a:gd name="T9" fmla="*/ 34 h 70"/>
              </a:gdLst>
              <a:ahLst/>
              <a:cxnLst>
                <a:cxn ang="0">
                  <a:pos x="T0" y="T1"/>
                </a:cxn>
                <a:cxn ang="0">
                  <a:pos x="T2" y="T3"/>
                </a:cxn>
                <a:cxn ang="0">
                  <a:pos x="T4" y="T5"/>
                </a:cxn>
                <a:cxn ang="0">
                  <a:pos x="T6" y="T7"/>
                </a:cxn>
                <a:cxn ang="0">
                  <a:pos x="T8" y="T9"/>
                </a:cxn>
              </a:cxnLst>
              <a:rect l="0" t="0" r="r" b="b"/>
              <a:pathLst>
                <a:path w="68" h="70">
                  <a:moveTo>
                    <a:pt x="0" y="34"/>
                  </a:moveTo>
                  <a:cubicBezTo>
                    <a:pt x="0" y="14"/>
                    <a:pt x="15" y="0"/>
                    <a:pt x="34" y="0"/>
                  </a:cubicBezTo>
                  <a:cubicBezTo>
                    <a:pt x="53" y="1"/>
                    <a:pt x="68" y="16"/>
                    <a:pt x="68" y="35"/>
                  </a:cubicBezTo>
                  <a:cubicBezTo>
                    <a:pt x="68" y="54"/>
                    <a:pt x="53" y="69"/>
                    <a:pt x="34" y="69"/>
                  </a:cubicBezTo>
                  <a:cubicBezTo>
                    <a:pt x="13" y="70"/>
                    <a:pt x="0" y="55"/>
                    <a:pt x="0"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7"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1078" y="3286"/>
              <a:ext cx="36" cy="36"/>
            </a:xfrm>
            <a:custGeom>
              <a:avLst/>
              <a:gdLst>
                <a:gd name="T0" fmla="*/ 34 w 68"/>
                <a:gd name="T1" fmla="*/ 0 h 68"/>
                <a:gd name="T2" fmla="*/ 68 w 68"/>
                <a:gd name="T3" fmla="*/ 34 h 68"/>
                <a:gd name="T4" fmla="*/ 35 w 68"/>
                <a:gd name="T5" fmla="*/ 68 h 68"/>
                <a:gd name="T6" fmla="*/ 0 w 68"/>
                <a:gd name="T7" fmla="*/ 33 h 68"/>
                <a:gd name="T8" fmla="*/ 34 w 68"/>
                <a:gd name="T9" fmla="*/ 0 h 68"/>
              </a:gdLst>
              <a:ahLst/>
              <a:cxnLst>
                <a:cxn ang="0">
                  <a:pos x="T0" y="T1"/>
                </a:cxn>
                <a:cxn ang="0">
                  <a:pos x="T2" y="T3"/>
                </a:cxn>
                <a:cxn ang="0">
                  <a:pos x="T4" y="T5"/>
                </a:cxn>
                <a:cxn ang="0">
                  <a:pos x="T6" y="T7"/>
                </a:cxn>
                <a:cxn ang="0">
                  <a:pos x="T8" y="T9"/>
                </a:cxn>
              </a:cxnLst>
              <a:rect l="0" t="0" r="r" b="b"/>
              <a:pathLst>
                <a:path w="68" h="68">
                  <a:moveTo>
                    <a:pt x="34" y="0"/>
                  </a:moveTo>
                  <a:cubicBezTo>
                    <a:pt x="54" y="0"/>
                    <a:pt x="68" y="14"/>
                    <a:pt x="68" y="34"/>
                  </a:cubicBezTo>
                  <a:cubicBezTo>
                    <a:pt x="68" y="54"/>
                    <a:pt x="55" y="68"/>
                    <a:pt x="35" y="68"/>
                  </a:cubicBezTo>
                  <a:cubicBezTo>
                    <a:pt x="14" y="68"/>
                    <a:pt x="0" y="54"/>
                    <a:pt x="0" y="33"/>
                  </a:cubicBezTo>
                  <a:cubicBezTo>
                    <a:pt x="0" y="14"/>
                    <a:pt x="14"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8"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1409" y="3129"/>
              <a:ext cx="37" cy="36"/>
            </a:xfrm>
            <a:custGeom>
              <a:avLst/>
              <a:gdLst>
                <a:gd name="T0" fmla="*/ 0 w 68"/>
                <a:gd name="T1" fmla="*/ 34 h 68"/>
                <a:gd name="T2" fmla="*/ 33 w 68"/>
                <a:gd name="T3" fmla="*/ 0 h 68"/>
                <a:gd name="T4" fmla="*/ 68 w 68"/>
                <a:gd name="T5" fmla="*/ 32 h 68"/>
                <a:gd name="T6" fmla="*/ 33 w 68"/>
                <a:gd name="T7" fmla="*/ 68 h 68"/>
                <a:gd name="T8" fmla="*/ 0 w 68"/>
                <a:gd name="T9" fmla="*/ 34 h 68"/>
              </a:gdLst>
              <a:ahLst/>
              <a:cxnLst>
                <a:cxn ang="0">
                  <a:pos x="T0" y="T1"/>
                </a:cxn>
                <a:cxn ang="0">
                  <a:pos x="T2" y="T3"/>
                </a:cxn>
                <a:cxn ang="0">
                  <a:pos x="T4" y="T5"/>
                </a:cxn>
                <a:cxn ang="0">
                  <a:pos x="T6" y="T7"/>
                </a:cxn>
                <a:cxn ang="0">
                  <a:pos x="T8" y="T9"/>
                </a:cxn>
              </a:cxnLst>
              <a:rect l="0" t="0" r="r" b="b"/>
              <a:pathLst>
                <a:path w="68" h="68">
                  <a:moveTo>
                    <a:pt x="0" y="34"/>
                  </a:moveTo>
                  <a:cubicBezTo>
                    <a:pt x="0" y="13"/>
                    <a:pt x="13" y="0"/>
                    <a:pt x="33" y="0"/>
                  </a:cubicBezTo>
                  <a:cubicBezTo>
                    <a:pt x="53" y="0"/>
                    <a:pt x="67" y="13"/>
                    <a:pt x="68" y="32"/>
                  </a:cubicBezTo>
                  <a:cubicBezTo>
                    <a:pt x="68" y="53"/>
                    <a:pt x="53" y="68"/>
                    <a:pt x="33" y="68"/>
                  </a:cubicBezTo>
                  <a:cubicBezTo>
                    <a:pt x="14" y="68"/>
                    <a:pt x="0" y="53"/>
                    <a:pt x="0"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31"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756624" y="4617865"/>
            <a:ext cx="8230549" cy="972574"/>
          </a:xfrm>
          <a:prstGeom prst="rect">
            <a:avLst/>
          </a:prstGeom>
          <a:noFill/>
        </p:spPr>
        <p:txBody>
          <a:bodyPr wrap="square" rtlCol="0">
            <a:spAutoFit/>
          </a:bodyPr>
          <a:lstStyle/>
          <a:p>
            <a:pPr>
              <a:lnSpc>
                <a:spcPct val="130000"/>
              </a:lnSpc>
            </a:pPr>
            <a:r>
              <a:rPr lang="en-US" altLang="zh-CN" sz="1100" dirty="0">
                <a:solidFill>
                  <a:schemeClr val="tx1">
                    <a:lumMod val="75000"/>
                    <a:lumOff val="25000"/>
                  </a:schemeClr>
                </a:solidFill>
                <a:cs typeface="+mn-ea"/>
                <a:sym typeface="+mn-lt"/>
              </a:rPr>
              <a:t>Flying impression graphic design thank you for buying this template, we mainly engaged in various types of advertising graphic design. Flying impression graphic design thank you for buying this template, we mainly engaged in various types of advertising graphic design. Flying impression graphic design thank you for buying this template, we mainly engaged in various types of advertising graphic design</a:t>
            </a:r>
            <a:endParaRPr lang="en-US" altLang="zh-CN" sz="1100" dirty="0">
              <a:solidFill>
                <a:schemeClr val="tx1">
                  <a:lumMod val="75000"/>
                  <a:lumOff val="25000"/>
                </a:schemeClr>
              </a:solidFill>
              <a:cs typeface="+mn-ea"/>
              <a:sym typeface="+mn-lt"/>
            </a:endParaRPr>
          </a:p>
        </p:txBody>
      </p:sp>
      <p:sp>
        <p:nvSpPr>
          <p:cNvPr id="32"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990940" y="4099056"/>
            <a:ext cx="2372360" cy="460375"/>
          </a:xfrm>
          <a:prstGeom prst="rect">
            <a:avLst/>
          </a:prstGeom>
          <a:noFill/>
        </p:spPr>
        <p:txBody>
          <a:bodyPr wrap="none" rtlCol="0">
            <a:spAutoFit/>
          </a:bodyPr>
          <a:lstStyle/>
          <a:p>
            <a:pPr algn="ctr"/>
            <a:r>
              <a:rPr lang="en-US" sz="2400" dirty="0">
                <a:solidFill>
                  <a:schemeClr val="bg2">
                    <a:lumMod val="25000"/>
                  </a:schemeClr>
                </a:solidFill>
                <a:cs typeface="+mn-ea"/>
                <a:sym typeface="+mn-lt"/>
              </a:rPr>
              <a:t>WANG DESIGN</a:t>
            </a:r>
            <a:endParaRPr lang="zh-CN" altLang="en-US" sz="2400" dirty="0">
              <a:solidFill>
                <a:schemeClr val="bg2">
                  <a:lumMod val="25000"/>
                </a:schemeClr>
              </a:solidFill>
              <a:cs typeface="+mn-ea"/>
              <a:sym typeface="+mn-lt"/>
            </a:endParaRPr>
          </a:p>
        </p:txBody>
      </p:sp>
      <p:pic>
        <p:nvPicPr>
          <p:cNvPr id="2" name="图片 1"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fill="hold"/>
                                        <p:tgtEl>
                                          <p:spTgt spid="48"/>
                                        </p:tgtEl>
                                        <p:attrNameLst>
                                          <p:attrName>ppt_x</p:attrName>
                                        </p:attrNameLst>
                                      </p:cBhvr>
                                      <p:tavLst>
                                        <p:tav tm="0">
                                          <p:val>
                                            <p:strVal val="0-#ppt_w/2"/>
                                          </p:val>
                                        </p:tav>
                                        <p:tav tm="100000">
                                          <p:val>
                                            <p:strVal val="#ppt_x"/>
                                          </p:val>
                                        </p:tav>
                                      </p:tavLst>
                                    </p:anim>
                                    <p:anim calcmode="lin" valueType="num">
                                      <p:cBhvr additive="base">
                                        <p:cTn id="16"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1000"/>
                                        <p:tgtEl>
                                          <p:spTgt spid="18"/>
                                        </p:tgtEl>
                                      </p:cBhvr>
                                    </p:animEffect>
                                    <p:anim calcmode="lin" valueType="num">
                                      <p:cBhvr>
                                        <p:cTn id="28" dur="1000" fill="hold"/>
                                        <p:tgtEl>
                                          <p:spTgt spid="18"/>
                                        </p:tgtEl>
                                        <p:attrNameLst>
                                          <p:attrName>ppt_x</p:attrName>
                                        </p:attrNameLst>
                                      </p:cBhvr>
                                      <p:tavLst>
                                        <p:tav tm="0">
                                          <p:val>
                                            <p:strVal val="#ppt_x"/>
                                          </p:val>
                                        </p:tav>
                                        <p:tav tm="100000">
                                          <p:val>
                                            <p:strVal val="#ppt_x"/>
                                          </p:val>
                                        </p:tav>
                                      </p:tavLst>
                                    </p:anim>
                                    <p:anim calcmode="lin" valueType="num">
                                      <p:cBhvr>
                                        <p:cTn id="29" dur="1000" fill="hold"/>
                                        <p:tgtEl>
                                          <p:spTgt spid="1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0-#ppt_w/2"/>
                                          </p:val>
                                        </p:tav>
                                        <p:tav tm="100000">
                                          <p:val>
                                            <p:strVal val="#ppt_x"/>
                                          </p:val>
                                        </p:tav>
                                      </p:tavLst>
                                    </p:anim>
                                    <p:anim calcmode="lin" valueType="num">
                                      <p:cBhvr additive="base">
                                        <p:cTn id="40"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1000"/>
                                        <p:tgtEl>
                                          <p:spTgt spid="31"/>
                                        </p:tgtEl>
                                      </p:cBhvr>
                                    </p:animEffect>
                                    <p:anim calcmode="lin" valueType="num">
                                      <p:cBhvr>
                                        <p:cTn id="46" dur="1000" fill="hold"/>
                                        <p:tgtEl>
                                          <p:spTgt spid="31"/>
                                        </p:tgtEl>
                                        <p:attrNameLst>
                                          <p:attrName>ppt_x</p:attrName>
                                        </p:attrNameLst>
                                      </p:cBhvr>
                                      <p:tavLst>
                                        <p:tav tm="0">
                                          <p:val>
                                            <p:strVal val="#ppt_x"/>
                                          </p:val>
                                        </p:tav>
                                        <p:tav tm="100000">
                                          <p:val>
                                            <p:strVal val="#ppt_x"/>
                                          </p:val>
                                        </p:tav>
                                      </p:tavLst>
                                    </p:anim>
                                    <p:anim calcmode="lin" valueType="num">
                                      <p:cBhvr>
                                        <p:cTn id="47" dur="1000" fill="hold"/>
                                        <p:tgtEl>
                                          <p:spTgt spid="31"/>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1000"/>
                                        <p:tgtEl>
                                          <p:spTgt spid="32"/>
                                        </p:tgtEl>
                                      </p:cBhvr>
                                    </p:animEffect>
                                    <p:anim calcmode="lin" valueType="num">
                                      <p:cBhvr>
                                        <p:cTn id="51" dur="1000" fill="hold"/>
                                        <p:tgtEl>
                                          <p:spTgt spid="32"/>
                                        </p:tgtEl>
                                        <p:attrNameLst>
                                          <p:attrName>ppt_x</p:attrName>
                                        </p:attrNameLst>
                                      </p:cBhvr>
                                      <p:tavLst>
                                        <p:tav tm="0">
                                          <p:val>
                                            <p:strVal val="#ppt_x"/>
                                          </p:val>
                                        </p:tav>
                                        <p:tav tm="100000">
                                          <p:val>
                                            <p:strVal val="#ppt_x"/>
                                          </p:val>
                                        </p:tav>
                                      </p:tavLst>
                                    </p:anim>
                                    <p:anim calcmode="lin" valueType="num">
                                      <p:cBhvr>
                                        <p:cTn id="52"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8" grpId="0"/>
      <p:bldP spid="19" grpId="0"/>
      <p:bldP spid="31" grpId="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a:off x="1217795" y="1666240"/>
            <a:ext cx="4219211" cy="2550160"/>
          </a:xfrm>
          <a:prstGeom prst="rect">
            <a:avLst/>
          </a:prstGeom>
          <a:blipFill rotWithShape="1">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a:off x="1217795" y="4459605"/>
            <a:ext cx="4219211" cy="135128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Flying impression design ——飞印象设计是一家专业的广告设计制作工作室，专注于平面、OFFICE、摄影等业务，工作室成立于2016年，拥有高水平的设计团队，已经立足于市场，今后将输出更多精致作品。"/>
          <p:cNvSpPr/>
          <p:nvPr/>
        </p:nvSpPr>
        <p:spPr>
          <a:xfrm>
            <a:off x="1433967" y="4688205"/>
            <a:ext cx="894080" cy="894080"/>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组合 2"/>
          <p:cNvGrpSpPr/>
          <p:nvPr/>
        </p:nvGrpSpPr>
        <p:grpSpPr>
          <a:xfrm>
            <a:off x="2544219" y="4723795"/>
            <a:ext cx="2598148" cy="802447"/>
            <a:chOff x="2715532" y="4769485"/>
            <a:chExt cx="2598148" cy="802447"/>
          </a:xfrm>
        </p:grpSpPr>
        <p:sp>
          <p:nvSpPr>
            <p:cNvPr id="11"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715532" y="4769485"/>
              <a:ext cx="1587872" cy="398780"/>
            </a:xfrm>
            <a:prstGeom prst="rect">
              <a:avLst/>
            </a:prstGeom>
            <a:noFill/>
            <a:effectLst/>
          </p:spPr>
          <p:txBody>
            <a:bodyPr wrap="square" rtlCol="0">
              <a:spAutoFit/>
            </a:bodyPr>
            <a:lstStyle/>
            <a:p>
              <a:r>
                <a:rPr lang="en-US" altLang="zh-CN" sz="2000" dirty="0">
                  <a:solidFill>
                    <a:srgbClr val="EFEFEF"/>
                  </a:solidFill>
                  <a:cs typeface="+mn-ea"/>
                  <a:sym typeface="+mn-lt"/>
                </a:rPr>
                <a:t>Title Wang</a:t>
              </a:r>
              <a:endParaRPr lang="en-US" altLang="zh-CN" sz="2000" dirty="0">
                <a:solidFill>
                  <a:srgbClr val="EFEFEF"/>
                </a:solidFill>
                <a:cs typeface="+mn-ea"/>
                <a:sym typeface="+mn-lt"/>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715532" y="5079938"/>
              <a:ext cx="2598148" cy="491994"/>
            </a:xfrm>
            <a:prstGeom prst="rect">
              <a:avLst/>
            </a:prstGeom>
            <a:noFill/>
            <a:effectLst/>
          </p:spPr>
          <p:txBody>
            <a:bodyPr wrap="square" rtlCol="0">
              <a:spAutoFit/>
            </a:bodyPr>
            <a:lstStyle/>
            <a:p>
              <a:pPr>
                <a:lnSpc>
                  <a:spcPct val="130000"/>
                </a:lnSpc>
              </a:pPr>
              <a:r>
                <a:rPr lang="en-US" altLang="zh-CN" sz="1050" dirty="0">
                  <a:solidFill>
                    <a:srgbClr val="EFEFEF"/>
                  </a:solidFill>
                  <a:cs typeface="+mn-ea"/>
                  <a:sym typeface="+mn-lt"/>
                </a:rPr>
                <a:t>Please add your text description to the flying impression plane. </a:t>
              </a:r>
              <a:endParaRPr lang="en-US" altLang="zh-CN" sz="1050" dirty="0">
                <a:solidFill>
                  <a:srgbClr val="EFEFEF"/>
                </a:solidFill>
                <a:cs typeface="+mn-ea"/>
                <a:sym typeface="+mn-lt"/>
              </a:endParaRPr>
            </a:p>
          </p:txBody>
        </p:sp>
      </p:gr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a:off x="6754995" y="3260725"/>
            <a:ext cx="4219211" cy="2550160"/>
          </a:xfrm>
          <a:prstGeom prst="rect">
            <a:avLst/>
          </a:prstGeom>
          <a:blipFill rotWithShape="1">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Flying impression design ——飞印象设计是一家专业的广告设计制作工作室，专注于平面、OFFICE、摄影等业务，工作室成立于2016年，拥有高水平的设计团队，已经立足于市场，今后将输出更多精致作品。"/>
          <p:cNvSpPr/>
          <p:nvPr/>
        </p:nvSpPr>
        <p:spPr>
          <a:xfrm>
            <a:off x="6754995" y="1666240"/>
            <a:ext cx="4219211" cy="135128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Flying impression design ——飞印象设计是一家专业的广告设计制作工作室，专注于平面、OFFICE、摄影等业务，工作室成立于2016年，拥有高水平的设计团队，已经立足于市场，今后将输出更多精致作品。"/>
          <p:cNvSpPr/>
          <p:nvPr/>
        </p:nvSpPr>
        <p:spPr>
          <a:xfrm>
            <a:off x="6971167" y="1894840"/>
            <a:ext cx="894080" cy="894080"/>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6" name="组合 15"/>
          <p:cNvGrpSpPr/>
          <p:nvPr/>
        </p:nvGrpSpPr>
        <p:grpSpPr>
          <a:xfrm>
            <a:off x="8081419" y="1930430"/>
            <a:ext cx="2598148" cy="802447"/>
            <a:chOff x="2715532" y="4769485"/>
            <a:chExt cx="2598148" cy="802447"/>
          </a:xfrm>
        </p:grpSpPr>
        <p:sp>
          <p:nvSpPr>
            <p:cNvPr id="1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715532" y="4769485"/>
              <a:ext cx="1587872" cy="398780"/>
            </a:xfrm>
            <a:prstGeom prst="rect">
              <a:avLst/>
            </a:prstGeom>
            <a:noFill/>
            <a:effectLst/>
          </p:spPr>
          <p:txBody>
            <a:bodyPr wrap="square" rtlCol="0">
              <a:spAutoFit/>
            </a:bodyPr>
            <a:lstStyle/>
            <a:p>
              <a:r>
                <a:rPr lang="en-US" altLang="zh-CN" sz="2000" dirty="0">
                  <a:solidFill>
                    <a:srgbClr val="EFEFEF"/>
                  </a:solidFill>
                  <a:cs typeface="+mn-ea"/>
                  <a:sym typeface="+mn-lt"/>
                </a:rPr>
                <a:t>Title Wang</a:t>
              </a:r>
              <a:endParaRPr lang="en-US" altLang="zh-CN" sz="2000" dirty="0">
                <a:solidFill>
                  <a:srgbClr val="EFEFEF"/>
                </a:solidFill>
                <a:cs typeface="+mn-ea"/>
                <a:sym typeface="+mn-lt"/>
              </a:endParaRPr>
            </a:p>
          </p:txBody>
        </p:sp>
        <p:sp>
          <p:nvSpPr>
            <p:cNvPr id="18"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715532" y="5079938"/>
              <a:ext cx="2598148" cy="491994"/>
            </a:xfrm>
            <a:prstGeom prst="rect">
              <a:avLst/>
            </a:prstGeom>
            <a:noFill/>
            <a:effectLst/>
          </p:spPr>
          <p:txBody>
            <a:bodyPr wrap="square" rtlCol="0">
              <a:spAutoFit/>
            </a:bodyPr>
            <a:lstStyle/>
            <a:p>
              <a:pPr>
                <a:lnSpc>
                  <a:spcPct val="130000"/>
                </a:lnSpc>
              </a:pPr>
              <a:r>
                <a:rPr lang="en-US" altLang="zh-CN" sz="1050" dirty="0">
                  <a:solidFill>
                    <a:srgbClr val="EFEFEF"/>
                  </a:solidFill>
                  <a:cs typeface="+mn-ea"/>
                  <a:sym typeface="+mn-lt"/>
                </a:rPr>
                <a:t>Please add your text description to the flying impression plane. </a:t>
              </a:r>
              <a:endParaRPr lang="en-US" altLang="zh-CN" sz="1050" dirty="0">
                <a:solidFill>
                  <a:srgbClr val="EFEFEF"/>
                </a:solidFill>
                <a:cs typeface="+mn-ea"/>
                <a:sym typeface="+mn-lt"/>
              </a:endParaRPr>
            </a:p>
          </p:txBody>
        </p:sp>
      </p:grpSp>
      <p:sp>
        <p:nvSpPr>
          <p:cNvPr id="19" name="Flying impression design ——飞印象设计是一家专业的广告设计制作工作室，专注于平面、OFFICE、摄影等业务，工作室成立于2016年，拥有高水平的设计团队，已经立足于市场，今后将输出更多精致作品。"/>
          <p:cNvSpPr/>
          <p:nvPr/>
        </p:nvSpPr>
        <p:spPr>
          <a:xfrm>
            <a:off x="7193970" y="2170539"/>
            <a:ext cx="456909" cy="342681"/>
          </a:xfrm>
          <a:custGeom>
            <a:avLst/>
            <a:gdLst/>
            <a:ahLst/>
            <a:cxnLst>
              <a:cxn ang="0">
                <a:pos x="wd2" y="hd2"/>
              </a:cxn>
              <a:cxn ang="5400000">
                <a:pos x="wd2" y="hd2"/>
              </a:cxn>
              <a:cxn ang="10800000">
                <a:pos x="wd2" y="hd2"/>
              </a:cxn>
              <a:cxn ang="16200000">
                <a:pos x="wd2" y="hd2"/>
              </a:cxn>
            </a:cxnLst>
            <a:rect l="0" t="0" r="r" b="b"/>
            <a:pathLst>
              <a:path w="21600" h="21600" extrusionOk="0">
                <a:moveTo>
                  <a:pt x="19812" y="16819"/>
                </a:moveTo>
                <a:lnTo>
                  <a:pt x="14699" y="10799"/>
                </a:lnTo>
                <a:lnTo>
                  <a:pt x="19812" y="5094"/>
                </a:lnTo>
                <a:cubicBezTo>
                  <a:pt x="19812" y="5094"/>
                  <a:pt x="19812" y="16819"/>
                  <a:pt x="19812" y="16819"/>
                </a:cubicBezTo>
                <a:close/>
                <a:moveTo>
                  <a:pt x="2566" y="19183"/>
                </a:moveTo>
                <a:lnTo>
                  <a:pt x="8361" y="12256"/>
                </a:lnTo>
                <a:lnTo>
                  <a:pt x="10800" y="14690"/>
                </a:lnTo>
                <a:lnTo>
                  <a:pt x="13240" y="12256"/>
                </a:lnTo>
                <a:lnTo>
                  <a:pt x="19034" y="19183"/>
                </a:lnTo>
                <a:cubicBezTo>
                  <a:pt x="19034" y="19183"/>
                  <a:pt x="2566" y="19183"/>
                  <a:pt x="2566" y="19183"/>
                </a:cubicBezTo>
                <a:close/>
                <a:moveTo>
                  <a:pt x="1788" y="5094"/>
                </a:moveTo>
                <a:lnTo>
                  <a:pt x="6901" y="10799"/>
                </a:lnTo>
                <a:lnTo>
                  <a:pt x="1788" y="16819"/>
                </a:lnTo>
                <a:cubicBezTo>
                  <a:pt x="1788" y="16819"/>
                  <a:pt x="1788" y="5094"/>
                  <a:pt x="1788" y="5094"/>
                </a:cubicBezTo>
                <a:close/>
                <a:moveTo>
                  <a:pt x="19362" y="2417"/>
                </a:moveTo>
                <a:lnTo>
                  <a:pt x="10800" y="11744"/>
                </a:lnTo>
                <a:lnTo>
                  <a:pt x="2238" y="2417"/>
                </a:lnTo>
                <a:cubicBezTo>
                  <a:pt x="2238" y="2417"/>
                  <a:pt x="19362" y="2417"/>
                  <a:pt x="19362" y="2417"/>
                </a:cubicBezTo>
                <a:close/>
                <a:moveTo>
                  <a:pt x="0" y="0"/>
                </a:moveTo>
                <a:lnTo>
                  <a:pt x="0" y="21600"/>
                </a:lnTo>
                <a:lnTo>
                  <a:pt x="21600" y="21600"/>
                </a:lnTo>
                <a:lnTo>
                  <a:pt x="21600" y="0"/>
                </a:lnTo>
                <a:cubicBezTo>
                  <a:pt x="21600" y="0"/>
                  <a:pt x="0" y="0"/>
                  <a:pt x="0" y="0"/>
                </a:cubicBezTo>
                <a:close/>
              </a:path>
            </a:pathLst>
          </a:custGeom>
          <a:solidFill>
            <a:schemeClr val="bg2">
              <a:lumMod val="25000"/>
            </a:schemeClr>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20" name="Flying impression design ——飞印象设计是一家专业的广告设计制作工作室，专注于平面、OFFICE、摄影等业务，工作室成立于2016年，拥有高水平的设计团队，已经立足于市场，今后将输出更多精致作品。"/>
          <p:cNvSpPr/>
          <p:nvPr/>
        </p:nvSpPr>
        <p:spPr>
          <a:xfrm>
            <a:off x="1718644" y="4904969"/>
            <a:ext cx="333162" cy="437871"/>
          </a:xfrm>
          <a:custGeom>
            <a:avLst/>
            <a:gdLst/>
            <a:ahLst/>
            <a:cxnLst>
              <a:cxn ang="0">
                <a:pos x="wd2" y="hd2"/>
              </a:cxn>
              <a:cxn ang="5400000">
                <a:pos x="wd2" y="hd2"/>
              </a:cxn>
              <a:cxn ang="10800000">
                <a:pos x="wd2" y="hd2"/>
              </a:cxn>
              <a:cxn ang="16200000">
                <a:pos x="wd2" y="hd2"/>
              </a:cxn>
            </a:cxnLst>
            <a:rect l="0" t="0" r="r" b="b"/>
            <a:pathLst>
              <a:path w="21600" h="21600" extrusionOk="0">
                <a:moveTo>
                  <a:pt x="16663" y="15026"/>
                </a:moveTo>
                <a:lnTo>
                  <a:pt x="10491" y="18313"/>
                </a:lnTo>
                <a:lnTo>
                  <a:pt x="10491" y="12209"/>
                </a:lnTo>
                <a:cubicBezTo>
                  <a:pt x="10491" y="12209"/>
                  <a:pt x="16663" y="15026"/>
                  <a:pt x="16663" y="15026"/>
                </a:cubicBezTo>
                <a:close/>
                <a:moveTo>
                  <a:pt x="10491" y="3287"/>
                </a:moveTo>
                <a:lnTo>
                  <a:pt x="16663" y="6574"/>
                </a:lnTo>
                <a:lnTo>
                  <a:pt x="10491" y="9391"/>
                </a:lnTo>
                <a:cubicBezTo>
                  <a:pt x="10491" y="9391"/>
                  <a:pt x="10491" y="3287"/>
                  <a:pt x="10491" y="3287"/>
                </a:cubicBezTo>
                <a:close/>
                <a:moveTo>
                  <a:pt x="21600" y="6574"/>
                </a:moveTo>
                <a:lnTo>
                  <a:pt x="8023" y="0"/>
                </a:lnTo>
                <a:lnTo>
                  <a:pt x="8023" y="8922"/>
                </a:lnTo>
                <a:lnTo>
                  <a:pt x="1234" y="5635"/>
                </a:lnTo>
                <a:lnTo>
                  <a:pt x="0" y="7043"/>
                </a:lnTo>
                <a:lnTo>
                  <a:pt x="7406" y="10800"/>
                </a:lnTo>
                <a:lnTo>
                  <a:pt x="0" y="14556"/>
                </a:lnTo>
                <a:lnTo>
                  <a:pt x="1234" y="15965"/>
                </a:lnTo>
                <a:lnTo>
                  <a:pt x="8023" y="12678"/>
                </a:lnTo>
                <a:lnTo>
                  <a:pt x="8023" y="21600"/>
                </a:lnTo>
                <a:lnTo>
                  <a:pt x="21600" y="15026"/>
                </a:lnTo>
                <a:lnTo>
                  <a:pt x="12343" y="10800"/>
                </a:lnTo>
                <a:cubicBezTo>
                  <a:pt x="12343" y="10800"/>
                  <a:pt x="21600" y="6574"/>
                  <a:pt x="21600" y="6574"/>
                </a:cubicBezTo>
                <a:close/>
              </a:path>
            </a:pathLst>
          </a:custGeom>
          <a:solidFill>
            <a:schemeClr val="bg2">
              <a:lumMod val="25000"/>
            </a:schemeClr>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pic>
        <p:nvPicPr>
          <p:cNvPr id="4" name="图片 3" descr="中科大"/>
          <p:cNvPicPr>
            <a:picLocks noChangeAspect="1"/>
          </p:cNvPicPr>
          <p:nvPr/>
        </p:nvPicPr>
        <p:blipFill>
          <a:blip r:embed="rId3"/>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fill="hold"/>
                                        <p:tgtEl>
                                          <p:spTgt spid="48"/>
                                        </p:tgtEl>
                                        <p:attrNameLst>
                                          <p:attrName>ppt_x</p:attrName>
                                        </p:attrNameLst>
                                      </p:cBhvr>
                                      <p:tavLst>
                                        <p:tav tm="0">
                                          <p:val>
                                            <p:strVal val="#ppt_x"/>
                                          </p:val>
                                        </p:tav>
                                        <p:tav tm="100000">
                                          <p:val>
                                            <p:strVal val="#ppt_x"/>
                                          </p:val>
                                        </p:tav>
                                      </p:tavLst>
                                    </p:anim>
                                    <p:anim calcmode="lin" valueType="num">
                                      <p:cBhvr additive="base">
                                        <p:cTn id="16"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1000"/>
                                        <p:tgtEl>
                                          <p:spTgt spid="20"/>
                                        </p:tgtEl>
                                      </p:cBhvr>
                                    </p:animEffect>
                                    <p:anim calcmode="lin" valueType="num">
                                      <p:cBhvr>
                                        <p:cTn id="27" dur="1000" fill="hold"/>
                                        <p:tgtEl>
                                          <p:spTgt spid="20"/>
                                        </p:tgtEl>
                                        <p:attrNameLst>
                                          <p:attrName>ppt_x</p:attrName>
                                        </p:attrNameLst>
                                      </p:cBhvr>
                                      <p:tavLst>
                                        <p:tav tm="0">
                                          <p:val>
                                            <p:strVal val="#ppt_x"/>
                                          </p:val>
                                        </p:tav>
                                        <p:tav tm="100000">
                                          <p:val>
                                            <p:strVal val="#ppt_x"/>
                                          </p:val>
                                        </p:tav>
                                      </p:tavLst>
                                    </p:anim>
                                    <p:anim calcmode="lin" valueType="num">
                                      <p:cBhvr>
                                        <p:cTn id="28" dur="1000" fill="hold"/>
                                        <p:tgtEl>
                                          <p:spTgt spid="20"/>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1000"/>
                                        <p:tgtEl>
                                          <p:spTgt spid="14"/>
                                        </p:tgtEl>
                                      </p:cBhvr>
                                    </p:animEffect>
                                    <p:anim calcmode="lin" valueType="num">
                                      <p:cBhvr>
                                        <p:cTn id="44" dur="1000" fill="hold"/>
                                        <p:tgtEl>
                                          <p:spTgt spid="14"/>
                                        </p:tgtEl>
                                        <p:attrNameLst>
                                          <p:attrName>ppt_x</p:attrName>
                                        </p:attrNameLst>
                                      </p:cBhvr>
                                      <p:tavLst>
                                        <p:tav tm="0">
                                          <p:val>
                                            <p:strVal val="#ppt_x"/>
                                          </p:val>
                                        </p:tav>
                                        <p:tav tm="100000">
                                          <p:val>
                                            <p:strVal val="#ppt_x"/>
                                          </p:val>
                                        </p:tav>
                                      </p:tavLst>
                                    </p:anim>
                                    <p:anim calcmode="lin" valueType="num">
                                      <p:cBhvr>
                                        <p:cTn id="45" dur="1000" fill="hold"/>
                                        <p:tgtEl>
                                          <p:spTgt spid="14"/>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1000"/>
                                        <p:tgtEl>
                                          <p:spTgt spid="15"/>
                                        </p:tgtEl>
                                      </p:cBhvr>
                                    </p:animEffect>
                                    <p:anim calcmode="lin" valueType="num">
                                      <p:cBhvr>
                                        <p:cTn id="49" dur="1000" fill="hold"/>
                                        <p:tgtEl>
                                          <p:spTgt spid="15"/>
                                        </p:tgtEl>
                                        <p:attrNameLst>
                                          <p:attrName>ppt_x</p:attrName>
                                        </p:attrNameLst>
                                      </p:cBhvr>
                                      <p:tavLst>
                                        <p:tav tm="0">
                                          <p:val>
                                            <p:strVal val="#ppt_x"/>
                                          </p:val>
                                        </p:tav>
                                        <p:tav tm="100000">
                                          <p:val>
                                            <p:strVal val="#ppt_x"/>
                                          </p:val>
                                        </p:tav>
                                      </p:tavLst>
                                    </p:anim>
                                    <p:anim calcmode="lin" valueType="num">
                                      <p:cBhvr>
                                        <p:cTn id="50" dur="1000" fill="hold"/>
                                        <p:tgtEl>
                                          <p:spTgt spid="15"/>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1000"/>
                                        <p:tgtEl>
                                          <p:spTgt spid="16"/>
                                        </p:tgtEl>
                                      </p:cBhvr>
                                    </p:animEffect>
                                    <p:anim calcmode="lin" valueType="num">
                                      <p:cBhvr>
                                        <p:cTn id="54" dur="1000" fill="hold"/>
                                        <p:tgtEl>
                                          <p:spTgt spid="16"/>
                                        </p:tgtEl>
                                        <p:attrNameLst>
                                          <p:attrName>ppt_x</p:attrName>
                                        </p:attrNameLst>
                                      </p:cBhvr>
                                      <p:tavLst>
                                        <p:tav tm="0">
                                          <p:val>
                                            <p:strVal val="#ppt_x"/>
                                          </p:val>
                                        </p:tav>
                                        <p:tav tm="100000">
                                          <p:val>
                                            <p:strVal val="#ppt_x"/>
                                          </p:val>
                                        </p:tav>
                                      </p:tavLst>
                                    </p:anim>
                                    <p:anim calcmode="lin" valueType="num">
                                      <p:cBhvr>
                                        <p:cTn id="55" dur="10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1000"/>
                                        <p:tgtEl>
                                          <p:spTgt spid="19"/>
                                        </p:tgtEl>
                                      </p:cBhvr>
                                    </p:animEffect>
                                    <p:anim calcmode="lin" valueType="num">
                                      <p:cBhvr>
                                        <p:cTn id="59" dur="1000" fill="hold"/>
                                        <p:tgtEl>
                                          <p:spTgt spid="19"/>
                                        </p:tgtEl>
                                        <p:attrNameLst>
                                          <p:attrName>ppt_x</p:attrName>
                                        </p:attrNameLst>
                                      </p:cBhvr>
                                      <p:tavLst>
                                        <p:tav tm="0">
                                          <p:val>
                                            <p:strVal val="#ppt_x"/>
                                          </p:val>
                                        </p:tav>
                                        <p:tav tm="100000">
                                          <p:val>
                                            <p:strVal val="#ppt_x"/>
                                          </p:val>
                                        </p:tav>
                                      </p:tavLst>
                                    </p:anim>
                                    <p:anim calcmode="lin" valueType="num">
                                      <p:cBhvr>
                                        <p:cTn id="6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bldLvl="0" animBg="1"/>
      <p:bldP spid="10" grpId="0" animBg="1"/>
      <p:bldP spid="13" grpId="0" bldLvl="0" animBg="1"/>
      <p:bldP spid="14" grpId="0" animBg="1"/>
      <p:bldP spid="15" grpId="0" animBg="1"/>
      <p:bldP spid="19" grpId="0" animBg="1"/>
      <p:bldP spid="2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448560"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任意多边形 33"/>
          <p:cNvSpPr/>
          <p:nvPr/>
        </p:nvSpPr>
        <p:spPr>
          <a:xfrm rot="5400000">
            <a:off x="1977126" y="2571123"/>
            <a:ext cx="1439572" cy="1854814"/>
          </a:xfrm>
          <a:custGeom>
            <a:avLst/>
            <a:gdLst>
              <a:gd name="connsiteX0" fmla="*/ 0 w 3084397"/>
              <a:gd name="connsiteY0" fmla="*/ 5554639 h 5554639"/>
              <a:gd name="connsiteX1" fmla="*/ 0 w 3084397"/>
              <a:gd name="connsiteY1" fmla="*/ 1173708 h 5554639"/>
              <a:gd name="connsiteX2" fmla="*/ 3 w 3084397"/>
              <a:gd name="connsiteY2" fmla="*/ 1173708 h 5554639"/>
              <a:gd name="connsiteX3" fmla="*/ 1487606 w 3084397"/>
              <a:gd name="connsiteY3" fmla="*/ 0 h 5554639"/>
              <a:gd name="connsiteX4" fmla="*/ 3084397 w 3084397"/>
              <a:gd name="connsiteY4" fmla="*/ 1173708 h 5554639"/>
              <a:gd name="connsiteX5" fmla="*/ 3084395 w 3084397"/>
              <a:gd name="connsiteY5" fmla="*/ 1173708 h 5554639"/>
              <a:gd name="connsiteX6" fmla="*/ 3084395 w 3084397"/>
              <a:gd name="connsiteY6" fmla="*/ 5554638 h 5554639"/>
              <a:gd name="connsiteX7" fmla="*/ 1487606 w 3084397"/>
              <a:gd name="connsiteY7" fmla="*/ 4380931 h 5554639"/>
              <a:gd name="connsiteX8" fmla="*/ 3 w 3084397"/>
              <a:gd name="connsiteY8" fmla="*/ 5554639 h 5554639"/>
              <a:gd name="connsiteX9" fmla="*/ 0 w 3084397"/>
              <a:gd name="connsiteY9" fmla="*/ 5554639 h 5554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84397" h="5554639">
                <a:moveTo>
                  <a:pt x="0" y="5554639"/>
                </a:moveTo>
                <a:lnTo>
                  <a:pt x="0" y="1173708"/>
                </a:lnTo>
                <a:lnTo>
                  <a:pt x="3" y="1173708"/>
                </a:lnTo>
                <a:lnTo>
                  <a:pt x="1487606" y="0"/>
                </a:lnTo>
                <a:lnTo>
                  <a:pt x="3084397" y="1173708"/>
                </a:lnTo>
                <a:lnTo>
                  <a:pt x="3084395" y="1173708"/>
                </a:lnTo>
                <a:lnTo>
                  <a:pt x="3084395" y="5554638"/>
                </a:lnTo>
                <a:lnTo>
                  <a:pt x="1487606" y="4380931"/>
                </a:lnTo>
                <a:lnTo>
                  <a:pt x="3" y="5554639"/>
                </a:lnTo>
                <a:lnTo>
                  <a:pt x="0" y="5554639"/>
                </a:lnTo>
                <a:close/>
              </a:path>
            </a:pathLst>
          </a:custGeom>
          <a:solidFill>
            <a:schemeClr val="bg2">
              <a:lumMod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105084" y="4439856"/>
            <a:ext cx="1183657" cy="400110"/>
          </a:xfrm>
          <a:prstGeom prst="rect">
            <a:avLst/>
          </a:prstGeom>
          <a:noFill/>
        </p:spPr>
        <p:txBody>
          <a:bodyPr wrap="none" rtlCol="0">
            <a:spAutoFit/>
          </a:bodyPr>
          <a:lstStyle/>
          <a:p>
            <a:pPr algn="ctr"/>
            <a:r>
              <a:rPr lang="en-US" altLang="zh-CN" sz="2000" dirty="0">
                <a:solidFill>
                  <a:schemeClr val="bg2">
                    <a:lumMod val="25000"/>
                  </a:schemeClr>
                </a:solidFill>
                <a:cs typeface="+mn-ea"/>
                <a:sym typeface="+mn-lt"/>
              </a:rPr>
              <a:t>Add Title</a:t>
            </a:r>
            <a:endParaRPr lang="en-US" altLang="zh-CN" sz="2000" dirty="0">
              <a:solidFill>
                <a:schemeClr val="bg2">
                  <a:lumMod val="25000"/>
                </a:schemeClr>
              </a:solidFill>
              <a:cs typeface="+mn-ea"/>
              <a:sym typeface="+mn-lt"/>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1262408" y="4767386"/>
            <a:ext cx="2869008" cy="511037"/>
          </a:xfrm>
          <a:prstGeom prst="rect">
            <a:avLst/>
          </a:prstGeom>
          <a:noFill/>
        </p:spPr>
        <p:txBody>
          <a:bodyPr wrap="square" rtlCol="0">
            <a:spAutoFit/>
          </a:bodyPr>
          <a:lstStyle/>
          <a:p>
            <a:pPr algn="ctr">
              <a:lnSpc>
                <a:spcPct val="130000"/>
              </a:lnSpc>
            </a:pPr>
            <a:r>
              <a:rPr lang="en-US" altLang="zh-CN" sz="1100" dirty="0">
                <a:solidFill>
                  <a:schemeClr val="tx1">
                    <a:lumMod val="75000"/>
                    <a:lumOff val="25000"/>
                  </a:schemeClr>
                </a:solidFill>
                <a:cs typeface="+mn-ea"/>
                <a:sym typeface="+mn-lt"/>
              </a:rPr>
              <a:t>Please add your text description to the flying impression plane.</a:t>
            </a:r>
            <a:endParaRPr lang="en-US" altLang="zh-CN" sz="1100" dirty="0">
              <a:solidFill>
                <a:schemeClr val="tx1">
                  <a:lumMod val="75000"/>
                  <a:lumOff val="25000"/>
                </a:schemeClr>
              </a:solidFill>
              <a:cs typeface="+mn-ea"/>
              <a:sym typeface="+mn-lt"/>
            </a:endParaRPr>
          </a:p>
        </p:txBody>
      </p:sp>
      <p:sp>
        <p:nvSpPr>
          <p:cNvPr id="10" name="任意多边形 32"/>
          <p:cNvSpPr/>
          <p:nvPr/>
        </p:nvSpPr>
        <p:spPr>
          <a:xfrm rot="5400000">
            <a:off x="8695687" y="2571123"/>
            <a:ext cx="1439572" cy="1854814"/>
          </a:xfrm>
          <a:custGeom>
            <a:avLst/>
            <a:gdLst>
              <a:gd name="connsiteX0" fmla="*/ 0 w 3084397"/>
              <a:gd name="connsiteY0" fmla="*/ 5554639 h 5554639"/>
              <a:gd name="connsiteX1" fmla="*/ 0 w 3084397"/>
              <a:gd name="connsiteY1" fmla="*/ 1173708 h 5554639"/>
              <a:gd name="connsiteX2" fmla="*/ 3 w 3084397"/>
              <a:gd name="connsiteY2" fmla="*/ 1173708 h 5554639"/>
              <a:gd name="connsiteX3" fmla="*/ 1487606 w 3084397"/>
              <a:gd name="connsiteY3" fmla="*/ 0 h 5554639"/>
              <a:gd name="connsiteX4" fmla="*/ 3084397 w 3084397"/>
              <a:gd name="connsiteY4" fmla="*/ 1173708 h 5554639"/>
              <a:gd name="connsiteX5" fmla="*/ 3084395 w 3084397"/>
              <a:gd name="connsiteY5" fmla="*/ 1173708 h 5554639"/>
              <a:gd name="connsiteX6" fmla="*/ 3084395 w 3084397"/>
              <a:gd name="connsiteY6" fmla="*/ 5554638 h 5554639"/>
              <a:gd name="connsiteX7" fmla="*/ 1487606 w 3084397"/>
              <a:gd name="connsiteY7" fmla="*/ 4380931 h 5554639"/>
              <a:gd name="connsiteX8" fmla="*/ 3 w 3084397"/>
              <a:gd name="connsiteY8" fmla="*/ 5554639 h 5554639"/>
              <a:gd name="connsiteX9" fmla="*/ 0 w 3084397"/>
              <a:gd name="connsiteY9" fmla="*/ 5554639 h 5554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84397" h="5554639">
                <a:moveTo>
                  <a:pt x="0" y="5554639"/>
                </a:moveTo>
                <a:lnTo>
                  <a:pt x="0" y="1173708"/>
                </a:lnTo>
                <a:lnTo>
                  <a:pt x="3" y="1173708"/>
                </a:lnTo>
                <a:lnTo>
                  <a:pt x="1487606" y="0"/>
                </a:lnTo>
                <a:lnTo>
                  <a:pt x="3084397" y="1173708"/>
                </a:lnTo>
                <a:lnTo>
                  <a:pt x="3084395" y="1173708"/>
                </a:lnTo>
                <a:lnTo>
                  <a:pt x="3084395" y="5554638"/>
                </a:lnTo>
                <a:lnTo>
                  <a:pt x="1487606" y="4380931"/>
                </a:lnTo>
                <a:lnTo>
                  <a:pt x="3" y="5554639"/>
                </a:lnTo>
                <a:lnTo>
                  <a:pt x="0" y="5554639"/>
                </a:lnTo>
                <a:close/>
              </a:path>
            </a:pathLst>
          </a:custGeom>
          <a:solidFill>
            <a:schemeClr val="bg2">
              <a:lumMod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8903259" y="4439856"/>
            <a:ext cx="1183657" cy="400110"/>
          </a:xfrm>
          <a:prstGeom prst="rect">
            <a:avLst/>
          </a:prstGeom>
          <a:noFill/>
        </p:spPr>
        <p:txBody>
          <a:bodyPr wrap="none" rtlCol="0">
            <a:spAutoFit/>
          </a:bodyPr>
          <a:lstStyle/>
          <a:p>
            <a:pPr algn="ctr"/>
            <a:r>
              <a:rPr lang="en-US" altLang="zh-CN" sz="2000" dirty="0">
                <a:solidFill>
                  <a:schemeClr val="bg2">
                    <a:lumMod val="25000"/>
                  </a:schemeClr>
                </a:solidFill>
                <a:cs typeface="+mn-ea"/>
                <a:sym typeface="+mn-lt"/>
              </a:rPr>
              <a:t>Add Title</a:t>
            </a:r>
            <a:endParaRPr lang="en-US" altLang="zh-CN" sz="2000" dirty="0">
              <a:solidFill>
                <a:schemeClr val="bg2">
                  <a:lumMod val="25000"/>
                </a:schemeClr>
              </a:solidFill>
              <a:cs typeface="+mn-ea"/>
              <a:sym typeface="+mn-lt"/>
            </a:endParaRPr>
          </a:p>
        </p:txBody>
      </p:sp>
      <p:sp>
        <p:nvSpPr>
          <p:cNvPr id="15"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8060583" y="4767386"/>
            <a:ext cx="2869008" cy="511037"/>
          </a:xfrm>
          <a:prstGeom prst="rect">
            <a:avLst/>
          </a:prstGeom>
          <a:noFill/>
        </p:spPr>
        <p:txBody>
          <a:bodyPr wrap="square" rtlCol="0">
            <a:spAutoFit/>
          </a:bodyPr>
          <a:lstStyle/>
          <a:p>
            <a:pPr algn="ctr">
              <a:lnSpc>
                <a:spcPct val="130000"/>
              </a:lnSpc>
            </a:pPr>
            <a:r>
              <a:rPr lang="en-US" altLang="zh-CN" sz="1100" dirty="0">
                <a:solidFill>
                  <a:schemeClr val="tx1">
                    <a:lumMod val="75000"/>
                    <a:lumOff val="25000"/>
                  </a:schemeClr>
                </a:solidFill>
                <a:cs typeface="+mn-ea"/>
                <a:sym typeface="+mn-lt"/>
              </a:rPr>
              <a:t>Please add your text description to the flying impression plane.</a:t>
            </a:r>
            <a:endParaRPr lang="en-US" altLang="zh-CN" sz="1100" dirty="0">
              <a:solidFill>
                <a:schemeClr val="tx1">
                  <a:lumMod val="75000"/>
                  <a:lumOff val="25000"/>
                </a:schemeClr>
              </a:solidFill>
              <a:cs typeface="+mn-ea"/>
              <a:sym typeface="+mn-lt"/>
            </a:endParaRPr>
          </a:p>
        </p:txBody>
      </p:sp>
      <p:sp>
        <p:nvSpPr>
          <p:cNvPr id="9" name="任意多边形 24"/>
          <p:cNvSpPr/>
          <p:nvPr/>
        </p:nvSpPr>
        <p:spPr>
          <a:xfrm rot="5400000">
            <a:off x="5376214" y="2571123"/>
            <a:ext cx="1439572" cy="1854814"/>
          </a:xfrm>
          <a:custGeom>
            <a:avLst/>
            <a:gdLst>
              <a:gd name="connsiteX0" fmla="*/ 0 w 3084397"/>
              <a:gd name="connsiteY0" fmla="*/ 5554639 h 5554639"/>
              <a:gd name="connsiteX1" fmla="*/ 0 w 3084397"/>
              <a:gd name="connsiteY1" fmla="*/ 1173708 h 5554639"/>
              <a:gd name="connsiteX2" fmla="*/ 3 w 3084397"/>
              <a:gd name="connsiteY2" fmla="*/ 1173708 h 5554639"/>
              <a:gd name="connsiteX3" fmla="*/ 1487606 w 3084397"/>
              <a:gd name="connsiteY3" fmla="*/ 0 h 5554639"/>
              <a:gd name="connsiteX4" fmla="*/ 3084397 w 3084397"/>
              <a:gd name="connsiteY4" fmla="*/ 1173708 h 5554639"/>
              <a:gd name="connsiteX5" fmla="*/ 3084395 w 3084397"/>
              <a:gd name="connsiteY5" fmla="*/ 1173708 h 5554639"/>
              <a:gd name="connsiteX6" fmla="*/ 3084395 w 3084397"/>
              <a:gd name="connsiteY6" fmla="*/ 5554638 h 5554639"/>
              <a:gd name="connsiteX7" fmla="*/ 1487606 w 3084397"/>
              <a:gd name="connsiteY7" fmla="*/ 4380931 h 5554639"/>
              <a:gd name="connsiteX8" fmla="*/ 3 w 3084397"/>
              <a:gd name="connsiteY8" fmla="*/ 5554639 h 5554639"/>
              <a:gd name="connsiteX9" fmla="*/ 0 w 3084397"/>
              <a:gd name="connsiteY9" fmla="*/ 5554639 h 5554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84397" h="5554639">
                <a:moveTo>
                  <a:pt x="0" y="5554639"/>
                </a:moveTo>
                <a:lnTo>
                  <a:pt x="0" y="1173708"/>
                </a:lnTo>
                <a:lnTo>
                  <a:pt x="3" y="1173708"/>
                </a:lnTo>
                <a:lnTo>
                  <a:pt x="1487606" y="0"/>
                </a:lnTo>
                <a:lnTo>
                  <a:pt x="3084397" y="1173708"/>
                </a:lnTo>
                <a:lnTo>
                  <a:pt x="3084395" y="1173708"/>
                </a:lnTo>
                <a:lnTo>
                  <a:pt x="3084395" y="5554638"/>
                </a:lnTo>
                <a:lnTo>
                  <a:pt x="1487606" y="4380931"/>
                </a:lnTo>
                <a:lnTo>
                  <a:pt x="3" y="5554639"/>
                </a:lnTo>
                <a:lnTo>
                  <a:pt x="0" y="5554639"/>
                </a:lnTo>
                <a:close/>
              </a:path>
            </a:pathLst>
          </a:custGeom>
          <a:solidFill>
            <a:schemeClr val="bg2">
              <a:lumMod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333680" y="4292796"/>
            <a:ext cx="1183657" cy="400110"/>
          </a:xfrm>
          <a:prstGeom prst="rect">
            <a:avLst/>
          </a:prstGeom>
          <a:noFill/>
        </p:spPr>
        <p:txBody>
          <a:bodyPr wrap="none" rtlCol="0">
            <a:spAutoFit/>
          </a:bodyPr>
          <a:lstStyle/>
          <a:p>
            <a:pPr algn="ctr"/>
            <a:r>
              <a:rPr lang="en-US" altLang="zh-CN" sz="2000" dirty="0">
                <a:solidFill>
                  <a:schemeClr val="bg2">
                    <a:lumMod val="25000"/>
                  </a:schemeClr>
                </a:solidFill>
                <a:cs typeface="+mn-ea"/>
                <a:sym typeface="+mn-lt"/>
              </a:rPr>
              <a:t>Add Title</a:t>
            </a:r>
            <a:endParaRPr lang="en-US" altLang="zh-CN" sz="2000" dirty="0">
              <a:solidFill>
                <a:schemeClr val="bg2">
                  <a:lumMod val="25000"/>
                </a:schemeClr>
              </a:solidFill>
              <a:cs typeface="+mn-ea"/>
              <a:sym typeface="+mn-lt"/>
            </a:endParaRPr>
          </a:p>
        </p:txBody>
      </p:sp>
      <p:sp>
        <p:nvSpPr>
          <p:cNvPr id="1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4547936" y="4767386"/>
            <a:ext cx="2869008" cy="511037"/>
          </a:xfrm>
          <a:prstGeom prst="rect">
            <a:avLst/>
          </a:prstGeom>
          <a:noFill/>
        </p:spPr>
        <p:txBody>
          <a:bodyPr wrap="square" rtlCol="0">
            <a:spAutoFit/>
          </a:bodyPr>
          <a:lstStyle/>
          <a:p>
            <a:pPr algn="ctr">
              <a:lnSpc>
                <a:spcPct val="130000"/>
              </a:lnSpc>
            </a:pPr>
            <a:r>
              <a:rPr lang="en-US" altLang="zh-CN" sz="1100" dirty="0">
                <a:solidFill>
                  <a:schemeClr val="tx1">
                    <a:lumMod val="75000"/>
                    <a:lumOff val="25000"/>
                  </a:schemeClr>
                </a:solidFill>
                <a:cs typeface="+mn-ea"/>
                <a:sym typeface="+mn-lt"/>
              </a:rPr>
              <a:t>Please add your text description to the flying impression plane.</a:t>
            </a:r>
            <a:endParaRPr lang="en-US" altLang="zh-CN" sz="1100" dirty="0">
              <a:solidFill>
                <a:schemeClr val="tx1">
                  <a:lumMod val="75000"/>
                  <a:lumOff val="25000"/>
                </a:schemeClr>
              </a:solidFill>
              <a:cs typeface="+mn-ea"/>
              <a:sym typeface="+mn-lt"/>
            </a:endParaRPr>
          </a:p>
        </p:txBody>
      </p:sp>
      <p:sp>
        <p:nvSpPr>
          <p:cNvPr id="19" name="Flying impression design ——飞印象设计是一家专业的广告设计制作工作室，专注于平面、OFFICE、摄影等业务，工作室成立于2016年，拥有高水平的设计团队，已经立足于市场，今后将输出更多精致作品。"/>
          <p:cNvSpPr/>
          <p:nvPr/>
        </p:nvSpPr>
        <p:spPr>
          <a:xfrm>
            <a:off x="5902249" y="3131916"/>
            <a:ext cx="387502" cy="594168"/>
          </a:xfrm>
          <a:custGeom>
            <a:avLst/>
            <a:gdLst/>
            <a:ahLst/>
            <a:cxnLst>
              <a:cxn ang="0">
                <a:pos x="wd2" y="hd2"/>
              </a:cxn>
              <a:cxn ang="5400000">
                <a:pos x="wd2" y="hd2"/>
              </a:cxn>
              <a:cxn ang="10800000">
                <a:pos x="wd2" y="hd2"/>
              </a:cxn>
              <a:cxn ang="16200000">
                <a:pos x="wd2" y="hd2"/>
              </a:cxn>
            </a:cxnLst>
            <a:rect l="0" t="0" r="r" b="b"/>
            <a:pathLst>
              <a:path w="21600" h="21600" extrusionOk="0">
                <a:moveTo>
                  <a:pt x="10800" y="13617"/>
                </a:moveTo>
                <a:lnTo>
                  <a:pt x="2880" y="17844"/>
                </a:lnTo>
                <a:lnTo>
                  <a:pt x="2880" y="1878"/>
                </a:lnTo>
                <a:lnTo>
                  <a:pt x="18720" y="1878"/>
                </a:lnTo>
                <a:lnTo>
                  <a:pt x="18720" y="17844"/>
                </a:lnTo>
                <a:cubicBezTo>
                  <a:pt x="18720" y="17844"/>
                  <a:pt x="10800" y="13617"/>
                  <a:pt x="10800" y="13617"/>
                </a:cubicBezTo>
                <a:close/>
                <a:moveTo>
                  <a:pt x="21600" y="0"/>
                </a:moveTo>
                <a:lnTo>
                  <a:pt x="0" y="0"/>
                </a:lnTo>
                <a:lnTo>
                  <a:pt x="0" y="21600"/>
                </a:lnTo>
                <a:lnTo>
                  <a:pt x="10800" y="15965"/>
                </a:lnTo>
                <a:lnTo>
                  <a:pt x="21600" y="21600"/>
                </a:lnTo>
                <a:cubicBezTo>
                  <a:pt x="21600" y="21600"/>
                  <a:pt x="21600" y="0"/>
                  <a:pt x="21600" y="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20" name="Flying impression design ——飞印象设计是一家专业的广告设计制作工作室，专注于平面、OFFICE、摄影等业务，工作室成立于2016年，拥有高水平的设计团队，已经立足于市场，今后将输出更多精致作品。"/>
          <p:cNvSpPr/>
          <p:nvPr/>
        </p:nvSpPr>
        <p:spPr>
          <a:xfrm>
            <a:off x="2425661" y="3188529"/>
            <a:ext cx="565242" cy="620002"/>
          </a:xfrm>
          <a:custGeom>
            <a:avLst/>
            <a:gdLst/>
            <a:ahLst/>
            <a:cxnLst>
              <a:cxn ang="0">
                <a:pos x="wd2" y="hd2"/>
              </a:cxn>
              <a:cxn ang="5400000">
                <a:pos x="wd2" y="hd2"/>
              </a:cxn>
              <a:cxn ang="10800000">
                <a:pos x="wd2" y="hd2"/>
              </a:cxn>
              <a:cxn ang="16200000">
                <a:pos x="wd2" y="hd2"/>
              </a:cxn>
            </a:cxnLst>
            <a:rect l="0" t="0" r="r" b="b"/>
            <a:pathLst>
              <a:path w="21600" h="21600" extrusionOk="0">
                <a:moveTo>
                  <a:pt x="2057" y="9900"/>
                </a:moveTo>
                <a:cubicBezTo>
                  <a:pt x="2693" y="7051"/>
                  <a:pt x="6347" y="4050"/>
                  <a:pt x="10800" y="4050"/>
                </a:cubicBezTo>
                <a:cubicBezTo>
                  <a:pt x="15253" y="4050"/>
                  <a:pt x="18907" y="7051"/>
                  <a:pt x="19543" y="9900"/>
                </a:cubicBezTo>
                <a:cubicBezTo>
                  <a:pt x="19543" y="9900"/>
                  <a:pt x="2057" y="9900"/>
                  <a:pt x="2057" y="9900"/>
                </a:cubicBezTo>
                <a:close/>
                <a:moveTo>
                  <a:pt x="21600" y="11700"/>
                </a:moveTo>
                <a:lnTo>
                  <a:pt x="21600" y="10350"/>
                </a:lnTo>
                <a:cubicBezTo>
                  <a:pt x="21600" y="6577"/>
                  <a:pt x="17486" y="2711"/>
                  <a:pt x="11829" y="2250"/>
                </a:cubicBezTo>
                <a:lnTo>
                  <a:pt x="11830" y="0"/>
                </a:lnTo>
                <a:lnTo>
                  <a:pt x="9771" y="0"/>
                </a:lnTo>
                <a:lnTo>
                  <a:pt x="9771" y="2250"/>
                </a:lnTo>
                <a:cubicBezTo>
                  <a:pt x="4114" y="2711"/>
                  <a:pt x="0" y="6577"/>
                  <a:pt x="0" y="10350"/>
                </a:cubicBezTo>
                <a:lnTo>
                  <a:pt x="0" y="11700"/>
                </a:lnTo>
                <a:lnTo>
                  <a:pt x="9771" y="11700"/>
                </a:lnTo>
                <a:lnTo>
                  <a:pt x="9771" y="17550"/>
                </a:lnTo>
                <a:cubicBezTo>
                  <a:pt x="9799" y="19643"/>
                  <a:pt x="11981" y="21600"/>
                  <a:pt x="14400" y="21600"/>
                </a:cubicBezTo>
                <a:cubicBezTo>
                  <a:pt x="16836" y="21600"/>
                  <a:pt x="18514" y="19663"/>
                  <a:pt x="18514" y="17550"/>
                </a:cubicBezTo>
                <a:lnTo>
                  <a:pt x="16457" y="17550"/>
                </a:lnTo>
                <a:cubicBezTo>
                  <a:pt x="16457" y="18678"/>
                  <a:pt x="15701" y="19800"/>
                  <a:pt x="14400" y="19800"/>
                </a:cubicBezTo>
                <a:cubicBezTo>
                  <a:pt x="13100" y="19800"/>
                  <a:pt x="11829" y="18678"/>
                  <a:pt x="11829" y="17550"/>
                </a:cubicBezTo>
                <a:lnTo>
                  <a:pt x="11829" y="11700"/>
                </a:lnTo>
                <a:cubicBezTo>
                  <a:pt x="11829" y="11700"/>
                  <a:pt x="21600" y="11700"/>
                  <a:pt x="21600" y="11700"/>
                </a:cubicBezTo>
                <a:close/>
              </a:path>
            </a:pathLst>
          </a:custGeom>
          <a:solidFill>
            <a:schemeClr val="bg1"/>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21" name="Flying impression design ——飞印象设计是一家专业的广告设计制作工作室，专注于平面、OFFICE、摄影等业务，工作室成立于2016年，拥有高水平的设计团队，已经立足于市场，今后将输出更多精致作品。"/>
          <p:cNvSpPr/>
          <p:nvPr/>
        </p:nvSpPr>
        <p:spPr>
          <a:xfrm>
            <a:off x="9288419" y="3111029"/>
            <a:ext cx="413336" cy="697502"/>
          </a:xfrm>
          <a:custGeom>
            <a:avLst/>
            <a:gdLst/>
            <a:ahLst/>
            <a:cxnLst>
              <a:cxn ang="0">
                <a:pos x="wd2" y="hd2"/>
              </a:cxn>
              <a:cxn ang="5400000">
                <a:pos x="wd2" y="hd2"/>
              </a:cxn>
              <a:cxn ang="10800000">
                <a:pos x="wd2" y="hd2"/>
              </a:cxn>
              <a:cxn ang="16200000">
                <a:pos x="wd2" y="hd2"/>
              </a:cxn>
            </a:cxnLst>
            <a:rect l="0" t="0" r="r" b="b"/>
            <a:pathLst>
              <a:path w="21600" h="21600" extrusionOk="0">
                <a:moveTo>
                  <a:pt x="18900" y="3200"/>
                </a:moveTo>
                <a:lnTo>
                  <a:pt x="2700" y="3200"/>
                </a:lnTo>
                <a:lnTo>
                  <a:pt x="2700" y="2000"/>
                </a:lnTo>
                <a:cubicBezTo>
                  <a:pt x="2700" y="1752"/>
                  <a:pt x="2956" y="1600"/>
                  <a:pt x="3375" y="1600"/>
                </a:cubicBezTo>
                <a:lnTo>
                  <a:pt x="18225" y="1600"/>
                </a:lnTo>
                <a:cubicBezTo>
                  <a:pt x="18644" y="1600"/>
                  <a:pt x="18900" y="1752"/>
                  <a:pt x="18900" y="2000"/>
                </a:cubicBezTo>
                <a:cubicBezTo>
                  <a:pt x="18900" y="2000"/>
                  <a:pt x="18900" y="3200"/>
                  <a:pt x="18900" y="3200"/>
                </a:cubicBezTo>
                <a:close/>
                <a:moveTo>
                  <a:pt x="18900" y="15200"/>
                </a:moveTo>
                <a:lnTo>
                  <a:pt x="2700" y="15200"/>
                </a:lnTo>
                <a:lnTo>
                  <a:pt x="2700" y="4800"/>
                </a:lnTo>
                <a:lnTo>
                  <a:pt x="18900" y="4800"/>
                </a:lnTo>
                <a:cubicBezTo>
                  <a:pt x="18900" y="4800"/>
                  <a:pt x="18900" y="15200"/>
                  <a:pt x="18900" y="15200"/>
                </a:cubicBezTo>
                <a:close/>
                <a:moveTo>
                  <a:pt x="18900" y="19600"/>
                </a:moveTo>
                <a:cubicBezTo>
                  <a:pt x="18900" y="19848"/>
                  <a:pt x="18644" y="20000"/>
                  <a:pt x="18225" y="20000"/>
                </a:cubicBezTo>
                <a:lnTo>
                  <a:pt x="3375" y="20000"/>
                </a:lnTo>
                <a:cubicBezTo>
                  <a:pt x="2956" y="20000"/>
                  <a:pt x="2700" y="19848"/>
                  <a:pt x="2700" y="19600"/>
                </a:cubicBezTo>
                <a:lnTo>
                  <a:pt x="2700" y="16800"/>
                </a:lnTo>
                <a:lnTo>
                  <a:pt x="18900" y="16800"/>
                </a:lnTo>
                <a:cubicBezTo>
                  <a:pt x="18900" y="16800"/>
                  <a:pt x="18900" y="19600"/>
                  <a:pt x="18900" y="19600"/>
                </a:cubicBezTo>
                <a:close/>
                <a:moveTo>
                  <a:pt x="18225" y="0"/>
                </a:moveTo>
                <a:lnTo>
                  <a:pt x="3375" y="0"/>
                </a:lnTo>
                <a:cubicBezTo>
                  <a:pt x="1464" y="0"/>
                  <a:pt x="0" y="868"/>
                  <a:pt x="0" y="2000"/>
                </a:cubicBezTo>
                <a:lnTo>
                  <a:pt x="0" y="19600"/>
                </a:lnTo>
                <a:cubicBezTo>
                  <a:pt x="0" y="20732"/>
                  <a:pt x="1464" y="21600"/>
                  <a:pt x="3375" y="21600"/>
                </a:cubicBezTo>
                <a:lnTo>
                  <a:pt x="18225" y="21600"/>
                </a:lnTo>
                <a:cubicBezTo>
                  <a:pt x="20136" y="21600"/>
                  <a:pt x="21600" y="20732"/>
                  <a:pt x="21600" y="19600"/>
                </a:cubicBezTo>
                <a:lnTo>
                  <a:pt x="21600" y="2000"/>
                </a:lnTo>
                <a:cubicBezTo>
                  <a:pt x="21600" y="868"/>
                  <a:pt x="20136" y="0"/>
                  <a:pt x="18225" y="0"/>
                </a:cubicBezTo>
                <a:close/>
                <a:moveTo>
                  <a:pt x="10800" y="19200"/>
                </a:moveTo>
                <a:cubicBezTo>
                  <a:pt x="11546" y="19200"/>
                  <a:pt x="12150" y="18842"/>
                  <a:pt x="12150" y="18400"/>
                </a:cubicBezTo>
                <a:cubicBezTo>
                  <a:pt x="12150" y="17958"/>
                  <a:pt x="11546" y="17600"/>
                  <a:pt x="10800" y="17600"/>
                </a:cubicBezTo>
                <a:cubicBezTo>
                  <a:pt x="10054" y="17600"/>
                  <a:pt x="9450" y="17958"/>
                  <a:pt x="9450" y="18400"/>
                </a:cubicBezTo>
                <a:cubicBezTo>
                  <a:pt x="9450" y="18842"/>
                  <a:pt x="10054" y="19200"/>
                  <a:pt x="10800" y="1920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pic>
        <p:nvPicPr>
          <p:cNvPr id="2" name="图片 1"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fill="hold"/>
                                        <p:tgtEl>
                                          <p:spTgt spid="48"/>
                                        </p:tgtEl>
                                        <p:attrNameLst>
                                          <p:attrName>ppt_x</p:attrName>
                                        </p:attrNameLst>
                                      </p:cBhvr>
                                      <p:tavLst>
                                        <p:tav tm="0">
                                          <p:val>
                                            <p:strVal val="0-#ppt_w/2"/>
                                          </p:val>
                                        </p:tav>
                                        <p:tav tm="100000">
                                          <p:val>
                                            <p:strVal val="#ppt_x"/>
                                          </p:val>
                                        </p:tav>
                                      </p:tavLst>
                                    </p:anim>
                                    <p:anim calcmode="lin" valueType="num">
                                      <p:cBhvr additive="base">
                                        <p:cTn id="16"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1000"/>
                                        <p:tgtEl>
                                          <p:spTgt spid="12"/>
                                        </p:tgtEl>
                                      </p:cBhvr>
                                    </p:animEffect>
                                    <p:anim calcmode="lin" valueType="num">
                                      <p:cBhvr>
                                        <p:cTn id="27" dur="1000" fill="hold"/>
                                        <p:tgtEl>
                                          <p:spTgt spid="12"/>
                                        </p:tgtEl>
                                        <p:attrNameLst>
                                          <p:attrName>ppt_x</p:attrName>
                                        </p:attrNameLst>
                                      </p:cBhvr>
                                      <p:tavLst>
                                        <p:tav tm="0">
                                          <p:val>
                                            <p:strVal val="#ppt_x"/>
                                          </p:val>
                                        </p:tav>
                                        <p:tav tm="100000">
                                          <p:val>
                                            <p:strVal val="#ppt_x"/>
                                          </p:val>
                                        </p:tav>
                                      </p:tavLst>
                                    </p:anim>
                                    <p:anim calcmode="lin" valueType="num">
                                      <p:cBhvr>
                                        <p:cTn id="28" dur="1000" fill="hold"/>
                                        <p:tgtEl>
                                          <p:spTgt spid="12"/>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1000"/>
                                        <p:tgtEl>
                                          <p:spTgt spid="16"/>
                                        </p:tgtEl>
                                      </p:cBhvr>
                                    </p:animEffect>
                                    <p:anim calcmode="lin" valueType="num">
                                      <p:cBhvr>
                                        <p:cTn id="49" dur="1000" fill="hold"/>
                                        <p:tgtEl>
                                          <p:spTgt spid="16"/>
                                        </p:tgtEl>
                                        <p:attrNameLst>
                                          <p:attrName>ppt_x</p:attrName>
                                        </p:attrNameLst>
                                      </p:cBhvr>
                                      <p:tavLst>
                                        <p:tav tm="0">
                                          <p:val>
                                            <p:strVal val="#ppt_x"/>
                                          </p:val>
                                        </p:tav>
                                        <p:tav tm="100000">
                                          <p:val>
                                            <p:strVal val="#ppt_x"/>
                                          </p:val>
                                        </p:tav>
                                      </p:tavLst>
                                    </p:anim>
                                    <p:anim calcmode="lin" valueType="num">
                                      <p:cBhvr>
                                        <p:cTn id="50" dur="1000" fill="hold"/>
                                        <p:tgtEl>
                                          <p:spTgt spid="16"/>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1000"/>
                                        <p:tgtEl>
                                          <p:spTgt spid="19"/>
                                        </p:tgtEl>
                                      </p:cBhvr>
                                    </p:animEffect>
                                    <p:anim calcmode="lin" valueType="num">
                                      <p:cBhvr>
                                        <p:cTn id="54" dur="1000" fill="hold"/>
                                        <p:tgtEl>
                                          <p:spTgt spid="19"/>
                                        </p:tgtEl>
                                        <p:attrNameLst>
                                          <p:attrName>ppt_x</p:attrName>
                                        </p:attrNameLst>
                                      </p:cBhvr>
                                      <p:tavLst>
                                        <p:tav tm="0">
                                          <p:val>
                                            <p:strVal val="#ppt_x"/>
                                          </p:val>
                                        </p:tav>
                                        <p:tav tm="100000">
                                          <p:val>
                                            <p:strVal val="#ppt_x"/>
                                          </p:val>
                                        </p:tav>
                                      </p:tavLst>
                                    </p:anim>
                                    <p:anim calcmode="lin" valueType="num">
                                      <p:cBhvr>
                                        <p:cTn id="55" dur="1000" fill="hold"/>
                                        <p:tgtEl>
                                          <p:spTgt spid="19"/>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1000"/>
                                        <p:tgtEl>
                                          <p:spTgt spid="17"/>
                                        </p:tgtEl>
                                      </p:cBhvr>
                                    </p:animEffect>
                                    <p:anim calcmode="lin" valueType="num">
                                      <p:cBhvr>
                                        <p:cTn id="59" dur="1000" fill="hold"/>
                                        <p:tgtEl>
                                          <p:spTgt spid="17"/>
                                        </p:tgtEl>
                                        <p:attrNameLst>
                                          <p:attrName>ppt_x</p:attrName>
                                        </p:attrNameLst>
                                      </p:cBhvr>
                                      <p:tavLst>
                                        <p:tav tm="0">
                                          <p:val>
                                            <p:strVal val="#ppt_x"/>
                                          </p:val>
                                        </p:tav>
                                        <p:tav tm="100000">
                                          <p:val>
                                            <p:strVal val="#ppt_x"/>
                                          </p:val>
                                        </p:tav>
                                      </p:tavLst>
                                    </p:anim>
                                    <p:anim calcmode="lin" valueType="num">
                                      <p:cBhvr>
                                        <p:cTn id="6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1000"/>
                                        <p:tgtEl>
                                          <p:spTgt spid="10"/>
                                        </p:tgtEl>
                                      </p:cBhvr>
                                    </p:animEffect>
                                    <p:anim calcmode="lin" valueType="num">
                                      <p:cBhvr>
                                        <p:cTn id="66" dur="1000" fill="hold"/>
                                        <p:tgtEl>
                                          <p:spTgt spid="10"/>
                                        </p:tgtEl>
                                        <p:attrNameLst>
                                          <p:attrName>ppt_x</p:attrName>
                                        </p:attrNameLst>
                                      </p:cBhvr>
                                      <p:tavLst>
                                        <p:tav tm="0">
                                          <p:val>
                                            <p:strVal val="#ppt_x"/>
                                          </p:val>
                                        </p:tav>
                                        <p:tav tm="100000">
                                          <p:val>
                                            <p:strVal val="#ppt_x"/>
                                          </p:val>
                                        </p:tav>
                                      </p:tavLst>
                                    </p:anim>
                                    <p:anim calcmode="lin" valueType="num">
                                      <p:cBhvr>
                                        <p:cTn id="67" dur="1000" fill="hold"/>
                                        <p:tgtEl>
                                          <p:spTgt spid="10"/>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1000"/>
                                        <p:tgtEl>
                                          <p:spTgt spid="14"/>
                                        </p:tgtEl>
                                      </p:cBhvr>
                                    </p:animEffect>
                                    <p:anim calcmode="lin" valueType="num">
                                      <p:cBhvr>
                                        <p:cTn id="71" dur="1000" fill="hold"/>
                                        <p:tgtEl>
                                          <p:spTgt spid="14"/>
                                        </p:tgtEl>
                                        <p:attrNameLst>
                                          <p:attrName>ppt_x</p:attrName>
                                        </p:attrNameLst>
                                      </p:cBhvr>
                                      <p:tavLst>
                                        <p:tav tm="0">
                                          <p:val>
                                            <p:strVal val="#ppt_x"/>
                                          </p:val>
                                        </p:tav>
                                        <p:tav tm="100000">
                                          <p:val>
                                            <p:strVal val="#ppt_x"/>
                                          </p:val>
                                        </p:tav>
                                      </p:tavLst>
                                    </p:anim>
                                    <p:anim calcmode="lin" valueType="num">
                                      <p:cBhvr>
                                        <p:cTn id="72" dur="1000" fill="hold"/>
                                        <p:tgtEl>
                                          <p:spTgt spid="14"/>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1000"/>
                                        <p:tgtEl>
                                          <p:spTgt spid="21"/>
                                        </p:tgtEl>
                                      </p:cBhvr>
                                    </p:animEffect>
                                    <p:anim calcmode="lin" valueType="num">
                                      <p:cBhvr>
                                        <p:cTn id="76" dur="1000" fill="hold"/>
                                        <p:tgtEl>
                                          <p:spTgt spid="21"/>
                                        </p:tgtEl>
                                        <p:attrNameLst>
                                          <p:attrName>ppt_x</p:attrName>
                                        </p:attrNameLst>
                                      </p:cBhvr>
                                      <p:tavLst>
                                        <p:tav tm="0">
                                          <p:val>
                                            <p:strVal val="#ppt_x"/>
                                          </p:val>
                                        </p:tav>
                                        <p:tav tm="100000">
                                          <p:val>
                                            <p:strVal val="#ppt_x"/>
                                          </p:val>
                                        </p:tav>
                                      </p:tavLst>
                                    </p:anim>
                                    <p:anim calcmode="lin" valueType="num">
                                      <p:cBhvr>
                                        <p:cTn id="77" dur="1000" fill="hold"/>
                                        <p:tgtEl>
                                          <p:spTgt spid="21"/>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5"/>
                                        </p:tgtEl>
                                        <p:attrNameLst>
                                          <p:attrName>style.visibility</p:attrName>
                                        </p:attrNameLst>
                                      </p:cBhvr>
                                      <p:to>
                                        <p:strVal val="visible"/>
                                      </p:to>
                                    </p:set>
                                    <p:animEffect transition="in" filter="fade">
                                      <p:cBhvr>
                                        <p:cTn id="80" dur="1000"/>
                                        <p:tgtEl>
                                          <p:spTgt spid="15"/>
                                        </p:tgtEl>
                                      </p:cBhvr>
                                    </p:animEffect>
                                    <p:anim calcmode="lin" valueType="num">
                                      <p:cBhvr>
                                        <p:cTn id="81" dur="1000" fill="hold"/>
                                        <p:tgtEl>
                                          <p:spTgt spid="15"/>
                                        </p:tgtEl>
                                        <p:attrNameLst>
                                          <p:attrName>ppt_x</p:attrName>
                                        </p:attrNameLst>
                                      </p:cBhvr>
                                      <p:tavLst>
                                        <p:tav tm="0">
                                          <p:val>
                                            <p:strVal val="#ppt_x"/>
                                          </p:val>
                                        </p:tav>
                                        <p:tav tm="100000">
                                          <p:val>
                                            <p:strVal val="#ppt_x"/>
                                          </p:val>
                                        </p:tav>
                                      </p:tavLst>
                                    </p:anim>
                                    <p:anim calcmode="lin" valueType="num">
                                      <p:cBhvr>
                                        <p:cTn id="8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1" grpId="0" animBg="1"/>
      <p:bldP spid="12" grpId="0"/>
      <p:bldP spid="13" grpId="0"/>
      <p:bldP spid="10" grpId="0" animBg="1"/>
      <p:bldP spid="14" grpId="0"/>
      <p:bldP spid="15" grpId="0"/>
      <p:bldP spid="9" grpId="0" animBg="1"/>
      <p:bldP spid="16" grpId="0"/>
      <p:bldP spid="17" grpId="0"/>
      <p:bldP spid="19" grpId="0" animBg="1"/>
      <p:bldP spid="20"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 name="组合 1"/>
          <p:cNvGrpSpPr/>
          <p:nvPr/>
        </p:nvGrpSpPr>
        <p:grpSpPr>
          <a:xfrm rot="5400000">
            <a:off x="2697759" y="225308"/>
            <a:ext cx="592853" cy="4079631"/>
            <a:chOff x="1471337" y="1668026"/>
            <a:chExt cx="592853" cy="4079631"/>
          </a:xfrm>
        </p:grpSpPr>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a:off x="1471337" y="1668026"/>
              <a:ext cx="592852" cy="407963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a:off x="1471338" y="3554604"/>
              <a:ext cx="592852" cy="306474"/>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4"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287799" y="2080458"/>
            <a:ext cx="1005403" cy="369332"/>
          </a:xfrm>
          <a:prstGeom prst="rect">
            <a:avLst/>
          </a:prstGeom>
          <a:noFill/>
        </p:spPr>
        <p:txBody>
          <a:bodyPr wrap="none" rtlCol="0">
            <a:spAutoFit/>
          </a:bodyPr>
          <a:lstStyle/>
          <a:p>
            <a:pPr marL="342900" indent="-342900">
              <a:buFont typeface="Wingdings" panose="05000000000000000000" pitchFamily="2" charset="2"/>
              <a:buChar char="Ø"/>
            </a:pPr>
            <a:r>
              <a:rPr lang="en-US" altLang="zh-CN" dirty="0">
                <a:solidFill>
                  <a:schemeClr val="bg2">
                    <a:lumMod val="25000"/>
                  </a:schemeClr>
                </a:solidFill>
                <a:cs typeface="+mn-ea"/>
                <a:sym typeface="+mn-lt"/>
              </a:rPr>
              <a:t>50%</a:t>
            </a:r>
            <a:endParaRPr lang="en-US" altLang="zh-CN" dirty="0">
              <a:solidFill>
                <a:schemeClr val="bg2">
                  <a:lumMod val="25000"/>
                </a:schemeClr>
              </a:solidFill>
              <a:cs typeface="+mn-ea"/>
              <a:sym typeface="+mn-lt"/>
            </a:endParaRPr>
          </a:p>
        </p:txBody>
      </p:sp>
      <p:grpSp>
        <p:nvGrpSpPr>
          <p:cNvPr id="16" name="组合 15"/>
          <p:cNvGrpSpPr/>
          <p:nvPr/>
        </p:nvGrpSpPr>
        <p:grpSpPr>
          <a:xfrm rot="5400000">
            <a:off x="2697759" y="1227537"/>
            <a:ext cx="592853" cy="4079631"/>
            <a:chOff x="1471337" y="1668026"/>
            <a:chExt cx="592853" cy="4079631"/>
          </a:xfrm>
        </p:grpSpPr>
        <p:sp>
          <p:nvSpPr>
            <p:cNvPr id="18" name="Flying impression design ——飞印象设计是一家专业的广告设计制作工作室，专注于平面、OFFICE、摄影等业务，工作室成立于2016年，拥有高水平的设计团队，已经立足于市场，今后将输出更多精致作品。"/>
            <p:cNvSpPr/>
            <p:nvPr/>
          </p:nvSpPr>
          <p:spPr>
            <a:xfrm>
              <a:off x="1471337" y="1668026"/>
              <a:ext cx="592852" cy="407963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Flying impression design ——飞印象设计是一家专业的广告设计制作工作室，专注于平面、OFFICE、摄影等业务，工作室成立于2016年，拥有高水平的设计团队，已经立足于市场，今后将输出更多精致作品。"/>
            <p:cNvSpPr/>
            <p:nvPr/>
          </p:nvSpPr>
          <p:spPr>
            <a:xfrm>
              <a:off x="1471338" y="2492606"/>
              <a:ext cx="592852" cy="306474"/>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
        <p:nvSpPr>
          <p:cNvPr id="1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355125" y="3108960"/>
            <a:ext cx="1005403" cy="369332"/>
          </a:xfrm>
          <a:prstGeom prst="rect">
            <a:avLst/>
          </a:prstGeom>
          <a:noFill/>
        </p:spPr>
        <p:txBody>
          <a:bodyPr wrap="none" rtlCol="0">
            <a:spAutoFit/>
          </a:bodyPr>
          <a:lstStyle/>
          <a:p>
            <a:pPr marL="342900" indent="-342900">
              <a:buFont typeface="Wingdings" panose="05000000000000000000" pitchFamily="2" charset="2"/>
              <a:buChar char="Ø"/>
            </a:pPr>
            <a:r>
              <a:rPr lang="en-US" altLang="zh-CN" dirty="0">
                <a:solidFill>
                  <a:schemeClr val="bg2">
                    <a:lumMod val="25000"/>
                  </a:schemeClr>
                </a:solidFill>
                <a:cs typeface="+mn-ea"/>
                <a:sym typeface="+mn-lt"/>
              </a:rPr>
              <a:t>82%</a:t>
            </a:r>
            <a:endParaRPr lang="en-US" altLang="zh-CN" dirty="0">
              <a:solidFill>
                <a:schemeClr val="bg2">
                  <a:lumMod val="25000"/>
                </a:schemeClr>
              </a:solidFill>
              <a:cs typeface="+mn-ea"/>
              <a:sym typeface="+mn-lt"/>
            </a:endParaRPr>
          </a:p>
        </p:txBody>
      </p:sp>
      <p:grpSp>
        <p:nvGrpSpPr>
          <p:cNvPr id="21" name="组合 20"/>
          <p:cNvGrpSpPr/>
          <p:nvPr/>
        </p:nvGrpSpPr>
        <p:grpSpPr>
          <a:xfrm rot="5400000">
            <a:off x="2697759" y="2229766"/>
            <a:ext cx="592853" cy="4079631"/>
            <a:chOff x="1471337" y="1668026"/>
            <a:chExt cx="592853" cy="4079631"/>
          </a:xfrm>
        </p:grpSpPr>
        <p:sp>
          <p:nvSpPr>
            <p:cNvPr id="23" name="Flying impression design ——飞印象设计是一家专业的广告设计制作工作室，专注于平面、OFFICE、摄影等业务，工作室成立于2016年，拥有高水平的设计团队，已经立足于市场，今后将输出更多精致作品。"/>
            <p:cNvSpPr/>
            <p:nvPr/>
          </p:nvSpPr>
          <p:spPr>
            <a:xfrm>
              <a:off x="1471337" y="1668026"/>
              <a:ext cx="592852" cy="407963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Flying impression design ——飞印象设计是一家专业的广告设计制作工作室，专注于平面、OFFICE、摄影等业务，工作室成立于2016年，拥有高水平的设计团队，已经立足于市场，今后将输出更多精致作品。"/>
            <p:cNvSpPr/>
            <p:nvPr/>
          </p:nvSpPr>
          <p:spPr>
            <a:xfrm>
              <a:off x="1471338" y="4722312"/>
              <a:ext cx="592852" cy="306474"/>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
        <p:nvSpPr>
          <p:cNvPr id="22"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287799" y="4084916"/>
            <a:ext cx="1005403" cy="369332"/>
          </a:xfrm>
          <a:prstGeom prst="rect">
            <a:avLst/>
          </a:prstGeom>
          <a:noFill/>
        </p:spPr>
        <p:txBody>
          <a:bodyPr wrap="none" rtlCol="0">
            <a:spAutoFit/>
          </a:bodyPr>
          <a:lstStyle/>
          <a:p>
            <a:pPr marL="342900" indent="-342900">
              <a:buFont typeface="Wingdings" panose="05000000000000000000" pitchFamily="2" charset="2"/>
              <a:buChar char="Ø"/>
            </a:pPr>
            <a:r>
              <a:rPr lang="en-US" altLang="zh-CN" dirty="0">
                <a:solidFill>
                  <a:schemeClr val="bg2">
                    <a:lumMod val="25000"/>
                  </a:schemeClr>
                </a:solidFill>
                <a:cs typeface="+mn-ea"/>
                <a:sym typeface="+mn-lt"/>
              </a:rPr>
              <a:t>25%</a:t>
            </a:r>
            <a:endParaRPr lang="en-US" altLang="zh-CN" dirty="0">
              <a:solidFill>
                <a:schemeClr val="bg2">
                  <a:lumMod val="25000"/>
                </a:schemeClr>
              </a:solidFill>
              <a:cs typeface="+mn-ea"/>
              <a:sym typeface="+mn-lt"/>
            </a:endParaRPr>
          </a:p>
        </p:txBody>
      </p:sp>
      <p:grpSp>
        <p:nvGrpSpPr>
          <p:cNvPr id="26" name="组合 25"/>
          <p:cNvGrpSpPr/>
          <p:nvPr/>
        </p:nvGrpSpPr>
        <p:grpSpPr>
          <a:xfrm rot="5400000">
            <a:off x="2697760" y="3231995"/>
            <a:ext cx="592853" cy="4079632"/>
            <a:chOff x="1471337" y="1668025"/>
            <a:chExt cx="592853" cy="4079632"/>
          </a:xfrm>
        </p:grpSpPr>
        <p:sp>
          <p:nvSpPr>
            <p:cNvPr id="28" name="Flying impression design ——飞印象设计是一家专业的广告设计制作工作室，专注于平面、OFFICE、摄影等业务，工作室成立于2016年，拥有高水平的设计团队，已经立足于市场，今后将输出更多精致作品。"/>
            <p:cNvSpPr/>
            <p:nvPr/>
          </p:nvSpPr>
          <p:spPr>
            <a:xfrm>
              <a:off x="1471337" y="1668026"/>
              <a:ext cx="592852" cy="407963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Flying impression design ——飞印象设计是一家专业的广告设计制作工作室，专注于平面、OFFICE、摄影等业务，工作室成立于2016年，拥有高水平的设计团队，已经立足于市场，今后将输出更多精致作品。"/>
            <p:cNvSpPr/>
            <p:nvPr/>
          </p:nvSpPr>
          <p:spPr>
            <a:xfrm>
              <a:off x="1471338" y="1668025"/>
              <a:ext cx="592852" cy="306474"/>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
        <p:nvSpPr>
          <p:cNvPr id="2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287799" y="5087145"/>
            <a:ext cx="1140056" cy="369332"/>
          </a:xfrm>
          <a:prstGeom prst="rect">
            <a:avLst/>
          </a:prstGeom>
          <a:noFill/>
        </p:spPr>
        <p:txBody>
          <a:bodyPr wrap="none" rtlCol="0">
            <a:spAutoFit/>
          </a:bodyPr>
          <a:lstStyle/>
          <a:p>
            <a:pPr marL="342900" indent="-342900">
              <a:buFont typeface="Wingdings" panose="05000000000000000000" pitchFamily="2" charset="2"/>
              <a:buChar char="Ø"/>
            </a:pPr>
            <a:r>
              <a:rPr lang="en-US" altLang="zh-CN" dirty="0">
                <a:solidFill>
                  <a:schemeClr val="bg2">
                    <a:lumMod val="25000"/>
                  </a:schemeClr>
                </a:solidFill>
                <a:cs typeface="+mn-ea"/>
                <a:sym typeface="+mn-lt"/>
              </a:rPr>
              <a:t>100%</a:t>
            </a:r>
            <a:endParaRPr lang="en-US" altLang="zh-CN" dirty="0">
              <a:solidFill>
                <a:schemeClr val="bg2">
                  <a:lumMod val="25000"/>
                </a:schemeClr>
              </a:solidFill>
              <a:cs typeface="+mn-ea"/>
              <a:sym typeface="+mn-lt"/>
            </a:endParaRPr>
          </a:p>
        </p:txBody>
      </p:sp>
      <p:sp>
        <p:nvSpPr>
          <p:cNvPr id="30"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7067829" y="2970986"/>
            <a:ext cx="4079632" cy="1772793"/>
          </a:xfrm>
          <a:prstGeom prst="rect">
            <a:avLst/>
          </a:prstGeom>
          <a:noFill/>
        </p:spPr>
        <p:txBody>
          <a:bodyPr wrap="square" rtlCol="0">
            <a:spAutoFit/>
          </a:bodyPr>
          <a:lstStyle/>
          <a:p>
            <a:pPr>
              <a:lnSpc>
                <a:spcPct val="130000"/>
              </a:lnSpc>
            </a:pPr>
            <a:r>
              <a:rPr lang="en-US" altLang="zh-CN" sz="1050" dirty="0">
                <a:solidFill>
                  <a:schemeClr val="tx1">
                    <a:lumMod val="75000"/>
                    <a:lumOff val="25000"/>
                  </a:schemeClr>
                </a:solidFill>
                <a:cs typeface="+mn-ea"/>
                <a:sym typeface="+mn-lt"/>
              </a:rPr>
              <a:t>Flying impression graphic design thank you for buying this template, we mainly engaged in various types of advertising graphic design Flying impression graphic design thank you for buying this template, we mainly engaged in various types of advertising graphic design. </a:t>
            </a:r>
            <a:endParaRPr lang="en-US" altLang="zh-CN" sz="1050" dirty="0">
              <a:solidFill>
                <a:schemeClr val="tx1">
                  <a:lumMod val="75000"/>
                  <a:lumOff val="25000"/>
                </a:schemeClr>
              </a:solidFill>
              <a:cs typeface="+mn-ea"/>
              <a:sym typeface="+mn-lt"/>
            </a:endParaRPr>
          </a:p>
          <a:p>
            <a:pPr>
              <a:lnSpc>
                <a:spcPct val="130000"/>
              </a:lnSpc>
            </a:pPr>
            <a:r>
              <a:rPr lang="en-US" altLang="zh-CN" sz="1050" dirty="0">
                <a:solidFill>
                  <a:schemeClr val="tx1">
                    <a:lumMod val="75000"/>
                    <a:lumOff val="25000"/>
                  </a:schemeClr>
                </a:solidFill>
                <a:cs typeface="+mn-ea"/>
                <a:sym typeface="+mn-lt"/>
              </a:rPr>
              <a:t>Flying impression graphic design thank you for buying this template, we mainly engaged in various types of advertising graphic design.</a:t>
            </a:r>
            <a:endParaRPr lang="en-US" altLang="zh-CN" sz="1050" dirty="0">
              <a:solidFill>
                <a:schemeClr val="tx1">
                  <a:lumMod val="75000"/>
                  <a:lumOff val="25000"/>
                </a:schemeClr>
              </a:solidFill>
              <a:cs typeface="+mn-ea"/>
              <a:sym typeface="+mn-lt"/>
            </a:endParaRPr>
          </a:p>
        </p:txBody>
      </p:sp>
      <p:sp>
        <p:nvSpPr>
          <p:cNvPr id="31"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7157998" y="2155944"/>
            <a:ext cx="2739390" cy="953135"/>
          </a:xfrm>
          <a:prstGeom prst="rect">
            <a:avLst/>
          </a:prstGeom>
          <a:noFill/>
        </p:spPr>
        <p:txBody>
          <a:bodyPr wrap="none" rtlCol="0">
            <a:spAutoFit/>
          </a:bodyPr>
          <a:lstStyle/>
          <a:p>
            <a:pPr algn="l"/>
            <a:r>
              <a:rPr lang="en-US" sz="2800" dirty="0">
                <a:solidFill>
                  <a:schemeClr val="bg2">
                    <a:lumMod val="25000"/>
                  </a:schemeClr>
                </a:solidFill>
                <a:cs typeface="+mn-ea"/>
                <a:sym typeface="+mn-lt"/>
              </a:rPr>
              <a:t>WANG DESIGN</a:t>
            </a:r>
            <a:endParaRPr lang="en-US" sz="2800" dirty="0">
              <a:solidFill>
                <a:schemeClr val="bg2">
                  <a:lumMod val="25000"/>
                </a:schemeClr>
              </a:solidFill>
              <a:cs typeface="+mn-ea"/>
              <a:sym typeface="+mn-lt"/>
            </a:endParaRPr>
          </a:p>
          <a:p>
            <a:endParaRPr lang="en-US" altLang="zh-CN" sz="2800" dirty="0">
              <a:solidFill>
                <a:schemeClr val="tx1">
                  <a:lumMod val="75000"/>
                  <a:lumOff val="25000"/>
                </a:schemeClr>
              </a:solidFill>
              <a:cs typeface="+mn-ea"/>
              <a:sym typeface="+mn-lt"/>
            </a:endParaRPr>
          </a:p>
        </p:txBody>
      </p:sp>
      <p:pic>
        <p:nvPicPr>
          <p:cNvPr id="3" name="图片 2"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wipe(left)">
                                      <p:cBhvr>
                                        <p:cTn id="41" dur="500"/>
                                        <p:tgtEl>
                                          <p:spTgt spid="26"/>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left)">
                                      <p:cBhvr>
                                        <p:cTn id="44" dur="500"/>
                                        <p:tgtEl>
                                          <p:spTgt spid="27"/>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1000"/>
                                        <p:tgtEl>
                                          <p:spTgt spid="31"/>
                                        </p:tgtEl>
                                      </p:cBhvr>
                                    </p:animEffect>
                                    <p:anim calcmode="lin" valueType="num">
                                      <p:cBhvr>
                                        <p:cTn id="50" dur="1000" fill="hold"/>
                                        <p:tgtEl>
                                          <p:spTgt spid="31"/>
                                        </p:tgtEl>
                                        <p:attrNameLst>
                                          <p:attrName>ppt_x</p:attrName>
                                        </p:attrNameLst>
                                      </p:cBhvr>
                                      <p:tavLst>
                                        <p:tav tm="0">
                                          <p:val>
                                            <p:strVal val="#ppt_x"/>
                                          </p:val>
                                        </p:tav>
                                        <p:tav tm="100000">
                                          <p:val>
                                            <p:strVal val="#ppt_x"/>
                                          </p:val>
                                        </p:tav>
                                      </p:tavLst>
                                    </p:anim>
                                    <p:anim calcmode="lin" valueType="num">
                                      <p:cBhvr>
                                        <p:cTn id="51" dur="1000" fill="hold"/>
                                        <p:tgtEl>
                                          <p:spTgt spid="31"/>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1000"/>
                                        <p:tgtEl>
                                          <p:spTgt spid="30"/>
                                        </p:tgtEl>
                                      </p:cBhvr>
                                    </p:animEffect>
                                    <p:anim calcmode="lin" valueType="num">
                                      <p:cBhvr>
                                        <p:cTn id="55" dur="1000" fill="hold"/>
                                        <p:tgtEl>
                                          <p:spTgt spid="30"/>
                                        </p:tgtEl>
                                        <p:attrNameLst>
                                          <p:attrName>ppt_x</p:attrName>
                                        </p:attrNameLst>
                                      </p:cBhvr>
                                      <p:tavLst>
                                        <p:tav tm="0">
                                          <p:val>
                                            <p:strVal val="#ppt_x"/>
                                          </p:val>
                                        </p:tav>
                                        <p:tav tm="100000">
                                          <p:val>
                                            <p:strVal val="#ppt_x"/>
                                          </p:val>
                                        </p:tav>
                                      </p:tavLst>
                                    </p:anim>
                                    <p:anim calcmode="lin" valueType="num">
                                      <p:cBhvr>
                                        <p:cTn id="5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4" grpId="0"/>
      <p:bldP spid="17" grpId="0"/>
      <p:bldP spid="22" grpId="0"/>
      <p:bldP spid="27" grpId="0"/>
      <p:bldP spid="30" grpId="0"/>
      <p:bldP spid="3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115560" y="2601595"/>
            <a:ext cx="196151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schemeClr val="bg2">
                    <a:lumMod val="25000"/>
                  </a:schemeClr>
                </a:solidFill>
                <a:effectLst/>
                <a:uLnTx/>
                <a:uFillTx/>
                <a:cs typeface="+mn-ea"/>
                <a:sym typeface="+mn-lt"/>
              </a:rPr>
              <a:t>Part /04</a:t>
            </a:r>
            <a:endParaRPr kumimoji="0" lang="zh-CN" altLang="en-US" sz="4000" b="0" i="0" u="none" strike="noStrike" kern="1200" cap="none" spc="0" normalizeH="0" baseline="0" noProof="0" dirty="0">
              <a:ln>
                <a:noFill/>
              </a:ln>
              <a:solidFill>
                <a:schemeClr val="bg2">
                  <a:lumMod val="25000"/>
                </a:schemeClr>
              </a:solidFill>
              <a:effectLst/>
              <a:uLnTx/>
              <a:uFillTx/>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p:nvPr/>
        </p:nvSpPr>
        <p:spPr>
          <a:xfrm>
            <a:off x="4253865" y="3309620"/>
            <a:ext cx="3684270" cy="521970"/>
          </a:xfrm>
          <a:prstGeom prst="rect">
            <a:avLst/>
          </a:prstGeom>
          <a:noFill/>
        </p:spPr>
        <p:txBody>
          <a:bodyPr wrap="non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altLang="zh-CN" sz="2800" dirty="0">
                <a:solidFill>
                  <a:schemeClr val="bg2">
                    <a:lumMod val="25000"/>
                  </a:schemeClr>
                </a:solidFill>
                <a:cs typeface="+mn-ea"/>
                <a:sym typeface="+mn-lt"/>
              </a:rPr>
              <a:t>Wang</a:t>
            </a:r>
            <a:r>
              <a:rPr kumimoji="0" lang="en-US" altLang="zh-CN" sz="2800" b="0" i="0" u="none" strike="noStrike" kern="1200" cap="none" spc="0" normalizeH="0" baseline="0" noProof="0" dirty="0">
                <a:ln>
                  <a:noFill/>
                </a:ln>
                <a:solidFill>
                  <a:prstClr val="black">
                    <a:lumMod val="75000"/>
                    <a:lumOff val="25000"/>
                  </a:prstClr>
                </a:solidFill>
                <a:effectLst/>
                <a:uLnTx/>
                <a:uFillTx/>
                <a:cs typeface="+mn-ea"/>
                <a:sym typeface="+mn-lt"/>
              </a:rPr>
              <a:t> Impression Title</a:t>
            </a:r>
            <a:endParaRPr kumimoji="0" lang="en-US" altLang="zh-CN" sz="280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956560" y="4017645"/>
            <a:ext cx="6278880" cy="510540"/>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black">
                    <a:lumMod val="75000"/>
                    <a:lumOff val="25000"/>
                  </a:prstClr>
                </a:solidFill>
                <a:effectLst/>
                <a:uLnTx/>
                <a:uFillTx/>
                <a:cs typeface="+mn-ea"/>
                <a:sym typeface="+mn-lt"/>
              </a:rPr>
              <a:t>Flying impression graphic design thank you for buying this template, we mainly engaged in various types of advertising graphic design.</a:t>
            </a:r>
            <a:endParaRPr kumimoji="0" lang="en-US" altLang="zh-CN" sz="105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a:off x="5719445" y="1666240"/>
            <a:ext cx="753110" cy="737235"/>
          </a:xfrm>
          <a:custGeom>
            <a:avLst/>
            <a:gdLst/>
            <a:ahLst/>
            <a:cxnLst>
              <a:cxn ang="0">
                <a:pos x="wd2" y="hd2"/>
              </a:cxn>
              <a:cxn ang="5400000">
                <a:pos x="wd2" y="hd2"/>
              </a:cxn>
              <a:cxn ang="10800000">
                <a:pos x="wd2" y="hd2"/>
              </a:cxn>
              <a:cxn ang="16200000">
                <a:pos x="wd2" y="hd2"/>
              </a:cxn>
            </a:cxnLst>
            <a:rect l="0" t="0" r="r" b="b"/>
            <a:pathLst>
              <a:path w="21600" h="21600" extrusionOk="0">
                <a:moveTo>
                  <a:pt x="10800" y="12408"/>
                </a:moveTo>
                <a:cubicBezTo>
                  <a:pt x="10303" y="12408"/>
                  <a:pt x="9900" y="12820"/>
                  <a:pt x="9900" y="13328"/>
                </a:cubicBezTo>
                <a:cubicBezTo>
                  <a:pt x="9900" y="13836"/>
                  <a:pt x="10303" y="14247"/>
                  <a:pt x="10800" y="14247"/>
                </a:cubicBezTo>
                <a:cubicBezTo>
                  <a:pt x="11297" y="14247"/>
                  <a:pt x="11700" y="13836"/>
                  <a:pt x="11700" y="13328"/>
                </a:cubicBezTo>
                <a:cubicBezTo>
                  <a:pt x="11700" y="12820"/>
                  <a:pt x="11297" y="12408"/>
                  <a:pt x="10800" y="12408"/>
                </a:cubicBezTo>
                <a:close/>
                <a:moveTo>
                  <a:pt x="1800" y="14706"/>
                </a:moveTo>
                <a:lnTo>
                  <a:pt x="1800" y="11959"/>
                </a:lnTo>
                <a:lnTo>
                  <a:pt x="19800" y="11959"/>
                </a:lnTo>
                <a:lnTo>
                  <a:pt x="19800" y="14706"/>
                </a:lnTo>
                <a:cubicBezTo>
                  <a:pt x="19800" y="14706"/>
                  <a:pt x="1800" y="14706"/>
                  <a:pt x="1800" y="14706"/>
                </a:cubicBezTo>
                <a:close/>
                <a:moveTo>
                  <a:pt x="11700" y="19760"/>
                </a:moveTo>
                <a:lnTo>
                  <a:pt x="9900" y="19760"/>
                </a:lnTo>
                <a:lnTo>
                  <a:pt x="9900" y="16559"/>
                </a:lnTo>
                <a:lnTo>
                  <a:pt x="11700" y="16559"/>
                </a:lnTo>
                <a:cubicBezTo>
                  <a:pt x="11700" y="16559"/>
                  <a:pt x="11700" y="19760"/>
                  <a:pt x="11700" y="19760"/>
                </a:cubicBezTo>
                <a:close/>
                <a:moveTo>
                  <a:pt x="1800" y="1840"/>
                </a:moveTo>
                <a:lnTo>
                  <a:pt x="19800" y="1840"/>
                </a:lnTo>
                <a:lnTo>
                  <a:pt x="19800" y="10111"/>
                </a:lnTo>
                <a:lnTo>
                  <a:pt x="1800" y="10111"/>
                </a:lnTo>
                <a:cubicBezTo>
                  <a:pt x="1800" y="10111"/>
                  <a:pt x="1800" y="1840"/>
                  <a:pt x="1800" y="1840"/>
                </a:cubicBezTo>
                <a:close/>
                <a:moveTo>
                  <a:pt x="21600" y="16559"/>
                </a:moveTo>
                <a:lnTo>
                  <a:pt x="21600" y="0"/>
                </a:lnTo>
                <a:lnTo>
                  <a:pt x="0" y="0"/>
                </a:lnTo>
                <a:lnTo>
                  <a:pt x="0" y="16559"/>
                </a:lnTo>
                <a:lnTo>
                  <a:pt x="8100" y="16559"/>
                </a:lnTo>
                <a:lnTo>
                  <a:pt x="8100" y="19760"/>
                </a:lnTo>
                <a:lnTo>
                  <a:pt x="6300" y="19760"/>
                </a:lnTo>
                <a:lnTo>
                  <a:pt x="6300" y="21600"/>
                </a:lnTo>
                <a:lnTo>
                  <a:pt x="15300" y="21600"/>
                </a:lnTo>
                <a:lnTo>
                  <a:pt x="15300" y="19760"/>
                </a:lnTo>
                <a:lnTo>
                  <a:pt x="13500" y="19760"/>
                </a:lnTo>
                <a:lnTo>
                  <a:pt x="13500" y="16559"/>
                </a:lnTo>
                <a:cubicBezTo>
                  <a:pt x="13500" y="16559"/>
                  <a:pt x="21600" y="16559"/>
                  <a:pt x="21600" y="16559"/>
                </a:cubicBezTo>
                <a:close/>
              </a:path>
            </a:pathLst>
          </a:custGeom>
          <a:solidFill>
            <a:schemeClr val="bg2">
              <a:lumMod val="25000"/>
            </a:schemeClr>
          </a:solidFill>
          <a:ln w="12700">
            <a:miter lim="400000"/>
          </a:ln>
        </p:spPr>
        <p:txBody>
          <a:bodyPr lIns="35719" tIns="35719" rIns="35719" bIns="35719"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cs typeface="+mn-ea"/>
              <a:sym typeface="+mn-lt"/>
            </a:endParaRPr>
          </a:p>
        </p:txBody>
      </p:sp>
      <p:pic>
        <p:nvPicPr>
          <p:cNvPr id="2" name="图片 1"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noFill/>
        </p:spPr>
        <p:txBody>
          <a:bodyPr wrap="square" rtlCol="0">
            <a:spAutoFit/>
          </a:bodyPr>
          <a:lstStyle/>
          <a:p>
            <a:pPr algn="ctr">
              <a:lnSpc>
                <a:spcPct val="130000"/>
              </a:lnSpc>
            </a:pPr>
            <a:r>
              <a:rPr lang="en-US" altLang="zh-CN" sz="2000" dirty="0">
                <a:solidFill>
                  <a:srgbClr val="EFEFEF"/>
                </a:solidFill>
                <a:cs typeface="+mn-ea"/>
                <a:sym typeface="+mn-lt"/>
              </a:rPr>
              <a:t>Business Affairs</a:t>
            </a:r>
            <a:endParaRPr lang="en-US" altLang="zh-CN" sz="2000" dirty="0">
              <a:solidFill>
                <a:srgbClr val="EFEFEF"/>
              </a:solidFill>
              <a:cs typeface="+mn-ea"/>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rot="5400000">
            <a:off x="4713015" y="2600547"/>
            <a:ext cx="2804418" cy="2417602"/>
          </a:xfrm>
          <a:prstGeom prst="hexagon">
            <a:avLst/>
          </a:prstGeom>
          <a:noFill/>
          <a:ln w="635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6708797" y="3326887"/>
            <a:ext cx="844602" cy="974678"/>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4638601" y="3326887"/>
            <a:ext cx="843628" cy="974678"/>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5137244" y="2427910"/>
            <a:ext cx="843628" cy="975652"/>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cs typeface="+mn-ea"/>
              <a:sym typeface="+mn-lt"/>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6192909" y="2427307"/>
            <a:ext cx="843628" cy="975652"/>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cs typeface="+mn-ea"/>
              <a:sym typeface="+mn-lt"/>
            </a:endParaRPr>
          </a:p>
        </p:txBody>
      </p:sp>
      <p:sp>
        <p:nvSpPr>
          <p:cNvPr id="14"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5155553" y="4220885"/>
            <a:ext cx="843628" cy="975652"/>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5" name="Flying impression design ——飞印象设计是一家专业的广告设计制作工作室，专注于平面、OFFICE、摄影等业务，工作室成立于2016年，拥有高水平的设计团队，已经立足于市场，今后将输出更多精致作品。"/>
          <p:cNvSpPr/>
          <p:nvPr/>
        </p:nvSpPr>
        <p:spPr bwMode="auto">
          <a:xfrm>
            <a:off x="6192909" y="4220885"/>
            <a:ext cx="843628" cy="975652"/>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0" name="Flying impression design ——飞印象设计是一家专业的广告设计制作工作室，专注于平面、OFFICE、摄影等业务，工作室成立于2016年，拥有高水平的设计团队，已经立足于市场，今后将输出更多精致作品。"/>
          <p:cNvSpPr/>
          <p:nvPr/>
        </p:nvSpPr>
        <p:spPr>
          <a:xfrm>
            <a:off x="5436726" y="2774492"/>
            <a:ext cx="281283" cy="281282"/>
          </a:xfrm>
          <a:custGeom>
            <a:avLst/>
            <a:gdLst/>
            <a:ahLst/>
            <a:cxnLst>
              <a:cxn ang="0">
                <a:pos x="wd2" y="hd2"/>
              </a:cxn>
              <a:cxn ang="5400000">
                <a:pos x="wd2" y="hd2"/>
              </a:cxn>
              <a:cxn ang="10800000">
                <a:pos x="wd2" y="hd2"/>
              </a:cxn>
              <a:cxn ang="16200000">
                <a:pos x="wd2" y="hd2"/>
              </a:cxn>
            </a:cxnLst>
            <a:rect l="0" t="0" r="r" b="b"/>
            <a:pathLst>
              <a:path w="21600" h="21600" extrusionOk="0">
                <a:moveTo>
                  <a:pt x="17100" y="14850"/>
                </a:moveTo>
                <a:cubicBezTo>
                  <a:pt x="17597" y="14850"/>
                  <a:pt x="18000" y="14447"/>
                  <a:pt x="18000" y="13950"/>
                </a:cubicBezTo>
                <a:cubicBezTo>
                  <a:pt x="18000" y="13453"/>
                  <a:pt x="17597" y="13050"/>
                  <a:pt x="17100" y="13050"/>
                </a:cubicBezTo>
                <a:cubicBezTo>
                  <a:pt x="16603" y="13050"/>
                  <a:pt x="16200" y="13453"/>
                  <a:pt x="16200" y="13950"/>
                </a:cubicBezTo>
                <a:cubicBezTo>
                  <a:pt x="16200" y="14447"/>
                  <a:pt x="16603" y="14850"/>
                  <a:pt x="17100" y="14850"/>
                </a:cubicBezTo>
                <a:close/>
                <a:moveTo>
                  <a:pt x="19800" y="16200"/>
                </a:moveTo>
                <a:lnTo>
                  <a:pt x="14400" y="16200"/>
                </a:lnTo>
                <a:lnTo>
                  <a:pt x="14400" y="11700"/>
                </a:lnTo>
                <a:lnTo>
                  <a:pt x="19800" y="11701"/>
                </a:lnTo>
                <a:cubicBezTo>
                  <a:pt x="19800" y="11701"/>
                  <a:pt x="19800" y="16200"/>
                  <a:pt x="19800" y="16200"/>
                </a:cubicBezTo>
                <a:close/>
                <a:moveTo>
                  <a:pt x="17999" y="19800"/>
                </a:moveTo>
                <a:lnTo>
                  <a:pt x="1800" y="19800"/>
                </a:lnTo>
                <a:lnTo>
                  <a:pt x="1800" y="8101"/>
                </a:lnTo>
                <a:lnTo>
                  <a:pt x="17999" y="8101"/>
                </a:lnTo>
                <a:lnTo>
                  <a:pt x="17999" y="9900"/>
                </a:lnTo>
                <a:lnTo>
                  <a:pt x="12600" y="9900"/>
                </a:lnTo>
                <a:lnTo>
                  <a:pt x="12600" y="18000"/>
                </a:lnTo>
                <a:lnTo>
                  <a:pt x="17999" y="18000"/>
                </a:lnTo>
                <a:cubicBezTo>
                  <a:pt x="17999" y="18000"/>
                  <a:pt x="17999" y="19800"/>
                  <a:pt x="17999" y="19800"/>
                </a:cubicBezTo>
                <a:close/>
                <a:moveTo>
                  <a:pt x="14400" y="2700"/>
                </a:moveTo>
                <a:lnTo>
                  <a:pt x="14400" y="6300"/>
                </a:lnTo>
                <a:lnTo>
                  <a:pt x="4050" y="6300"/>
                </a:lnTo>
                <a:cubicBezTo>
                  <a:pt x="4050" y="6300"/>
                  <a:pt x="14400" y="2700"/>
                  <a:pt x="14400" y="2700"/>
                </a:cubicBezTo>
                <a:close/>
                <a:moveTo>
                  <a:pt x="19799" y="9900"/>
                </a:moveTo>
                <a:lnTo>
                  <a:pt x="19799" y="6301"/>
                </a:lnTo>
                <a:lnTo>
                  <a:pt x="16200" y="6300"/>
                </a:lnTo>
                <a:lnTo>
                  <a:pt x="16200" y="0"/>
                </a:lnTo>
                <a:lnTo>
                  <a:pt x="0" y="5851"/>
                </a:lnTo>
                <a:lnTo>
                  <a:pt x="0" y="21600"/>
                </a:lnTo>
                <a:lnTo>
                  <a:pt x="19799" y="21600"/>
                </a:lnTo>
                <a:lnTo>
                  <a:pt x="19799" y="18000"/>
                </a:lnTo>
                <a:lnTo>
                  <a:pt x="21600" y="18000"/>
                </a:lnTo>
                <a:lnTo>
                  <a:pt x="21600" y="9901"/>
                </a:lnTo>
                <a:cubicBezTo>
                  <a:pt x="21600" y="9901"/>
                  <a:pt x="19799" y="9900"/>
                  <a:pt x="19799" y="990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31" name="Flying impression design ——飞印象设计是一家专业的广告设计制作工作室，专注于平面、OFFICE、摄影等业务，工作室成立于2016年，拥有高水平的设计团队，已经立足于市场，今后将输出更多精致作品。"/>
          <p:cNvSpPr/>
          <p:nvPr/>
        </p:nvSpPr>
        <p:spPr>
          <a:xfrm>
            <a:off x="5471886" y="4562211"/>
            <a:ext cx="210962" cy="293001"/>
          </a:xfrm>
          <a:custGeom>
            <a:avLst/>
            <a:gdLst/>
            <a:ahLst/>
            <a:cxnLst>
              <a:cxn ang="0">
                <a:pos x="wd2" y="hd2"/>
              </a:cxn>
              <a:cxn ang="5400000">
                <a:pos x="wd2" y="hd2"/>
              </a:cxn>
              <a:cxn ang="10800000">
                <a:pos x="wd2" y="hd2"/>
              </a:cxn>
              <a:cxn ang="16200000">
                <a:pos x="wd2" y="hd2"/>
              </a:cxn>
            </a:cxnLst>
            <a:rect l="0" t="0" r="r" b="b"/>
            <a:pathLst>
              <a:path w="21600" h="21600" extrusionOk="0">
                <a:moveTo>
                  <a:pt x="10800" y="19008"/>
                </a:moveTo>
                <a:cubicBezTo>
                  <a:pt x="7499" y="16399"/>
                  <a:pt x="2400" y="11662"/>
                  <a:pt x="2400" y="7776"/>
                </a:cubicBezTo>
                <a:cubicBezTo>
                  <a:pt x="2400" y="4491"/>
                  <a:pt x="6235" y="1728"/>
                  <a:pt x="10800" y="1728"/>
                </a:cubicBezTo>
                <a:cubicBezTo>
                  <a:pt x="15365" y="1728"/>
                  <a:pt x="19200" y="4491"/>
                  <a:pt x="19200" y="7776"/>
                </a:cubicBezTo>
                <a:cubicBezTo>
                  <a:pt x="19200" y="11651"/>
                  <a:pt x="14101" y="16395"/>
                  <a:pt x="10800" y="19008"/>
                </a:cubicBezTo>
                <a:close/>
                <a:moveTo>
                  <a:pt x="10800" y="0"/>
                </a:moveTo>
                <a:cubicBezTo>
                  <a:pt x="4835" y="0"/>
                  <a:pt x="0" y="3591"/>
                  <a:pt x="0" y="7771"/>
                </a:cubicBezTo>
                <a:cubicBezTo>
                  <a:pt x="0" y="14144"/>
                  <a:pt x="10800" y="21600"/>
                  <a:pt x="10800" y="21600"/>
                </a:cubicBezTo>
                <a:cubicBezTo>
                  <a:pt x="10800" y="21600"/>
                  <a:pt x="21600" y="14149"/>
                  <a:pt x="21600" y="7776"/>
                </a:cubicBezTo>
                <a:cubicBezTo>
                  <a:pt x="21600" y="3596"/>
                  <a:pt x="16765" y="0"/>
                  <a:pt x="10800" y="0"/>
                </a:cubicBezTo>
                <a:close/>
                <a:moveTo>
                  <a:pt x="10800" y="9504"/>
                </a:moveTo>
                <a:cubicBezTo>
                  <a:pt x="9450" y="9504"/>
                  <a:pt x="8400" y="8748"/>
                  <a:pt x="8400" y="7776"/>
                </a:cubicBezTo>
                <a:cubicBezTo>
                  <a:pt x="8400" y="6804"/>
                  <a:pt x="9450" y="6048"/>
                  <a:pt x="10800" y="6048"/>
                </a:cubicBezTo>
                <a:cubicBezTo>
                  <a:pt x="12150" y="6048"/>
                  <a:pt x="13200" y="6804"/>
                  <a:pt x="13200" y="7776"/>
                </a:cubicBezTo>
                <a:cubicBezTo>
                  <a:pt x="13200" y="8748"/>
                  <a:pt x="12150" y="9504"/>
                  <a:pt x="10800" y="9504"/>
                </a:cubicBezTo>
                <a:close/>
                <a:moveTo>
                  <a:pt x="10800" y="4320"/>
                </a:moveTo>
                <a:cubicBezTo>
                  <a:pt x="8149" y="4320"/>
                  <a:pt x="6000" y="5867"/>
                  <a:pt x="6000" y="7776"/>
                </a:cubicBezTo>
                <a:cubicBezTo>
                  <a:pt x="6000" y="9685"/>
                  <a:pt x="8149" y="11232"/>
                  <a:pt x="10800" y="11232"/>
                </a:cubicBezTo>
                <a:cubicBezTo>
                  <a:pt x="13451" y="11232"/>
                  <a:pt x="15600" y="9685"/>
                  <a:pt x="15600" y="7776"/>
                </a:cubicBezTo>
                <a:cubicBezTo>
                  <a:pt x="15600" y="5867"/>
                  <a:pt x="13451" y="4320"/>
                  <a:pt x="10800" y="432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32" name="Flying impression design ——飞印象设计是一家专业的广告设计制作工作室，专注于平面、OFFICE、摄影等业务，工作室成立于2016年，拥有高水平的设计团队，已经立足于市场，今后将输出更多精致作品。"/>
          <p:cNvSpPr/>
          <p:nvPr/>
        </p:nvSpPr>
        <p:spPr>
          <a:xfrm>
            <a:off x="6497522" y="4550490"/>
            <a:ext cx="234403" cy="316442"/>
          </a:xfrm>
          <a:custGeom>
            <a:avLst/>
            <a:gdLst/>
            <a:ahLst/>
            <a:cxnLst>
              <a:cxn ang="0">
                <a:pos x="wd2" y="hd2"/>
              </a:cxn>
              <a:cxn ang="5400000">
                <a:pos x="wd2" y="hd2"/>
              </a:cxn>
              <a:cxn ang="10800000">
                <a:pos x="wd2" y="hd2"/>
              </a:cxn>
              <a:cxn ang="16200000">
                <a:pos x="wd2" y="hd2"/>
              </a:cxn>
            </a:cxnLst>
            <a:rect l="0" t="0" r="r" b="b"/>
            <a:pathLst>
              <a:path w="21600" h="21600" extrusionOk="0">
                <a:moveTo>
                  <a:pt x="19440" y="11200"/>
                </a:moveTo>
                <a:cubicBezTo>
                  <a:pt x="19440" y="14208"/>
                  <a:pt x="15403" y="16800"/>
                  <a:pt x="10800" y="16800"/>
                </a:cubicBezTo>
                <a:cubicBezTo>
                  <a:pt x="6197" y="16800"/>
                  <a:pt x="2160" y="14208"/>
                  <a:pt x="2160" y="11200"/>
                </a:cubicBezTo>
                <a:lnTo>
                  <a:pt x="0" y="11200"/>
                </a:lnTo>
                <a:cubicBezTo>
                  <a:pt x="0" y="14890"/>
                  <a:pt x="4350" y="18022"/>
                  <a:pt x="9720" y="18400"/>
                </a:cubicBezTo>
                <a:lnTo>
                  <a:pt x="9720" y="21600"/>
                </a:lnTo>
                <a:lnTo>
                  <a:pt x="11880" y="21600"/>
                </a:lnTo>
                <a:lnTo>
                  <a:pt x="11880" y="18400"/>
                </a:lnTo>
                <a:cubicBezTo>
                  <a:pt x="17250" y="18022"/>
                  <a:pt x="21600" y="14890"/>
                  <a:pt x="21600" y="11200"/>
                </a:cubicBezTo>
                <a:cubicBezTo>
                  <a:pt x="21600" y="11200"/>
                  <a:pt x="19440" y="11200"/>
                  <a:pt x="19440" y="11200"/>
                </a:cubicBezTo>
                <a:close/>
                <a:moveTo>
                  <a:pt x="6480" y="4800"/>
                </a:moveTo>
                <a:cubicBezTo>
                  <a:pt x="6480" y="3047"/>
                  <a:pt x="8453" y="1600"/>
                  <a:pt x="10800" y="1600"/>
                </a:cubicBezTo>
                <a:cubicBezTo>
                  <a:pt x="13147" y="1600"/>
                  <a:pt x="15120" y="3047"/>
                  <a:pt x="15120" y="4800"/>
                </a:cubicBezTo>
                <a:lnTo>
                  <a:pt x="15120" y="10000"/>
                </a:lnTo>
                <a:cubicBezTo>
                  <a:pt x="15120" y="11753"/>
                  <a:pt x="13147" y="13200"/>
                  <a:pt x="10800" y="13200"/>
                </a:cubicBezTo>
                <a:cubicBezTo>
                  <a:pt x="8453" y="13200"/>
                  <a:pt x="6480" y="11753"/>
                  <a:pt x="6480" y="10000"/>
                </a:cubicBezTo>
                <a:cubicBezTo>
                  <a:pt x="6480" y="10000"/>
                  <a:pt x="6480" y="4800"/>
                  <a:pt x="6480" y="4800"/>
                </a:cubicBezTo>
                <a:close/>
                <a:moveTo>
                  <a:pt x="10800" y="14800"/>
                </a:moveTo>
                <a:cubicBezTo>
                  <a:pt x="14344" y="14800"/>
                  <a:pt x="17280" y="12647"/>
                  <a:pt x="17280" y="10000"/>
                </a:cubicBezTo>
                <a:lnTo>
                  <a:pt x="17280" y="4800"/>
                </a:lnTo>
                <a:cubicBezTo>
                  <a:pt x="17280" y="2153"/>
                  <a:pt x="14344" y="0"/>
                  <a:pt x="10800" y="0"/>
                </a:cubicBezTo>
                <a:cubicBezTo>
                  <a:pt x="7256" y="0"/>
                  <a:pt x="4320" y="2153"/>
                  <a:pt x="4320" y="4800"/>
                </a:cubicBezTo>
                <a:lnTo>
                  <a:pt x="4320" y="10000"/>
                </a:lnTo>
                <a:cubicBezTo>
                  <a:pt x="4320" y="12647"/>
                  <a:pt x="7256" y="14800"/>
                  <a:pt x="10800" y="1480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33" name="Flying impression design ——飞印象设计是一家专业的广告设计制作工作室，专注于平面、OFFICE、摄影等业务，工作室成立于2016年，拥有高水平的设计团队，已经立足于市场，今后将输出更多精致作品。"/>
          <p:cNvSpPr/>
          <p:nvPr/>
        </p:nvSpPr>
        <p:spPr>
          <a:xfrm>
            <a:off x="6981629" y="3659561"/>
            <a:ext cx="304722" cy="304722"/>
          </a:xfrm>
          <a:custGeom>
            <a:avLst/>
            <a:gdLst/>
            <a:ahLst/>
            <a:cxnLst>
              <a:cxn ang="0">
                <a:pos x="wd2" y="hd2"/>
              </a:cxn>
              <a:cxn ang="5400000">
                <a:pos x="wd2" y="hd2"/>
              </a:cxn>
              <a:cxn ang="10800000">
                <a:pos x="wd2" y="hd2"/>
              </a:cxn>
              <a:cxn ang="16200000">
                <a:pos x="wd2" y="hd2"/>
              </a:cxn>
            </a:cxnLst>
            <a:rect l="0" t="0" r="r" b="b"/>
            <a:pathLst>
              <a:path w="21600" h="21600" extrusionOk="0">
                <a:moveTo>
                  <a:pt x="1662" y="9554"/>
                </a:moveTo>
                <a:lnTo>
                  <a:pt x="1662" y="1662"/>
                </a:lnTo>
                <a:lnTo>
                  <a:pt x="9554" y="1662"/>
                </a:lnTo>
                <a:lnTo>
                  <a:pt x="19108" y="12046"/>
                </a:lnTo>
                <a:lnTo>
                  <a:pt x="11631" y="19108"/>
                </a:lnTo>
                <a:cubicBezTo>
                  <a:pt x="11631" y="19108"/>
                  <a:pt x="1662" y="9554"/>
                  <a:pt x="1662" y="9554"/>
                </a:cubicBezTo>
                <a:close/>
                <a:moveTo>
                  <a:pt x="10385" y="0"/>
                </a:moveTo>
                <a:lnTo>
                  <a:pt x="0" y="0"/>
                </a:lnTo>
                <a:lnTo>
                  <a:pt x="0" y="10385"/>
                </a:lnTo>
                <a:lnTo>
                  <a:pt x="11631" y="21600"/>
                </a:lnTo>
                <a:lnTo>
                  <a:pt x="21600" y="12046"/>
                </a:lnTo>
                <a:cubicBezTo>
                  <a:pt x="21600" y="12046"/>
                  <a:pt x="10385" y="0"/>
                  <a:pt x="10385" y="0"/>
                </a:cubicBezTo>
                <a:close/>
                <a:moveTo>
                  <a:pt x="6646" y="7892"/>
                </a:moveTo>
                <a:cubicBezTo>
                  <a:pt x="5959" y="7892"/>
                  <a:pt x="5400" y="7333"/>
                  <a:pt x="5400" y="6646"/>
                </a:cubicBezTo>
                <a:cubicBezTo>
                  <a:pt x="5400" y="5959"/>
                  <a:pt x="5959" y="5400"/>
                  <a:pt x="6646" y="5400"/>
                </a:cubicBezTo>
                <a:cubicBezTo>
                  <a:pt x="7333" y="5400"/>
                  <a:pt x="7892" y="5959"/>
                  <a:pt x="7892" y="6646"/>
                </a:cubicBezTo>
                <a:cubicBezTo>
                  <a:pt x="7892" y="7333"/>
                  <a:pt x="7333" y="7892"/>
                  <a:pt x="6646" y="7892"/>
                </a:cubicBezTo>
                <a:close/>
                <a:moveTo>
                  <a:pt x="6646" y="3738"/>
                </a:moveTo>
                <a:cubicBezTo>
                  <a:pt x="5040" y="3738"/>
                  <a:pt x="3738" y="5040"/>
                  <a:pt x="3738" y="6646"/>
                </a:cubicBezTo>
                <a:cubicBezTo>
                  <a:pt x="3738" y="8252"/>
                  <a:pt x="5040" y="9554"/>
                  <a:pt x="6646" y="9554"/>
                </a:cubicBezTo>
                <a:cubicBezTo>
                  <a:pt x="8252" y="9554"/>
                  <a:pt x="9554" y="8252"/>
                  <a:pt x="9554" y="6646"/>
                </a:cubicBezTo>
                <a:cubicBezTo>
                  <a:pt x="9554" y="5040"/>
                  <a:pt x="8252" y="3738"/>
                  <a:pt x="6646" y="3738"/>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34" name="Flying impression design ——飞印象设计是一家专业的广告设计制作工作室，专注于平面、OFFICE、摄影等业务，工作室成立于2016年，拥有高水平的设计团队，已经立足于市场，今后将输出更多精致作品。"/>
          <p:cNvSpPr/>
          <p:nvPr/>
        </p:nvSpPr>
        <p:spPr>
          <a:xfrm>
            <a:off x="6474081" y="2750913"/>
            <a:ext cx="281283" cy="334023"/>
          </a:xfrm>
          <a:custGeom>
            <a:avLst/>
            <a:gdLst/>
            <a:ahLst/>
            <a:cxnLst>
              <a:cxn ang="0">
                <a:pos x="wd2" y="hd2"/>
              </a:cxn>
              <a:cxn ang="5400000">
                <a:pos x="wd2" y="hd2"/>
              </a:cxn>
              <a:cxn ang="10800000">
                <a:pos x="wd2" y="hd2"/>
              </a:cxn>
              <a:cxn ang="16200000">
                <a:pos x="wd2" y="hd2"/>
              </a:cxn>
            </a:cxnLst>
            <a:rect l="0" t="0" r="r" b="b"/>
            <a:pathLst>
              <a:path w="21600" h="21600" extrusionOk="0">
                <a:moveTo>
                  <a:pt x="18000" y="12126"/>
                </a:moveTo>
                <a:lnTo>
                  <a:pt x="1800" y="12126"/>
                </a:lnTo>
                <a:lnTo>
                  <a:pt x="1800" y="3789"/>
                </a:lnTo>
                <a:lnTo>
                  <a:pt x="18000" y="3789"/>
                </a:lnTo>
                <a:lnTo>
                  <a:pt x="14400" y="7958"/>
                </a:lnTo>
                <a:cubicBezTo>
                  <a:pt x="14400" y="7958"/>
                  <a:pt x="18000" y="12126"/>
                  <a:pt x="18000" y="12126"/>
                </a:cubicBezTo>
                <a:close/>
                <a:moveTo>
                  <a:pt x="21600" y="2274"/>
                </a:moveTo>
                <a:lnTo>
                  <a:pt x="1800" y="2274"/>
                </a:lnTo>
                <a:lnTo>
                  <a:pt x="1800" y="0"/>
                </a:lnTo>
                <a:lnTo>
                  <a:pt x="0" y="0"/>
                </a:lnTo>
                <a:lnTo>
                  <a:pt x="0" y="21600"/>
                </a:lnTo>
                <a:lnTo>
                  <a:pt x="1800" y="21600"/>
                </a:lnTo>
                <a:lnTo>
                  <a:pt x="1800" y="13642"/>
                </a:lnTo>
                <a:lnTo>
                  <a:pt x="21600" y="13642"/>
                </a:lnTo>
                <a:lnTo>
                  <a:pt x="16650" y="7958"/>
                </a:lnTo>
                <a:cubicBezTo>
                  <a:pt x="16650" y="7958"/>
                  <a:pt x="21600" y="2274"/>
                  <a:pt x="21600" y="2274"/>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35" name="Flying impression design ——飞印象设计是一家专业的广告设计制作工作室，专注于平面、OFFICE、摄影等业务，工作室成立于2016年，拥有高水平的设计团队，已经立足于市场，今后将输出更多精致作品。"/>
          <p:cNvSpPr/>
          <p:nvPr/>
        </p:nvSpPr>
        <p:spPr>
          <a:xfrm>
            <a:off x="4916844" y="3669507"/>
            <a:ext cx="287142" cy="287142"/>
          </a:xfrm>
          <a:custGeom>
            <a:avLst/>
            <a:gdLst/>
            <a:ahLst/>
            <a:cxnLst>
              <a:cxn ang="0">
                <a:pos x="wd2" y="hd2"/>
              </a:cxn>
              <a:cxn ang="5400000">
                <a:pos x="wd2" y="hd2"/>
              </a:cxn>
              <a:cxn ang="10800000">
                <a:pos x="wd2" y="hd2"/>
              </a:cxn>
              <a:cxn ang="16200000">
                <a:pos x="wd2" y="hd2"/>
              </a:cxn>
            </a:cxnLst>
            <a:rect l="0" t="0" r="r" b="b"/>
            <a:pathLst>
              <a:path w="21600" h="21600" extrusionOk="0">
                <a:moveTo>
                  <a:pt x="16246" y="2447"/>
                </a:moveTo>
                <a:lnTo>
                  <a:pt x="19153" y="5354"/>
                </a:lnTo>
                <a:lnTo>
                  <a:pt x="14322" y="10184"/>
                </a:lnTo>
                <a:lnTo>
                  <a:pt x="13481" y="9343"/>
                </a:lnTo>
                <a:lnTo>
                  <a:pt x="16061" y="6763"/>
                </a:lnTo>
                <a:lnTo>
                  <a:pt x="14837" y="5539"/>
                </a:lnTo>
                <a:lnTo>
                  <a:pt x="12257" y="8119"/>
                </a:lnTo>
                <a:lnTo>
                  <a:pt x="11416" y="7278"/>
                </a:lnTo>
                <a:cubicBezTo>
                  <a:pt x="11416" y="7278"/>
                  <a:pt x="16246" y="2447"/>
                  <a:pt x="16246" y="2447"/>
                </a:cubicBezTo>
                <a:close/>
                <a:moveTo>
                  <a:pt x="5354" y="19153"/>
                </a:moveTo>
                <a:lnTo>
                  <a:pt x="2448" y="16246"/>
                </a:lnTo>
                <a:lnTo>
                  <a:pt x="7278" y="11415"/>
                </a:lnTo>
                <a:lnTo>
                  <a:pt x="8120" y="12257"/>
                </a:lnTo>
                <a:lnTo>
                  <a:pt x="5539" y="14837"/>
                </a:lnTo>
                <a:lnTo>
                  <a:pt x="6763" y="16061"/>
                </a:lnTo>
                <a:lnTo>
                  <a:pt x="9343" y="13480"/>
                </a:lnTo>
                <a:lnTo>
                  <a:pt x="10185" y="14322"/>
                </a:lnTo>
                <a:cubicBezTo>
                  <a:pt x="10185" y="14322"/>
                  <a:pt x="5354" y="19153"/>
                  <a:pt x="5354" y="19153"/>
                </a:cubicBezTo>
                <a:close/>
                <a:moveTo>
                  <a:pt x="14322" y="12632"/>
                </a:moveTo>
                <a:lnTo>
                  <a:pt x="21600" y="5354"/>
                </a:lnTo>
                <a:lnTo>
                  <a:pt x="16246" y="0"/>
                </a:lnTo>
                <a:lnTo>
                  <a:pt x="8968" y="7278"/>
                </a:lnTo>
                <a:lnTo>
                  <a:pt x="11033" y="9343"/>
                </a:lnTo>
                <a:lnTo>
                  <a:pt x="9343" y="11033"/>
                </a:lnTo>
                <a:lnTo>
                  <a:pt x="7278" y="8968"/>
                </a:lnTo>
                <a:lnTo>
                  <a:pt x="0" y="16246"/>
                </a:lnTo>
                <a:lnTo>
                  <a:pt x="5354" y="21600"/>
                </a:lnTo>
                <a:lnTo>
                  <a:pt x="12632" y="14322"/>
                </a:lnTo>
                <a:lnTo>
                  <a:pt x="10567" y="12257"/>
                </a:lnTo>
                <a:lnTo>
                  <a:pt x="12257" y="10567"/>
                </a:lnTo>
                <a:cubicBezTo>
                  <a:pt x="12257" y="10567"/>
                  <a:pt x="14322" y="12632"/>
                  <a:pt x="14322" y="12632"/>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36"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764485" y="1901597"/>
            <a:ext cx="1587872" cy="398780"/>
          </a:xfrm>
          <a:prstGeom prst="rect">
            <a:avLst/>
          </a:prstGeom>
          <a:noFill/>
          <a:effectLst/>
        </p:spPr>
        <p:txBody>
          <a:bodyPr wrap="square" rtlCol="0">
            <a:spAutoFit/>
          </a:bodyPr>
          <a:lstStyle/>
          <a:p>
            <a:pPr algn="r"/>
            <a:r>
              <a:rPr lang="en-US" altLang="zh-CN" sz="2000" dirty="0">
                <a:solidFill>
                  <a:schemeClr val="bg2">
                    <a:lumMod val="25000"/>
                  </a:schemeClr>
                </a:solidFill>
                <a:cs typeface="+mn-ea"/>
                <a:sym typeface="+mn-lt"/>
              </a:rPr>
              <a:t>Title Wang</a:t>
            </a:r>
            <a:endParaRPr lang="en-US" altLang="zh-CN" sz="2000" dirty="0">
              <a:solidFill>
                <a:schemeClr val="bg2">
                  <a:lumMod val="25000"/>
                </a:schemeClr>
              </a:solidFill>
              <a:cs typeface="+mn-ea"/>
              <a:sym typeface="+mn-lt"/>
            </a:endParaRPr>
          </a:p>
        </p:txBody>
      </p:sp>
      <p:sp>
        <p:nvSpPr>
          <p:cNvPr id="3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1174207" y="2212050"/>
            <a:ext cx="3178150" cy="491994"/>
          </a:xfrm>
          <a:prstGeom prst="rect">
            <a:avLst/>
          </a:prstGeom>
          <a:noFill/>
          <a:effectLst/>
        </p:spPr>
        <p:txBody>
          <a:bodyPr wrap="square" rtlCol="0">
            <a:spAutoFit/>
          </a:bodyPr>
          <a:lstStyle/>
          <a:p>
            <a:pPr algn="r">
              <a:lnSpc>
                <a:spcPct val="130000"/>
              </a:lnSpc>
            </a:pPr>
            <a:r>
              <a:rPr lang="en-US" altLang="zh-CN" sz="1050" dirty="0">
                <a:solidFill>
                  <a:schemeClr val="tx1">
                    <a:lumMod val="75000"/>
                    <a:lumOff val="25000"/>
                  </a:schemeClr>
                </a:solidFill>
                <a:cs typeface="+mn-ea"/>
                <a:sym typeface="+mn-lt"/>
              </a:rPr>
              <a:t>Please add your text description to the flying impression plane. </a:t>
            </a:r>
            <a:endParaRPr lang="en-US" altLang="zh-CN" sz="1050" dirty="0">
              <a:solidFill>
                <a:schemeClr val="tx1">
                  <a:lumMod val="75000"/>
                  <a:lumOff val="25000"/>
                </a:schemeClr>
              </a:solidFill>
              <a:cs typeface="+mn-ea"/>
              <a:sym typeface="+mn-lt"/>
            </a:endParaRPr>
          </a:p>
        </p:txBody>
      </p:sp>
      <p:sp>
        <p:nvSpPr>
          <p:cNvPr id="38"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179025" y="3342405"/>
            <a:ext cx="1587872" cy="398780"/>
          </a:xfrm>
          <a:prstGeom prst="rect">
            <a:avLst/>
          </a:prstGeom>
          <a:noFill/>
          <a:effectLst/>
        </p:spPr>
        <p:txBody>
          <a:bodyPr wrap="square" rtlCol="0">
            <a:spAutoFit/>
          </a:bodyPr>
          <a:lstStyle/>
          <a:p>
            <a:pPr algn="r"/>
            <a:r>
              <a:rPr lang="en-US" altLang="zh-CN" sz="2000" dirty="0">
                <a:solidFill>
                  <a:schemeClr val="bg2">
                    <a:lumMod val="25000"/>
                  </a:schemeClr>
                </a:solidFill>
                <a:cs typeface="+mn-ea"/>
                <a:sym typeface="+mn-lt"/>
              </a:rPr>
              <a:t>Title</a:t>
            </a:r>
            <a:r>
              <a:rPr lang="en-US" altLang="zh-CN" sz="2000" dirty="0">
                <a:solidFill>
                  <a:srgbClr val="E72532"/>
                </a:solidFill>
                <a:cs typeface="+mn-ea"/>
                <a:sym typeface="+mn-lt"/>
              </a:rPr>
              <a:t> </a:t>
            </a:r>
            <a:r>
              <a:rPr lang="en-US" altLang="zh-CN" sz="2000" dirty="0">
                <a:solidFill>
                  <a:schemeClr val="bg2">
                    <a:lumMod val="25000"/>
                  </a:schemeClr>
                </a:solidFill>
                <a:cs typeface="+mn-ea"/>
                <a:sym typeface="+mn-lt"/>
              </a:rPr>
              <a:t>Wang</a:t>
            </a:r>
            <a:endParaRPr lang="en-US" altLang="zh-CN" sz="2000" dirty="0">
              <a:solidFill>
                <a:schemeClr val="bg2">
                  <a:lumMod val="25000"/>
                </a:schemeClr>
              </a:solidFill>
              <a:cs typeface="+mn-ea"/>
              <a:sym typeface="+mn-lt"/>
            </a:endParaRPr>
          </a:p>
        </p:txBody>
      </p:sp>
      <p:sp>
        <p:nvSpPr>
          <p:cNvPr id="39"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88747" y="3652858"/>
            <a:ext cx="3178150" cy="491994"/>
          </a:xfrm>
          <a:prstGeom prst="rect">
            <a:avLst/>
          </a:prstGeom>
          <a:noFill/>
          <a:effectLst/>
        </p:spPr>
        <p:txBody>
          <a:bodyPr wrap="square" rtlCol="0">
            <a:spAutoFit/>
          </a:bodyPr>
          <a:lstStyle/>
          <a:p>
            <a:pPr algn="r">
              <a:lnSpc>
                <a:spcPct val="130000"/>
              </a:lnSpc>
            </a:pPr>
            <a:r>
              <a:rPr lang="en-US" altLang="zh-CN" sz="1050" dirty="0">
                <a:solidFill>
                  <a:schemeClr val="tx1">
                    <a:lumMod val="75000"/>
                    <a:lumOff val="25000"/>
                  </a:schemeClr>
                </a:solidFill>
                <a:cs typeface="+mn-ea"/>
                <a:sym typeface="+mn-lt"/>
              </a:rPr>
              <a:t>Please add your text description to the flying impression plane. </a:t>
            </a:r>
            <a:endParaRPr lang="en-US" altLang="zh-CN" sz="1050" dirty="0">
              <a:solidFill>
                <a:schemeClr val="tx1">
                  <a:lumMod val="75000"/>
                  <a:lumOff val="25000"/>
                </a:schemeClr>
              </a:solidFill>
              <a:cs typeface="+mn-ea"/>
              <a:sym typeface="+mn-lt"/>
            </a:endParaRPr>
          </a:p>
        </p:txBody>
      </p:sp>
      <p:sp>
        <p:nvSpPr>
          <p:cNvPr id="40"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764485" y="4894199"/>
            <a:ext cx="1587872" cy="398780"/>
          </a:xfrm>
          <a:prstGeom prst="rect">
            <a:avLst/>
          </a:prstGeom>
          <a:noFill/>
          <a:effectLst/>
        </p:spPr>
        <p:txBody>
          <a:bodyPr wrap="square" rtlCol="0">
            <a:spAutoFit/>
          </a:bodyPr>
          <a:lstStyle/>
          <a:p>
            <a:pPr algn="r"/>
            <a:r>
              <a:rPr lang="en-US" altLang="zh-CN" sz="2000" dirty="0">
                <a:solidFill>
                  <a:schemeClr val="bg2">
                    <a:lumMod val="25000"/>
                  </a:schemeClr>
                </a:solidFill>
                <a:cs typeface="+mn-ea"/>
                <a:sym typeface="+mn-lt"/>
              </a:rPr>
              <a:t>Title</a:t>
            </a:r>
            <a:r>
              <a:rPr lang="en-US" altLang="zh-CN" sz="2000" dirty="0">
                <a:solidFill>
                  <a:srgbClr val="E72532"/>
                </a:solidFill>
                <a:cs typeface="+mn-ea"/>
                <a:sym typeface="+mn-lt"/>
              </a:rPr>
              <a:t> </a:t>
            </a:r>
            <a:r>
              <a:rPr lang="en-US" altLang="zh-CN" sz="2000" dirty="0">
                <a:solidFill>
                  <a:schemeClr val="bg2">
                    <a:lumMod val="25000"/>
                  </a:schemeClr>
                </a:solidFill>
                <a:cs typeface="+mn-ea"/>
                <a:sym typeface="+mn-lt"/>
              </a:rPr>
              <a:t>Wang</a:t>
            </a:r>
            <a:endParaRPr lang="en-US" altLang="zh-CN" sz="2000" dirty="0">
              <a:solidFill>
                <a:schemeClr val="bg2">
                  <a:lumMod val="25000"/>
                </a:schemeClr>
              </a:solidFill>
              <a:cs typeface="+mn-ea"/>
              <a:sym typeface="+mn-lt"/>
            </a:endParaRPr>
          </a:p>
        </p:txBody>
      </p:sp>
      <p:sp>
        <p:nvSpPr>
          <p:cNvPr id="41"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1174207" y="5204652"/>
            <a:ext cx="3178150" cy="491994"/>
          </a:xfrm>
          <a:prstGeom prst="rect">
            <a:avLst/>
          </a:prstGeom>
          <a:noFill/>
          <a:effectLst/>
        </p:spPr>
        <p:txBody>
          <a:bodyPr wrap="square" rtlCol="0">
            <a:spAutoFit/>
          </a:bodyPr>
          <a:lstStyle/>
          <a:p>
            <a:pPr algn="r">
              <a:lnSpc>
                <a:spcPct val="130000"/>
              </a:lnSpc>
            </a:pPr>
            <a:r>
              <a:rPr lang="en-US" altLang="zh-CN" sz="1050" dirty="0">
                <a:solidFill>
                  <a:schemeClr val="tx1">
                    <a:lumMod val="75000"/>
                    <a:lumOff val="25000"/>
                  </a:schemeClr>
                </a:solidFill>
                <a:cs typeface="+mn-ea"/>
                <a:sym typeface="+mn-lt"/>
              </a:rPr>
              <a:t>Please add your text description to the flying impression plane. </a:t>
            </a:r>
            <a:endParaRPr lang="en-US" altLang="zh-CN" sz="1050" dirty="0">
              <a:solidFill>
                <a:schemeClr val="tx1">
                  <a:lumMod val="75000"/>
                  <a:lumOff val="25000"/>
                </a:schemeClr>
              </a:solidFill>
              <a:cs typeface="+mn-ea"/>
              <a:sym typeface="+mn-lt"/>
            </a:endParaRPr>
          </a:p>
        </p:txBody>
      </p:sp>
      <p:sp>
        <p:nvSpPr>
          <p:cNvPr id="42"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7839643" y="1901597"/>
            <a:ext cx="1587872" cy="398780"/>
          </a:xfrm>
          <a:prstGeom prst="rect">
            <a:avLst/>
          </a:prstGeom>
          <a:noFill/>
          <a:effectLst/>
        </p:spPr>
        <p:txBody>
          <a:bodyPr wrap="square" rtlCol="0">
            <a:spAutoFit/>
          </a:bodyPr>
          <a:lstStyle/>
          <a:p>
            <a:r>
              <a:rPr lang="en-US" altLang="zh-CN" sz="2000" dirty="0">
                <a:solidFill>
                  <a:schemeClr val="bg2">
                    <a:lumMod val="25000"/>
                  </a:schemeClr>
                </a:solidFill>
                <a:cs typeface="+mn-ea"/>
                <a:sym typeface="+mn-lt"/>
              </a:rPr>
              <a:t>Title</a:t>
            </a:r>
            <a:r>
              <a:rPr lang="en-US" altLang="zh-CN" sz="2000" dirty="0">
                <a:solidFill>
                  <a:srgbClr val="E72532"/>
                </a:solidFill>
                <a:cs typeface="+mn-ea"/>
                <a:sym typeface="+mn-lt"/>
              </a:rPr>
              <a:t> </a:t>
            </a:r>
            <a:r>
              <a:rPr lang="en-US" altLang="zh-CN" sz="2000" dirty="0">
                <a:solidFill>
                  <a:schemeClr val="bg2">
                    <a:lumMod val="25000"/>
                  </a:schemeClr>
                </a:solidFill>
                <a:cs typeface="+mn-ea"/>
                <a:sym typeface="+mn-lt"/>
              </a:rPr>
              <a:t>Wang</a:t>
            </a:r>
            <a:endParaRPr lang="en-US" altLang="zh-CN" sz="2000" dirty="0">
              <a:solidFill>
                <a:schemeClr val="bg2">
                  <a:lumMod val="25000"/>
                </a:schemeClr>
              </a:solidFill>
              <a:cs typeface="+mn-ea"/>
              <a:sym typeface="+mn-lt"/>
            </a:endParaRPr>
          </a:p>
        </p:txBody>
      </p:sp>
      <p:sp>
        <p:nvSpPr>
          <p:cNvPr id="43"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7839643" y="2212050"/>
            <a:ext cx="3178150" cy="491994"/>
          </a:xfrm>
          <a:prstGeom prst="rect">
            <a:avLst/>
          </a:prstGeom>
          <a:noFill/>
          <a:effectLst/>
        </p:spPr>
        <p:txBody>
          <a:bodyPr wrap="square" rtlCol="0">
            <a:spAutoFit/>
          </a:bodyPr>
          <a:lstStyle/>
          <a:p>
            <a:pPr>
              <a:lnSpc>
                <a:spcPct val="130000"/>
              </a:lnSpc>
            </a:pPr>
            <a:r>
              <a:rPr lang="en-US" altLang="zh-CN" sz="1050" dirty="0">
                <a:solidFill>
                  <a:schemeClr val="tx1">
                    <a:lumMod val="75000"/>
                    <a:lumOff val="25000"/>
                  </a:schemeClr>
                </a:solidFill>
                <a:cs typeface="+mn-ea"/>
                <a:sym typeface="+mn-lt"/>
              </a:rPr>
              <a:t>Please add your text description to the flying impression plane. </a:t>
            </a:r>
            <a:endParaRPr lang="en-US" altLang="zh-CN" sz="1050" dirty="0">
              <a:solidFill>
                <a:schemeClr val="tx1">
                  <a:lumMod val="75000"/>
                  <a:lumOff val="25000"/>
                </a:schemeClr>
              </a:solidFill>
              <a:cs typeface="+mn-ea"/>
              <a:sym typeface="+mn-lt"/>
            </a:endParaRPr>
          </a:p>
        </p:txBody>
      </p:sp>
      <p:sp>
        <p:nvSpPr>
          <p:cNvPr id="44"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8425103" y="3342405"/>
            <a:ext cx="1587872" cy="398780"/>
          </a:xfrm>
          <a:prstGeom prst="rect">
            <a:avLst/>
          </a:prstGeom>
          <a:noFill/>
          <a:effectLst/>
        </p:spPr>
        <p:txBody>
          <a:bodyPr wrap="square" rtlCol="0">
            <a:spAutoFit/>
          </a:bodyPr>
          <a:lstStyle/>
          <a:p>
            <a:r>
              <a:rPr lang="en-US" altLang="zh-CN" sz="2000" dirty="0">
                <a:solidFill>
                  <a:schemeClr val="bg2">
                    <a:lumMod val="25000"/>
                  </a:schemeClr>
                </a:solidFill>
                <a:cs typeface="+mn-ea"/>
                <a:sym typeface="+mn-lt"/>
              </a:rPr>
              <a:t>Title</a:t>
            </a:r>
            <a:r>
              <a:rPr lang="en-US" altLang="zh-CN" sz="2000" dirty="0">
                <a:solidFill>
                  <a:srgbClr val="E72532"/>
                </a:solidFill>
                <a:cs typeface="+mn-ea"/>
                <a:sym typeface="+mn-lt"/>
              </a:rPr>
              <a:t> </a:t>
            </a:r>
            <a:r>
              <a:rPr lang="en-US" altLang="zh-CN" sz="2000" dirty="0">
                <a:solidFill>
                  <a:schemeClr val="bg2">
                    <a:lumMod val="25000"/>
                  </a:schemeClr>
                </a:solidFill>
                <a:cs typeface="+mn-ea"/>
                <a:sym typeface="+mn-lt"/>
              </a:rPr>
              <a:t>Wang</a:t>
            </a:r>
            <a:endParaRPr lang="en-US" altLang="zh-CN" sz="2000" dirty="0">
              <a:solidFill>
                <a:schemeClr val="bg2">
                  <a:lumMod val="25000"/>
                </a:schemeClr>
              </a:solidFill>
              <a:cs typeface="+mn-ea"/>
              <a:sym typeface="+mn-lt"/>
            </a:endParaRPr>
          </a:p>
        </p:txBody>
      </p:sp>
      <p:sp>
        <p:nvSpPr>
          <p:cNvPr id="45" name="Flying impression design ——飞印象设计是一家专业的广告设计制作工作室，专注于平面、OFFICE、摄影等业务，工作室成立于2016年，拥有高水平的设计团队，已经立足于市场，今后将输出更多精致作品。v"/>
          <p:cNvSpPr txBox="1"/>
          <p:nvPr/>
        </p:nvSpPr>
        <p:spPr>
          <a:xfrm>
            <a:off x="8425103" y="3652858"/>
            <a:ext cx="3178150" cy="491994"/>
          </a:xfrm>
          <a:prstGeom prst="rect">
            <a:avLst/>
          </a:prstGeom>
          <a:noFill/>
          <a:effectLst/>
        </p:spPr>
        <p:txBody>
          <a:bodyPr wrap="square" rtlCol="0">
            <a:spAutoFit/>
          </a:bodyPr>
          <a:lstStyle/>
          <a:p>
            <a:pPr>
              <a:lnSpc>
                <a:spcPct val="130000"/>
              </a:lnSpc>
            </a:pPr>
            <a:r>
              <a:rPr lang="en-US" altLang="zh-CN" sz="1050" dirty="0">
                <a:solidFill>
                  <a:schemeClr val="tx1">
                    <a:lumMod val="75000"/>
                    <a:lumOff val="25000"/>
                  </a:schemeClr>
                </a:solidFill>
                <a:cs typeface="+mn-ea"/>
                <a:sym typeface="+mn-lt"/>
              </a:rPr>
              <a:t>Please add your text description to the flying impression plane. </a:t>
            </a:r>
            <a:endParaRPr lang="en-US" altLang="zh-CN" sz="1050" dirty="0">
              <a:solidFill>
                <a:schemeClr val="tx1">
                  <a:lumMod val="75000"/>
                  <a:lumOff val="25000"/>
                </a:schemeClr>
              </a:solidFill>
              <a:cs typeface="+mn-ea"/>
              <a:sym typeface="+mn-lt"/>
            </a:endParaRPr>
          </a:p>
        </p:txBody>
      </p:sp>
      <p:sp>
        <p:nvSpPr>
          <p:cNvPr id="46"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7839643" y="4894199"/>
            <a:ext cx="1587872" cy="398780"/>
          </a:xfrm>
          <a:prstGeom prst="rect">
            <a:avLst/>
          </a:prstGeom>
          <a:noFill/>
          <a:effectLst/>
        </p:spPr>
        <p:txBody>
          <a:bodyPr wrap="square" rtlCol="0">
            <a:spAutoFit/>
          </a:bodyPr>
          <a:lstStyle/>
          <a:p>
            <a:r>
              <a:rPr lang="en-US" altLang="zh-CN" sz="2000" dirty="0">
                <a:solidFill>
                  <a:schemeClr val="bg2">
                    <a:lumMod val="25000"/>
                  </a:schemeClr>
                </a:solidFill>
                <a:cs typeface="+mn-ea"/>
                <a:sym typeface="+mn-lt"/>
              </a:rPr>
              <a:t>Title</a:t>
            </a:r>
            <a:r>
              <a:rPr lang="en-US" altLang="zh-CN" sz="2000" dirty="0">
                <a:solidFill>
                  <a:srgbClr val="E72532"/>
                </a:solidFill>
                <a:cs typeface="+mn-ea"/>
                <a:sym typeface="+mn-lt"/>
              </a:rPr>
              <a:t> </a:t>
            </a:r>
            <a:r>
              <a:rPr lang="en-US" altLang="zh-CN" sz="2000" dirty="0">
                <a:solidFill>
                  <a:schemeClr val="bg2">
                    <a:lumMod val="25000"/>
                  </a:schemeClr>
                </a:solidFill>
                <a:cs typeface="+mn-ea"/>
                <a:sym typeface="+mn-lt"/>
              </a:rPr>
              <a:t>Wang</a:t>
            </a:r>
            <a:endParaRPr lang="en-US" altLang="zh-CN" sz="2000" dirty="0">
              <a:solidFill>
                <a:schemeClr val="bg2">
                  <a:lumMod val="25000"/>
                </a:schemeClr>
              </a:solidFill>
              <a:cs typeface="+mn-ea"/>
              <a:sym typeface="+mn-lt"/>
            </a:endParaRPr>
          </a:p>
        </p:txBody>
      </p:sp>
      <p:sp>
        <p:nvSpPr>
          <p:cNvPr id="4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7839643" y="5204652"/>
            <a:ext cx="3178150" cy="491994"/>
          </a:xfrm>
          <a:prstGeom prst="rect">
            <a:avLst/>
          </a:prstGeom>
          <a:noFill/>
          <a:effectLst/>
        </p:spPr>
        <p:txBody>
          <a:bodyPr wrap="square" rtlCol="0">
            <a:spAutoFit/>
          </a:bodyPr>
          <a:lstStyle/>
          <a:p>
            <a:pPr>
              <a:lnSpc>
                <a:spcPct val="130000"/>
              </a:lnSpc>
            </a:pPr>
            <a:r>
              <a:rPr lang="en-US" altLang="zh-CN" sz="1050" dirty="0">
                <a:solidFill>
                  <a:schemeClr val="tx1">
                    <a:lumMod val="75000"/>
                    <a:lumOff val="25000"/>
                  </a:schemeClr>
                </a:solidFill>
                <a:cs typeface="+mn-ea"/>
                <a:sym typeface="+mn-lt"/>
              </a:rPr>
              <a:t>Please add your text description to the flying impression plane. </a:t>
            </a:r>
            <a:endParaRPr lang="en-US" altLang="zh-CN" sz="1050" dirty="0">
              <a:solidFill>
                <a:schemeClr val="tx1">
                  <a:lumMod val="75000"/>
                  <a:lumOff val="25000"/>
                </a:schemeClr>
              </a:solidFill>
              <a:cs typeface="+mn-ea"/>
              <a:sym typeface="+mn-lt"/>
            </a:endParaRPr>
          </a:p>
        </p:txBody>
      </p:sp>
      <p:pic>
        <p:nvPicPr>
          <p:cNvPr id="2" name="图片 1" descr="中科大"/>
          <p:cNvPicPr>
            <a:picLocks noChangeAspect="1"/>
          </p:cNvPicPr>
          <p:nvPr/>
        </p:nvPicPr>
        <p:blipFill>
          <a:blip r:embed="rId1"/>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fill="hold"/>
                                        <p:tgtEl>
                                          <p:spTgt spid="48"/>
                                        </p:tgtEl>
                                        <p:attrNameLst>
                                          <p:attrName>ppt_x</p:attrName>
                                        </p:attrNameLst>
                                      </p:cBhvr>
                                      <p:tavLst>
                                        <p:tav tm="0">
                                          <p:val>
                                            <p:strVal val="0-#ppt_w/2"/>
                                          </p:val>
                                        </p:tav>
                                        <p:tav tm="100000">
                                          <p:val>
                                            <p:strVal val="#ppt_x"/>
                                          </p:val>
                                        </p:tav>
                                      </p:tavLst>
                                    </p:anim>
                                    <p:anim calcmode="lin" valueType="num">
                                      <p:cBhvr additive="base">
                                        <p:cTn id="16"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ppt_x"/>
                                          </p:val>
                                        </p:tav>
                                        <p:tav tm="100000">
                                          <p:val>
                                            <p:strVal val="#ppt_x"/>
                                          </p:val>
                                        </p:tav>
                                      </p:tavLst>
                                    </p:anim>
                                    <p:anim calcmode="lin" valueType="num">
                                      <p:cBhvr additive="base">
                                        <p:cTn id="46" dur="500" fill="hold"/>
                                        <p:tgtEl>
                                          <p:spTgt spid="15"/>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 calcmode="lin" valueType="num">
                                      <p:cBhvr additive="base">
                                        <p:cTn id="49" dur="500" fill="hold"/>
                                        <p:tgtEl>
                                          <p:spTgt spid="30"/>
                                        </p:tgtEl>
                                        <p:attrNameLst>
                                          <p:attrName>ppt_x</p:attrName>
                                        </p:attrNameLst>
                                      </p:cBhvr>
                                      <p:tavLst>
                                        <p:tav tm="0">
                                          <p:val>
                                            <p:strVal val="#ppt_x"/>
                                          </p:val>
                                        </p:tav>
                                        <p:tav tm="100000">
                                          <p:val>
                                            <p:strVal val="#ppt_x"/>
                                          </p:val>
                                        </p:tav>
                                      </p:tavLst>
                                    </p:anim>
                                    <p:anim calcmode="lin" valueType="num">
                                      <p:cBhvr additive="base">
                                        <p:cTn id="50" dur="500" fill="hold"/>
                                        <p:tgtEl>
                                          <p:spTgt spid="30"/>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 calcmode="lin" valueType="num">
                                      <p:cBhvr additive="base">
                                        <p:cTn id="53" dur="500" fill="hold"/>
                                        <p:tgtEl>
                                          <p:spTgt spid="31"/>
                                        </p:tgtEl>
                                        <p:attrNameLst>
                                          <p:attrName>ppt_x</p:attrName>
                                        </p:attrNameLst>
                                      </p:cBhvr>
                                      <p:tavLst>
                                        <p:tav tm="0">
                                          <p:val>
                                            <p:strVal val="#ppt_x"/>
                                          </p:val>
                                        </p:tav>
                                        <p:tav tm="100000">
                                          <p:val>
                                            <p:strVal val="#ppt_x"/>
                                          </p:val>
                                        </p:tav>
                                      </p:tavLst>
                                    </p:anim>
                                    <p:anim calcmode="lin" valueType="num">
                                      <p:cBhvr additive="base">
                                        <p:cTn id="54" dur="500" fill="hold"/>
                                        <p:tgtEl>
                                          <p:spTgt spid="31"/>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additive="base">
                                        <p:cTn id="57" dur="500" fill="hold"/>
                                        <p:tgtEl>
                                          <p:spTgt spid="32"/>
                                        </p:tgtEl>
                                        <p:attrNameLst>
                                          <p:attrName>ppt_x</p:attrName>
                                        </p:attrNameLst>
                                      </p:cBhvr>
                                      <p:tavLst>
                                        <p:tav tm="0">
                                          <p:val>
                                            <p:strVal val="#ppt_x"/>
                                          </p:val>
                                        </p:tav>
                                        <p:tav tm="100000">
                                          <p:val>
                                            <p:strVal val="#ppt_x"/>
                                          </p:val>
                                        </p:tav>
                                      </p:tavLst>
                                    </p:anim>
                                    <p:anim calcmode="lin" valueType="num">
                                      <p:cBhvr additive="base">
                                        <p:cTn id="58" dur="500" fill="hold"/>
                                        <p:tgtEl>
                                          <p:spTgt spid="32"/>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 calcmode="lin" valueType="num">
                                      <p:cBhvr additive="base">
                                        <p:cTn id="61" dur="500" fill="hold"/>
                                        <p:tgtEl>
                                          <p:spTgt spid="33"/>
                                        </p:tgtEl>
                                        <p:attrNameLst>
                                          <p:attrName>ppt_x</p:attrName>
                                        </p:attrNameLst>
                                      </p:cBhvr>
                                      <p:tavLst>
                                        <p:tav tm="0">
                                          <p:val>
                                            <p:strVal val="#ppt_x"/>
                                          </p:val>
                                        </p:tav>
                                        <p:tav tm="100000">
                                          <p:val>
                                            <p:strVal val="#ppt_x"/>
                                          </p:val>
                                        </p:tav>
                                      </p:tavLst>
                                    </p:anim>
                                    <p:anim calcmode="lin" valueType="num">
                                      <p:cBhvr additive="base">
                                        <p:cTn id="62" dur="500" fill="hold"/>
                                        <p:tgtEl>
                                          <p:spTgt spid="33"/>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 calcmode="lin" valueType="num">
                                      <p:cBhvr additive="base">
                                        <p:cTn id="65" dur="500" fill="hold"/>
                                        <p:tgtEl>
                                          <p:spTgt spid="34"/>
                                        </p:tgtEl>
                                        <p:attrNameLst>
                                          <p:attrName>ppt_x</p:attrName>
                                        </p:attrNameLst>
                                      </p:cBhvr>
                                      <p:tavLst>
                                        <p:tav tm="0">
                                          <p:val>
                                            <p:strVal val="#ppt_x"/>
                                          </p:val>
                                        </p:tav>
                                        <p:tav tm="100000">
                                          <p:val>
                                            <p:strVal val="#ppt_x"/>
                                          </p:val>
                                        </p:tav>
                                      </p:tavLst>
                                    </p:anim>
                                    <p:anim calcmode="lin" valueType="num">
                                      <p:cBhvr additive="base">
                                        <p:cTn id="66" dur="500" fill="hold"/>
                                        <p:tgtEl>
                                          <p:spTgt spid="34"/>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 calcmode="lin" valueType="num">
                                      <p:cBhvr additive="base">
                                        <p:cTn id="69" dur="500" fill="hold"/>
                                        <p:tgtEl>
                                          <p:spTgt spid="35"/>
                                        </p:tgtEl>
                                        <p:attrNameLst>
                                          <p:attrName>ppt_x</p:attrName>
                                        </p:attrNameLst>
                                      </p:cBhvr>
                                      <p:tavLst>
                                        <p:tav tm="0">
                                          <p:val>
                                            <p:strVal val="#ppt_x"/>
                                          </p:val>
                                        </p:tav>
                                        <p:tav tm="100000">
                                          <p:val>
                                            <p:strVal val="#ppt_x"/>
                                          </p:val>
                                        </p:tav>
                                      </p:tavLst>
                                    </p:anim>
                                    <p:anim calcmode="lin" valueType="num">
                                      <p:cBhvr additive="base">
                                        <p:cTn id="7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1000"/>
                                        <p:tgtEl>
                                          <p:spTgt spid="36"/>
                                        </p:tgtEl>
                                      </p:cBhvr>
                                    </p:animEffect>
                                    <p:anim calcmode="lin" valueType="num">
                                      <p:cBhvr>
                                        <p:cTn id="76" dur="1000" fill="hold"/>
                                        <p:tgtEl>
                                          <p:spTgt spid="36"/>
                                        </p:tgtEl>
                                        <p:attrNameLst>
                                          <p:attrName>ppt_x</p:attrName>
                                        </p:attrNameLst>
                                      </p:cBhvr>
                                      <p:tavLst>
                                        <p:tav tm="0">
                                          <p:val>
                                            <p:strVal val="#ppt_x"/>
                                          </p:val>
                                        </p:tav>
                                        <p:tav tm="100000">
                                          <p:val>
                                            <p:strVal val="#ppt_x"/>
                                          </p:val>
                                        </p:tav>
                                      </p:tavLst>
                                    </p:anim>
                                    <p:anim calcmode="lin" valueType="num">
                                      <p:cBhvr>
                                        <p:cTn id="77" dur="1000" fill="hold"/>
                                        <p:tgtEl>
                                          <p:spTgt spid="36"/>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fade">
                                      <p:cBhvr>
                                        <p:cTn id="80" dur="1000"/>
                                        <p:tgtEl>
                                          <p:spTgt spid="37"/>
                                        </p:tgtEl>
                                      </p:cBhvr>
                                    </p:animEffect>
                                    <p:anim calcmode="lin" valueType="num">
                                      <p:cBhvr>
                                        <p:cTn id="81" dur="1000" fill="hold"/>
                                        <p:tgtEl>
                                          <p:spTgt spid="37"/>
                                        </p:tgtEl>
                                        <p:attrNameLst>
                                          <p:attrName>ppt_x</p:attrName>
                                        </p:attrNameLst>
                                      </p:cBhvr>
                                      <p:tavLst>
                                        <p:tav tm="0">
                                          <p:val>
                                            <p:strVal val="#ppt_x"/>
                                          </p:val>
                                        </p:tav>
                                        <p:tav tm="100000">
                                          <p:val>
                                            <p:strVal val="#ppt_x"/>
                                          </p:val>
                                        </p:tav>
                                      </p:tavLst>
                                    </p:anim>
                                    <p:anim calcmode="lin" valueType="num">
                                      <p:cBhvr>
                                        <p:cTn id="82" dur="1000" fill="hold"/>
                                        <p:tgtEl>
                                          <p:spTgt spid="37"/>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fade">
                                      <p:cBhvr>
                                        <p:cTn id="85" dur="1000"/>
                                        <p:tgtEl>
                                          <p:spTgt spid="38"/>
                                        </p:tgtEl>
                                      </p:cBhvr>
                                    </p:animEffect>
                                    <p:anim calcmode="lin" valueType="num">
                                      <p:cBhvr>
                                        <p:cTn id="86" dur="1000" fill="hold"/>
                                        <p:tgtEl>
                                          <p:spTgt spid="38"/>
                                        </p:tgtEl>
                                        <p:attrNameLst>
                                          <p:attrName>ppt_x</p:attrName>
                                        </p:attrNameLst>
                                      </p:cBhvr>
                                      <p:tavLst>
                                        <p:tav tm="0">
                                          <p:val>
                                            <p:strVal val="#ppt_x"/>
                                          </p:val>
                                        </p:tav>
                                        <p:tav tm="100000">
                                          <p:val>
                                            <p:strVal val="#ppt_x"/>
                                          </p:val>
                                        </p:tav>
                                      </p:tavLst>
                                    </p:anim>
                                    <p:anim calcmode="lin" valueType="num">
                                      <p:cBhvr>
                                        <p:cTn id="87" dur="1000" fill="hold"/>
                                        <p:tgtEl>
                                          <p:spTgt spid="38"/>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1000"/>
                                        <p:tgtEl>
                                          <p:spTgt spid="39"/>
                                        </p:tgtEl>
                                      </p:cBhvr>
                                    </p:animEffect>
                                    <p:anim calcmode="lin" valueType="num">
                                      <p:cBhvr>
                                        <p:cTn id="91" dur="1000" fill="hold"/>
                                        <p:tgtEl>
                                          <p:spTgt spid="39"/>
                                        </p:tgtEl>
                                        <p:attrNameLst>
                                          <p:attrName>ppt_x</p:attrName>
                                        </p:attrNameLst>
                                      </p:cBhvr>
                                      <p:tavLst>
                                        <p:tav tm="0">
                                          <p:val>
                                            <p:strVal val="#ppt_x"/>
                                          </p:val>
                                        </p:tav>
                                        <p:tav tm="100000">
                                          <p:val>
                                            <p:strVal val="#ppt_x"/>
                                          </p:val>
                                        </p:tav>
                                      </p:tavLst>
                                    </p:anim>
                                    <p:anim calcmode="lin" valueType="num">
                                      <p:cBhvr>
                                        <p:cTn id="92" dur="1000" fill="hold"/>
                                        <p:tgtEl>
                                          <p:spTgt spid="39"/>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1000"/>
                                        <p:tgtEl>
                                          <p:spTgt spid="40"/>
                                        </p:tgtEl>
                                      </p:cBhvr>
                                    </p:animEffect>
                                    <p:anim calcmode="lin" valueType="num">
                                      <p:cBhvr>
                                        <p:cTn id="96" dur="1000" fill="hold"/>
                                        <p:tgtEl>
                                          <p:spTgt spid="40"/>
                                        </p:tgtEl>
                                        <p:attrNameLst>
                                          <p:attrName>ppt_x</p:attrName>
                                        </p:attrNameLst>
                                      </p:cBhvr>
                                      <p:tavLst>
                                        <p:tav tm="0">
                                          <p:val>
                                            <p:strVal val="#ppt_x"/>
                                          </p:val>
                                        </p:tav>
                                        <p:tav tm="100000">
                                          <p:val>
                                            <p:strVal val="#ppt_x"/>
                                          </p:val>
                                        </p:tav>
                                      </p:tavLst>
                                    </p:anim>
                                    <p:anim calcmode="lin" valueType="num">
                                      <p:cBhvr>
                                        <p:cTn id="97" dur="1000" fill="hold"/>
                                        <p:tgtEl>
                                          <p:spTgt spid="40"/>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41"/>
                                        </p:tgtEl>
                                        <p:attrNameLst>
                                          <p:attrName>style.visibility</p:attrName>
                                        </p:attrNameLst>
                                      </p:cBhvr>
                                      <p:to>
                                        <p:strVal val="visible"/>
                                      </p:to>
                                    </p:set>
                                    <p:animEffect transition="in" filter="fade">
                                      <p:cBhvr>
                                        <p:cTn id="100" dur="1000"/>
                                        <p:tgtEl>
                                          <p:spTgt spid="41"/>
                                        </p:tgtEl>
                                      </p:cBhvr>
                                    </p:animEffect>
                                    <p:anim calcmode="lin" valueType="num">
                                      <p:cBhvr>
                                        <p:cTn id="101" dur="1000" fill="hold"/>
                                        <p:tgtEl>
                                          <p:spTgt spid="41"/>
                                        </p:tgtEl>
                                        <p:attrNameLst>
                                          <p:attrName>ppt_x</p:attrName>
                                        </p:attrNameLst>
                                      </p:cBhvr>
                                      <p:tavLst>
                                        <p:tav tm="0">
                                          <p:val>
                                            <p:strVal val="#ppt_x"/>
                                          </p:val>
                                        </p:tav>
                                        <p:tav tm="100000">
                                          <p:val>
                                            <p:strVal val="#ppt_x"/>
                                          </p:val>
                                        </p:tav>
                                      </p:tavLst>
                                    </p:anim>
                                    <p:anim calcmode="lin" valueType="num">
                                      <p:cBhvr>
                                        <p:cTn id="102" dur="1000" fill="hold"/>
                                        <p:tgtEl>
                                          <p:spTgt spid="41"/>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42"/>
                                        </p:tgtEl>
                                        <p:attrNameLst>
                                          <p:attrName>style.visibility</p:attrName>
                                        </p:attrNameLst>
                                      </p:cBhvr>
                                      <p:to>
                                        <p:strVal val="visible"/>
                                      </p:to>
                                    </p:set>
                                    <p:animEffect transition="in" filter="fade">
                                      <p:cBhvr>
                                        <p:cTn id="105" dur="1000"/>
                                        <p:tgtEl>
                                          <p:spTgt spid="42"/>
                                        </p:tgtEl>
                                      </p:cBhvr>
                                    </p:animEffect>
                                    <p:anim calcmode="lin" valueType="num">
                                      <p:cBhvr>
                                        <p:cTn id="106" dur="1000" fill="hold"/>
                                        <p:tgtEl>
                                          <p:spTgt spid="42"/>
                                        </p:tgtEl>
                                        <p:attrNameLst>
                                          <p:attrName>ppt_x</p:attrName>
                                        </p:attrNameLst>
                                      </p:cBhvr>
                                      <p:tavLst>
                                        <p:tav tm="0">
                                          <p:val>
                                            <p:strVal val="#ppt_x"/>
                                          </p:val>
                                        </p:tav>
                                        <p:tav tm="100000">
                                          <p:val>
                                            <p:strVal val="#ppt_x"/>
                                          </p:val>
                                        </p:tav>
                                      </p:tavLst>
                                    </p:anim>
                                    <p:anim calcmode="lin" valueType="num">
                                      <p:cBhvr>
                                        <p:cTn id="107" dur="1000" fill="hold"/>
                                        <p:tgtEl>
                                          <p:spTgt spid="42"/>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43"/>
                                        </p:tgtEl>
                                        <p:attrNameLst>
                                          <p:attrName>style.visibility</p:attrName>
                                        </p:attrNameLst>
                                      </p:cBhvr>
                                      <p:to>
                                        <p:strVal val="visible"/>
                                      </p:to>
                                    </p:set>
                                    <p:animEffect transition="in" filter="fade">
                                      <p:cBhvr>
                                        <p:cTn id="110" dur="1000"/>
                                        <p:tgtEl>
                                          <p:spTgt spid="43"/>
                                        </p:tgtEl>
                                      </p:cBhvr>
                                    </p:animEffect>
                                    <p:anim calcmode="lin" valueType="num">
                                      <p:cBhvr>
                                        <p:cTn id="111" dur="1000" fill="hold"/>
                                        <p:tgtEl>
                                          <p:spTgt spid="43"/>
                                        </p:tgtEl>
                                        <p:attrNameLst>
                                          <p:attrName>ppt_x</p:attrName>
                                        </p:attrNameLst>
                                      </p:cBhvr>
                                      <p:tavLst>
                                        <p:tav tm="0">
                                          <p:val>
                                            <p:strVal val="#ppt_x"/>
                                          </p:val>
                                        </p:tav>
                                        <p:tav tm="100000">
                                          <p:val>
                                            <p:strVal val="#ppt_x"/>
                                          </p:val>
                                        </p:tav>
                                      </p:tavLst>
                                    </p:anim>
                                    <p:anim calcmode="lin" valueType="num">
                                      <p:cBhvr>
                                        <p:cTn id="112" dur="1000" fill="hold"/>
                                        <p:tgtEl>
                                          <p:spTgt spid="43"/>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5" dur="1000"/>
                                        <p:tgtEl>
                                          <p:spTgt spid="44"/>
                                        </p:tgtEl>
                                      </p:cBhvr>
                                    </p:animEffect>
                                    <p:anim calcmode="lin" valueType="num">
                                      <p:cBhvr>
                                        <p:cTn id="116" dur="1000" fill="hold"/>
                                        <p:tgtEl>
                                          <p:spTgt spid="44"/>
                                        </p:tgtEl>
                                        <p:attrNameLst>
                                          <p:attrName>ppt_x</p:attrName>
                                        </p:attrNameLst>
                                      </p:cBhvr>
                                      <p:tavLst>
                                        <p:tav tm="0">
                                          <p:val>
                                            <p:strVal val="#ppt_x"/>
                                          </p:val>
                                        </p:tav>
                                        <p:tav tm="100000">
                                          <p:val>
                                            <p:strVal val="#ppt_x"/>
                                          </p:val>
                                        </p:tav>
                                      </p:tavLst>
                                    </p:anim>
                                    <p:anim calcmode="lin" valueType="num">
                                      <p:cBhvr>
                                        <p:cTn id="117" dur="1000" fill="hold"/>
                                        <p:tgtEl>
                                          <p:spTgt spid="44"/>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20" dur="1000"/>
                                        <p:tgtEl>
                                          <p:spTgt spid="45"/>
                                        </p:tgtEl>
                                      </p:cBhvr>
                                    </p:animEffect>
                                    <p:anim calcmode="lin" valueType="num">
                                      <p:cBhvr>
                                        <p:cTn id="121" dur="1000" fill="hold"/>
                                        <p:tgtEl>
                                          <p:spTgt spid="45"/>
                                        </p:tgtEl>
                                        <p:attrNameLst>
                                          <p:attrName>ppt_x</p:attrName>
                                        </p:attrNameLst>
                                      </p:cBhvr>
                                      <p:tavLst>
                                        <p:tav tm="0">
                                          <p:val>
                                            <p:strVal val="#ppt_x"/>
                                          </p:val>
                                        </p:tav>
                                        <p:tav tm="100000">
                                          <p:val>
                                            <p:strVal val="#ppt_x"/>
                                          </p:val>
                                        </p:tav>
                                      </p:tavLst>
                                    </p:anim>
                                    <p:anim calcmode="lin" valueType="num">
                                      <p:cBhvr>
                                        <p:cTn id="122" dur="1000" fill="hold"/>
                                        <p:tgtEl>
                                          <p:spTgt spid="45"/>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1000"/>
                                        <p:tgtEl>
                                          <p:spTgt spid="46"/>
                                        </p:tgtEl>
                                      </p:cBhvr>
                                    </p:animEffect>
                                    <p:anim calcmode="lin" valueType="num">
                                      <p:cBhvr>
                                        <p:cTn id="126" dur="1000" fill="hold"/>
                                        <p:tgtEl>
                                          <p:spTgt spid="46"/>
                                        </p:tgtEl>
                                        <p:attrNameLst>
                                          <p:attrName>ppt_x</p:attrName>
                                        </p:attrNameLst>
                                      </p:cBhvr>
                                      <p:tavLst>
                                        <p:tav tm="0">
                                          <p:val>
                                            <p:strVal val="#ppt_x"/>
                                          </p:val>
                                        </p:tav>
                                        <p:tav tm="100000">
                                          <p:val>
                                            <p:strVal val="#ppt_x"/>
                                          </p:val>
                                        </p:tav>
                                      </p:tavLst>
                                    </p:anim>
                                    <p:anim calcmode="lin" valueType="num">
                                      <p:cBhvr>
                                        <p:cTn id="127" dur="1000" fill="hold"/>
                                        <p:tgtEl>
                                          <p:spTgt spid="46"/>
                                        </p:tgtEl>
                                        <p:attrNameLst>
                                          <p:attrName>ppt_y</p:attrName>
                                        </p:attrNameLst>
                                      </p:cBhvr>
                                      <p:tavLst>
                                        <p:tav tm="0">
                                          <p:val>
                                            <p:strVal val="#ppt_y+.1"/>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1000"/>
                                        <p:tgtEl>
                                          <p:spTgt spid="47"/>
                                        </p:tgtEl>
                                      </p:cBhvr>
                                    </p:animEffect>
                                    <p:anim calcmode="lin" valueType="num">
                                      <p:cBhvr>
                                        <p:cTn id="131" dur="1000" fill="hold"/>
                                        <p:tgtEl>
                                          <p:spTgt spid="47"/>
                                        </p:tgtEl>
                                        <p:attrNameLst>
                                          <p:attrName>ppt_x</p:attrName>
                                        </p:attrNameLst>
                                      </p:cBhvr>
                                      <p:tavLst>
                                        <p:tav tm="0">
                                          <p:val>
                                            <p:strVal val="#ppt_x"/>
                                          </p:val>
                                        </p:tav>
                                        <p:tav tm="100000">
                                          <p:val>
                                            <p:strVal val="#ppt_x"/>
                                          </p:val>
                                        </p:tav>
                                      </p:tavLst>
                                    </p:anim>
                                    <p:anim calcmode="lin" valueType="num">
                                      <p:cBhvr>
                                        <p:cTn id="132"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animBg="1"/>
      <p:bldP spid="10" grpId="0" animBg="1"/>
      <p:bldP spid="11" grpId="0" animBg="1"/>
      <p:bldP spid="12" grpId="0" animBg="1"/>
      <p:bldP spid="13" grpId="0" animBg="1"/>
      <p:bldP spid="14" grpId="0" animBg="1"/>
      <p:bldP spid="15" grpId="0" animBg="1"/>
      <p:bldP spid="30" grpId="0" animBg="1"/>
      <p:bldP spid="31" grpId="0" animBg="1"/>
      <p:bldP spid="32" grpId="0" animBg="1"/>
      <p:bldP spid="33" grpId="0" animBg="1"/>
      <p:bldP spid="34" grpId="0" animBg="1"/>
      <p:bldP spid="35" grpId="0" animBg="1"/>
      <p:bldP spid="36" grpId="0" bldLvl="0" animBg="1"/>
      <p:bldP spid="37" grpId="0"/>
      <p:bldP spid="38" grpId="0" bldLvl="0" animBg="1"/>
      <p:bldP spid="39" grpId="0"/>
      <p:bldP spid="40" grpId="0" bldLvl="0" animBg="1"/>
      <p:bldP spid="41" grpId="0"/>
      <p:bldP spid="42" grpId="0" bldLvl="0" animBg="1"/>
      <p:bldP spid="43" grpId="0"/>
      <p:bldP spid="44" grpId="0" bldLvl="0" animBg="1"/>
      <p:bldP spid="45" grpId="0"/>
      <p:bldP spid="46" grpId="0" bldLvl="0" animBg="1"/>
      <p:bldP spid="47"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cxnSp>
        <p:nvCxnSpPr>
          <p:cNvPr id="48" name="Flying impression design ——飞印象设计是一家专业的广告设计制作工作室，专注于平面、OFFICE、摄影等业务，工作室成立于2016年，拥有高水平的设计团队，已经立足于市场，今后将输出更多精致作品。"/>
          <p:cNvCxnSpPr/>
          <p:nvPr/>
        </p:nvCxnSpPr>
        <p:spPr>
          <a:xfrm>
            <a:off x="3164494" y="542925"/>
            <a:ext cx="8504901" cy="0"/>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a:off x="522605" y="257175"/>
            <a:ext cx="2641889" cy="571500"/>
          </a:xfrm>
          <a:prstGeom prst="round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696195" y="316197"/>
            <a:ext cx="2294708" cy="45345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mn-lt"/>
              </a:rPr>
              <a:t>Business Affairs</a:t>
            </a:r>
            <a:endParaRPr lang="en-US" altLang="zh-CN" dirty="0">
              <a:sym typeface="+mn-lt"/>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H="1" flipV="1">
            <a:off x="673334" y="493078"/>
            <a:ext cx="99695" cy="99695"/>
          </a:xfrm>
          <a:prstGeom prst="ellipse">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a:off x="4561840" y="2138680"/>
            <a:ext cx="3068320" cy="306832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a:off x="8575040" y="2595880"/>
            <a:ext cx="2153920" cy="2153920"/>
          </a:xfrm>
          <a:prstGeom prst="ellipse">
            <a:avLst/>
          </a:prstGeom>
          <a:blipFill dpi="0" rotWithShape="1">
            <a:blip r:embed="rId1"/>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a:xfrm>
            <a:off x="1463040" y="2595880"/>
            <a:ext cx="2153920" cy="2153920"/>
          </a:xfrm>
          <a:prstGeom prst="ellipse">
            <a:avLst/>
          </a:prstGeom>
          <a:blipFill rotWithShape="1">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5259442" y="3315466"/>
            <a:ext cx="1673116" cy="338554"/>
          </a:xfrm>
          <a:prstGeom prst="rect">
            <a:avLst/>
          </a:prstGeom>
          <a:noFill/>
        </p:spPr>
        <p:txBody>
          <a:bodyPr wrap="square" rtlCol="0">
            <a:spAutoFit/>
          </a:bodyPr>
          <a:lstStyle/>
          <a:p>
            <a:pPr algn="ctr"/>
            <a:r>
              <a:rPr lang="en-US" altLang="zh-CN" sz="1600" dirty="0">
                <a:solidFill>
                  <a:srgbClr val="EFEFEF"/>
                </a:solidFill>
                <a:cs typeface="+mn-ea"/>
                <a:sym typeface="+mn-lt"/>
              </a:rPr>
              <a:t>Add The Title</a:t>
            </a:r>
            <a:endParaRPr lang="en-US" altLang="zh-CN" sz="1600" dirty="0">
              <a:solidFill>
                <a:srgbClr val="EFEFEF"/>
              </a:solidFill>
              <a:cs typeface="+mn-ea"/>
              <a:sym typeface="+mn-lt"/>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4724400" y="3651420"/>
            <a:ext cx="2743200" cy="932563"/>
          </a:xfrm>
          <a:prstGeom prst="rect">
            <a:avLst/>
          </a:prstGeom>
          <a:noFill/>
        </p:spPr>
        <p:txBody>
          <a:bodyPr wrap="square" rtlCol="0">
            <a:spAutoFit/>
          </a:bodyPr>
          <a:lstStyle/>
          <a:p>
            <a:pPr algn="ctr">
              <a:lnSpc>
                <a:spcPct val="130000"/>
              </a:lnSpc>
            </a:pPr>
            <a:r>
              <a:rPr lang="en-US" altLang="zh-CN" sz="1050" dirty="0">
                <a:solidFill>
                  <a:srgbClr val="EFEFEF"/>
                </a:solidFill>
                <a:cs typeface="+mn-ea"/>
                <a:sym typeface="+mn-lt"/>
              </a:rPr>
              <a:t>Please add your text description to the flying impression plane. Please add your text description to the flying impression plane.</a:t>
            </a:r>
            <a:endParaRPr lang="en-US" altLang="zh-CN" sz="1050" dirty="0">
              <a:solidFill>
                <a:srgbClr val="EFEFEF"/>
              </a:solidFill>
              <a:cs typeface="+mn-ea"/>
              <a:sym typeface="+mn-lt"/>
            </a:endParaRPr>
          </a:p>
        </p:txBody>
      </p:sp>
      <p:sp>
        <p:nvSpPr>
          <p:cNvPr id="14" name="Flying impression design ——飞印象设计是一家专业的广告设计制作工作室，专注于平面、OFFICE、摄影等业务，工作室成立于2016年，拥有高水平的设计团队，已经立足于市场，今后将输出更多精致作品。"/>
          <p:cNvSpPr/>
          <p:nvPr/>
        </p:nvSpPr>
        <p:spPr>
          <a:xfrm>
            <a:off x="5811519" y="2519681"/>
            <a:ext cx="568962" cy="568958"/>
          </a:xfrm>
          <a:custGeom>
            <a:avLst/>
            <a:gdLst/>
            <a:ahLst/>
            <a:cxnLst>
              <a:cxn ang="0">
                <a:pos x="wd2" y="hd2"/>
              </a:cxn>
              <a:cxn ang="5400000">
                <a:pos x="wd2" y="hd2"/>
              </a:cxn>
              <a:cxn ang="10800000">
                <a:pos x="wd2" y="hd2"/>
              </a:cxn>
              <a:cxn ang="16200000">
                <a:pos x="wd2" y="hd2"/>
              </a:cxn>
            </a:cxnLst>
            <a:rect l="0" t="0" r="r" b="b"/>
            <a:pathLst>
              <a:path w="21600" h="21600" extrusionOk="0">
                <a:moveTo>
                  <a:pt x="19800" y="15300"/>
                </a:moveTo>
                <a:lnTo>
                  <a:pt x="13500" y="15300"/>
                </a:lnTo>
                <a:lnTo>
                  <a:pt x="13500" y="10350"/>
                </a:lnTo>
                <a:cubicBezTo>
                  <a:pt x="13500" y="8445"/>
                  <a:pt x="14831" y="6300"/>
                  <a:pt x="16650" y="6300"/>
                </a:cubicBezTo>
                <a:cubicBezTo>
                  <a:pt x="18469" y="6300"/>
                  <a:pt x="19800" y="8445"/>
                  <a:pt x="19800" y="10350"/>
                </a:cubicBezTo>
                <a:cubicBezTo>
                  <a:pt x="19800" y="10350"/>
                  <a:pt x="19800" y="15300"/>
                  <a:pt x="19800" y="15300"/>
                </a:cubicBezTo>
                <a:close/>
                <a:moveTo>
                  <a:pt x="11700" y="10350"/>
                </a:moveTo>
                <a:lnTo>
                  <a:pt x="11700" y="15300"/>
                </a:lnTo>
                <a:lnTo>
                  <a:pt x="1800" y="15300"/>
                </a:lnTo>
                <a:lnTo>
                  <a:pt x="1800" y="10800"/>
                </a:lnTo>
                <a:cubicBezTo>
                  <a:pt x="1800" y="8251"/>
                  <a:pt x="4042" y="6300"/>
                  <a:pt x="6750" y="6300"/>
                </a:cubicBezTo>
                <a:lnTo>
                  <a:pt x="7200" y="6300"/>
                </a:lnTo>
                <a:lnTo>
                  <a:pt x="7200" y="9450"/>
                </a:lnTo>
                <a:cubicBezTo>
                  <a:pt x="6659" y="9762"/>
                  <a:pt x="6300" y="10135"/>
                  <a:pt x="6300" y="10800"/>
                </a:cubicBezTo>
                <a:cubicBezTo>
                  <a:pt x="6300" y="11794"/>
                  <a:pt x="7055" y="12600"/>
                  <a:pt x="8058" y="12600"/>
                </a:cubicBezTo>
                <a:cubicBezTo>
                  <a:pt x="9061" y="12600"/>
                  <a:pt x="9900" y="11794"/>
                  <a:pt x="9900" y="10800"/>
                </a:cubicBezTo>
                <a:cubicBezTo>
                  <a:pt x="9900" y="10136"/>
                  <a:pt x="9540" y="9762"/>
                  <a:pt x="9000" y="9450"/>
                </a:cubicBezTo>
                <a:lnTo>
                  <a:pt x="9000" y="6300"/>
                </a:lnTo>
                <a:lnTo>
                  <a:pt x="13050" y="6300"/>
                </a:lnTo>
                <a:cubicBezTo>
                  <a:pt x="12147" y="7401"/>
                  <a:pt x="11700" y="8887"/>
                  <a:pt x="11700" y="10350"/>
                </a:cubicBezTo>
                <a:close/>
                <a:moveTo>
                  <a:pt x="16650" y="4500"/>
                </a:moveTo>
                <a:cubicBezTo>
                  <a:pt x="14686" y="4500"/>
                  <a:pt x="9000" y="4500"/>
                  <a:pt x="9000" y="4500"/>
                </a:cubicBezTo>
                <a:lnTo>
                  <a:pt x="9000" y="0"/>
                </a:lnTo>
                <a:lnTo>
                  <a:pt x="4950" y="0"/>
                </a:lnTo>
                <a:lnTo>
                  <a:pt x="4950" y="1800"/>
                </a:lnTo>
                <a:lnTo>
                  <a:pt x="7200" y="1800"/>
                </a:lnTo>
                <a:lnTo>
                  <a:pt x="7200" y="4500"/>
                </a:lnTo>
                <a:lnTo>
                  <a:pt x="6750" y="4500"/>
                </a:lnTo>
                <a:cubicBezTo>
                  <a:pt x="3040" y="4500"/>
                  <a:pt x="0" y="7258"/>
                  <a:pt x="0" y="10800"/>
                </a:cubicBezTo>
                <a:lnTo>
                  <a:pt x="0" y="17100"/>
                </a:lnTo>
                <a:lnTo>
                  <a:pt x="9900" y="17100"/>
                </a:lnTo>
                <a:lnTo>
                  <a:pt x="9900" y="21600"/>
                </a:lnTo>
                <a:lnTo>
                  <a:pt x="11690" y="21600"/>
                </a:lnTo>
                <a:lnTo>
                  <a:pt x="11690" y="17100"/>
                </a:lnTo>
                <a:lnTo>
                  <a:pt x="21600" y="17100"/>
                </a:lnTo>
                <a:lnTo>
                  <a:pt x="21600" y="10350"/>
                </a:lnTo>
                <a:cubicBezTo>
                  <a:pt x="21600" y="7455"/>
                  <a:pt x="19548" y="4500"/>
                  <a:pt x="16650" y="4500"/>
                </a:cubicBezTo>
                <a:close/>
              </a:path>
            </a:pathLst>
          </a:custGeom>
          <a:solidFill>
            <a:srgbClr val="EFEFEF"/>
          </a:solidFill>
          <a:ln w="12700">
            <a:miter lim="400000"/>
          </a:ln>
        </p:spPr>
        <p:txBody>
          <a:bodyPr lIns="35719" tIns="35719" rIns="35719" bIns="35719" anchor="ct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cs typeface="+mn-ea"/>
              <a:sym typeface="+mn-lt"/>
            </a:endParaRPr>
          </a:p>
        </p:txBody>
      </p:sp>
      <p:sp>
        <p:nvSpPr>
          <p:cNvPr id="15" name="Flying impression design ——飞印象设计是一家专业的广告设计制作工作室，专注于平面、OFFICE、摄影等业务，工作室成立于2016年，拥有高水平的设计团队，已经立足于市场，今后将输出更多精致作品。"/>
          <p:cNvSpPr/>
          <p:nvPr/>
        </p:nvSpPr>
        <p:spPr>
          <a:xfrm>
            <a:off x="3855644" y="3439084"/>
            <a:ext cx="467512" cy="467512"/>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Flying impression design ——飞印象设计是一家专业的广告设计制作工作室，专注于平面、OFFICE、摄影等业务，工作室成立于2016年，拥有高水平的设计团队，已经立足于市场，今后将输出更多精致作品。"/>
          <p:cNvSpPr/>
          <p:nvPr/>
        </p:nvSpPr>
        <p:spPr>
          <a:xfrm>
            <a:off x="7868844" y="3439084"/>
            <a:ext cx="467512" cy="467512"/>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 name="图片 1" descr="中科大"/>
          <p:cNvPicPr>
            <a:picLocks noChangeAspect="1"/>
          </p:cNvPicPr>
          <p:nvPr/>
        </p:nvPicPr>
        <p:blipFill>
          <a:blip r:embed="rId3"/>
          <a:stretch>
            <a:fillRect/>
          </a:stretch>
        </p:blipFill>
        <p:spPr>
          <a:xfrm>
            <a:off x="11134090" y="22733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fill="hold"/>
                                        <p:tgtEl>
                                          <p:spTgt spid="48"/>
                                        </p:tgtEl>
                                        <p:attrNameLst>
                                          <p:attrName>ppt_x</p:attrName>
                                        </p:attrNameLst>
                                      </p:cBhvr>
                                      <p:tavLst>
                                        <p:tav tm="0">
                                          <p:val>
                                            <p:strVal val="0-#ppt_w/2"/>
                                          </p:val>
                                        </p:tav>
                                        <p:tav tm="100000">
                                          <p:val>
                                            <p:strVal val="#ppt_x"/>
                                          </p:val>
                                        </p:tav>
                                      </p:tavLst>
                                    </p:anim>
                                    <p:anim calcmode="lin" valueType="num">
                                      <p:cBhvr additive="base">
                                        <p:cTn id="16"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0-#ppt_w/2"/>
                                          </p:val>
                                        </p:tav>
                                        <p:tav tm="100000">
                                          <p:val>
                                            <p:strVal val="#ppt_x"/>
                                          </p:val>
                                        </p:tav>
                                      </p:tavLst>
                                    </p:anim>
                                    <p:anim calcmode="lin" valueType="num">
                                      <p:cBhvr additive="base">
                                        <p:cTn id="22" dur="500" fill="hold"/>
                                        <p:tgtEl>
                                          <p:spTgt spid="11"/>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0-#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0-#ppt_w/2"/>
                                          </p:val>
                                        </p:tav>
                                        <p:tav tm="100000">
                                          <p:val>
                                            <p:strVal val="#ppt_x"/>
                                          </p:val>
                                        </p:tav>
                                      </p:tavLst>
                                    </p:anim>
                                    <p:anim calcmode="lin" valueType="num">
                                      <p:cBhvr additive="base">
                                        <p:cTn id="30" dur="500" fill="hold"/>
                                        <p:tgtEl>
                                          <p:spTgt spid="9"/>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0-#ppt_w/2"/>
                                          </p:val>
                                        </p:tav>
                                        <p:tav tm="100000">
                                          <p:val>
                                            <p:strVal val="#ppt_x"/>
                                          </p:val>
                                        </p:tav>
                                      </p:tavLst>
                                    </p:anim>
                                    <p:anim calcmode="lin" valueType="num">
                                      <p:cBhvr additive="base">
                                        <p:cTn id="34" dur="500" fill="hold"/>
                                        <p:tgtEl>
                                          <p:spTgt spid="16"/>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1000"/>
                                        <p:tgtEl>
                                          <p:spTgt spid="14"/>
                                        </p:tgtEl>
                                      </p:cBhvr>
                                    </p:animEffect>
                                    <p:anim calcmode="lin" valueType="num">
                                      <p:cBhvr>
                                        <p:cTn id="44" dur="1000" fill="hold"/>
                                        <p:tgtEl>
                                          <p:spTgt spid="14"/>
                                        </p:tgtEl>
                                        <p:attrNameLst>
                                          <p:attrName>ppt_x</p:attrName>
                                        </p:attrNameLst>
                                      </p:cBhvr>
                                      <p:tavLst>
                                        <p:tav tm="0">
                                          <p:val>
                                            <p:strVal val="#ppt_x"/>
                                          </p:val>
                                        </p:tav>
                                        <p:tav tm="100000">
                                          <p:val>
                                            <p:strVal val="#ppt_x"/>
                                          </p:val>
                                        </p:tav>
                                      </p:tavLst>
                                    </p:anim>
                                    <p:anim calcmode="lin" valueType="num">
                                      <p:cBhvr>
                                        <p:cTn id="45" dur="1000" fill="hold"/>
                                        <p:tgtEl>
                                          <p:spTgt spid="14"/>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1000"/>
                                        <p:tgtEl>
                                          <p:spTgt spid="12"/>
                                        </p:tgtEl>
                                      </p:cBhvr>
                                    </p:animEffect>
                                    <p:anim calcmode="lin" valueType="num">
                                      <p:cBhvr>
                                        <p:cTn id="49" dur="1000" fill="hold"/>
                                        <p:tgtEl>
                                          <p:spTgt spid="12"/>
                                        </p:tgtEl>
                                        <p:attrNameLst>
                                          <p:attrName>ppt_x</p:attrName>
                                        </p:attrNameLst>
                                      </p:cBhvr>
                                      <p:tavLst>
                                        <p:tav tm="0">
                                          <p:val>
                                            <p:strVal val="#ppt_x"/>
                                          </p:val>
                                        </p:tav>
                                        <p:tav tm="100000">
                                          <p:val>
                                            <p:strVal val="#ppt_x"/>
                                          </p:val>
                                        </p:tav>
                                      </p:tavLst>
                                    </p:anim>
                                    <p:anim calcmode="lin" valueType="num">
                                      <p:cBhvr>
                                        <p:cTn id="50" dur="100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1000"/>
                                        <p:tgtEl>
                                          <p:spTgt spid="13"/>
                                        </p:tgtEl>
                                      </p:cBhvr>
                                    </p:animEffect>
                                    <p:anim calcmode="lin" valueType="num">
                                      <p:cBhvr>
                                        <p:cTn id="54" dur="1000" fill="hold"/>
                                        <p:tgtEl>
                                          <p:spTgt spid="13"/>
                                        </p:tgtEl>
                                        <p:attrNameLst>
                                          <p:attrName>ppt_x</p:attrName>
                                        </p:attrNameLst>
                                      </p:cBhvr>
                                      <p:tavLst>
                                        <p:tav tm="0">
                                          <p:val>
                                            <p:strVal val="#ppt_x"/>
                                          </p:val>
                                        </p:tav>
                                        <p:tav tm="100000">
                                          <p:val>
                                            <p:strVal val="#ppt_x"/>
                                          </p:val>
                                        </p:tav>
                                      </p:tavLst>
                                    </p:anim>
                                    <p:anim calcmode="lin" valueType="num">
                                      <p:cBhvr>
                                        <p:cTn id="5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bldLvl="0" animBg="1"/>
      <p:bldP spid="11" grpId="0" bldLvl="0" animBg="1"/>
      <p:bldP spid="12" grpId="0"/>
      <p:bldP spid="13" grpId="0"/>
      <p:bldP spid="14" grpId="0" animBg="1"/>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9" name="Flying impression design ——飞印象设计是一家专业的广告设计制作工作室，专注于平面、OFFICE、摄影等业务，工作室成立于2016年，拥有高水平的设计团队，已经立足于市场，今后将输出更多精致作品。"/>
          <p:cNvSpPr txBox="1"/>
          <p:nvPr/>
        </p:nvSpPr>
        <p:spPr>
          <a:xfrm>
            <a:off x="2494370" y="2182265"/>
            <a:ext cx="4399220" cy="646331"/>
          </a:xfrm>
          <a:prstGeom prst="rect">
            <a:avLst/>
          </a:prstGeom>
          <a:noFill/>
        </p:spPr>
        <p:txBody>
          <a:bodyPr wrap="square" rtlCol="0">
            <a:spAutoFit/>
          </a:bodyPr>
          <a:lstStyle/>
          <a:p>
            <a:pPr lvl="0"/>
            <a:r>
              <a:rPr lang="en-US" altLang="zh-CN" sz="3600" dirty="0">
                <a:solidFill>
                  <a:schemeClr val="bg2">
                    <a:lumMod val="25000"/>
                  </a:schemeClr>
                </a:solidFill>
                <a:cs typeface="+mn-ea"/>
                <a:sym typeface="+mn-lt"/>
              </a:rPr>
              <a:t>Thanks</a:t>
            </a:r>
            <a:r>
              <a:rPr lang="en-US" altLang="zh-CN" sz="3600" dirty="0">
                <a:solidFill>
                  <a:srgbClr val="E72532"/>
                </a:solidFill>
                <a:cs typeface="+mn-ea"/>
                <a:sym typeface="+mn-lt"/>
              </a:rPr>
              <a:t> </a:t>
            </a:r>
            <a:r>
              <a:rPr lang="en-US" altLang="zh-CN" sz="3600" dirty="0">
                <a:solidFill>
                  <a:schemeClr val="bg2">
                    <a:lumMod val="25000"/>
                  </a:schemeClr>
                </a:solidFill>
                <a:cs typeface="+mn-ea"/>
                <a:sym typeface="+mn-lt"/>
              </a:rPr>
              <a:t>For Looking</a:t>
            </a:r>
            <a:endParaRPr lang="zh-CN" altLang="en-US" sz="3600" dirty="0">
              <a:solidFill>
                <a:schemeClr val="bg2">
                  <a:lumMod val="25000"/>
                </a:schemeClr>
              </a:solidFill>
              <a:cs typeface="+mn-ea"/>
              <a:sym typeface="+mn-lt"/>
            </a:endParaRPr>
          </a:p>
        </p:txBody>
      </p:sp>
      <p:cxnSp>
        <p:nvCxnSpPr>
          <p:cNvPr id="5" name="直接连接符 4"/>
          <p:cNvCxnSpPr/>
          <p:nvPr/>
        </p:nvCxnSpPr>
        <p:spPr>
          <a:xfrm>
            <a:off x="403313" y="17661"/>
            <a:ext cx="4290667" cy="6840339"/>
          </a:xfrm>
          <a:prstGeom prst="line">
            <a:avLst/>
          </a:prstGeom>
          <a:effectLst>
            <a:outerShdw blurRad="50800" dist="38100" dir="8100000" algn="tr" rotWithShape="0">
              <a:prstClr val="black">
                <a:alpha val="40000"/>
              </a:prstClr>
            </a:outerShdw>
          </a:effectLst>
        </p:spPr>
        <p:style>
          <a:lnRef idx="3">
            <a:schemeClr val="dk1"/>
          </a:lnRef>
          <a:fillRef idx="0">
            <a:schemeClr val="dk1"/>
          </a:fillRef>
          <a:effectRef idx="2">
            <a:schemeClr val="dk1"/>
          </a:effectRef>
          <a:fontRef idx="minor">
            <a:schemeClr val="tx1"/>
          </a:fontRef>
        </p:style>
      </p:cxnSp>
      <p:cxnSp>
        <p:nvCxnSpPr>
          <p:cNvPr id="15" name="直接连接符 14"/>
          <p:cNvCxnSpPr/>
          <p:nvPr/>
        </p:nvCxnSpPr>
        <p:spPr>
          <a:xfrm flipH="1">
            <a:off x="4693980" y="17661"/>
            <a:ext cx="3960163" cy="6840339"/>
          </a:xfrm>
          <a:prstGeom prst="line">
            <a:avLst/>
          </a:prstGeom>
          <a:effectLst>
            <a:outerShdw blurRad="50800" dist="38100" dir="8100000" algn="tr"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43" name="图片 42" descr="C:\Users\xin\Desktop\微信图片_20201013160825.jpg微信图片_20201013160825"/>
          <p:cNvPicPr>
            <a:picLocks noChangeAspect="1"/>
          </p:cNvPicPr>
          <p:nvPr/>
        </p:nvPicPr>
        <p:blipFill rotWithShape="1">
          <a:blip r:embed="rId1"/>
          <a:srcRect/>
          <a:stretch>
            <a:fillRect/>
          </a:stretch>
        </p:blipFill>
        <p:spPr>
          <a:xfrm>
            <a:off x="5374640" y="0"/>
            <a:ext cx="10091420" cy="6868160"/>
          </a:xfrm>
          <a:prstGeom prst="trapezoid">
            <a:avLst>
              <a:gd name="adj" fmla="val 59635"/>
            </a:avLst>
          </a:prstGeom>
        </p:spPr>
      </p:pic>
      <p:pic>
        <p:nvPicPr>
          <p:cNvPr id="2" name="图片 1" descr="中科大"/>
          <p:cNvPicPr>
            <a:picLocks noChangeAspect="1"/>
          </p:cNvPicPr>
          <p:nvPr/>
        </p:nvPicPr>
        <p:blipFill>
          <a:blip r:embed="rId2"/>
          <a:stretch>
            <a:fillRect/>
          </a:stretch>
        </p:blipFill>
        <p:spPr>
          <a:xfrm>
            <a:off x="4232910" y="3091180"/>
            <a:ext cx="675640" cy="67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1+#ppt_w/2"/>
                                          </p:val>
                                        </p:tav>
                                        <p:tav tm="100000">
                                          <p:val>
                                            <p:strVal val="#ppt_x"/>
                                          </p:val>
                                        </p:tav>
                                      </p:tavLst>
                                    </p:anim>
                                    <p:anim calcmode="lin" valueType="num">
                                      <p:cBhvr additive="base">
                                        <p:cTn id="14" dur="500" fill="hold"/>
                                        <p:tgtEl>
                                          <p:spTgt spid="15"/>
                                        </p:tgtEl>
                                        <p:attrNameLst>
                                          <p:attrName>ppt_y</p:attrName>
                                        </p:attrNameLst>
                                      </p:cBhvr>
                                      <p:tavLst>
                                        <p:tav tm="0">
                                          <p:val>
                                            <p:strVal val="0-#ppt_h/2"/>
                                          </p:val>
                                        </p:tav>
                                        <p:tav tm="100000">
                                          <p:val>
                                            <p:strVal val="#ppt_y"/>
                                          </p:val>
                                        </p:tav>
                                      </p:tavLst>
                                    </p:anim>
                                  </p:childTnLst>
                                </p:cTn>
                              </p:par>
                              <p:par>
                                <p:cTn id="15" presetID="41" presetClass="entr" presetSubtype="0" fill="hold" grpId="0" nodeType="withEffect">
                                  <p:stCondLst>
                                    <p:cond delay="0"/>
                                  </p:stCondLst>
                                  <p:iterate type="lt">
                                    <p:tmPct val="10000"/>
                                  </p:iterate>
                                  <p:childTnLst>
                                    <p:set>
                                      <p:cBhvr>
                                        <p:cTn id="16" dur="1" fill="hold">
                                          <p:stCondLst>
                                            <p:cond delay="0"/>
                                          </p:stCondLst>
                                        </p:cTn>
                                        <p:tgtEl>
                                          <p:spTgt spid="9"/>
                                        </p:tgtEl>
                                        <p:attrNameLst>
                                          <p:attrName>style.visibility</p:attrName>
                                        </p:attrNameLst>
                                      </p:cBhvr>
                                      <p:to>
                                        <p:strVal val="visible"/>
                                      </p:to>
                                    </p:set>
                                    <p:anim calcmode="lin" valueType="num">
                                      <p:cBhvr>
                                        <p:cTn id="17" dur="10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8" dur="1000" fill="hold"/>
                                        <p:tgtEl>
                                          <p:spTgt spid="9"/>
                                        </p:tgtEl>
                                        <p:attrNameLst>
                                          <p:attrName>ppt_y</p:attrName>
                                        </p:attrNameLst>
                                      </p:cBhvr>
                                      <p:tavLst>
                                        <p:tav tm="0">
                                          <p:val>
                                            <p:strVal val="#ppt_y"/>
                                          </p:val>
                                        </p:tav>
                                        <p:tav tm="100000">
                                          <p:val>
                                            <p:strVal val="#ppt_y"/>
                                          </p:val>
                                        </p:tav>
                                      </p:tavLst>
                                    </p:anim>
                                    <p:anim calcmode="lin" valueType="num">
                                      <p:cBhvr>
                                        <p:cTn id="19" dur="10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20" dur="10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21" dur="1000" tmFilter="0,0; .5, 1; 1, 1"/>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43"/>
                                        </p:tgtEl>
                                        <p:attrNameLst>
                                          <p:attrName>style.visibility</p:attrName>
                                        </p:attrNameLst>
                                      </p:cBhvr>
                                      <p:to>
                                        <p:strVal val="visible"/>
                                      </p:to>
                                    </p:set>
                                    <p:anim calcmode="lin" valueType="num">
                                      <p:cBhvr additive="base">
                                        <p:cTn id="26" dur="500" fill="hold"/>
                                        <p:tgtEl>
                                          <p:spTgt spid="43"/>
                                        </p:tgtEl>
                                        <p:attrNameLst>
                                          <p:attrName>ppt_x</p:attrName>
                                        </p:attrNameLst>
                                      </p:cBhvr>
                                      <p:tavLst>
                                        <p:tav tm="0">
                                          <p:val>
                                            <p:strVal val="#ppt_x"/>
                                          </p:val>
                                        </p:tav>
                                        <p:tav tm="100000">
                                          <p:val>
                                            <p:strVal val="#ppt_x"/>
                                          </p:val>
                                        </p:tav>
                                      </p:tavLst>
                                    </p:anim>
                                    <p:anim calcmode="lin" valueType="num">
                                      <p:cBhvr additive="base">
                                        <p:cTn id="27"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KSO_WM_TEMPLATE_TOPIC_ID" val="2869567"/>
  <p:tag name="KSO_WM_TEMPLATE_OUTLINE_ID" val="6"/>
  <p:tag name="KSO_WM_TEMPLATE_SCENE_ID" val="1"/>
  <p:tag name="KSO_WM_TEMPLATE_JOB_ID" val="6"/>
  <p:tag name="KSO_WM_TEMPLATE_TOPIC_DEFAULT" val="0"/>
</p:tagLst>
</file>

<file path=ppt/tags/tag4.xml><?xml version="1.0" encoding="utf-8"?>
<p:tagLst xmlns:p="http://schemas.openxmlformats.org/presentationml/2006/main">
  <p:tag name="ISPRING_PRESENTATION_TITLE" val="极简精致灰商务通用工作汇报PPT模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6110</Words>
  <Application>WPS 演示</Application>
  <PresentationFormat>宽屏</PresentationFormat>
  <Paragraphs>231</Paragraphs>
  <Slides>21</Slides>
  <Notes>21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宋体</vt:lpstr>
      <vt:lpstr>Wingdings</vt:lpstr>
      <vt:lpstr>Gill Sans</vt:lpstr>
      <vt:lpstr>微软雅黑</vt:lpstr>
      <vt:lpstr>Arial Unicode MS</vt:lpstr>
      <vt:lpstr>等线</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极简精致灰商务通用工作汇报PPT模板</dc:title>
  <dc:creator/>
  <cp:lastModifiedBy>xin</cp:lastModifiedBy>
  <cp:revision>13</cp:revision>
  <dcterms:created xsi:type="dcterms:W3CDTF">2018-04-20T03:47:00Z</dcterms:created>
  <dcterms:modified xsi:type="dcterms:W3CDTF">2020-10-13T09:51:51Z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2</vt:lpwstr>
  </property>
  <property fmtid="{D5CDD505-2E9C-101B-9397-08002B2CF9AE}" pid="3" name="KSOProductBuildVer">
    <vt:lpwstr>2052-11.1.0.10000</vt:lpwstr>
  </property>
</Properties>
</file>